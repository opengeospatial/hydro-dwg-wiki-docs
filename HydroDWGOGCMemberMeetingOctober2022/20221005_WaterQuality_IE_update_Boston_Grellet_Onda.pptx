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83" r:id="rId3"/>
    <p:sldId id="298" r:id="rId4"/>
    <p:sldId id="299" r:id="rId5"/>
    <p:sldId id="265" r:id="rId6"/>
    <p:sldId id="267" r:id="rId7"/>
    <p:sldId id="277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42" d="100"/>
          <a:sy n="42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109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302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52B0C06E-0977-954B-BAB3-30BEF9D86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15246"/>
            <a:ext cx="24580123" cy="137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14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email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70" r:id="rId4"/>
    <p:sldLayoutId id="2147483671" r:id="rId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WaterQualityI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WaterQualityIE/tree/master/relevant_materia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WaterQualityIE/tree/master/relevant_materi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Water quality IE update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124</a:t>
            </a:r>
            <a:r>
              <a:rPr lang="en-US" baseline="30000" dirty="0"/>
              <a:t>th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653144" y="11201016"/>
            <a:ext cx="22519200" cy="235331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Sylvain Grellet, BRGM</a:t>
            </a:r>
          </a:p>
          <a:p>
            <a:r>
              <a:rPr lang="en-US" dirty="0" smtClean="0"/>
              <a:t>Kyle </a:t>
            </a:r>
            <a:r>
              <a:rPr lang="en-US" dirty="0"/>
              <a:t>Onda, Lincoln Institute</a:t>
            </a:r>
            <a:endParaRPr lang="en-US" dirty="0" smtClean="0"/>
          </a:p>
          <a:p>
            <a:r>
              <a:rPr lang="en-US" smtClean="0"/>
              <a:t>Tony Boston, ANU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05 </a:t>
            </a:r>
            <a:r>
              <a:rPr lang="en-US" dirty="0"/>
              <a:t>October 2022</a:t>
            </a:r>
          </a:p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959112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pic>
        <p:nvPicPr>
          <p:cNvPr id="4" name="Picture 2" descr="Singapore Land Authority - Wikipedia">
            <a:extLst>
              <a:ext uri="{FF2B5EF4-FFF2-40B4-BE49-F238E27FC236}">
                <a16:creationId xmlns:a16="http://schemas.microsoft.com/office/drawing/2014/main" id="{C2FD1292-CA09-FE0B-A642-DE10031D0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3591" y="10723349"/>
            <a:ext cx="3743442" cy="248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ingapore Land Authority Launches 3D Singapore Sandbox at GeoWorks">
            <a:extLst>
              <a:ext uri="{FF2B5EF4-FFF2-40B4-BE49-F238E27FC236}">
                <a16:creationId xmlns:a16="http://schemas.microsoft.com/office/drawing/2014/main" id="{17402F27-FE83-7AED-79E7-20DDC9733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652547" y="10068791"/>
            <a:ext cx="60071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6127B6-C6AF-11BD-EA90-AB8FD66878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0163" y="10549054"/>
            <a:ext cx="2660904" cy="26609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Water Quality workshop </a:t>
            </a:r>
            <a:r>
              <a:rPr lang="en-US" dirty="0" smtClean="0"/>
              <a:t>March </a:t>
            </a:r>
            <a:r>
              <a:rPr lang="en-US" dirty="0"/>
              <a:t>2022</a:t>
            </a:r>
          </a:p>
          <a:p>
            <a:endParaRPr lang="en-US" dirty="0" smtClean="0"/>
          </a:p>
          <a:p>
            <a:r>
              <a:rPr lang="en-US" dirty="0" smtClean="0"/>
              <a:t>Kick-off : 13/09/2022</a:t>
            </a:r>
          </a:p>
          <a:p>
            <a:endParaRPr lang="en-US" dirty="0"/>
          </a:p>
          <a:p>
            <a:r>
              <a:rPr lang="en-US" dirty="0" smtClean="0"/>
              <a:t>Weekly </a:t>
            </a:r>
            <a:r>
              <a:rPr lang="en-US" dirty="0" err="1" smtClean="0"/>
              <a:t>webconf</a:t>
            </a:r>
            <a:r>
              <a:rPr lang="en-US" smtClean="0"/>
              <a:t> </a:t>
            </a:r>
            <a:r>
              <a:rPr lang="en-US" smtClean="0"/>
              <a:t>every Tuesday since </a:t>
            </a:r>
            <a:r>
              <a:rPr lang="en-US" dirty="0" smtClean="0"/>
              <a:t>then : 20, 27/09, 4/10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reference point : </a:t>
            </a:r>
            <a:r>
              <a:rPr lang="en-US" dirty="0">
                <a:hlinkClick r:id="rId3"/>
              </a:rPr>
              <a:t>https://github.com/opengeospatial/WaterQualityIE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Link to living </a:t>
            </a:r>
            <a:r>
              <a:rPr lang="en-US" dirty="0" err="1" smtClean="0"/>
              <a:t>G.Doc</a:t>
            </a:r>
            <a:r>
              <a:rPr lang="en-US" dirty="0" smtClean="0"/>
              <a:t> for minutes then GoToMeeting </a:t>
            </a:r>
            <a:r>
              <a:rPr lang="en-US" dirty="0" err="1" smtClean="0"/>
              <a:t>webconf</a:t>
            </a:r>
            <a:r>
              <a:rPr lang="en-US" dirty="0" smtClean="0"/>
              <a:t> link etc…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Various presentations</a:t>
            </a:r>
          </a:p>
          <a:p>
            <a:pPr lvl="1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github.com/opengeospatial/WaterQualityIE/tree/master/relevant_material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Kick-off presentations</a:t>
            </a:r>
          </a:p>
          <a:p>
            <a:pPr lvl="1"/>
            <a:r>
              <a:rPr lang="en-US" dirty="0" smtClean="0"/>
              <a:t>Expectations from various partners</a:t>
            </a:r>
          </a:p>
          <a:p>
            <a:pPr lvl="2"/>
            <a:r>
              <a:rPr lang="en-US" dirty="0" smtClean="0"/>
              <a:t>Done : USGS / US EPA, UNEP / GEMS Water, Internet Of Water US, University Tartu, BRGM / Pole INSIDE</a:t>
            </a:r>
          </a:p>
          <a:p>
            <a:pPr lvl="2"/>
            <a:r>
              <a:rPr lang="en-US" dirty="0" smtClean="0"/>
              <a:t>Upcoming : WMO La Plata river basin, DataStream, Geo Aqua Watch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618545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Momentum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2976114" cy="971878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Various presentations</a:t>
            </a:r>
          </a:p>
          <a:p>
            <a:pPr lvl="1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github.com/opengeospatial/WaterQualityIE/tree/master/relevant_material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Kick-off presentations</a:t>
            </a:r>
          </a:p>
          <a:p>
            <a:pPr lvl="1"/>
            <a:r>
              <a:rPr lang="en-US" dirty="0" smtClean="0"/>
              <a:t>Expectations from various partners</a:t>
            </a:r>
          </a:p>
          <a:p>
            <a:pPr lvl="2"/>
            <a:r>
              <a:rPr lang="en-US" dirty="0"/>
              <a:t>Same </a:t>
            </a:r>
            <a:r>
              <a:rPr lang="en-US" dirty="0" smtClean="0"/>
              <a:t>pattern</a:t>
            </a:r>
            <a:endParaRPr lang="en-US" dirty="0"/>
          </a:p>
          <a:p>
            <a:pPr lvl="3"/>
            <a:r>
              <a:rPr lang="en-US" dirty="0"/>
              <a:t>expectation regarding the IE</a:t>
            </a:r>
          </a:p>
          <a:p>
            <a:pPr lvl="3"/>
            <a:r>
              <a:rPr lang="en-US" dirty="0"/>
              <a:t>what do the organization brings to the IE : </a:t>
            </a:r>
            <a:r>
              <a:rPr lang="en-US" dirty="0" err="1"/>
              <a:t>UseCase</a:t>
            </a:r>
            <a:r>
              <a:rPr lang="en-US" dirty="0"/>
              <a:t> (with data) / IT : with </a:t>
            </a:r>
            <a:r>
              <a:rPr lang="en-US" dirty="0" smtClean="0"/>
              <a:t>details</a:t>
            </a:r>
            <a:endParaRPr lang="en-US" dirty="0"/>
          </a:p>
          <a:p>
            <a:pPr lvl="3"/>
            <a:r>
              <a:rPr lang="en-US" dirty="0"/>
              <a:t>organization capacity of involvement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Done : USGS / US EPA, UNEP / GEMS Water, Internet Of Water US, University Tartu, BRGM / Pole INSIDE</a:t>
            </a:r>
          </a:p>
          <a:p>
            <a:pPr lvl="2"/>
            <a:r>
              <a:rPr lang="en-US" dirty="0" smtClean="0"/>
              <a:t>Upcoming : WMO La Plata river basin, DataStream, Geo Aqua Watch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134638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Starting week after 18/10</a:t>
            </a:r>
          </a:p>
          <a:p>
            <a:pPr lvl="1"/>
            <a:r>
              <a:rPr lang="en-US" dirty="0" smtClean="0"/>
              <a:t>Refining use case : whole group</a:t>
            </a:r>
          </a:p>
          <a:p>
            <a:pPr lvl="1"/>
            <a:r>
              <a:rPr lang="en-US" dirty="0" smtClean="0"/>
              <a:t>Then </a:t>
            </a:r>
          </a:p>
          <a:p>
            <a:pPr lvl="1"/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21" y="5408676"/>
            <a:ext cx="15523179" cy="659282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ec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9366</TotalTime>
  <Words>215</Words>
  <Application>Microsoft Office PowerPoint</Application>
  <PresentationFormat>Personnalisé</PresentationFormat>
  <Paragraphs>47</Paragraphs>
  <Slides>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Helvetica Neue</vt:lpstr>
      <vt:lpstr>Helvetica Neue Medium</vt:lpstr>
      <vt:lpstr>Mont Book</vt:lpstr>
      <vt:lpstr>Mont SemiBold</vt:lpstr>
      <vt:lpstr>30_BasicColor</vt:lpstr>
      <vt:lpstr>Water quality IE update</vt:lpstr>
      <vt:lpstr>Context</vt:lpstr>
      <vt:lpstr>Progress</vt:lpstr>
      <vt:lpstr>Building Momentum</vt:lpstr>
      <vt:lpstr>Next steps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Grellet Sylvain</cp:lastModifiedBy>
  <cp:revision>58</cp:revision>
  <dcterms:modified xsi:type="dcterms:W3CDTF">2022-10-05T13:27:59Z</dcterms:modified>
</cp:coreProperties>
</file>