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png" ContentType="image/png"/>
  <Default Extension="xml" ContentType="application/xml"/>
  <Default Extension="gif" ContentType="image/gif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18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tableStyles.xml" ContentType="application/vnd.openxmlformats-officedocument.presentationml.tableStyles+xml"/>
</Types>
</file>

<file path=_rels/.rels><?xml version="1.0" encoding="UTF-8" standalone="yes"?><Relationships xmlns="http://schemas.openxmlformats.org/package/2006/relationships"><Relationship Target="ppt/presentation.xml" Type="http://schemas.openxmlformats.org/officeDocument/2006/relationships/officeDocument" Id="rId1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aveSubsetFonts="1" autoCompressPictures="0" mc:PreserveAttributes="mv:*" mc:Ignorable="mv">
  <p:sldMasterIdLst>
    <p:sldMasterId id="2147483666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9144000"/>
  <p:notesSz cy="9144000" cx="6858000"/>
  <p:defaultTextStyle>
    <a:defPPr algn="l" rtl="0" marR="0">
      <a:lnSpc>
        <a:spcPct val="100000"/>
      </a:lnSpc>
      <a:spcBef>
        <a:spcPts val="0"/>
      </a:spcBef>
      <a:spcAft>
        <a:spcPts val="0"/>
      </a:spcAft>
    </a:defPPr>
    <a:lvl1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91827B96-C46B-49B8-AF62-D310A8A164C7}">
  <a:tblStyle styleName="Table_0" styleId="{91827B96-C46B-49B8-AF62-D310A8A164C7}">
    <a:wholeTbl>
      <a:tcStyle>
        <a:tcBdr>
          <a:left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left>
          <a:right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right>
          <a:top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top>
          <a:bottom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bottom>
          <a:insideH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insideH>
          <a:insideV>
            <a:ln w="9525" cap="flat">
              <a:solidFill>
                <a:srgbClr val="000000"/>
              </a:solidFill>
              <a:prstDash val="solid"/>
              <a:round/>
              <a:headEnd w="med" len="med" type="none"/>
              <a:tailEnd w="med" len="med" type="none"/>
            </a:ln>
          </a:insideV>
        </a:tcBdr>
      </a:tcStyle>
    </a:wholeTbl>
  </a:tblStyle>
  <a:tblStyle styleName="Table_1" styleId="{F529B3FB-4FE4-486B-B05E-6382B016C6C6}"/>
</a:tblStyleLst>
</file>

<file path=ppt/_rels/presentation.xml.rels><?xml version="1.0" encoding="UTF-8" standalone="yes"?><Relationships xmlns="http://schemas.openxmlformats.org/package/2006/relationships"><Relationship Target="slides/slide13.xml" Type="http://schemas.openxmlformats.org/officeDocument/2006/relationships/slide" Id="rId19"/><Relationship Target="slides/slide12.xml" Type="http://schemas.openxmlformats.org/officeDocument/2006/relationships/slide" Id="rId18"/><Relationship Target="slides/slide11.xml" Type="http://schemas.openxmlformats.org/officeDocument/2006/relationships/slide" Id="rId17"/><Relationship Target="slides/slide10.xml" Type="http://schemas.openxmlformats.org/officeDocument/2006/relationships/slide" Id="rId16"/><Relationship Target="slides/slide9.xml" Type="http://schemas.openxmlformats.org/officeDocument/2006/relationships/slide" Id="rId15"/><Relationship Target="slides/slide8.xml" Type="http://schemas.openxmlformats.org/officeDocument/2006/relationships/slide" Id="rId14"/><Relationship Target="slides/slide6.xml" Type="http://schemas.openxmlformats.org/officeDocument/2006/relationships/slide" Id="rId12"/><Relationship Target="slides/slide7.xml" Type="http://schemas.openxmlformats.org/officeDocument/2006/relationships/slide" Id="rId13"/><Relationship Target="slides/slide4.xml" Type="http://schemas.openxmlformats.org/officeDocument/2006/relationships/slide" Id="rId10"/><Relationship Target="slides/slide5.xml" Type="http://schemas.openxmlformats.org/officeDocument/2006/relationships/slide" Id="rId11"/><Relationship Target="slides/slide20.xml" Type="http://schemas.openxmlformats.org/officeDocument/2006/relationships/slide" Id="rId26"/><Relationship Target="slides/slide19.xml" Type="http://schemas.openxmlformats.org/officeDocument/2006/relationships/slide" Id="rId25"/><Relationship Target="slides/slide22.xml" Type="http://schemas.openxmlformats.org/officeDocument/2006/relationships/slide" Id="rId28"/><Relationship Target="slides/slide21.xml" Type="http://schemas.openxmlformats.org/officeDocument/2006/relationships/slide" Id="rId27"/><Relationship Target="presProps.xml" Type="http://schemas.openxmlformats.org/officeDocument/2006/relationships/presProps" Id="rId2"/><Relationship Target="slides/slide15.xml" Type="http://schemas.openxmlformats.org/officeDocument/2006/relationships/slide" Id="rId21"/><Relationship Target="theme/theme2.xml" Type="http://schemas.openxmlformats.org/officeDocument/2006/relationships/theme" Id="rId1"/><Relationship Target="slides/slide16.xml" Type="http://schemas.openxmlformats.org/officeDocument/2006/relationships/slide" Id="rId22"/><Relationship Target="slideMasters/slideMaster1.xml" Type="http://schemas.openxmlformats.org/officeDocument/2006/relationships/slideMaster" Id="rId4"/><Relationship Target="slides/slide17.xml" Type="http://schemas.openxmlformats.org/officeDocument/2006/relationships/slide" Id="rId23"/><Relationship Target="tableStyles.xml" Type="http://schemas.openxmlformats.org/officeDocument/2006/relationships/tableStyles" Id="rId3"/><Relationship Target="slides/slide18.xml" Type="http://schemas.openxmlformats.org/officeDocument/2006/relationships/slide" Id="rId24"/><Relationship Target="slides/slide14.xml" Type="http://schemas.openxmlformats.org/officeDocument/2006/relationships/slide" Id="rId20"/><Relationship Target="slides/slide3.xml" Type="http://schemas.openxmlformats.org/officeDocument/2006/relationships/slide" Id="rId9"/><Relationship Target="notesMasters/notesMaster1.xml" Type="http://schemas.openxmlformats.org/officeDocument/2006/relationships/notesMaster" Id="rId6"/><Relationship Target="slideMasters/slideMaster2.xml" Type="http://schemas.openxmlformats.org/officeDocument/2006/relationships/slideMaster" Id="rId5"/><Relationship Target="slides/slide2.xml" Type="http://schemas.openxmlformats.org/officeDocument/2006/relationships/slide" Id="rId8"/><Relationship Target="slides/slide1.xml" Type="http://schemas.openxmlformats.org/officeDocument/2006/relationships/slide" Id="rId7"/></Relationships>
</file>

<file path=ppt/notesMasters/_rels/notesMaster1.xml.rels><?xml version="1.0" encoding="UTF-8" standalone="yes"?><Relationships xmlns="http://schemas.openxmlformats.org/package/2006/relationships"><Relationship Target="../theme/theme3.xml" Type="http://schemas.openxmlformats.org/officeDocument/2006/relationships/theme" Id="rId1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" name="Shape 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Shape 2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" name="Shape 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</p:notesMaster>
</file>

<file path=ppt/notesSlides/_rels/notesSlide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.xml.rels><?xml version="1.0" encoding="UTF-8" standalone="yes"?><Relationships xmlns="http://schemas.openxmlformats.org/package/2006/relationships"><Relationship Target="http://sc.water.usgs.gov/infodata/shift_adjusted_rating.html" Type="http://schemas.openxmlformats.org/officeDocument/2006/relationships/hyperlink" TargetMode="External" Id="rId2"/><Relationship Target="../notesMasters/notesMaster1.xml" Type="http://schemas.openxmlformats.org/officeDocument/2006/relationships/notesMaster" Id="rId1"/><Relationship Target="http://external.opengis.org/twiki_public/HydrologyDWG/RGSRangeValues" Type="http://schemas.openxmlformats.org/officeDocument/2006/relationships/hyperlink" TargetMode="External" Id="rId4"/><Relationship Target="http://waterdata.usgs.gov/nwisweb/get_ratings?file_type=exsa&amp;site_no=02160700" Type="http://schemas.openxmlformats.org/officeDocument/2006/relationships/hyperlink" TargetMode="External" Id="rId3"/></Relationships>
</file>

<file path=ppt/notesSlides/_rels/notesSlide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15" name="Shape 11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6" name="Shape 116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17" name="Shape 11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25" name="Shape 12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6" name="Shape 126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27" name="Shape 12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A few telecons, probably not as much as we would like.</a:t>
            </a:r>
          </a:p>
          <a:p>
            <a:pPr rtl="0" lvl="0">
              <a:buNone/>
            </a:pPr>
            <a:r>
              <a:rPr lang="en"/>
              <a:t>Simple domain models related to requirements</a:t>
            </a:r>
          </a:p>
          <a:p>
            <a:pPr rtl="0" lvl="0">
              <a:buNone/>
            </a:pPr>
            <a:r>
              <a:rPr lang="en"/>
              <a:t>Information models related to requirements</a:t>
            </a:r>
          </a:p>
          <a:p>
            <a:pPr rtl="0" lvl="0">
              <a:buNone/>
            </a:pPr>
            <a:r>
              <a:rPr lang="en"/>
              <a:t>Outputs</a:t>
            </a:r>
          </a:p>
          <a:p>
            <a:pPr rtl="0" lvl="0" indent="457200">
              <a:buNone/>
            </a:pPr>
            <a:r>
              <a:rPr lang="en"/>
              <a:t>WaterML2.0 - part 2: Ratings, Gaugings and Sections : Discussion Paper</a:t>
            </a:r>
          </a:p>
          <a:p>
            <a:pPr rtl="0" lvl="0" indent="457200">
              <a:buNone/>
            </a:pPr>
            <a:r>
              <a:rPr lang="en"/>
              <a:t>Profiling WaterML2.0 Report on existing implementations and techniques</a:t>
            </a:r>
          </a:p>
          <a:p>
            <a:r>
              <a:t/>
            </a:r>
          </a:p>
          <a:p>
            <a:r>
              <a:t/>
            </a:r>
          </a:p>
          <a:p>
            <a:pPr rtl="0" lvl="0" indent="0" marL="0">
              <a:buNone/>
            </a:pPr>
            <a:r>
              <a:rPr u="sng" lang="en">
                <a:solidFill>
                  <a:schemeClr val="hlink"/>
                </a:solidFill>
                <a:hlinkClick r:id="rId2"/>
              </a:rPr>
              <a:t>http://sc.water.usgs.gov/infodata/shift_adjusted_rating.html</a:t>
            </a:r>
          </a:p>
          <a:p>
            <a:pPr rtl="0" lvl="0" indent="0" marL="0">
              <a:buNone/>
            </a:pPr>
            <a:r>
              <a:rPr u="sng" lang="en">
                <a:solidFill>
                  <a:schemeClr val="hlink"/>
                </a:solidFill>
                <a:hlinkClick r:id="rId3"/>
              </a:rPr>
              <a:t>http://waterdata.usgs.gov/nwisweb/get_ratings?file_type=exsa&amp;site_no=02160700</a:t>
            </a:r>
          </a:p>
          <a:p>
            <a:r>
              <a:t/>
            </a:r>
          </a:p>
          <a:p>
            <a:pPr>
              <a:buNone/>
            </a:pPr>
            <a:r>
              <a:rPr lang="en"/>
              <a:t>Stage shirt - A rating implementation or a range value implementation? </a:t>
            </a:r>
            <a:r>
              <a:rPr u="sng" lang="en">
                <a:solidFill>
                  <a:schemeClr val="hlink"/>
                </a:solidFill>
                <a:hlinkClick r:id="rId4"/>
              </a:rPr>
              <a:t>http://external.opengis.org/twiki_public/HydrologyDWG/RGSRangeValues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32" name="Shape 13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3" name="Shape 133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34" name="Shape 13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39" name="Shape 13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0" name="Shape 140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41" name="Shape 14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47" name="Shape 14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8" name="Shape 14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49" name="Shape 14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54" name="Shape 15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5" name="Shape 155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56" name="Shape 15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61" name="Shape 16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2" name="Shape 16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63" name="Shape 16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sz="1400" lang="en">
                <a:solidFill>
                  <a:schemeClr val="dk1"/>
                </a:solidFill>
              </a:rPr>
              <a:t>Session objective is to work through the inputs required for building the IE Activity plan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68" name="Shape 16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9" name="Shape 169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70" name="Shape 17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75" name="Shape 17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6" name="Shape 176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77" name="Shape 17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82" name="Shape 18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3" name="Shape 183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84" name="Shape 18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89" name="Shape 18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90" name="Shape 190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91" name="Shape 19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96" name="Shape 19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97" name="Shape 197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98" name="Shape 19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22" name="Shape 22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3" name="Shape 223"/>
          <p:cNvSpPr/>
          <p:nvPr>
            <p:ph idx="2" type="sldImg"/>
          </p:nvPr>
        </p:nvSpPr>
        <p:spPr>
          <a:xfrm>
            <a:off y="685800" x="1143000"/>
            <a:ext cy="3429000" cx="45720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round/>
            <a:headEnd w="med" len="med" type="none"/>
            <a:tailEnd w="med" len="med" type="none"/>
          </a:ln>
        </p:spPr>
      </p:sp>
      <p:sp>
        <p:nvSpPr>
          <p:cNvPr id="224" name="Shape 22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>
            <a:pPr>
              <a:buNone/>
            </a:pPr>
            <a:r>
              <a:rPr strike="noStrike" u="none" b="0" cap="none" baseline="0" sz="1800" lang="en" i="0"/>
              <a:t>Scenario 1: Bureau on demand retrieving of rating tables</a:t>
            </a:r>
          </a:p>
          <a:p>
            <a:pPr algn="l" rtl="0" lvl="0" marR="0" indent="0" mar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ct val="25000"/>
              <a:buFont typeface="Arial"/>
              <a:buNone/>
            </a:pPr>
            <a:r>
              <a:rPr strike="noStrike" u="none" b="0" cap="none" baseline="0" sz="1800" lang="en" i="0"/>
              <a:t>Scenario 2: MDBA getting latest rating from NOW. Sub-scenario: NSW hydro operators and state water also retrieving. </a:t>
            </a:r>
          </a:p>
          <a:p>
            <a:pPr algn="l" rtl="0" lvl="0" marR="0" indent="0" mar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ct val="25000"/>
              <a:buFont typeface="Arial"/>
              <a:buNone/>
            </a:pPr>
            <a:r>
              <a:rPr strike="noStrike" u="none" b="0" cap="none" baseline="0" sz="1800" lang="en" i="0"/>
              <a:t>Scenario 3: Data scrutiny/analysis by researchers and/or educational purposes. </a:t>
            </a:r>
          </a:p>
        </p:txBody>
      </p:sp>
      <p:sp>
        <p:nvSpPr>
          <p:cNvPr id="225" name="Shape 225"/>
          <p:cNvSpPr txBox="1"/>
          <p:nvPr>
            <p:ph idx="12" type="sldNum"/>
          </p:nvPr>
        </p:nvSpPr>
        <p:spPr>
          <a:xfrm>
            <a:off y="8685213" x="3884612"/>
            <a:ext cy="457200" cx="2971799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b" anchorCtr="0">
            <a:noAutofit/>
          </a:bodyPr>
          <a:lstStyle/>
          <a:p>
            <a:pPr algn="r" rtl="0" lvl="0" marR="0" indent="0" marL="0">
              <a:buSzPct val="25000"/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31" name="Shape 23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2" name="Shape 23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33" name="Shape 23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37" name="Shape 23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8" name="Shape 23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39" name="Shape 23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44" name="Shape 24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45" name="Shape 245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46" name="Shape 24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51" name="Shape 25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2" name="Shape 25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53" name="Shape 25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57" name="Shape 25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8" name="Shape 25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59" name="Shape 25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64" name="Shape 26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5" name="Shape 265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66" name="Shape 26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71" name="Shape 27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72" name="Shape 272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73" name="Shape 27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78" name="Shape 27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79" name="Shape 279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80" name="Shape 28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284" name="Shape 28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5" name="Shape 285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286" name="Shape 28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2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3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4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5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6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7.xml.rels><?xml version="1.0" encoding="UTF-8" standalone="yes"?><Relationships xmlns="http://schemas.openxmlformats.org/package/2006/relationships"><Relationship Target="../slideMasters/slideMaster2.xml" Type="http://schemas.openxmlformats.org/officeDocument/2006/relationships/slideMaster" Id="rId1"/></Relationships>
</file>

<file path=ppt/slideLayouts/_rels/slideLayout8.xml.rels><?xml version="1.0" encoding="UTF-8" standalone="yes"?><Relationships xmlns="http://schemas.openxmlformats.org/package/2006/relationships"><Relationship Target="../slideMasters/slideMaster2.xml" Type="http://schemas.openxmlformats.org/officeDocument/2006/relationships/slideMaster" Id="rId1"/></Relationships>
</file>

<file path=ppt/slideLayouts/_rels/slideLayout9.xml.rels><?xml version="1.0" encoding="UTF-8" standalone="yes"?><Relationships xmlns="http://schemas.openxmlformats.org/package/2006/relationships"><Relationship Target="../slideMasters/slideMaster2.xml" Type="http://schemas.openxmlformats.org/officeDocument/2006/relationships/slideMaster" Id="rId1"/></Relationships>
</file>

<file path=ppt/slideLayouts/_rels/slideLayout10.xml.rels><?xml version="1.0" encoding="UTF-8" standalone="yes"?><Relationships xmlns="http://schemas.openxmlformats.org/package/2006/relationships"><Relationship Target="../slideMasters/slideMaster2.xml" Type="http://schemas.openxmlformats.org/officeDocument/2006/relationships/slideMaster" Id="rId1"/></Relationships>
</file>

<file path=ppt/slideLayouts/_rels/slideLayout11.xml.rels><?xml version="1.0" encoding="UTF-8" standalone="yes"?><Relationships xmlns="http://schemas.openxmlformats.org/package/2006/relationships"><Relationship Target="../slideMasters/slideMaster2.xml" Type="http://schemas.openxmlformats.org/officeDocument/2006/relationships/slideMaster" Id="rId1"/></Relationships>
</file>

<file path=ppt/slideLayouts/_rels/slideLayout12.xml.rels><?xml version="1.0" encoding="UTF-8" standalone="yes"?><Relationships xmlns="http://schemas.openxmlformats.org/package/2006/relationships"><Relationship Target="../slideMasters/slideMaster2.xml" Type="http://schemas.openxmlformats.org/officeDocument/2006/relationships/slideMaster" Id="rId1"/></Relationships>
</file>

<file path=ppt/slideLayouts/_rels/slideLayout13.xml.rels><?xml version="1.0" encoding="UTF-8" standalone="yes"?><Relationships xmlns="http://schemas.openxmlformats.org/package/2006/relationships"><Relationship Target="../slideMasters/slideMaster2.xml" Type="http://schemas.openxmlformats.org/officeDocument/2006/relationships/slideMaster" Id="rId1"/></Relationships>
</file>

<file path=ppt/slideLayouts/_rels/slideLayout14.xml.rels><?xml version="1.0" encoding="UTF-8" standalone="yes"?><Relationships xmlns="http://schemas.openxmlformats.org/package/2006/relationships"><Relationship Target="../slideMasters/slideMaster2.xml" Type="http://schemas.openxmlformats.org/officeDocument/2006/relationships/slideMaster" Id="rId1"/></Relationships>
</file>

<file path=ppt/slideLayouts/_rels/slideLayout15.xml.rels><?xml version="1.0" encoding="UTF-8" standalone="yes"?><Relationships xmlns="http://schemas.openxmlformats.org/package/2006/relationships"><Relationship Target="../slideMasters/slideMaster2.xml" Type="http://schemas.openxmlformats.org/officeDocument/2006/relationships/slideMaster" Id="rId1"/></Relationships>
</file>

<file path=ppt/slideLayouts/_rels/slideLayout16.xml.rels><?xml version="1.0" encoding="UTF-8" standalone="yes"?><Relationships xmlns="http://schemas.openxmlformats.org/package/2006/relationships"><Relationship Target="../slideMasters/slideMaster2.xml" Type="http://schemas.openxmlformats.org/officeDocument/2006/relationships/slideMaster" Id="rId1"/></Relationships>
</file>

<file path=ppt/slideLayouts/_rels/slideLayout17.xml.rels><?xml version="1.0" encoding="UTF-8" standalone="yes"?><Relationships xmlns="http://schemas.openxmlformats.org/package/2006/relationships"><Relationship Target="../slideMasters/slideMaster2.xml" Type="http://schemas.openxmlformats.org/officeDocument/2006/relationships/slideMaster" Id="rId1"/></Relationships>
</file>

<file path=ppt/slideLayouts/_rels/slideLayout18.xml.rels><?xml version="1.0" encoding="UTF-8" standalone="yes"?><Relationships xmlns="http://schemas.openxmlformats.org/package/2006/relationships"><Relationship Target="../slideMasters/slideMaster2.xml" Type="http://schemas.openxmlformats.org/officeDocument/2006/relationships/slideMaster" Id="rId1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" type="title">
  <p:cSld name="title">
    <p:spTree>
      <p:nvGrpSpPr>
        <p:cNvPr id="8" name="Shape 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" name="Shape 9"/>
          <p:cNvSpPr txBox="1"/>
          <p:nvPr>
            <p:ph type="ctrTitle"/>
          </p:nvPr>
        </p:nvSpPr>
        <p:spPr>
          <a:xfrm>
            <a:off y="751679" x="457200"/>
            <a:ext cy="4012499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4572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72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 indent="4572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72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 indent="4572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72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 indent="4572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72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 indent="4572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72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 indent="4572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72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 indent="4572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72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 indent="4572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72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 indent="4572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72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10"/>
          <p:cNvSpPr txBox="1"/>
          <p:nvPr>
            <p:ph idx="1" type="subTitle"/>
          </p:nvPr>
        </p:nvSpPr>
        <p:spPr>
          <a:xfrm>
            <a:off y="4955189" x="457200"/>
            <a:ext cy="16434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304800" mar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48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 indent="304800" mar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48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 indent="304800" mar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48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 indent="304800" mar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48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 indent="304800" mar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48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 indent="304800" mar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48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 indent="304800" mar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48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 indent="304800" mar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48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 indent="304800" mar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48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1" name="Shape 11"/>
          <p:cNvCxnSpPr/>
          <p:nvPr/>
        </p:nvCxnSpPr>
        <p:spPr>
          <a:xfrm>
            <a:off y="548639" x="457200"/>
            <a:ext cy="0" cx="8229600"/>
          </a:xfrm>
          <a:prstGeom prst="straightConnector1">
            <a:avLst/>
          </a:prstGeom>
          <a:noFill/>
          <a:ln w="57150" cap="flat">
            <a:solidFill>
              <a:schemeClr val="accent1"/>
            </a:solidFill>
            <a:prstDash val="solid"/>
            <a:round/>
            <a:headEnd w="med" len="med" type="none"/>
            <a:tailEnd w="med" len="med" type="none"/>
          </a:ln>
        </p:spPr>
      </p:cxnSp>
      <p:cxnSp>
        <p:nvCxnSpPr>
          <p:cNvPr id="12" name="Shape 12"/>
          <p:cNvCxnSpPr/>
          <p:nvPr/>
        </p:nvCxnSpPr>
        <p:spPr>
          <a:xfrm>
            <a:off y="4844510" x="457200"/>
            <a:ext cy="0" cx="8229600"/>
          </a:xfrm>
          <a:prstGeom prst="straightConnector1">
            <a:avLst/>
          </a:prstGeom>
          <a:noFill/>
          <a:ln w="57150" cap="flat">
            <a:solidFill>
              <a:schemeClr val="accent1"/>
            </a:solidFill>
            <a:prstDash val="solid"/>
            <a:round/>
            <a:headEnd w="med" len="med" type="none"/>
            <a:tailEnd w="med" len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x" type="tx">
  <p:cSld name="tx">
    <p:spTree>
      <p:nvGrpSpPr>
        <p:cNvPr id="13" name="Shape 1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>
              <a:defRPr>
                <a:solidFill>
                  <a:srgbClr val="DA0002"/>
                </a:solidFill>
              </a:defRPr>
            </a:lvl1pPr>
            <a:lvl2pPr rtl="0">
              <a:defRPr>
                <a:solidFill>
                  <a:srgbClr val="DA0002"/>
                </a:solidFill>
              </a:defRPr>
            </a:lvl2pPr>
            <a:lvl3pPr rtl="0">
              <a:defRPr>
                <a:solidFill>
                  <a:srgbClr val="DA0002"/>
                </a:solidFill>
              </a:defRPr>
            </a:lvl3pPr>
            <a:lvl4pPr rtl="0">
              <a:defRPr>
                <a:solidFill>
                  <a:srgbClr val="DA0002"/>
                </a:solidFill>
              </a:defRPr>
            </a:lvl4pPr>
            <a:lvl5pPr rtl="0">
              <a:defRPr>
                <a:solidFill>
                  <a:srgbClr val="DA0002"/>
                </a:solidFill>
              </a:defRPr>
            </a:lvl5pPr>
            <a:lvl6pPr rtl="0">
              <a:defRPr>
                <a:solidFill>
                  <a:srgbClr val="DA0002"/>
                </a:solidFill>
              </a:defRPr>
            </a:lvl6pPr>
            <a:lvl7pPr rtl="0">
              <a:defRPr>
                <a:solidFill>
                  <a:srgbClr val="DA0002"/>
                </a:solidFill>
              </a:defRPr>
            </a:lvl7pPr>
            <a:lvl8pPr rtl="0">
              <a:defRPr>
                <a:solidFill>
                  <a:srgbClr val="DA0002"/>
                </a:solidFill>
              </a:defRPr>
            </a:lvl8pPr>
            <a:lvl9pPr rtl="0"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5" name="Shape 15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  <p:cxnSp>
        <p:nvCxnSpPr>
          <p:cNvPr id="16" name="Shape 16"/>
          <p:cNvCxnSpPr/>
          <p:nvPr/>
        </p:nvCxnSpPr>
        <p:spPr>
          <a:xfrm>
            <a:off y="1524000" x="457200"/>
            <a:ext cy="0" cx="8229600"/>
          </a:xfrm>
          <a:prstGeom prst="straightConnector1">
            <a:avLst/>
          </a:prstGeom>
          <a:noFill/>
          <a:ln w="50800" cap="flat">
            <a:solidFill>
              <a:srgbClr val="DA0002"/>
            </a:solidFill>
            <a:prstDash val="solid"/>
            <a:round/>
            <a:headEnd w="med" len="med" type="none"/>
            <a:tailEnd w="med" len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woColTx" type="twoColTx">
  <p:cSld name="twoColTx">
    <p:spTree>
      <p:nvGrpSpPr>
        <p:cNvPr id="17" name="Shape 1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" name="Shape 18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>
              <a:defRPr>
                <a:solidFill>
                  <a:srgbClr val="DA0002"/>
                </a:solidFill>
              </a:defRPr>
            </a:lvl1pPr>
            <a:lvl2pPr rtl="0">
              <a:defRPr>
                <a:solidFill>
                  <a:srgbClr val="DA0002"/>
                </a:solidFill>
              </a:defRPr>
            </a:lvl2pPr>
            <a:lvl3pPr rtl="0">
              <a:defRPr>
                <a:solidFill>
                  <a:srgbClr val="DA0002"/>
                </a:solidFill>
              </a:defRPr>
            </a:lvl3pPr>
            <a:lvl4pPr rtl="0">
              <a:defRPr>
                <a:solidFill>
                  <a:srgbClr val="DA0002"/>
                </a:solidFill>
              </a:defRPr>
            </a:lvl4pPr>
            <a:lvl5pPr rtl="0">
              <a:defRPr>
                <a:solidFill>
                  <a:srgbClr val="DA0002"/>
                </a:solidFill>
              </a:defRPr>
            </a:lvl5pPr>
            <a:lvl6pPr rtl="0">
              <a:defRPr>
                <a:solidFill>
                  <a:srgbClr val="DA0002"/>
                </a:solidFill>
              </a:defRPr>
            </a:lvl6pPr>
            <a:lvl7pPr rtl="0">
              <a:defRPr>
                <a:solidFill>
                  <a:srgbClr val="DA0002"/>
                </a:solidFill>
              </a:defRPr>
            </a:lvl7pPr>
            <a:lvl8pPr rtl="0">
              <a:defRPr>
                <a:solidFill>
                  <a:srgbClr val="DA0002"/>
                </a:solidFill>
              </a:defRPr>
            </a:lvl8pPr>
            <a:lvl9pPr rtl="0"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9" name="Shape 19"/>
          <p:cNvSpPr txBox="1"/>
          <p:nvPr>
            <p:ph idx="1" type="body"/>
          </p:nvPr>
        </p:nvSpPr>
        <p:spPr>
          <a:xfrm>
            <a:off y="1600200" x="457200"/>
            <a:ext cy="4967700" cx="39945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  <p:sp>
        <p:nvSpPr>
          <p:cNvPr id="20" name="Shape 20"/>
          <p:cNvSpPr txBox="1"/>
          <p:nvPr>
            <p:ph idx="2" type="body"/>
          </p:nvPr>
        </p:nvSpPr>
        <p:spPr>
          <a:xfrm>
            <a:off y="1600200" x="4692273"/>
            <a:ext cy="4967700" cx="39945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  <p:cxnSp>
        <p:nvCxnSpPr>
          <p:cNvPr id="21" name="Shape 21"/>
          <p:cNvCxnSpPr/>
          <p:nvPr/>
        </p:nvCxnSpPr>
        <p:spPr>
          <a:xfrm>
            <a:off y="1524000" x="457200"/>
            <a:ext cy="0" cx="8229600"/>
          </a:xfrm>
          <a:prstGeom prst="straightConnector1">
            <a:avLst/>
          </a:prstGeom>
          <a:noFill/>
          <a:ln w="50800" cap="flat">
            <a:solidFill>
              <a:srgbClr val="DA0002"/>
            </a:solidFill>
            <a:prstDash val="solid"/>
            <a:round/>
            <a:headEnd w="med" len="med" type="none"/>
            <a:tailEnd w="med" len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Only" type="titleOnly">
  <p:cSld name="titleOnly">
    <p:spTree>
      <p:nvGrpSpPr>
        <p:cNvPr id="22" name="Shape 2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" name="Shape 23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>
              <a:defRPr>
                <a:solidFill>
                  <a:schemeClr val="accent1"/>
                </a:solidFill>
              </a:defRPr>
            </a:lvl1pPr>
            <a:lvl2pPr rtl="0">
              <a:defRPr>
                <a:solidFill>
                  <a:schemeClr val="accent1"/>
                </a:solidFill>
              </a:defRPr>
            </a:lvl2pPr>
            <a:lvl3pPr rtl="0">
              <a:defRPr>
                <a:solidFill>
                  <a:schemeClr val="accent1"/>
                </a:solidFill>
              </a:defRPr>
            </a:lvl3pPr>
            <a:lvl4pPr rtl="0">
              <a:defRPr>
                <a:solidFill>
                  <a:schemeClr val="accent1"/>
                </a:solidFill>
              </a:defRPr>
            </a:lvl4pPr>
            <a:lvl5pPr rtl="0">
              <a:defRPr>
                <a:solidFill>
                  <a:schemeClr val="accent1"/>
                </a:solidFill>
              </a:defRPr>
            </a:lvl5pPr>
            <a:lvl6pPr rtl="0">
              <a:defRPr>
                <a:solidFill>
                  <a:schemeClr val="accent1"/>
                </a:solidFill>
              </a:defRPr>
            </a:lvl6pPr>
            <a:lvl7pPr rtl="0">
              <a:defRPr>
                <a:solidFill>
                  <a:schemeClr val="accent1"/>
                </a:solidFill>
              </a:defRPr>
            </a:lvl7pPr>
            <a:lvl8pPr rtl="0">
              <a:defRPr>
                <a:solidFill>
                  <a:schemeClr val="accent1"/>
                </a:solidFill>
              </a:defRPr>
            </a:lvl8pPr>
            <a:lvl9pPr rtl="0"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4" name="Shape 24"/>
          <p:cNvCxnSpPr/>
          <p:nvPr/>
        </p:nvCxnSpPr>
        <p:spPr>
          <a:xfrm>
            <a:off y="1524000" x="457200"/>
            <a:ext cy="0" cx="8229600"/>
          </a:xfrm>
          <a:prstGeom prst="straightConnector1">
            <a:avLst/>
          </a:prstGeom>
          <a:noFill/>
          <a:ln w="50800" cap="flat">
            <a:solidFill>
              <a:schemeClr val="accent1"/>
            </a:solidFill>
            <a:prstDash val="solid"/>
            <a:round/>
            <a:headEnd w="med" len="med" type="none"/>
            <a:tailEnd w="med" len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CAPTION_ONLY">
  <p:cSld name="CAPTION_ONLY">
    <p:spTree>
      <p:nvGrpSpPr>
        <p:cNvPr id="25" name="Shape 2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" name="Shape 26"/>
          <p:cNvSpPr txBox="1"/>
          <p:nvPr>
            <p:ph idx="1" type="body"/>
          </p:nvPr>
        </p:nvSpPr>
        <p:spPr>
          <a:xfrm>
            <a:off y="5875078" x="457200"/>
            <a:ext cy="692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sz="1800">
                <a:solidFill>
                  <a:schemeClr val="dk1"/>
                </a:solidFill>
              </a:defRPr>
            </a:lvl1pPr>
            <a:lvl2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2pPr>
            <a:lvl3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3pPr>
            <a:lvl4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sz="1800">
                <a:solidFill>
                  <a:schemeClr val="dk1"/>
                </a:solidFill>
              </a:defRPr>
            </a:lvl4pPr>
            <a:lvl5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5pPr>
            <a:lvl6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6pPr>
            <a:lvl7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6666"/>
              <a:buFont typeface="Arial"/>
              <a:buChar char="•"/>
              <a:defRPr sz="1800">
                <a:solidFill>
                  <a:schemeClr val="dk1"/>
                </a:solidFill>
              </a:defRPr>
            </a:lvl7pPr>
            <a:lvl8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8pPr>
            <a:lvl9pPr algn="ctr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7" name="Shape 27"/>
          <p:cNvCxnSpPr/>
          <p:nvPr/>
        </p:nvCxnSpPr>
        <p:spPr>
          <a:xfrm>
            <a:off y="5757014" x="457200"/>
            <a:ext cy="0" cx="8229600"/>
          </a:xfrm>
          <a:prstGeom prst="straightConnector1">
            <a:avLst/>
          </a:prstGeom>
          <a:noFill/>
          <a:ln w="50800" cap="flat">
            <a:solidFill>
              <a:schemeClr val="lt2"/>
            </a:solidFill>
            <a:prstDash val="solid"/>
            <a:round/>
            <a:headEnd w="med" len="med" type="none"/>
            <a:tailEnd w="med" len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blank" type="blank">
  <p:cSld name="blank">
    <p:spTree>
      <p:nvGrpSpPr>
        <p:cNvPr id="28" name="Shape 2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cxnSp>
        <p:nvCxnSpPr>
          <p:cNvPr id="29" name="Shape 29"/>
          <p:cNvCxnSpPr/>
          <p:nvPr/>
        </p:nvCxnSpPr>
        <p:spPr>
          <a:xfrm>
            <a:off y="150852" x="457200"/>
            <a:ext cy="0" cx="8229600"/>
          </a:xfrm>
          <a:prstGeom prst="straightConnector1">
            <a:avLst/>
          </a:prstGeom>
          <a:noFill/>
          <a:ln w="50800" cap="flat">
            <a:solidFill>
              <a:schemeClr val="lt2"/>
            </a:solidFill>
            <a:prstDash val="solid"/>
            <a:round/>
            <a:headEnd w="med" len="med" type="none"/>
            <a:tailEnd w="med" len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" type="title">
  <p:cSld name="title">
    <p:spTree>
      <p:nvGrpSpPr>
        <p:cNvPr id="36" name="Shape 3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7" name="Shape 37"/>
          <p:cNvSpPr txBox="1"/>
          <p:nvPr>
            <p:ph type="ctrTitle"/>
          </p:nvPr>
        </p:nvSpPr>
        <p:spPr>
          <a:xfrm>
            <a:off y="2130425" x="685800"/>
            <a:ext cy="1470024" cx="77724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trike="noStrike" u="none" b="0" cap="none" baseline="0" sz="44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0">
              <a:defRPr/>
            </a:lvl2pPr>
            <a:lvl3pPr algn="l" rtl="0" marR="0" indent="0" marL="0">
              <a:defRPr/>
            </a:lvl3pPr>
            <a:lvl4pPr algn="l" rtl="0" marR="0" indent="0" marL="0">
              <a:defRPr/>
            </a:lvl4pPr>
            <a:lvl5pPr algn="l" rtl="0" marR="0" indent="0" marL="0">
              <a:defRPr/>
            </a:lvl5pPr>
            <a:lvl6pPr algn="l" rtl="0" marR="0" indent="0" marL="0">
              <a:defRPr/>
            </a:lvl6pPr>
            <a:lvl7pPr algn="l" rtl="0" marR="0" indent="0" marL="0">
              <a:defRPr/>
            </a:lvl7pPr>
            <a:lvl8pPr algn="l" rtl="0" marR="0" indent="0" marL="0">
              <a:defRPr/>
            </a:lvl8pPr>
            <a:lvl9pPr algn="l" rtl="0" marR="0" indent="0" marL="0">
              <a:defRPr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y="3886200" x="1371600"/>
            <a:ext cy="1752600" cx="6400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ctr" rtl="0" marR="0" indent="0" marL="0">
              <a:spcBef>
                <a:spcPts val="640"/>
              </a:spcBef>
              <a:buClr>
                <a:srgbClr val="888888"/>
              </a:buClr>
              <a:buFont typeface="Calibri"/>
              <a:buNone/>
              <a:defRPr strike="noStrike" u="none" b="0" cap="none" baseline="0" sz="3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ctr" rtl="0" marR="0" indent="0" marL="457200">
              <a:spcBef>
                <a:spcPts val="560"/>
              </a:spcBef>
              <a:buClr>
                <a:srgbClr val="888888"/>
              </a:buClr>
              <a:buFont typeface="Calibri"/>
              <a:buNone/>
              <a:defRPr strike="noStrike" u="none" b="0" cap="none" baseline="0" sz="28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ctr" rtl="0" marR="0" indent="0" marL="914400">
              <a:spcBef>
                <a:spcPts val="480"/>
              </a:spcBef>
              <a:buClr>
                <a:srgbClr val="888888"/>
              </a:buClr>
              <a:buFont typeface="Calibri"/>
              <a:buNone/>
              <a:defRPr strike="noStrike" u="none" b="0" cap="none" baseline="0" sz="24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ctr" rtl="0" marR="0" indent="0" marL="1371600">
              <a:spcBef>
                <a:spcPts val="400"/>
              </a:spcBef>
              <a:buClr>
                <a:srgbClr val="888888"/>
              </a:buClr>
              <a:buFont typeface="Calibri"/>
              <a:buNone/>
              <a:defRPr strike="noStrike" u="none" b="0" cap="none" baseline="0" sz="20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ctr" rtl="0" marR="0" indent="0" marL="1828800">
              <a:spcBef>
                <a:spcPts val="400"/>
              </a:spcBef>
              <a:buClr>
                <a:srgbClr val="888888"/>
              </a:buClr>
              <a:buFont typeface="Calibri"/>
              <a:buNone/>
              <a:defRPr strike="noStrike" u="none" b="0" cap="none" baseline="0" sz="20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ctr" rtl="0" marR="0" indent="0" marL="2286000">
              <a:spcBef>
                <a:spcPts val="400"/>
              </a:spcBef>
              <a:buClr>
                <a:srgbClr val="888888"/>
              </a:buClr>
              <a:buFont typeface="Calibri"/>
              <a:buNone/>
              <a:defRPr strike="noStrike" u="none" b="0" cap="none" baseline="0" sz="20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ctr" rtl="0" marR="0" indent="0" marL="2743200">
              <a:spcBef>
                <a:spcPts val="400"/>
              </a:spcBef>
              <a:buClr>
                <a:srgbClr val="888888"/>
              </a:buClr>
              <a:buFont typeface="Calibri"/>
              <a:buNone/>
              <a:defRPr strike="noStrike" u="none" b="0" cap="none" baseline="0" sz="20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ctr" rtl="0" marR="0" indent="0" marL="3200400">
              <a:spcBef>
                <a:spcPts val="400"/>
              </a:spcBef>
              <a:buClr>
                <a:srgbClr val="888888"/>
              </a:buClr>
              <a:buFont typeface="Calibri"/>
              <a:buNone/>
              <a:defRPr strike="noStrike" u="none" b="0" cap="none" baseline="0" sz="20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ctr" rtl="0" marR="0" indent="0" marL="3657600">
              <a:spcBef>
                <a:spcPts val="400"/>
              </a:spcBef>
              <a:buClr>
                <a:srgbClr val="888888"/>
              </a:buClr>
              <a:buFont typeface="Calibri"/>
              <a:buNone/>
              <a:defRPr strike="noStrike" u="none" b="0" cap="none" baseline="0" sz="20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Shape 39"/>
          <p:cNvSpPr txBox="1"/>
          <p:nvPr>
            <p:ph idx="10" type="dt"/>
          </p:nvPr>
        </p:nvSpPr>
        <p:spPr>
          <a:xfrm>
            <a:off y="6356350" x="457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Shape 40"/>
          <p:cNvSpPr txBox="1"/>
          <p:nvPr>
            <p:ph idx="11" type="ftr"/>
          </p:nvPr>
        </p:nvSpPr>
        <p:spPr>
          <a:xfrm>
            <a:off y="6356350" x="3124200"/>
            <a:ext cy="365125" cx="2895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Shape 41"/>
          <p:cNvSpPr txBox="1"/>
          <p:nvPr>
            <p:ph idx="12" type="sldNum"/>
          </p:nvPr>
        </p:nvSpPr>
        <p:spPr>
          <a:xfrm>
            <a:off y="6356350" x="6553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obj" type="obj">
  <p:cSld name="obj">
    <p:spTree>
      <p:nvGrpSpPr>
        <p:cNvPr id="42" name="Shape 4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3" name="Shape 43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/>
        </p:txBody>
      </p:sp>
      <p:sp>
        <p:nvSpPr>
          <p:cNvPr id="44" name="Shape 44"/>
          <p:cNvSpPr txBox="1"/>
          <p:nvPr>
            <p:ph idx="1" type="body"/>
          </p:nvPr>
        </p:nvSpPr>
        <p:spPr>
          <a:xfrm>
            <a:off y="1600200" x="457200"/>
            <a:ext cy="4525963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-222250" marL="342900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indent="-177800" marL="742950">
              <a:spcBef>
                <a:spcPts val="560"/>
              </a:spcBef>
              <a:buClr>
                <a:schemeClr val="dk1"/>
              </a:buClr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indent="-136525" marL="1143000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indent="-152400" marL="16002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indent="-152400" marL="20574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indent="-152400" marL="25146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indent="-152400" marL="29718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indent="-152400" marL="34290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indent="-152400" marL="38862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Shape 45"/>
          <p:cNvSpPr txBox="1"/>
          <p:nvPr>
            <p:ph idx="10" type="dt"/>
          </p:nvPr>
        </p:nvSpPr>
        <p:spPr>
          <a:xfrm>
            <a:off y="6356350" x="457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Shape 46"/>
          <p:cNvSpPr txBox="1"/>
          <p:nvPr>
            <p:ph idx="11" type="ftr"/>
          </p:nvPr>
        </p:nvSpPr>
        <p:spPr>
          <a:xfrm>
            <a:off y="6356350" x="3124200"/>
            <a:ext cy="365125" cx="2895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y="6356350" x="6553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secHead" type="secHead">
  <p:cSld name="secHead">
    <p:spTree>
      <p:nvGrpSpPr>
        <p:cNvPr id="48" name="Shape 4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9" name="Shape 49"/>
          <p:cNvSpPr txBox="1"/>
          <p:nvPr>
            <p:ph type="title"/>
          </p:nvPr>
        </p:nvSpPr>
        <p:spPr>
          <a:xfrm>
            <a:off y="4406900" x="722312"/>
            <a:ext cy="1362075" cx="77724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>
              <a:defRPr b="1" cap="small" sz="4000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/>
        </p:txBody>
      </p:sp>
      <p:sp>
        <p:nvSpPr>
          <p:cNvPr id="50" name="Shape 50"/>
          <p:cNvSpPr txBox="1"/>
          <p:nvPr>
            <p:ph idx="1" type="body"/>
          </p:nvPr>
        </p:nvSpPr>
        <p:spPr>
          <a:xfrm>
            <a:off y="2906713" x="722312"/>
            <a:ext cy="1500187" cx="77724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 indent="0" marL="0">
              <a:buClr>
                <a:srgbClr val="888888"/>
              </a:buClr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rtl="0" indent="0" marL="457200">
              <a:buClr>
                <a:srgbClr val="888888"/>
              </a:buClr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rtl="0" indent="0" marL="914400">
              <a:buClr>
                <a:srgbClr val="888888"/>
              </a:buClr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rtl="0" indent="0" marL="1371600"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4pPr>
            <a:lvl5pPr rtl="0" indent="0" marL="1828800"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5pPr>
            <a:lvl6pPr rtl="0" indent="0" marL="2286000"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6pPr>
            <a:lvl7pPr rtl="0" indent="0" marL="2743200"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7pPr>
            <a:lvl8pPr rtl="0" indent="0" marL="3200400"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8pPr>
            <a:lvl9pPr rtl="0" indent="0" marL="3657600"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1" name="Shape 51"/>
          <p:cNvSpPr txBox="1"/>
          <p:nvPr>
            <p:ph idx="10" type="dt"/>
          </p:nvPr>
        </p:nvSpPr>
        <p:spPr>
          <a:xfrm>
            <a:off y="6356350" x="457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Shape 52"/>
          <p:cNvSpPr txBox="1"/>
          <p:nvPr>
            <p:ph idx="11" type="ftr"/>
          </p:nvPr>
        </p:nvSpPr>
        <p:spPr>
          <a:xfrm>
            <a:off y="6356350" x="3124200"/>
            <a:ext cy="365125" cx="2895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Shape 53"/>
          <p:cNvSpPr txBox="1"/>
          <p:nvPr>
            <p:ph idx="12" type="sldNum"/>
          </p:nvPr>
        </p:nvSpPr>
        <p:spPr>
          <a:xfrm>
            <a:off y="6356350" x="6553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woObj" type="twoObj">
  <p:cSld name="twoObj">
    <p:spTree>
      <p:nvGrpSpPr>
        <p:cNvPr id="54" name="Shape 5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5" name="Shape 5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/>
        </p:txBody>
      </p:sp>
      <p:sp>
        <p:nvSpPr>
          <p:cNvPr id="56" name="Shape 56"/>
          <p:cNvSpPr txBox="1"/>
          <p:nvPr>
            <p:ph idx="1" type="body"/>
          </p:nvPr>
        </p:nvSpPr>
        <p:spPr>
          <a:xfrm>
            <a:off y="1600200" x="457200"/>
            <a:ext cy="4525963" cx="4038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 sz="2800"/>
            </a:lvl1pPr>
            <a:lvl2pPr rtl="0">
              <a:defRPr sz="2400"/>
            </a:lvl2pPr>
            <a:lvl3pPr rtl="0">
              <a:defRPr sz="2000"/>
            </a:lvl3pPr>
            <a:lvl4pPr rtl="0">
              <a:defRPr sz="1800"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  <p:sp>
        <p:nvSpPr>
          <p:cNvPr id="57" name="Shape 57"/>
          <p:cNvSpPr txBox="1"/>
          <p:nvPr>
            <p:ph idx="2" type="body"/>
          </p:nvPr>
        </p:nvSpPr>
        <p:spPr>
          <a:xfrm>
            <a:off y="1600200" x="4648200"/>
            <a:ext cy="4525963" cx="4038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 sz="2800"/>
            </a:lvl1pPr>
            <a:lvl2pPr rtl="0">
              <a:defRPr sz="2400"/>
            </a:lvl2pPr>
            <a:lvl3pPr rtl="0">
              <a:defRPr sz="2000"/>
            </a:lvl3pPr>
            <a:lvl4pPr rtl="0">
              <a:defRPr sz="1800"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  <p:sp>
        <p:nvSpPr>
          <p:cNvPr id="58" name="Shape 58"/>
          <p:cNvSpPr txBox="1"/>
          <p:nvPr>
            <p:ph idx="10" type="dt"/>
          </p:nvPr>
        </p:nvSpPr>
        <p:spPr>
          <a:xfrm>
            <a:off y="6356350" x="457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Shape 59"/>
          <p:cNvSpPr txBox="1"/>
          <p:nvPr>
            <p:ph idx="11" type="ftr"/>
          </p:nvPr>
        </p:nvSpPr>
        <p:spPr>
          <a:xfrm>
            <a:off y="6356350" x="3124200"/>
            <a:ext cy="365125" cx="2895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Shape 60"/>
          <p:cNvSpPr txBox="1"/>
          <p:nvPr>
            <p:ph idx="12" type="sldNum"/>
          </p:nvPr>
        </p:nvSpPr>
        <p:spPr>
          <a:xfrm>
            <a:off y="6356350" x="6553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woTxTwoObj" type="twoTxTwoObj">
  <p:cSld name="twoTxTwoObj">
    <p:spTree>
      <p:nvGrpSpPr>
        <p:cNvPr id="61" name="Shape 6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2" name="Shape 62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/>
        </p:txBody>
      </p:sp>
      <p:sp>
        <p:nvSpPr>
          <p:cNvPr id="63" name="Shape 63"/>
          <p:cNvSpPr txBox="1"/>
          <p:nvPr>
            <p:ph idx="1" type="body"/>
          </p:nvPr>
        </p:nvSpPr>
        <p:spPr>
          <a:xfrm>
            <a:off y="1535112" x="457200"/>
            <a:ext cy="639762" cx="4040187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 indent="0" marL="0">
              <a:buFont typeface="Calibri"/>
              <a:buNone/>
              <a:defRPr b="1" sz="2400"/>
            </a:lvl1pPr>
            <a:lvl2pPr rtl="0" indent="0" marL="457200">
              <a:buFont typeface="Calibri"/>
              <a:buNone/>
              <a:defRPr b="1" sz="2000"/>
            </a:lvl2pPr>
            <a:lvl3pPr rtl="0" indent="0" marL="914400">
              <a:buFont typeface="Calibri"/>
              <a:buNone/>
              <a:defRPr b="1" sz="1800"/>
            </a:lvl3pPr>
            <a:lvl4pPr rtl="0" indent="0" marL="1371600">
              <a:buFont typeface="Calibri"/>
              <a:buNone/>
              <a:defRPr b="1" sz="1600"/>
            </a:lvl4pPr>
            <a:lvl5pPr rtl="0" indent="0" marL="1828800">
              <a:buFont typeface="Calibri"/>
              <a:buNone/>
              <a:defRPr b="1" sz="1600"/>
            </a:lvl5pPr>
            <a:lvl6pPr rtl="0" indent="0" marL="2286000">
              <a:buFont typeface="Calibri"/>
              <a:buNone/>
              <a:defRPr b="1" sz="1600"/>
            </a:lvl6pPr>
            <a:lvl7pPr rtl="0" indent="0" marL="2743200">
              <a:buFont typeface="Calibri"/>
              <a:buNone/>
              <a:defRPr b="1" sz="1600"/>
            </a:lvl7pPr>
            <a:lvl8pPr rtl="0" indent="0" marL="3200400">
              <a:buFont typeface="Calibri"/>
              <a:buNone/>
              <a:defRPr b="1" sz="1600"/>
            </a:lvl8pPr>
            <a:lvl9pPr rtl="0" indent="0" marL="3657600">
              <a:buFont typeface="Calibri"/>
              <a:buNone/>
              <a:defRPr b="1" sz="1600"/>
            </a:lvl9pPr>
          </a:lstStyle>
          <a:p/>
        </p:txBody>
      </p:sp>
      <p:sp>
        <p:nvSpPr>
          <p:cNvPr id="64" name="Shape 64"/>
          <p:cNvSpPr txBox="1"/>
          <p:nvPr>
            <p:ph idx="2" type="body"/>
          </p:nvPr>
        </p:nvSpPr>
        <p:spPr>
          <a:xfrm>
            <a:off y="2174875" x="457200"/>
            <a:ext cy="3951287" cx="4040187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 sz="2400"/>
            </a:lvl1pPr>
            <a:lvl2pPr rtl="0">
              <a:defRPr sz="2000"/>
            </a:lvl2pPr>
            <a:lvl3pPr rtl="0">
              <a:defRPr sz="1800"/>
            </a:lvl3pPr>
            <a:lvl4pPr rtl="0">
              <a:defRPr sz="1600"/>
            </a:lvl4pPr>
            <a:lvl5pPr rtl="0">
              <a:defRPr sz="1600"/>
            </a:lvl5pPr>
            <a:lvl6pPr rtl="0">
              <a:defRPr sz="1600"/>
            </a:lvl6pPr>
            <a:lvl7pPr rtl="0">
              <a:defRPr sz="1600"/>
            </a:lvl7pPr>
            <a:lvl8pPr rtl="0">
              <a:defRPr sz="1600"/>
            </a:lvl8pPr>
            <a:lvl9pPr rtl="0">
              <a:defRPr sz="1600"/>
            </a:lvl9pPr>
          </a:lstStyle>
          <a:p/>
        </p:txBody>
      </p:sp>
      <p:sp>
        <p:nvSpPr>
          <p:cNvPr id="65" name="Shape 65"/>
          <p:cNvSpPr txBox="1"/>
          <p:nvPr>
            <p:ph idx="3" type="body"/>
          </p:nvPr>
        </p:nvSpPr>
        <p:spPr>
          <a:xfrm>
            <a:off y="1535112" x="4645025"/>
            <a:ext cy="639762" cx="4041774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 indent="0" marL="0">
              <a:buFont typeface="Calibri"/>
              <a:buNone/>
              <a:defRPr b="1" sz="2400"/>
            </a:lvl1pPr>
            <a:lvl2pPr rtl="0" indent="0" marL="457200">
              <a:buFont typeface="Calibri"/>
              <a:buNone/>
              <a:defRPr b="1" sz="2000"/>
            </a:lvl2pPr>
            <a:lvl3pPr rtl="0" indent="0" marL="914400">
              <a:buFont typeface="Calibri"/>
              <a:buNone/>
              <a:defRPr b="1" sz="1800"/>
            </a:lvl3pPr>
            <a:lvl4pPr rtl="0" indent="0" marL="1371600">
              <a:buFont typeface="Calibri"/>
              <a:buNone/>
              <a:defRPr b="1" sz="1600"/>
            </a:lvl4pPr>
            <a:lvl5pPr rtl="0" indent="0" marL="1828800">
              <a:buFont typeface="Calibri"/>
              <a:buNone/>
              <a:defRPr b="1" sz="1600"/>
            </a:lvl5pPr>
            <a:lvl6pPr rtl="0" indent="0" marL="2286000">
              <a:buFont typeface="Calibri"/>
              <a:buNone/>
              <a:defRPr b="1" sz="1600"/>
            </a:lvl6pPr>
            <a:lvl7pPr rtl="0" indent="0" marL="2743200">
              <a:buFont typeface="Calibri"/>
              <a:buNone/>
              <a:defRPr b="1" sz="1600"/>
            </a:lvl7pPr>
            <a:lvl8pPr rtl="0" indent="0" marL="3200400">
              <a:buFont typeface="Calibri"/>
              <a:buNone/>
              <a:defRPr b="1" sz="1600"/>
            </a:lvl8pPr>
            <a:lvl9pPr rtl="0" indent="0" marL="3657600">
              <a:buFont typeface="Calibri"/>
              <a:buNone/>
              <a:defRPr b="1" sz="1600"/>
            </a:lvl9pPr>
          </a:lstStyle>
          <a:p/>
        </p:txBody>
      </p:sp>
      <p:sp>
        <p:nvSpPr>
          <p:cNvPr id="66" name="Shape 66"/>
          <p:cNvSpPr txBox="1"/>
          <p:nvPr>
            <p:ph idx="4" type="body"/>
          </p:nvPr>
        </p:nvSpPr>
        <p:spPr>
          <a:xfrm>
            <a:off y="2174875" x="4645025"/>
            <a:ext cy="3951287" cx="4041774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 sz="2400"/>
            </a:lvl1pPr>
            <a:lvl2pPr rtl="0">
              <a:defRPr sz="2000"/>
            </a:lvl2pPr>
            <a:lvl3pPr rtl="0">
              <a:defRPr sz="1800"/>
            </a:lvl3pPr>
            <a:lvl4pPr rtl="0">
              <a:defRPr sz="1600"/>
            </a:lvl4pPr>
            <a:lvl5pPr rtl="0">
              <a:defRPr sz="1600"/>
            </a:lvl5pPr>
            <a:lvl6pPr rtl="0">
              <a:defRPr sz="1600"/>
            </a:lvl6pPr>
            <a:lvl7pPr rtl="0">
              <a:defRPr sz="1600"/>
            </a:lvl7pPr>
            <a:lvl8pPr rtl="0">
              <a:defRPr sz="1600"/>
            </a:lvl8pPr>
            <a:lvl9pPr rtl="0">
              <a:defRPr sz="1600"/>
            </a:lvl9pPr>
          </a:lstStyle>
          <a:p/>
        </p:txBody>
      </p:sp>
      <p:sp>
        <p:nvSpPr>
          <p:cNvPr id="67" name="Shape 67"/>
          <p:cNvSpPr txBox="1"/>
          <p:nvPr>
            <p:ph idx="10" type="dt"/>
          </p:nvPr>
        </p:nvSpPr>
        <p:spPr>
          <a:xfrm>
            <a:off y="6356350" x="457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Shape 68"/>
          <p:cNvSpPr txBox="1"/>
          <p:nvPr>
            <p:ph idx="11" type="ftr"/>
          </p:nvPr>
        </p:nvSpPr>
        <p:spPr>
          <a:xfrm>
            <a:off y="6356350" x="3124200"/>
            <a:ext cy="365125" cx="2895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Shape 69"/>
          <p:cNvSpPr txBox="1"/>
          <p:nvPr>
            <p:ph idx="12" type="sldNum"/>
          </p:nvPr>
        </p:nvSpPr>
        <p:spPr>
          <a:xfrm>
            <a:off y="6356350" x="6553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Only" type="titleOnly">
  <p:cSld name="titleOnly">
    <p:spTree>
      <p:nvGrpSpPr>
        <p:cNvPr id="70" name="Shape 7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1" name="Shape 71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/>
        </p:txBody>
      </p:sp>
      <p:sp>
        <p:nvSpPr>
          <p:cNvPr id="72" name="Shape 72"/>
          <p:cNvSpPr txBox="1"/>
          <p:nvPr>
            <p:ph idx="10" type="dt"/>
          </p:nvPr>
        </p:nvSpPr>
        <p:spPr>
          <a:xfrm>
            <a:off y="6356350" x="457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Shape 73"/>
          <p:cNvSpPr txBox="1"/>
          <p:nvPr>
            <p:ph idx="11" type="ftr"/>
          </p:nvPr>
        </p:nvSpPr>
        <p:spPr>
          <a:xfrm>
            <a:off y="6356350" x="3124200"/>
            <a:ext cy="365125" cx="2895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Shape 74"/>
          <p:cNvSpPr txBox="1"/>
          <p:nvPr>
            <p:ph idx="12" type="sldNum"/>
          </p:nvPr>
        </p:nvSpPr>
        <p:spPr>
          <a:xfrm>
            <a:off y="6356350" x="6553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blank" type="blank">
  <p:cSld name="blank">
    <p:spTree>
      <p:nvGrpSpPr>
        <p:cNvPr id="75" name="Shape 7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6" name="Shape 76"/>
          <p:cNvSpPr txBox="1"/>
          <p:nvPr>
            <p:ph idx="10" type="dt"/>
          </p:nvPr>
        </p:nvSpPr>
        <p:spPr>
          <a:xfrm>
            <a:off y="6356350" x="457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Shape 77"/>
          <p:cNvSpPr txBox="1"/>
          <p:nvPr>
            <p:ph idx="11" type="ftr"/>
          </p:nvPr>
        </p:nvSpPr>
        <p:spPr>
          <a:xfrm>
            <a:off y="6356350" x="3124200"/>
            <a:ext cy="365125" cx="2895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Shape 78"/>
          <p:cNvSpPr txBox="1"/>
          <p:nvPr>
            <p:ph idx="12" type="sldNum"/>
          </p:nvPr>
        </p:nvSpPr>
        <p:spPr>
          <a:xfrm>
            <a:off y="6356350" x="6553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objTx" type="objTx">
  <p:cSld name="objTx">
    <p:spTree>
      <p:nvGrpSpPr>
        <p:cNvPr id="79" name="Shape 7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0" name="Shape 80"/>
          <p:cNvSpPr txBox="1"/>
          <p:nvPr>
            <p:ph type="title"/>
          </p:nvPr>
        </p:nvSpPr>
        <p:spPr>
          <a:xfrm>
            <a:off y="273050" x="457200"/>
            <a:ext cy="1162049" cx="3008313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defRPr b="1" sz="2000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/>
        </p:txBody>
      </p:sp>
      <p:sp>
        <p:nvSpPr>
          <p:cNvPr id="81" name="Shape 81"/>
          <p:cNvSpPr txBox="1"/>
          <p:nvPr>
            <p:ph idx="1" type="body"/>
          </p:nvPr>
        </p:nvSpPr>
        <p:spPr>
          <a:xfrm>
            <a:off y="273050" x="3575050"/>
            <a:ext cy="5853112" cx="511175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 sz="3200"/>
            </a:lvl1pPr>
            <a:lvl2pPr rtl="0">
              <a:defRPr sz="2800"/>
            </a:lvl2pPr>
            <a:lvl3pPr rtl="0">
              <a:defRPr sz="2400"/>
            </a:lvl3pPr>
            <a:lvl4pPr rtl="0">
              <a:defRPr sz="2000"/>
            </a:lvl4pPr>
            <a:lvl5pPr rtl="0">
              <a:defRPr sz="2000"/>
            </a:lvl5pPr>
            <a:lvl6pPr rtl="0">
              <a:defRPr sz="2000"/>
            </a:lvl6pPr>
            <a:lvl7pPr rtl="0">
              <a:defRPr sz="2000"/>
            </a:lvl7pPr>
            <a:lvl8pPr rtl="0">
              <a:defRPr sz="2000"/>
            </a:lvl8pPr>
            <a:lvl9pPr rtl="0">
              <a:defRPr sz="2000"/>
            </a:lvl9pPr>
          </a:lstStyle>
          <a:p/>
        </p:txBody>
      </p:sp>
      <p:sp>
        <p:nvSpPr>
          <p:cNvPr id="82" name="Shape 82"/>
          <p:cNvSpPr txBox="1"/>
          <p:nvPr>
            <p:ph idx="2" type="body"/>
          </p:nvPr>
        </p:nvSpPr>
        <p:spPr>
          <a:xfrm>
            <a:off y="1435100" x="457200"/>
            <a:ext cy="4691063" cx="3008313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 indent="0" marL="0">
              <a:buFont typeface="Calibri"/>
              <a:buNone/>
              <a:defRPr sz="1400"/>
            </a:lvl1pPr>
            <a:lvl2pPr rtl="0" indent="0" marL="457200">
              <a:buFont typeface="Calibri"/>
              <a:buNone/>
              <a:defRPr sz="1200"/>
            </a:lvl2pPr>
            <a:lvl3pPr rtl="0" indent="0" marL="914400">
              <a:buFont typeface="Calibri"/>
              <a:buNone/>
              <a:defRPr sz="1000"/>
            </a:lvl3pPr>
            <a:lvl4pPr rtl="0" indent="0" marL="1371600">
              <a:buFont typeface="Calibri"/>
              <a:buNone/>
              <a:defRPr sz="900"/>
            </a:lvl4pPr>
            <a:lvl5pPr rtl="0" indent="0" marL="1828800">
              <a:buFont typeface="Calibri"/>
              <a:buNone/>
              <a:defRPr sz="900"/>
            </a:lvl5pPr>
            <a:lvl6pPr rtl="0" indent="0" marL="2286000">
              <a:buFont typeface="Calibri"/>
              <a:buNone/>
              <a:defRPr sz="900"/>
            </a:lvl6pPr>
            <a:lvl7pPr rtl="0" indent="0" marL="2743200">
              <a:buFont typeface="Calibri"/>
              <a:buNone/>
              <a:defRPr sz="900"/>
            </a:lvl7pPr>
            <a:lvl8pPr rtl="0" indent="0" marL="3200400">
              <a:buFont typeface="Calibri"/>
              <a:buNone/>
              <a:defRPr sz="900"/>
            </a:lvl8pPr>
            <a:lvl9pPr rtl="0" indent="0" marL="3657600">
              <a:buFont typeface="Calibri"/>
              <a:buNone/>
              <a:defRPr sz="900"/>
            </a:lvl9pPr>
          </a:lstStyle>
          <a:p/>
        </p:txBody>
      </p:sp>
      <p:sp>
        <p:nvSpPr>
          <p:cNvPr id="83" name="Shape 83"/>
          <p:cNvSpPr txBox="1"/>
          <p:nvPr>
            <p:ph idx="10" type="dt"/>
          </p:nvPr>
        </p:nvSpPr>
        <p:spPr>
          <a:xfrm>
            <a:off y="6356350" x="457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Shape 84"/>
          <p:cNvSpPr txBox="1"/>
          <p:nvPr>
            <p:ph idx="11" type="ftr"/>
          </p:nvPr>
        </p:nvSpPr>
        <p:spPr>
          <a:xfrm>
            <a:off y="6356350" x="3124200"/>
            <a:ext cy="365125" cx="2895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Shape 85"/>
          <p:cNvSpPr txBox="1"/>
          <p:nvPr>
            <p:ph idx="12" type="sldNum"/>
          </p:nvPr>
        </p:nvSpPr>
        <p:spPr>
          <a:xfrm>
            <a:off y="6356350" x="6553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picTx" type="picTx">
  <p:cSld name="picTx">
    <p:spTree>
      <p:nvGrpSpPr>
        <p:cNvPr id="86" name="Shape 8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7" name="Shape 87"/>
          <p:cNvSpPr txBox="1"/>
          <p:nvPr>
            <p:ph type="title"/>
          </p:nvPr>
        </p:nvSpPr>
        <p:spPr>
          <a:xfrm>
            <a:off y="4800600" x="1792288"/>
            <a:ext cy="566737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defRPr b="1" sz="2000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/>
        </p:txBody>
      </p:sp>
      <p:sp>
        <p:nvSpPr>
          <p:cNvPr id="88" name="Shape 88"/>
          <p:cNvSpPr/>
          <p:nvPr>
            <p:ph idx="2" type="pic"/>
          </p:nvPr>
        </p:nvSpPr>
        <p:spPr>
          <a:xfrm>
            <a:off y="612775" x="1792288"/>
            <a:ext cy="4114800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buClr>
                <a:srgbClr val="888888"/>
              </a:buClr>
              <a:buFont typeface="Calibri"/>
              <a:buNone/>
              <a:defRPr strike="noStrike" u="none" b="0" cap="none" baseline="0" sz="3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buClr>
                <a:schemeClr val="dk1"/>
              </a:buClr>
              <a:buFont typeface="Calibri"/>
              <a:buNone/>
              <a:defRPr strike="noStrike" u="none" b="0" cap="none" baseline="0" sz="2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buClr>
                <a:schemeClr val="dk1"/>
              </a:buClr>
              <a:buFont typeface="Calibri"/>
              <a:buNone/>
              <a:defRPr strike="noStrike" u="none" b="0" cap="none" baseline="0" sz="24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buClr>
                <a:schemeClr val="dk1"/>
              </a:buClr>
              <a:buFont typeface="Calibri"/>
              <a:buNone/>
              <a:defRPr strike="noStrike" u="none" b="0" cap="none" baseline="0" sz="20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buClr>
                <a:schemeClr val="dk1"/>
              </a:buClr>
              <a:buFont typeface="Calibri"/>
              <a:buNone/>
              <a:defRPr strike="noStrike" u="none" b="0" cap="none" baseline="0" sz="20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buClr>
                <a:schemeClr val="dk1"/>
              </a:buClr>
              <a:buFont typeface="Calibri"/>
              <a:buNone/>
              <a:defRPr strike="noStrike" u="none" b="0" cap="none" baseline="0" sz="20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buClr>
                <a:schemeClr val="dk1"/>
              </a:buClr>
              <a:buFont typeface="Calibri"/>
              <a:buNone/>
              <a:defRPr strike="noStrike" u="none" b="0" cap="none" baseline="0" sz="20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buClr>
                <a:schemeClr val="dk1"/>
              </a:buClr>
              <a:buFont typeface="Calibri"/>
              <a:buNone/>
              <a:defRPr strike="noStrike" u="none" b="0" cap="none" baseline="0" sz="20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buClr>
                <a:schemeClr val="dk1"/>
              </a:buClr>
              <a:buFont typeface="Calibri"/>
              <a:buNone/>
              <a:defRPr strike="noStrike" u="none" b="0" cap="none" baseline="0" sz="20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Shape 89"/>
          <p:cNvSpPr txBox="1"/>
          <p:nvPr>
            <p:ph idx="1" type="body"/>
          </p:nvPr>
        </p:nvSpPr>
        <p:spPr>
          <a:xfrm>
            <a:off y="5367337" x="1792288"/>
            <a:ext cy="804861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 indent="0" marL="0">
              <a:buFont typeface="Calibri"/>
              <a:buNone/>
              <a:defRPr sz="1400"/>
            </a:lvl1pPr>
            <a:lvl2pPr rtl="0" indent="0" marL="457200">
              <a:buFont typeface="Calibri"/>
              <a:buNone/>
              <a:defRPr sz="1200"/>
            </a:lvl2pPr>
            <a:lvl3pPr rtl="0" indent="0" marL="914400">
              <a:buFont typeface="Calibri"/>
              <a:buNone/>
              <a:defRPr sz="1000"/>
            </a:lvl3pPr>
            <a:lvl4pPr rtl="0" indent="0" marL="1371600">
              <a:buFont typeface="Calibri"/>
              <a:buNone/>
              <a:defRPr sz="900"/>
            </a:lvl4pPr>
            <a:lvl5pPr rtl="0" indent="0" marL="1828800">
              <a:buFont typeface="Calibri"/>
              <a:buNone/>
              <a:defRPr sz="900"/>
            </a:lvl5pPr>
            <a:lvl6pPr rtl="0" indent="0" marL="2286000">
              <a:buFont typeface="Calibri"/>
              <a:buNone/>
              <a:defRPr sz="900"/>
            </a:lvl6pPr>
            <a:lvl7pPr rtl="0" indent="0" marL="2743200">
              <a:buFont typeface="Calibri"/>
              <a:buNone/>
              <a:defRPr sz="900"/>
            </a:lvl7pPr>
            <a:lvl8pPr rtl="0" indent="0" marL="3200400">
              <a:buFont typeface="Calibri"/>
              <a:buNone/>
              <a:defRPr sz="900"/>
            </a:lvl8pPr>
            <a:lvl9pPr rtl="0" indent="0" marL="3657600">
              <a:buFont typeface="Calibri"/>
              <a:buNone/>
              <a:defRPr sz="900"/>
            </a:lvl9pPr>
          </a:lstStyle>
          <a:p/>
        </p:txBody>
      </p:sp>
      <p:sp>
        <p:nvSpPr>
          <p:cNvPr id="90" name="Shape 90"/>
          <p:cNvSpPr txBox="1"/>
          <p:nvPr>
            <p:ph idx="10" type="dt"/>
          </p:nvPr>
        </p:nvSpPr>
        <p:spPr>
          <a:xfrm>
            <a:off y="6356350" x="457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Shape 91"/>
          <p:cNvSpPr txBox="1"/>
          <p:nvPr>
            <p:ph idx="11" type="ftr"/>
          </p:nvPr>
        </p:nvSpPr>
        <p:spPr>
          <a:xfrm>
            <a:off y="6356350" x="3124200"/>
            <a:ext cy="365125" cx="2895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Shape 92"/>
          <p:cNvSpPr txBox="1"/>
          <p:nvPr>
            <p:ph idx="12" type="sldNum"/>
          </p:nvPr>
        </p:nvSpPr>
        <p:spPr>
          <a:xfrm>
            <a:off y="6356350" x="6553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vertTx" type="vertTx">
  <p:cSld name="vertTx">
    <p:spTree>
      <p:nvGrpSpPr>
        <p:cNvPr id="93" name="Shape 9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4" name="Shape 94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/>
        </p:txBody>
      </p:sp>
      <p:sp>
        <p:nvSpPr>
          <p:cNvPr id="95" name="Shape 95"/>
          <p:cNvSpPr txBox="1"/>
          <p:nvPr>
            <p:ph idx="1" type="body"/>
          </p:nvPr>
        </p:nvSpPr>
        <p:spPr>
          <a:xfrm rot="5400000">
            <a:off y="-251618" x="2309018"/>
            <a:ext cy="8229600" cx="4525963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-222250" marL="342900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indent="-177800" marL="742950">
              <a:spcBef>
                <a:spcPts val="560"/>
              </a:spcBef>
              <a:buClr>
                <a:schemeClr val="dk1"/>
              </a:buClr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indent="-136525" marL="1143000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indent="-152400" marL="16002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indent="-152400" marL="20574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indent="-152400" marL="25146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indent="-152400" marL="29718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indent="-152400" marL="34290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indent="-152400" marL="38862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Shape 96"/>
          <p:cNvSpPr txBox="1"/>
          <p:nvPr>
            <p:ph idx="10" type="dt"/>
          </p:nvPr>
        </p:nvSpPr>
        <p:spPr>
          <a:xfrm>
            <a:off y="6356350" x="457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Shape 97"/>
          <p:cNvSpPr txBox="1"/>
          <p:nvPr>
            <p:ph idx="11" type="ftr"/>
          </p:nvPr>
        </p:nvSpPr>
        <p:spPr>
          <a:xfrm>
            <a:off y="6356350" x="3124200"/>
            <a:ext cy="365125" cx="2895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Shape 98"/>
          <p:cNvSpPr txBox="1"/>
          <p:nvPr>
            <p:ph idx="12" type="sldNum"/>
          </p:nvPr>
        </p:nvSpPr>
        <p:spPr>
          <a:xfrm>
            <a:off y="6356350" x="6553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vertTitleAndTx" type="vertTitleAndTx">
  <p:cSld name="vertTitleAndTx">
    <p:spTree>
      <p:nvGrpSpPr>
        <p:cNvPr id="99" name="Shape 9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0" name="Shape 100"/>
          <p:cNvSpPr txBox="1"/>
          <p:nvPr>
            <p:ph type="title"/>
          </p:nvPr>
        </p:nvSpPr>
        <p:spPr>
          <a:xfrm rot="5400000">
            <a:off y="2171700" x="4732337"/>
            <a:ext cy="2057400" cx="5851525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/>
        </p:txBody>
      </p:sp>
      <p:sp>
        <p:nvSpPr>
          <p:cNvPr id="101" name="Shape 101"/>
          <p:cNvSpPr txBox="1"/>
          <p:nvPr>
            <p:ph idx="1" type="body"/>
          </p:nvPr>
        </p:nvSpPr>
        <p:spPr>
          <a:xfrm rot="5400000">
            <a:off y="190500" x="541337"/>
            <a:ext cy="6019799" cx="5851525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-222250" marL="342900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indent="-177800" marL="742950">
              <a:spcBef>
                <a:spcPts val="560"/>
              </a:spcBef>
              <a:buClr>
                <a:schemeClr val="dk1"/>
              </a:buClr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indent="-136525" marL="1143000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indent="-152400" marL="16002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indent="-152400" marL="20574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indent="-152400" marL="25146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indent="-152400" marL="29718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indent="-152400" marL="34290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indent="-152400" marL="38862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Shape 102"/>
          <p:cNvSpPr txBox="1"/>
          <p:nvPr>
            <p:ph idx="10" type="dt"/>
          </p:nvPr>
        </p:nvSpPr>
        <p:spPr>
          <a:xfrm>
            <a:off y="6356350" x="457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Shape 103"/>
          <p:cNvSpPr txBox="1"/>
          <p:nvPr>
            <p:ph idx="11" type="ftr"/>
          </p:nvPr>
        </p:nvSpPr>
        <p:spPr>
          <a:xfrm>
            <a:off y="6356350" x="3124200"/>
            <a:ext cy="365125" cx="2895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Shape 104"/>
          <p:cNvSpPr txBox="1"/>
          <p:nvPr>
            <p:ph idx="12" type="sldNum"/>
          </p:nvPr>
        </p:nvSpPr>
        <p:spPr>
          <a:xfrm>
            <a:off y="6356350" x="6553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1_Title and Content">
  <p:cSld name="1_Title and Content">
    <p:spTree>
      <p:nvGrpSpPr>
        <p:cNvPr id="105" name="Shape 10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6" name="Shape 106"/>
          <p:cNvSpPr txBox="1"/>
          <p:nvPr>
            <p:ph idx="1" type="body"/>
          </p:nvPr>
        </p:nvSpPr>
        <p:spPr>
          <a:xfrm>
            <a:off y="1276350" x="360000"/>
            <a:ext cy="4555650" cx="84599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 indent="-252000" marL="25200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/>
        </p:txBody>
      </p:sp>
      <p:sp>
        <p:nvSpPr>
          <p:cNvPr id="107" name="Shape 107"/>
          <p:cNvSpPr txBox="1"/>
          <p:nvPr>
            <p:ph idx="2" type="body"/>
          </p:nvPr>
        </p:nvSpPr>
        <p:spPr>
          <a:xfrm>
            <a:off y="270000" x="360362"/>
            <a:ext cy="893781" cx="84599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 indent="0" marL="0">
              <a:lnSpc>
                <a:spcPct val="85000"/>
              </a:lnSpc>
              <a:spcBef>
                <a:spcPts val="0"/>
              </a:spcBef>
              <a:spcAft>
                <a:spcPts val="283"/>
              </a:spcAft>
              <a:buClr>
                <a:schemeClr val="accent2"/>
              </a:buClr>
              <a:buFont typeface="Calibri"/>
              <a:buNone/>
              <a:defRPr b="1" sz="3600">
                <a:solidFill>
                  <a:schemeClr val="accent2"/>
                </a:solidFill>
              </a:defRPr>
            </a:lvl1pPr>
            <a:lvl2pPr rtl="0" indent="0" marL="0">
              <a:lnSpc>
                <a:spcPct val="85000"/>
              </a:lnSpc>
              <a:spcBef>
                <a:spcPts val="0"/>
              </a:spcBef>
              <a:buClr>
                <a:schemeClr val="accent2"/>
              </a:buClr>
              <a:buFont typeface="Calibri"/>
              <a:buNone/>
              <a:defRPr b="1" sz="2200">
                <a:solidFill>
                  <a:schemeClr val="accent2"/>
                </a:solidFill>
              </a:defRPr>
            </a:lvl2pPr>
            <a:lvl3pPr rtl="0">
              <a:buClr>
                <a:srgbClr val="00A9CE"/>
              </a:buClr>
              <a:buFont typeface="Calibri"/>
              <a:buNone/>
              <a:defRPr sz="2800">
                <a:solidFill>
                  <a:srgbClr val="00A9CE"/>
                </a:solidFill>
              </a:defRPr>
            </a:lvl3pPr>
            <a:lvl4pPr rtl="0">
              <a:buClr>
                <a:srgbClr val="00A9CE"/>
              </a:buClr>
              <a:buFont typeface="Calibri"/>
              <a:buNone/>
              <a:defRPr sz="2800">
                <a:solidFill>
                  <a:srgbClr val="00A9CE"/>
                </a:solidFill>
              </a:defRPr>
            </a:lvl4pPr>
            <a:lvl5pPr rtl="0">
              <a:buClr>
                <a:srgbClr val="00A9CE"/>
              </a:buClr>
              <a:buFont typeface="Calibri"/>
              <a:buNone/>
              <a:defRPr sz="2800">
                <a:solidFill>
                  <a:srgbClr val="00A9CE"/>
                </a:solidFill>
              </a:defRPr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/>
        </p:txBody>
      </p:sp>
      <p:sp>
        <p:nvSpPr>
          <p:cNvPr id="108" name="Shape 108"/>
          <p:cNvSpPr txBox="1"/>
          <p:nvPr>
            <p:ph idx="11" type="ftr"/>
          </p:nvPr>
        </p:nvSpPr>
        <p:spPr>
          <a:xfrm>
            <a:off y="6356350" x="3124200"/>
            <a:ext cy="365125" cx="2895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Target="../slideLayouts/slideLayout2.xml" Type="http://schemas.openxmlformats.org/officeDocument/2006/relationships/slideLayout" Id="rId2"/><Relationship Target="../slideLayouts/slideLayout1.xml" Type="http://schemas.openxmlformats.org/officeDocument/2006/relationships/slideLayout" Id="rId1"/><Relationship Target="../slideLayouts/slideLayout4.xml" Type="http://schemas.openxmlformats.org/officeDocument/2006/relationships/slideLayout" Id="rId4"/><Relationship Target="../slideLayouts/slideLayout3.xml" Type="http://schemas.openxmlformats.org/officeDocument/2006/relationships/slideLayout" Id="rId3"/><Relationship Target="../slideLayouts/slideLayout6.xml" Type="http://schemas.openxmlformats.org/officeDocument/2006/relationships/slideLayout" Id="rId6"/><Relationship Target="../slideLayouts/slideLayout5.xml" Type="http://schemas.openxmlformats.org/officeDocument/2006/relationships/slideLayout" Id="rId5"/><Relationship Target="../theme/theme4.xml" Type="http://schemas.openxmlformats.org/officeDocument/2006/relationships/theme" Id="rId7"/></Relationships>
</file>

<file path=ppt/slideMasters/_rels/slideMaster2.xml.rels><?xml version="1.0" encoding="UTF-8" standalone="yes"?><Relationships xmlns="http://schemas.openxmlformats.org/package/2006/relationships"><Relationship Target="../slideLayouts/slideLayout8.xml" Type="http://schemas.openxmlformats.org/officeDocument/2006/relationships/slideLayout" Id="rId2"/><Relationship Target="../slideLayouts/slideLayout18.xml" Type="http://schemas.openxmlformats.org/officeDocument/2006/relationships/slideLayout" Id="rId12"/><Relationship Target="../slideLayouts/slideLayout7.xml" Type="http://schemas.openxmlformats.org/officeDocument/2006/relationships/slideLayout" Id="rId1"/><Relationship Target="../theme/theme1.xml" Type="http://schemas.openxmlformats.org/officeDocument/2006/relationships/theme" Id="rId13"/><Relationship Target="../slideLayouts/slideLayout10.xml" Type="http://schemas.openxmlformats.org/officeDocument/2006/relationships/slideLayout" Id="rId4"/><Relationship Target="../slideLayouts/slideLayout16.xml" Type="http://schemas.openxmlformats.org/officeDocument/2006/relationships/slideLayout" Id="rId10"/><Relationship Target="../slideLayouts/slideLayout9.xml" Type="http://schemas.openxmlformats.org/officeDocument/2006/relationships/slideLayout" Id="rId3"/><Relationship Target="../slideLayouts/slideLayout17.xml" Type="http://schemas.openxmlformats.org/officeDocument/2006/relationships/slideLayout" Id="rId11"/><Relationship Target="../slideLayouts/slideLayout15.xml" Type="http://schemas.openxmlformats.org/officeDocument/2006/relationships/slideLayout" Id="rId9"/><Relationship Target="../slideLayouts/slideLayout12.xml" Type="http://schemas.openxmlformats.org/officeDocument/2006/relationships/slideLayout" Id="rId6"/><Relationship Target="../slideLayouts/slideLayout11.xml" Type="http://schemas.openxmlformats.org/officeDocument/2006/relationships/slideLayout" Id="rId5"/><Relationship Target="../slideLayouts/slideLayout14.xml" Type="http://schemas.openxmlformats.org/officeDocument/2006/relationships/slideLayout" Id="rId8"/><Relationship Target="../slideLayouts/slideLayout13.xml" Type="http://schemas.openxmlformats.org/officeDocument/2006/relationships/slideLayout" Id="rId7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" name="Shape 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" name="Shape 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 indent="2286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 indent="2286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 indent="2286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 indent="2286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 indent="2286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 indent="2286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 indent="2286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 indent="2286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 indent="228600" marL="0">
              <a:spcBef>
                <a:spcPts val="0"/>
              </a:spcBef>
              <a:buClr>
                <a:schemeClr val="accen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Shape 6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-342900" marL="342900">
              <a:spcBef>
                <a:spcPts val="600"/>
              </a:spcBef>
              <a:buClr>
                <a:schemeClr val="dk1"/>
              </a:buClr>
              <a:buSzPct val="166666"/>
              <a:buFont typeface="Arial"/>
              <a:buChar char="•"/>
              <a:defRPr strike="noStrike" u="none" b="0" cap="none" baseline="0" sz="30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 indent="-285750" marL="742950">
              <a:spcBef>
                <a:spcPts val="480"/>
              </a:spcBef>
              <a:buClr>
                <a:schemeClr val="dk1"/>
              </a:buClr>
              <a:buSzPct val="100000"/>
              <a:buFont typeface="Courier New"/>
              <a:buChar char="o"/>
              <a:defRPr strike="noStrike" u="none" b="0" cap="none" baseline="0" sz="24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 indent="-228600" marL="1143000">
              <a:spcBef>
                <a:spcPts val="480"/>
              </a:spcBef>
              <a:buClr>
                <a:schemeClr val="dk1"/>
              </a:buClr>
              <a:buSzPct val="100000"/>
              <a:buFont typeface="Wingdings"/>
              <a:buChar char="§"/>
              <a:defRPr strike="noStrike" u="none" b="0" cap="none" baseline="0" sz="24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 indent="-228600" marL="1600200">
              <a:spcBef>
                <a:spcPts val="360"/>
              </a:spcBef>
              <a:buClr>
                <a:schemeClr val="dk1"/>
              </a:buClr>
              <a:buSzPct val="166666"/>
              <a:buFont typeface="Arial"/>
              <a:buChar char="•"/>
              <a:defRPr strike="noStrike" u="none" b="0" cap="none" baseline="0" sz="1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 indent="-228600" marL="2057400">
              <a:spcBef>
                <a:spcPts val="360"/>
              </a:spcBef>
              <a:buClr>
                <a:schemeClr val="dk1"/>
              </a:buClr>
              <a:buSzPct val="100000"/>
              <a:buFont typeface="Courier New"/>
              <a:buChar char="o"/>
              <a:defRPr strike="noStrike" u="none" b="0" cap="none" baseline="0" sz="1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 indent="-228600" marL="2514600">
              <a:spcBef>
                <a:spcPts val="360"/>
              </a:spcBef>
              <a:buClr>
                <a:schemeClr val="dk1"/>
              </a:buClr>
              <a:buSzPct val="100000"/>
              <a:buFont typeface="Wingdings"/>
              <a:buChar char="§"/>
              <a:defRPr strike="noStrike" u="none" b="0" cap="none" baseline="0" sz="1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 indent="-228600" marL="2971800">
              <a:spcBef>
                <a:spcPts val="360"/>
              </a:spcBef>
              <a:buClr>
                <a:schemeClr val="dk1"/>
              </a:buClr>
              <a:buSzPct val="166666"/>
              <a:buFont typeface="Arial"/>
              <a:buChar char="•"/>
              <a:defRPr strike="noStrike" u="none" b="0" cap="none" baseline="0" sz="1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 indent="-228600" marL="3429000">
              <a:spcBef>
                <a:spcPts val="360"/>
              </a:spcBef>
              <a:buClr>
                <a:schemeClr val="dk1"/>
              </a:buClr>
              <a:buSzPct val="100000"/>
              <a:buFont typeface="Courier New"/>
              <a:buChar char="o"/>
              <a:defRPr strike="noStrike" u="none" b="0" cap="none" baseline="0" sz="1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 indent="-228600" marL="3886200">
              <a:spcBef>
                <a:spcPts val="360"/>
              </a:spcBef>
              <a:buClr>
                <a:schemeClr val="dk1"/>
              </a:buClr>
              <a:buSzPct val="100000"/>
              <a:buFont typeface="Wingdings"/>
              <a:buChar char="§"/>
              <a:defRPr strike="noStrike" u="none" b="0" cap="none" baseline="0" sz="1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7" name="Shape 7"/>
          <p:cNvCxnSpPr/>
          <p:nvPr/>
        </p:nvCxnSpPr>
        <p:spPr>
          <a:xfrm>
            <a:off y="6697679" x="457200"/>
            <a:ext cy="0" cx="8229600"/>
          </a:xfrm>
          <a:prstGeom prst="straightConnector1">
            <a:avLst/>
          </a:prstGeom>
          <a:noFill/>
          <a:ln w="50800" cap="flat">
            <a:solidFill>
              <a:schemeClr val="lt2"/>
            </a:solidFill>
            <a:prstDash val="solid"/>
            <a:round/>
            <a:headEnd w="med" len="med" type="none"/>
            <a:tailEnd w="med" len="med" type="none"/>
          </a:ln>
        </p:spPr>
      </p:cxnSp>
    </p:spTree>
  </p:cSld>
  <p:clrMap accent2="accent2" accent3="accent3" accent4="accent4" accent5="accent5" accent6="accent6" hlink="hlink" tx2="lt2" tx1="dk1" bg2="dk2" bg1="lt1" folHlink="folHlink" accent1="accent1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1" name="Shape 31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trike="noStrike" u="none" b="0" cap="none" baseline="0" sz="44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0">
              <a:defRPr/>
            </a:lvl2pPr>
            <a:lvl3pPr algn="l" rtl="0" marR="0" indent="0" marL="0">
              <a:defRPr/>
            </a:lvl3pPr>
            <a:lvl4pPr algn="l" rtl="0" marR="0" indent="0" marL="0">
              <a:defRPr/>
            </a:lvl4pPr>
            <a:lvl5pPr algn="l" rtl="0" marR="0" indent="0" marL="0">
              <a:defRPr/>
            </a:lvl5pPr>
            <a:lvl6pPr algn="l" rtl="0" marR="0" indent="0" marL="0">
              <a:defRPr/>
            </a:lvl6pPr>
            <a:lvl7pPr algn="l" rtl="0" marR="0" indent="0" marL="0">
              <a:defRPr/>
            </a:lvl7pPr>
            <a:lvl8pPr algn="l" rtl="0" marR="0" indent="0" marL="0">
              <a:defRPr/>
            </a:lvl8pPr>
            <a:lvl9pPr algn="l" rtl="0" marR="0" indent="0" marL="0">
              <a:defRPr/>
            </a:lvl9pPr>
          </a:lstStyle>
          <a:p/>
        </p:txBody>
      </p:sp>
      <p:sp>
        <p:nvSpPr>
          <p:cNvPr id="32" name="Shape 32"/>
          <p:cNvSpPr txBox="1"/>
          <p:nvPr>
            <p:ph idx="1" type="body"/>
          </p:nvPr>
        </p:nvSpPr>
        <p:spPr>
          <a:xfrm>
            <a:off y="1600200" x="457200"/>
            <a:ext cy="4525963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marR="0" indent="-222250" marL="342900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strike="noStrike" u="none" b="0" cap="none" baseline="0" sz="32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-177800" marL="742950">
              <a:spcBef>
                <a:spcPts val="560"/>
              </a:spcBef>
              <a:buClr>
                <a:schemeClr val="dk1"/>
              </a:buClr>
              <a:buFont typeface="Arial"/>
              <a:buChar char="•"/>
              <a:defRPr strike="noStrike" u="none" b="0" cap="none" baseline="0" sz="2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-136525" marL="1143000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trike="noStrike" u="none" b="0" cap="none" baseline="0" sz="24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-152400" marL="16002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trike="noStrike" u="none" b="0" cap="none" baseline="0" sz="20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-152400" marL="20574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trike="noStrike" u="none" b="0" cap="none" baseline="0" sz="20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-152400" marL="25146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trike="noStrike" u="none" b="0" cap="none" baseline="0" sz="20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-152400" marL="29718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trike="noStrike" u="none" b="0" cap="none" baseline="0" sz="20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-152400" marL="34290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trike="noStrike" u="none" b="0" cap="none" baseline="0" sz="20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-152400" marL="3886200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trike="noStrike" u="none" b="0" cap="none" baseline="0" sz="20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Shape 33"/>
          <p:cNvSpPr txBox="1"/>
          <p:nvPr>
            <p:ph idx="10" type="dt"/>
          </p:nvPr>
        </p:nvSpPr>
        <p:spPr>
          <a:xfrm>
            <a:off y="6356350" x="457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l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Shape 34"/>
          <p:cNvSpPr txBox="1"/>
          <p:nvPr>
            <p:ph idx="11" type="ftr"/>
          </p:nvPr>
        </p:nvSpPr>
        <p:spPr>
          <a:xfrm>
            <a:off y="6356350" x="3124200"/>
            <a:ext cy="365125" cx="2895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Shape 35"/>
          <p:cNvSpPr txBox="1"/>
          <p:nvPr>
            <p:ph idx="12" type="sldNum"/>
          </p:nvPr>
        </p:nvSpPr>
        <p:spPr>
          <a:xfrm>
            <a:off y="6356350" x="6553200"/>
            <a:ext cy="365125" cx="21335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r" rtl="0" marR="0" indent="0" marL="0">
              <a:defRPr strike="noStrike" u="none" b="0" cap="none" baseline="0" sz="120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rtl="0" marR="0" indent="0" marL="457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rtl="0" marR="0" indent="0" marL="914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rtl="0" marR="0" indent="0" marL="1371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rtl="0" marR="0" indent="0" marL="18288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rtl="0" marR="0" indent="0" marL="22860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rtl="0" marR="0" indent="0" marL="27432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rtl="0" marR="0" indent="0" marL="32004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rtl="0" marR="0" indent="0" marL="3657600">
              <a:defRPr strike="noStrike" u="none" b="0" cap="none" baseline="0" sz="180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txStyles>
    <p:title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Target="../notesSlides/notesSlide1.xml" Type="http://schemas.openxmlformats.org/officeDocument/2006/relationships/notesSlide" Id="rId2"/><Relationship Target="../slideLayouts/slideLayout1.xml" Type="http://schemas.openxmlformats.org/officeDocument/2006/relationships/slideLayout" Id="rId1"/><Relationship Target="../media/image00.gif" Type="http://schemas.openxmlformats.org/officeDocument/2006/relationships/image" Id="rId4"/><Relationship Target="../media/image01.jpg" Type="http://schemas.openxmlformats.org/officeDocument/2006/relationships/image" Id="rId3"/></Relationships>
</file>

<file path=ppt/slides/_rels/slide2.xml.rels><?xml version="1.0" encoding="UTF-8" standalone="yes"?><Relationships xmlns="http://schemas.openxmlformats.org/package/2006/relationships"><Relationship Target="../notesSlides/notesSlide2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4.png" Type="http://schemas.openxmlformats.org/officeDocument/2006/relationships/image" Id="rId4"/><Relationship Target="../media/image02.jpg" Type="http://schemas.openxmlformats.org/officeDocument/2006/relationships/image" Id="rId3"/><Relationship Target="../media/image05.png" Type="http://schemas.openxmlformats.org/officeDocument/2006/relationships/image" Id="rId5"/></Relationships>
</file>

<file path=ppt/slides/_rels/slide3.xml.rels><?xml version="1.0" encoding="UTF-8" standalone="yes"?><Relationships xmlns="http://schemas.openxmlformats.org/package/2006/relationships"><Relationship Target="../notesSlides/notesSlide3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6.png" Type="http://schemas.openxmlformats.org/officeDocument/2006/relationships/image" Id="rId3"/></Relationships>
</file>

<file path=ppt/slides/_rels/slide4.xml.rels><?xml version="1.0" encoding="UTF-8" standalone="yes"?><Relationships xmlns="http://schemas.openxmlformats.org/package/2006/relationships"><Relationship Target="../notesSlides/notesSlide4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5.xml.rels><?xml version="1.0" encoding="UTF-8" standalone="yes"?><Relationships xmlns="http://schemas.openxmlformats.org/package/2006/relationships"><Relationship Target="../notesSlides/notesSlide5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3.png" Type="http://schemas.openxmlformats.org/officeDocument/2006/relationships/image" Id="rId3"/></Relationships>
</file>

<file path=ppt/slides/_rels/slide6.xml.rels><?xml version="1.0" encoding="UTF-8" standalone="yes"?><Relationships xmlns="http://schemas.openxmlformats.org/package/2006/relationships"><Relationship Target="../notesSlides/notesSlide6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7.xml.rels><?xml version="1.0" encoding="UTF-8" standalone="yes"?><Relationships xmlns="http://schemas.openxmlformats.org/package/2006/relationships"><Relationship Target="../notesSlides/notesSlide7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8.xml.rels><?xml version="1.0" encoding="UTF-8" standalone="yes"?><Relationships xmlns="http://schemas.openxmlformats.org/package/2006/relationships"><Relationship Target="../notesSlides/notesSlide8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9.xml.rels><?xml version="1.0" encoding="UTF-8" standalone="yes"?><Relationships xmlns="http://schemas.openxmlformats.org/package/2006/relationships"><Relationship Target="../notesSlides/notesSlide9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0.xml.rels><?xml version="1.0" encoding="UTF-8" standalone="yes"?><Relationships xmlns="http://schemas.openxmlformats.org/package/2006/relationships"><Relationship Target="../notesSlides/notesSlide10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1.xml.rels><?xml version="1.0" encoding="UTF-8" standalone="yes"?><Relationships xmlns="http://schemas.openxmlformats.org/package/2006/relationships"><Relationship Target="../notesSlides/notesSlide11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2.xml.rels><?xml version="1.0" encoding="UTF-8" standalone="yes"?><Relationships xmlns="http://schemas.openxmlformats.org/package/2006/relationships"><Relationship Target="../notesSlides/notesSlide1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3.xml.rels><?xml version="1.0" encoding="UTF-8" standalone="yes"?><Relationships xmlns="http://schemas.openxmlformats.org/package/2006/relationships"><Relationship Target="../notesSlides/notesSlide13.xml" Type="http://schemas.openxmlformats.org/officeDocument/2006/relationships/notesSlide" Id="rId2"/><Relationship Target="../slideLayouts/slideLayout18.xml" Type="http://schemas.openxmlformats.org/officeDocument/2006/relationships/slideLayout" Id="rId1"/></Relationships>
</file>

<file path=ppt/slides/_rels/slide14.xml.rels><?xml version="1.0" encoding="UTF-8" standalone="yes"?><Relationships xmlns="http://schemas.openxmlformats.org/package/2006/relationships"><Relationship Target="../notesSlides/notesSlide14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5.xml.rels><?xml version="1.0" encoding="UTF-8" standalone="yes"?><Relationships xmlns="http://schemas.openxmlformats.org/package/2006/relationships"><Relationship Target="../notesSlides/notesSlide15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6.xml.rels><?xml version="1.0" encoding="UTF-8" standalone="yes"?><Relationships xmlns="http://schemas.openxmlformats.org/package/2006/relationships"><Relationship Target="../notesSlides/notesSlide16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7.xml.rels><?xml version="1.0" encoding="UTF-8" standalone="yes"?><Relationships xmlns="http://schemas.openxmlformats.org/package/2006/relationships"><Relationship Target="../notesSlides/notesSlide17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8.xml.rels><?xml version="1.0" encoding="UTF-8" standalone="yes"?><Relationships xmlns="http://schemas.openxmlformats.org/package/2006/relationships"><Relationship Target="../notesSlides/notesSlide18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9.xml.rels><?xml version="1.0" encoding="UTF-8" standalone="yes"?><Relationships xmlns="http://schemas.openxmlformats.org/package/2006/relationships"><Relationship Target="../notesSlides/notesSlide19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0.xml.rels><?xml version="1.0" encoding="UTF-8" standalone="yes"?><Relationships xmlns="http://schemas.openxmlformats.org/package/2006/relationships"><Relationship Target="../notesSlides/notesSlide20.xml" Type="http://schemas.openxmlformats.org/officeDocument/2006/relationships/notesSlide" Id="rId2"/><Relationship Target="../slideLayouts/slideLayout2.xml" Type="http://schemas.openxmlformats.org/officeDocument/2006/relationships/slideLayout" Id="rId1"/><Relationship Target="https://docs.google.com/file/d/0B7dtTd_VTBTZRU05SEdSTUxPaEE/edit" Type="http://schemas.openxmlformats.org/officeDocument/2006/relationships/hyperlink" TargetMode="External" Id="rId3"/></Relationships>
</file>

<file path=ppt/slides/_rels/slide21.xml.rels><?xml version="1.0" encoding="UTF-8" standalone="yes"?><Relationships xmlns="http://schemas.openxmlformats.org/package/2006/relationships"><Relationship Target="../notesSlides/notesSlide21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22.xml.rels><?xml version="1.0" encoding="UTF-8" standalone="yes"?><Relationships xmlns="http://schemas.openxmlformats.org/package/2006/relationships"><Relationship Target="../notesSlides/notesSlide2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9" name="Shape 10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0" name="Shape 110"/>
          <p:cNvSpPr txBox="1"/>
          <p:nvPr>
            <p:ph type="ctrTitle"/>
          </p:nvPr>
        </p:nvSpPr>
        <p:spPr>
          <a:xfrm>
            <a:off y="776302" x="617275"/>
            <a:ext cy="21743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ctr" rtl="0" lvl="0">
              <a:buNone/>
            </a:pPr>
            <a:r>
              <a:rPr sz="4800" lang="en"/>
              <a:t>WaterML2, Part 2</a:t>
            </a:r>
          </a:p>
          <a:p>
            <a:pPr algn="ctr" rtl="0" lvl="0">
              <a:buNone/>
            </a:pPr>
            <a:r>
              <a:rPr sz="1800" lang="en"/>
              <a:t>Ratings, Gaugings and Sections</a:t>
            </a:r>
          </a:p>
        </p:txBody>
      </p:sp>
      <p:sp>
        <p:nvSpPr>
          <p:cNvPr id="111" name="Shape 111"/>
          <p:cNvSpPr txBox="1"/>
          <p:nvPr>
            <p:ph idx="1" type="subTitle"/>
          </p:nvPr>
        </p:nvSpPr>
        <p:spPr>
          <a:xfrm>
            <a:off y="4995464" x="538325"/>
            <a:ext cy="16434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lnSpc>
                <a:spcPct val="110000"/>
              </a:lnSpc>
              <a:spcBef>
                <a:spcPts val="1800"/>
              </a:spcBef>
              <a:spcAft>
                <a:spcPts val="400"/>
              </a:spcAft>
              <a:buClr>
                <a:srgbClr val="000000"/>
              </a:buClr>
              <a:buSzPct val="61111"/>
              <a:buNone/>
            </a:pPr>
            <a:r>
              <a:rPr b="1" sz="1800" lang="en">
                <a:solidFill>
                  <a:srgbClr val="339900"/>
                </a:solidFill>
              </a:rPr>
              <a:t>OGC Hydro Domain Working Group Workshop </a:t>
            </a:r>
            <a:br>
              <a:rPr b="1" sz="1800" lang="en">
                <a:solidFill>
                  <a:srgbClr val="339900"/>
                </a:solidFill>
              </a:rPr>
            </a:br>
            <a:r>
              <a:rPr b="1" sz="1800" lang="en">
                <a:solidFill>
                  <a:srgbClr val="339900"/>
                </a:solidFill>
              </a:rPr>
              <a:t>Quebec City 2013</a:t>
            </a:r>
          </a:p>
        </p:txBody>
      </p:sp>
      <p:sp>
        <p:nvSpPr>
          <p:cNvPr id="112" name="Shape 112"/>
          <p:cNvSpPr/>
          <p:nvPr/>
        </p:nvSpPr>
        <p:spPr>
          <a:xfrm>
            <a:off y="4995475" x="7864275"/>
            <a:ext cy="822524" cx="82252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13" name="Shape 113"/>
          <p:cNvSpPr/>
          <p:nvPr/>
        </p:nvSpPr>
        <p:spPr>
          <a:xfrm>
            <a:off y="5969000" x="6352725"/>
            <a:ext cy="669874" cx="24152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14" name="Shape 114"/>
          <p:cNvSpPr txBox="1"/>
          <p:nvPr/>
        </p:nvSpPr>
        <p:spPr>
          <a:xfrm>
            <a:off y="3073825" x="1889950"/>
            <a:ext cy="669899" cx="55239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buNone/>
            </a:pPr>
            <a:r>
              <a:rPr sz="2400" lang="en">
                <a:solidFill>
                  <a:srgbClr val="B7B7B7"/>
                </a:solidFill>
              </a:rPr>
              <a:t>Activity update and forward planning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8" name="Shape 11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9" name="Shape 119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Summary of activity to date</a:t>
            </a:r>
          </a:p>
        </p:txBody>
      </p:sp>
      <p:sp>
        <p:nvSpPr>
          <p:cNvPr id="120" name="Shape 120"/>
          <p:cNvSpPr txBox="1"/>
          <p:nvPr>
            <p:ph idx="1" type="body"/>
          </p:nvPr>
        </p:nvSpPr>
        <p:spPr>
          <a:xfrm>
            <a:off y="15421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spcBef>
                <a:spcPts val="0"/>
              </a:spcBef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RGS -  Reading and post Reading work</a:t>
            </a:r>
          </a:p>
          <a:p>
            <a:pPr rtl="0" lvl="0" indent="-419100" marL="457200">
              <a:spcBef>
                <a:spcPts val="0"/>
              </a:spcBef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WIRADA II - WML2P2 status</a:t>
            </a:r>
          </a:p>
          <a:p>
            <a:pPr rtl="0" lvl="0" indent="-419100" marL="457200">
              <a:spcBef>
                <a:spcPts val="0"/>
              </a:spcBef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Domain and information modelling</a:t>
            </a:r>
          </a:p>
          <a:p>
            <a:pPr rtl="0" lvl="1" indent="-298450" marL="914400">
              <a:spcBef>
                <a:spcPts val="0"/>
              </a:spcBef>
              <a:buClr>
                <a:srgbClr val="000000"/>
              </a:buClr>
              <a:buSzPct val="36666"/>
              <a:buFont typeface="Courier New"/>
              <a:buChar char="o"/>
            </a:pPr>
            <a:r>
              <a:rPr sz="3000" lang="en"/>
              <a:t>Model walk through</a:t>
            </a:r>
          </a:p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Draft model submission</a:t>
            </a:r>
          </a:p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WaterML2 Profiling Method Report</a:t>
            </a:r>
          </a:p>
        </p:txBody>
      </p:sp>
      <p:sp>
        <p:nvSpPr>
          <p:cNvPr id="121" name="Shape 121"/>
          <p:cNvSpPr/>
          <p:nvPr/>
        </p:nvSpPr>
        <p:spPr>
          <a:xfrm>
            <a:off y="6185676" x="7327775"/>
            <a:ext cy="425850" cx="167425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22" name="Shape 122"/>
          <p:cNvSpPr/>
          <p:nvPr/>
        </p:nvSpPr>
        <p:spPr>
          <a:xfrm>
            <a:off y="4593667" x="3345749"/>
            <a:ext cy="2017849" cx="345894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23" name="Shape 123"/>
          <p:cNvSpPr/>
          <p:nvPr/>
        </p:nvSpPr>
        <p:spPr>
          <a:xfrm>
            <a:off y="5130592" x="370449"/>
            <a:ext cy="1727400" cx="322317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124" name="Shape 124"/>
          <p:cNvSpPr txBox="1"/>
          <p:nvPr/>
        </p:nvSpPr>
        <p:spPr>
          <a:xfrm>
            <a:off y="6509800" x="8646600"/>
            <a:ext cy="425700" cx="4974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ST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8" name="Shape 12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9" name="Shape 129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Discussion paper</a:t>
            </a:r>
          </a:p>
        </p:txBody>
      </p:sp>
      <p:sp>
        <p:nvSpPr>
          <p:cNvPr id="130" name="Shape 130"/>
          <p:cNvSpPr/>
          <p:nvPr/>
        </p:nvSpPr>
        <p:spPr>
          <a:xfrm>
            <a:off y="2916750" x="177973"/>
            <a:ext cy="1499250" cx="8635649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131" name="Shape 131"/>
          <p:cNvSpPr txBox="1"/>
          <p:nvPr/>
        </p:nvSpPr>
        <p:spPr>
          <a:xfrm>
            <a:off y="1417650" x="457200"/>
            <a:ext cy="1499100" cx="77271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buNone/>
            </a:pPr>
            <a:r>
              <a:rPr sz="2400" lang="en"/>
              <a:t>Public discussion paper now available: http://www.opengeospatial.org/standards/dp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5" name="Shape 13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6" name="Shape 136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/>
              <a:t>The path to a standard </a:t>
            </a:r>
          </a:p>
          <a:p>
            <a:pPr>
              <a:buNone/>
            </a:pPr>
            <a:r>
              <a:rPr sz="2400" lang="en"/>
              <a:t>OGC Process</a:t>
            </a:r>
          </a:p>
        </p:txBody>
      </p:sp>
      <p:sp>
        <p:nvSpPr>
          <p:cNvPr id="137" name="Shape 137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lnSpc>
                <a:spcPct val="150000"/>
              </a:lnSpc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"/>
              <a:t>Interoperability experiment</a:t>
            </a:r>
          </a:p>
          <a:p>
            <a:pPr rtl="0" lvl="0" indent="-419100" marL="457200">
              <a:lnSpc>
                <a:spcPct val="150000"/>
              </a:lnSpc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"/>
              <a:t>SWIG formation</a:t>
            </a:r>
          </a:p>
          <a:p>
            <a:pPr rtl="0" lvl="0" indent="-419100" marL="457200">
              <a:lnSpc>
                <a:spcPct val="150000"/>
              </a:lnSpc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"/>
              <a:t>Standard development</a:t>
            </a:r>
          </a:p>
          <a:p>
            <a:pPr rtl="0" lvl="0" indent="-419100" marL="457200">
              <a:lnSpc>
                <a:spcPct val="150000"/>
              </a:lnSpc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"/>
              <a:t>Submit RFC for OAB review</a:t>
            </a:r>
          </a:p>
          <a:p>
            <a:pPr rtl="0" lvl="0" indent="-419100" marL="457200">
              <a:lnSpc>
                <a:spcPct val="150000"/>
              </a:lnSpc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"/>
              <a:t>Public RFC</a:t>
            </a:r>
          </a:p>
          <a:p>
            <a:pPr lvl="0" indent="-419100" marL="457200">
              <a:lnSpc>
                <a:spcPct val="150000"/>
              </a:lnSpc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"/>
              <a:t>Adoption vote</a:t>
            </a:r>
          </a:p>
        </p:txBody>
      </p:sp>
      <p:sp>
        <p:nvSpPr>
          <p:cNvPr id="138" name="Shape 138"/>
          <p:cNvSpPr txBox="1"/>
          <p:nvPr/>
        </p:nvSpPr>
        <p:spPr>
          <a:xfrm>
            <a:off y="6509800" x="8646600"/>
            <a:ext cy="425700" cx="4974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S</a:t>
            </a: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2" name="Shape 14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3" name="Shape 143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Clr>
                <a:srgbClr val="000000"/>
              </a:buClr>
              <a:buSzPct val="30555"/>
              <a:buFont typeface="Arial"/>
              <a:buNone/>
            </a:pPr>
            <a:r>
              <a:rPr lang="en"/>
              <a:t>The path to a standard </a:t>
            </a:r>
          </a:p>
          <a:p>
            <a:pPr lvl="0">
              <a:buClr>
                <a:srgbClr val="000000"/>
              </a:buClr>
              <a:buSzPct val="45833"/>
              <a:buFont typeface="Arial"/>
              <a:buNone/>
            </a:pPr>
            <a:r>
              <a:rPr sz="2400" lang="en"/>
              <a:t>Interoperability Experiment</a:t>
            </a:r>
          </a:p>
        </p:txBody>
      </p:sp>
      <p:sp>
        <p:nvSpPr>
          <p:cNvPr id="144" name="Shape 144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  <p:sp>
        <p:nvSpPr>
          <p:cNvPr id="145" name="Shape 145"/>
          <p:cNvSpPr/>
          <p:nvPr/>
        </p:nvSpPr>
        <p:spPr>
          <a:xfrm>
            <a:off y="1680925" x="1393749"/>
            <a:ext cy="4967700" cx="65536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46" name="Shape 146"/>
          <p:cNvSpPr txBox="1"/>
          <p:nvPr/>
        </p:nvSpPr>
        <p:spPr>
          <a:xfrm>
            <a:off y="6509800" x="8646600"/>
            <a:ext cy="425700" cx="4974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S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0" name="Shape 15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1" name="Shape 151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/>
              <a:t>The path to a standard </a:t>
            </a:r>
          </a:p>
          <a:p>
            <a:pPr rtl="0" lvl="0">
              <a:buNone/>
            </a:pPr>
            <a:r>
              <a:rPr sz="2400" lang="en"/>
              <a:t>IE Execution</a:t>
            </a:r>
          </a:p>
        </p:txBody>
      </p:sp>
      <p:sp>
        <p:nvSpPr>
          <p:cNvPr id="152" name="Shape 152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Activity Plan</a:t>
            </a:r>
          </a:p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IE execution</a:t>
            </a:r>
          </a:p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Deliverables</a:t>
            </a:r>
          </a:p>
          <a:p>
            <a:pPr rtl="0" lvl="1" indent="-381000" marL="91440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/>
              <a:t>Engineering report   </a:t>
            </a:r>
          </a:p>
          <a:p>
            <a:pPr rtl="0" lvl="1" indent="-381000" marL="91440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/>
              <a:t>Demo at 2014 Hydro DWG</a:t>
            </a:r>
          </a:p>
        </p:txBody>
      </p:sp>
      <p:sp>
        <p:nvSpPr>
          <p:cNvPr id="153" name="Shape 153"/>
          <p:cNvSpPr txBox="1"/>
          <p:nvPr/>
        </p:nvSpPr>
        <p:spPr>
          <a:xfrm>
            <a:off y="6509800" x="8646600"/>
            <a:ext cy="425700" cx="4974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S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7" name="Shape 15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8" name="Shape 158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IE Activity plan development</a:t>
            </a:r>
          </a:p>
        </p:txBody>
      </p:sp>
      <p:sp>
        <p:nvSpPr>
          <p:cNvPr id="159" name="Shape 159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
</a:t>
            </a:r>
            <a:r>
              <a:rPr lang="en"/>
              <a:t>Initiator organisations</a:t>
            </a:r>
          </a:p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Participant organisations</a:t>
            </a:r>
          </a:p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Description</a:t>
            </a:r>
          </a:p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Technical approach</a:t>
            </a:r>
          </a:p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Deliverables</a:t>
            </a:r>
          </a:p>
        </p:txBody>
      </p:sp>
      <p:sp>
        <p:nvSpPr>
          <p:cNvPr id="160" name="Shape 160"/>
          <p:cNvSpPr txBox="1"/>
          <p:nvPr/>
        </p:nvSpPr>
        <p:spPr>
          <a:xfrm>
            <a:off y="6509800" x="8646600"/>
            <a:ext cy="425700" cx="4974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S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4" name="Shape 16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5" name="Shape 16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Clr>
                <a:srgbClr val="000000"/>
              </a:buClr>
              <a:buSzPct val="30555"/>
              <a:buFont typeface="Arial"/>
              <a:buNone/>
            </a:pPr>
            <a:r>
              <a:rPr lang="en"/>
              <a:t>IE Activity plan development</a:t>
            </a:r>
          </a:p>
          <a:p>
            <a:pPr lvl="0">
              <a:buClr>
                <a:srgbClr val="000000"/>
              </a:buClr>
              <a:buSzPct val="30555"/>
              <a:buFont typeface="Arial"/>
              <a:buNone/>
            </a:pPr>
            <a:r>
              <a:rPr lang="en"/>
              <a:t> - Description</a:t>
            </a:r>
          </a:p>
        </p:txBody>
      </p:sp>
      <p:sp>
        <p:nvSpPr>
          <p:cNvPr id="166" name="Shape 166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Objectives</a:t>
            </a:r>
          </a:p>
          <a:p>
            <a:pPr rtl="0" lvl="1" indent="-381000" marL="914400">
              <a:buClr>
                <a:schemeClr val="dk1"/>
              </a:buClr>
              <a:buSzPct val="80000"/>
              <a:buFont typeface="Arial"/>
              <a:buAutoNum type="alphaLcPeriod"/>
            </a:pPr>
            <a:r>
              <a:rPr lang="en"/>
              <a:t>Demonstrate on demand retrieval and analysis of rating and gauging data</a:t>
            </a:r>
          </a:p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Use cases</a:t>
            </a:r>
          </a:p>
          <a:p>
            <a:pPr rtl="0" lvl="1" indent="-381000" marL="914400">
              <a:buClr>
                <a:schemeClr val="dk1"/>
              </a:buClr>
              <a:buSzPct val="80000"/>
              <a:buFont typeface="Arial"/>
              <a:buAutoNum type="alphaLcPeriod"/>
            </a:pPr>
            <a:r>
              <a:rPr lang="en"/>
              <a:t>Public / Researcher data user</a:t>
            </a:r>
          </a:p>
          <a:p>
            <a:pPr rtl="0" lvl="1" indent="-381000" marL="914400">
              <a:buClr>
                <a:schemeClr val="dk1"/>
              </a:buClr>
              <a:buSzPct val="80000"/>
              <a:buFont typeface="Arial"/>
              <a:buAutoNum type="alphaLcPeriod"/>
            </a:pPr>
            <a:r>
              <a:rPr lang="en"/>
              <a:t>Corporate data users</a:t>
            </a:r>
          </a:p>
          <a:p>
            <a:pPr rtl="0" lvl="2" indent="-381000" marL="1371600"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en"/>
              <a:t>Current rating</a:t>
            </a:r>
          </a:p>
          <a:p>
            <a:pPr rtl="0" lvl="2" indent="-381000" marL="1371600"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en"/>
              <a:t>Family of ratings</a:t>
            </a:r>
          </a:p>
          <a:p>
            <a:pPr rtl="0" lvl="1" indent="-381000" marL="914400">
              <a:buClr>
                <a:schemeClr val="dk1"/>
              </a:buClr>
              <a:buSzPct val="80000"/>
              <a:buFont typeface="Arial"/>
              <a:buAutoNum type="alphaLcPeriod"/>
            </a:pPr>
            <a:r>
              <a:rPr lang="en"/>
              <a:t>Stretch use case</a:t>
            </a:r>
          </a:p>
          <a:p>
            <a:pPr lvl="2" indent="-381000" marL="1371600"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en"/>
              <a:t>Notification on update of changed rating</a:t>
            </a:r>
          </a:p>
        </p:txBody>
      </p:sp>
      <p:sp>
        <p:nvSpPr>
          <p:cNvPr id="167" name="Shape 167"/>
          <p:cNvSpPr txBox="1"/>
          <p:nvPr/>
        </p:nvSpPr>
        <p:spPr>
          <a:xfrm>
            <a:off y="6509800" x="8646600"/>
            <a:ext cy="425700" cx="4974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ST</a:t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71" name="Shape 17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2" name="Shape 172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/>
              <a:t>IE Activity plan development</a:t>
            </a:r>
          </a:p>
          <a:p>
            <a:pPr rtl="0" lvl="0">
              <a:buNone/>
            </a:pPr>
            <a:r>
              <a:rPr lang="en"/>
              <a:t> - Initiator organisations</a:t>
            </a:r>
          </a:p>
        </p:txBody>
      </p:sp>
      <p:sp>
        <p:nvSpPr>
          <p:cNvPr id="173" name="Shape 173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CSIRO</a:t>
            </a:r>
          </a:p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BOM</a:t>
            </a:r>
          </a:p>
          <a:p>
            <a:pPr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?</a:t>
            </a:r>
          </a:p>
        </p:txBody>
      </p:sp>
      <p:sp>
        <p:nvSpPr>
          <p:cNvPr id="174" name="Shape 174"/>
          <p:cNvSpPr txBox="1"/>
          <p:nvPr/>
        </p:nvSpPr>
        <p:spPr>
          <a:xfrm>
            <a:off y="6586000" x="8646600"/>
            <a:ext cy="425700" cx="4974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S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78" name="Shape 17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9" name="Shape 179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Clr>
                <a:srgbClr val="000000"/>
              </a:buClr>
              <a:buSzPct val="30555"/>
              <a:buFont typeface="Arial"/>
              <a:buNone/>
            </a:pPr>
            <a:r>
              <a:rPr lang="en"/>
              <a:t>IE Activity plan development</a:t>
            </a:r>
          </a:p>
          <a:p>
            <a:pPr rtl="0" lvl="0">
              <a:buNone/>
            </a:pPr>
            <a:r>
              <a:rPr lang="en"/>
              <a:t> - Participant organisations</a:t>
            </a:r>
          </a:p>
        </p:txBody>
      </p:sp>
      <p:sp>
        <p:nvSpPr>
          <p:cNvPr id="180" name="Shape 180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CSIRO</a:t>
            </a:r>
          </a:p>
          <a:p>
            <a:pPr rtl="0" lvl="1" indent="-381000" marL="91440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/>
              <a:t>Standard drafting</a:t>
            </a:r>
          </a:p>
          <a:p>
            <a:pPr rtl="0" lvl="1" indent="-381000" marL="91440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/>
              <a:t>HTML client - public user use case</a:t>
            </a:r>
          </a:p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BOM</a:t>
            </a:r>
          </a:p>
          <a:p>
            <a:pPr rtl="0" lvl="1" indent="-381000" marL="91440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/>
              <a:t>IE coordination</a:t>
            </a:r>
          </a:p>
          <a:p>
            <a:pPr rtl="0" lvl="1" indent="-381000" marL="91440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/>
              <a:t>Enterprise data serving?</a:t>
            </a:r>
          </a:p>
          <a:p>
            <a:pPr rtl="0" lvl="1" indent="-381000" marL="91440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/>
              <a:t>Data consuming client</a:t>
            </a:r>
          </a:p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?</a:t>
            </a:r>
          </a:p>
          <a:p>
            <a:r>
              <a:t/>
            </a:r>
          </a:p>
        </p:txBody>
      </p:sp>
      <p:sp>
        <p:nvSpPr>
          <p:cNvPr id="181" name="Shape 181"/>
          <p:cNvSpPr txBox="1"/>
          <p:nvPr/>
        </p:nvSpPr>
        <p:spPr>
          <a:xfrm>
            <a:off y="6586000" x="8646600"/>
            <a:ext cy="425700" cx="4974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S</a:t>
            </a: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85" name="Shape 18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6" name="Shape 186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/>
              <a:t>IE Activity plan development</a:t>
            </a:r>
          </a:p>
          <a:p>
            <a:pPr rtl="0" lvl="0">
              <a:buNone/>
            </a:pPr>
            <a:r>
              <a:rPr lang="en"/>
              <a:t> - Participant organisations</a:t>
            </a:r>
          </a:p>
        </p:txBody>
      </p:sp>
      <p:sp>
        <p:nvSpPr>
          <p:cNvPr id="187" name="Shape 187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rgbClr val="000000"/>
              </a:buClr>
              <a:buSzPct val="45833"/>
              <a:buFont typeface="Arial"/>
              <a:buNone/>
            </a:pPr>
            <a:r>
              <a:rPr b="1" sz="2400" lang="en">
                <a:solidFill>
                  <a:srgbClr val="000000"/>
                </a:solidFill>
              </a:rPr>
              <a:t>Non-OGC Member Observers</a:t>
            </a:r>
          </a:p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DPIPWE</a:t>
            </a:r>
          </a:p>
          <a:p>
            <a:pPr rtl="0" lvl="1" indent="-381000" marL="914400">
              <a:buClr>
                <a:schemeClr val="dk1"/>
              </a:buClr>
              <a:buSzPct val="133333"/>
              <a:buFont typeface="Courier New"/>
              <a:buChar char="o"/>
            </a:pPr>
            <a:r>
              <a:rPr sz="1800" lang="en"/>
              <a:t>Department of Primary Industries, Parks, Water and Environment</a:t>
            </a:r>
          </a:p>
          <a:p>
            <a:pPr rtl="0" lvl="1" indent="-381000" marL="914400">
              <a:buClr>
                <a:schemeClr val="dk1"/>
              </a:buClr>
              <a:buSzPct val="133333"/>
              <a:buFont typeface="Courier New"/>
              <a:buChar char="o"/>
            </a:pPr>
            <a:r>
              <a:rPr sz="1800" lang="en"/>
              <a:t>Ratings service provision </a:t>
            </a:r>
          </a:p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NOW</a:t>
            </a:r>
          </a:p>
          <a:p>
            <a:pPr rtl="0" lvl="1" indent="-381000" marL="914400">
              <a:buClr>
                <a:schemeClr val="dk1"/>
              </a:buClr>
              <a:buSzPct val="133333"/>
              <a:buFont typeface="Courier New"/>
              <a:buChar char="o"/>
            </a:pPr>
            <a:r>
              <a:rPr sz="1800" lang="en"/>
              <a:t>New South Wales Office of Water</a:t>
            </a:r>
          </a:p>
          <a:p>
            <a:pPr rtl="0" lvl="1" indent="-381000" marL="914400">
              <a:buClr>
                <a:schemeClr val="dk1"/>
              </a:buClr>
              <a:buSzPct val="133333"/>
              <a:buFont typeface="Courier New"/>
              <a:buChar char="o"/>
            </a:pPr>
            <a:r>
              <a:rPr sz="1800" lang="en"/>
              <a:t>Ratings service provision</a:t>
            </a:r>
          </a:p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MDBA</a:t>
            </a:r>
          </a:p>
          <a:p>
            <a:pPr rtl="0" lvl="1" indent="-381000" marL="914400">
              <a:buClr>
                <a:schemeClr val="dk1"/>
              </a:buClr>
              <a:buSzPct val="133333"/>
              <a:buFont typeface="Courier New"/>
              <a:buChar char="o"/>
            </a:pPr>
            <a:r>
              <a:rPr sz="1800" lang="en"/>
              <a:t>Murray Darling Basin Authority</a:t>
            </a:r>
          </a:p>
          <a:p>
            <a:pPr rtl="0" lvl="1" indent="-381000" marL="914400">
              <a:buClr>
                <a:schemeClr val="dk1"/>
              </a:buClr>
              <a:buSzPct val="133333"/>
              <a:buFont typeface="Courier New"/>
              <a:buChar char="o"/>
            </a:pPr>
            <a:r>
              <a:rPr sz="1800" lang="en"/>
              <a:t>Current rating consumer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188" name="Shape 188"/>
          <p:cNvSpPr txBox="1"/>
          <p:nvPr/>
        </p:nvSpPr>
        <p:spPr>
          <a:xfrm>
            <a:off y="6586000" x="8646600"/>
            <a:ext cy="425700" cx="4974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S</a:t>
            </a: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92" name="Shape 19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93" name="Shape 193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/>
              <a:t>IE Activity plan development</a:t>
            </a:r>
          </a:p>
          <a:p>
            <a:pPr rtl="0" lvl="0">
              <a:buNone/>
            </a:pPr>
            <a:r>
              <a:rPr lang="en"/>
              <a:t> - Discussion</a:t>
            </a:r>
          </a:p>
        </p:txBody>
      </p:sp>
      <p:sp>
        <p:nvSpPr>
          <p:cNvPr id="194" name="Shape 194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Currently only the public/researcher use case makes use of gauging observations</a:t>
            </a:r>
          </a:p>
          <a:p>
            <a:r>
              <a:t/>
            </a:r>
          </a:p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Ideas (and participation) are welcome for more</a:t>
            </a:r>
          </a:p>
          <a:p>
            <a:pPr rtl="0" lvl="1" indent="-381000" marL="91440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/>
              <a:t>e.g. including cross-sections</a:t>
            </a:r>
          </a:p>
        </p:txBody>
      </p:sp>
      <p:sp>
        <p:nvSpPr>
          <p:cNvPr id="195" name="Shape 195"/>
          <p:cNvSpPr txBox="1"/>
          <p:nvPr/>
        </p:nvSpPr>
        <p:spPr>
          <a:xfrm>
            <a:off y="6586000" x="8646600"/>
            <a:ext cy="425700" cx="4974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S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99" name="Shape 19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0" name="Shape 200"/>
          <p:cNvSpPr txBox="1"/>
          <p:nvPr>
            <p:ph idx="1" type="body"/>
          </p:nvPr>
        </p:nvSpPr>
        <p:spPr>
          <a:xfrm>
            <a:off y="270000" x="360362"/>
            <a:ext cy="893781" cx="8459999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>
            <a:pPr algn="l" rtl="0" lvl="0" marR="0" indent="0" marL="0">
              <a:lnSpc>
                <a:spcPct val="85000"/>
              </a:lnSpc>
              <a:spcBef>
                <a:spcPts val="0"/>
              </a:spcBef>
              <a:spcAft>
                <a:spcPts val="283"/>
              </a:spcAft>
              <a:buClr>
                <a:schemeClr val="accent2"/>
              </a:buClr>
              <a:buSzPct val="25000"/>
              <a:buFont typeface="Calibri"/>
              <a:buNone/>
            </a:pPr>
            <a:r>
              <a:rPr strike="noStrike" u="none" b="1" cap="none" baseline="0" sz="3600" lang="en" i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Interoperability Experiment</a:t>
            </a:r>
          </a:p>
        </p:txBody>
      </p:sp>
      <p:sp>
        <p:nvSpPr>
          <p:cNvPr id="201" name="Shape 201"/>
          <p:cNvSpPr txBox="1"/>
          <p:nvPr>
            <p:ph idx="11" type="ftr"/>
          </p:nvPr>
        </p:nvSpPr>
        <p:spPr>
          <a:xfrm>
            <a:off y="6356350" x="3124200"/>
            <a:ext cy="365125" cx="2895600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 algn="ctr" rtl="0" lvl="0" marR="0" indent="0" marL="0">
              <a:buSzPct val="25000"/>
              <a:buNone/>
            </a:pPr>
            <a:r>
              <a:rPr strike="noStrike" u="none" b="0" cap="none" baseline="0" sz="1200" lang="en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WIRADA II Informatics  |  Presenter name  |  Page 2</a:t>
            </a:r>
          </a:p>
        </p:txBody>
      </p:sp>
      <p:sp>
        <p:nvSpPr>
          <p:cNvPr id="202" name="Shape 202"/>
          <p:cNvSpPr/>
          <p:nvPr/>
        </p:nvSpPr>
        <p:spPr>
          <a:xfrm>
            <a:off y="1163782" x="2333278"/>
            <a:ext cy="1165008" cx="187739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EDBFF"/>
              </a:gs>
              <a:gs pos="35000">
                <a:srgbClr val="D1E5FE"/>
              </a:gs>
              <a:gs pos="100000">
                <a:srgbClr val="EEF5FF"/>
              </a:gs>
            </a:gsLst>
            <a:lin ang="16200000" scaled="0"/>
          </a:gradFill>
          <a:ln w="9525" cap="flat">
            <a:solidFill>
              <a:srgbClr val="4A7DBB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45700" rIns="91425" lIns="91425" tIns="45700" anchor="ctr" anchorCtr="0">
            <a:noAutofit/>
          </a:bodyPr>
          <a:lstStyle/>
          <a:p>
            <a:pPr algn="ctr" rtl="0" lvl="0" marR="0" indent="0" marL="0">
              <a:buSzPct val="25000"/>
              <a:buNone/>
            </a:pPr>
            <a:r>
              <a:rPr strike="noStrike" u="none" b="0" cap="none" baseline="0" sz="1800" lang="en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Bureau</a:t>
            </a:r>
          </a:p>
        </p:txBody>
      </p:sp>
      <p:sp>
        <p:nvSpPr>
          <p:cNvPr id="203" name="Shape 203"/>
          <p:cNvSpPr/>
          <p:nvPr/>
        </p:nvSpPr>
        <p:spPr>
          <a:xfrm>
            <a:off y="4847251" x="2022088"/>
            <a:ext cy="1083682" cx="174634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EDBFF"/>
              </a:gs>
              <a:gs pos="35000">
                <a:srgbClr val="D1E5FE"/>
              </a:gs>
              <a:gs pos="100000">
                <a:srgbClr val="EEF5FF"/>
              </a:gs>
            </a:gsLst>
            <a:lin ang="16200000" scaled="0"/>
          </a:gradFill>
          <a:ln w="9525" cap="flat">
            <a:solidFill>
              <a:srgbClr val="4A7DBB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45700" rIns="91425" lIns="91425" tIns="45700" anchor="ctr" anchorCtr="0">
            <a:noAutofit/>
          </a:bodyPr>
          <a:lstStyle/>
          <a:p>
            <a:pPr algn="ctr" rtl="0" lvl="0" marR="0" indent="0" marL="0">
              <a:buSzPct val="25000"/>
              <a:buNone/>
            </a:pPr>
            <a:r>
              <a:rPr strike="noStrike" u="none" b="0" cap="none" baseline="0" sz="1800" lang="en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NSW Office of Water</a:t>
            </a:r>
          </a:p>
        </p:txBody>
      </p:sp>
      <p:sp>
        <p:nvSpPr>
          <p:cNvPr id="204" name="Shape 204"/>
          <p:cNvSpPr/>
          <p:nvPr/>
        </p:nvSpPr>
        <p:spPr>
          <a:xfrm>
            <a:off y="1163782" x="4505505"/>
            <a:ext cy="1165008" cx="174634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C0BE"/>
              </a:gs>
              <a:gs pos="35000">
                <a:srgbClr val="FFD2D2"/>
              </a:gs>
              <a:gs pos="100000">
                <a:srgbClr val="FFEEEE"/>
              </a:gs>
            </a:gsLst>
            <a:lin ang="16200000" scaled="0"/>
          </a:gradFill>
          <a:ln w="9525" cap="flat">
            <a:solidFill>
              <a:srgbClr val="BE4B48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45700" rIns="91425" lIns="91425" tIns="45700" anchor="ctr" anchorCtr="0">
            <a:noAutofit/>
          </a:bodyPr>
          <a:lstStyle/>
          <a:p>
            <a:pPr algn="ctr" rtl="0" lvl="0" marR="0" indent="0" marL="0">
              <a:buSzPct val="25000"/>
              <a:buNone/>
            </a:pPr>
            <a:r>
              <a:rPr strike="noStrike" u="none" b="0" cap="none" baseline="0" sz="1800" lang="en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MDBA</a:t>
            </a:r>
          </a:p>
        </p:txBody>
      </p:sp>
      <p:sp>
        <p:nvSpPr>
          <p:cNvPr id="205" name="Shape 205"/>
          <p:cNvSpPr/>
          <p:nvPr/>
        </p:nvSpPr>
        <p:spPr>
          <a:xfrm>
            <a:off y="4847251" x="4460110"/>
            <a:ext cy="1083682" cx="174634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EDBFF"/>
              </a:gs>
              <a:gs pos="35000">
                <a:srgbClr val="D1E5FE"/>
              </a:gs>
              <a:gs pos="100000">
                <a:srgbClr val="EEF5FF"/>
              </a:gs>
            </a:gsLst>
            <a:lin ang="16200000" scaled="0"/>
          </a:gradFill>
          <a:ln w="9525" cap="flat">
            <a:solidFill>
              <a:srgbClr val="4A7DBB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45700" rIns="91425" lIns="91425" tIns="45700" anchor="ctr" anchorCtr="0">
            <a:noAutofit/>
          </a:bodyPr>
          <a:lstStyle/>
          <a:p>
            <a:pPr algn="ctr" rtl="0" lvl="0" marR="0" indent="0" marL="0">
              <a:buSzPct val="25000"/>
              <a:buNone/>
            </a:pPr>
            <a:r>
              <a:rPr strike="noStrike" u="none" b="0" cap="none" baseline="0" sz="1800" lang="en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 DPIPWE</a:t>
            </a:r>
          </a:p>
        </p:txBody>
      </p:sp>
      <p:sp>
        <p:nvSpPr>
          <p:cNvPr id="206" name="Shape 206"/>
          <p:cNvSpPr/>
          <p:nvPr/>
        </p:nvSpPr>
        <p:spPr>
          <a:xfrm>
            <a:off y="3662892" x="2067483"/>
            <a:ext cy="464948" cx="1700945"/>
          </a:xfrm>
          <a:prstGeom prst="rect">
            <a:avLst/>
          </a:prstGeom>
          <a:gradFill>
            <a:gsLst>
              <a:gs pos="0">
                <a:srgbClr val="FFC0BE"/>
              </a:gs>
              <a:gs pos="35000">
                <a:srgbClr val="FFD2D2"/>
              </a:gs>
              <a:gs pos="100000">
                <a:srgbClr val="FFEEEE"/>
              </a:gs>
            </a:gsLst>
            <a:lin ang="16200000" scaled="0"/>
          </a:gradFill>
          <a:ln w="9525" cap="flat">
            <a:solidFill>
              <a:srgbClr val="BE4B48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45700" rIns="91425" lIns="91425" tIns="45700" anchor="ctr" anchorCtr="0">
            <a:noAutofit/>
          </a:bodyPr>
          <a:lstStyle/>
          <a:p>
            <a:pPr algn="ctr" rtl="0" lvl="0" marR="0" indent="0" marL="0">
              <a:buSzPct val="25000"/>
              <a:buNone/>
            </a:pPr>
            <a:r>
              <a:rPr strike="noStrike" u="none" b="0" cap="none" baseline="0" sz="1400" lang="en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WaterML2.0 part 2</a:t>
            </a:r>
          </a:p>
        </p:txBody>
      </p:sp>
      <p:sp>
        <p:nvSpPr>
          <p:cNvPr id="207" name="Shape 207"/>
          <p:cNvSpPr/>
          <p:nvPr/>
        </p:nvSpPr>
        <p:spPr>
          <a:xfrm>
            <a:off y="3662892" x="4452441"/>
            <a:ext cy="464948" cx="1700945"/>
          </a:xfrm>
          <a:prstGeom prst="rect">
            <a:avLst/>
          </a:prstGeom>
          <a:gradFill>
            <a:gsLst>
              <a:gs pos="0">
                <a:srgbClr val="FFC0BE"/>
              </a:gs>
              <a:gs pos="35000">
                <a:srgbClr val="FFD2D2"/>
              </a:gs>
              <a:gs pos="100000">
                <a:srgbClr val="FFEEEE"/>
              </a:gs>
            </a:gsLst>
            <a:lin ang="16200000" scaled="0"/>
          </a:gradFill>
          <a:ln w="9525" cap="flat">
            <a:solidFill>
              <a:srgbClr val="BE4B48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45700" rIns="91425" lIns="91425" tIns="45700" anchor="ctr" anchorCtr="0">
            <a:noAutofit/>
          </a:bodyPr>
          <a:lstStyle/>
          <a:p>
            <a:pPr algn="ctr" rtl="0" lvl="0" marR="0" indent="0" marL="0">
              <a:buSzPct val="25000"/>
              <a:buNone/>
            </a:pPr>
            <a:r>
              <a:rPr strike="noStrike" u="none" b="0" cap="none" baseline="0" sz="1400" lang="en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WaterML2.0 part 2</a:t>
            </a:r>
          </a:p>
        </p:txBody>
      </p:sp>
      <p:sp>
        <p:nvSpPr>
          <p:cNvPr id="208" name="Shape 208"/>
          <p:cNvSpPr/>
          <p:nvPr/>
        </p:nvSpPr>
        <p:spPr>
          <a:xfrm>
            <a:off y="4263923" x="2067483"/>
            <a:ext cy="379901" cx="1700945"/>
          </a:xfrm>
          <a:prstGeom prst="rect">
            <a:avLst/>
          </a:prstGeom>
          <a:gradFill>
            <a:gsLst>
              <a:gs pos="0">
                <a:srgbClr val="FFC0BE"/>
              </a:gs>
              <a:gs pos="35000">
                <a:srgbClr val="FFD2D2"/>
              </a:gs>
              <a:gs pos="100000">
                <a:srgbClr val="FFEEEE"/>
              </a:gs>
            </a:gsLst>
            <a:lin ang="16200000" scaled="0"/>
          </a:gradFill>
          <a:ln w="9525" cap="flat">
            <a:solidFill>
              <a:srgbClr val="BE4B48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45700" rIns="91425" lIns="91425" tIns="45700" anchor="ctr" anchorCtr="0">
            <a:noAutofit/>
          </a:bodyPr>
          <a:lstStyle/>
          <a:p>
            <a:pPr algn="ctr" rtl="0" lvl="0" marR="0" indent="0" marL="0">
              <a:buSzPct val="25000"/>
              <a:buNone/>
            </a:pPr>
            <a:r>
              <a:rPr strike="noStrike" u="none" b="0" cap="none" baseline="0" sz="1400" lang="en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KISTERS products</a:t>
            </a:r>
          </a:p>
        </p:txBody>
      </p:sp>
      <p:sp>
        <p:nvSpPr>
          <p:cNvPr id="209" name="Shape 209"/>
          <p:cNvSpPr/>
          <p:nvPr/>
        </p:nvSpPr>
        <p:spPr>
          <a:xfrm>
            <a:off y="4263923" x="4505505"/>
            <a:ext cy="379901" cx="1700945"/>
          </a:xfrm>
          <a:prstGeom prst="rect">
            <a:avLst/>
          </a:prstGeom>
          <a:gradFill>
            <a:gsLst>
              <a:gs pos="0">
                <a:srgbClr val="FFC0BE"/>
              </a:gs>
              <a:gs pos="35000">
                <a:srgbClr val="FFD2D2"/>
              </a:gs>
              <a:gs pos="100000">
                <a:srgbClr val="FFEEEE"/>
              </a:gs>
            </a:gsLst>
            <a:lin ang="16200000" scaled="0"/>
          </a:gradFill>
          <a:ln w="9525" cap="flat">
            <a:solidFill>
              <a:srgbClr val="BE4B48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45700" rIns="91425" lIns="91425" tIns="45700" anchor="ctr" anchorCtr="0">
            <a:noAutofit/>
          </a:bodyPr>
          <a:lstStyle/>
          <a:p>
            <a:pPr algn="ctr" rtl="0" lvl="0" marR="0" indent="0" marL="0">
              <a:buSzPct val="25000"/>
              <a:buNone/>
            </a:pPr>
            <a:r>
              <a:rPr strike="noStrike" u="none" b="0" cap="none" baseline="0" sz="1400" lang="en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Aquatic Informatics</a:t>
            </a:r>
          </a:p>
        </p:txBody>
      </p:sp>
      <p:cxnSp>
        <p:nvCxnSpPr>
          <p:cNvPr id="210" name="Shape 210"/>
          <p:cNvCxnSpPr>
            <a:stCxn id="202" idx="2"/>
            <a:endCxn id="206" idx="0"/>
          </p:cNvCxnSpPr>
          <p:nvPr/>
        </p:nvCxnSpPr>
        <p:spPr>
          <a:xfrm flipH="1">
            <a:off y="2328790" x="2917956"/>
            <a:ext cy="1334102" cx="354019"/>
          </a:xfrm>
          <a:prstGeom prst="straightConnector1">
            <a:avLst/>
          </a:prstGeom>
          <a:noFill/>
          <a:ln w="9525" cap="flat">
            <a:solidFill>
              <a:srgbClr val="8CB3E3"/>
            </a:solidFill>
            <a:prstDash val="solid"/>
            <a:round/>
            <a:headEnd w="lg" len="lg" type="stealth"/>
            <a:tailEnd w="lg" len="lg" type="stealth"/>
          </a:ln>
        </p:spPr>
      </p:cxnSp>
      <p:cxnSp>
        <p:nvCxnSpPr>
          <p:cNvPr id="211" name="Shape 211"/>
          <p:cNvCxnSpPr>
            <a:stCxn id="204" idx="2"/>
            <a:endCxn id="206" idx="0"/>
          </p:cNvCxnSpPr>
          <p:nvPr/>
        </p:nvCxnSpPr>
        <p:spPr>
          <a:xfrm flipH="1">
            <a:off y="2328790" x="2917956"/>
            <a:ext cy="1334102" cx="2460719"/>
          </a:xfrm>
          <a:prstGeom prst="straightConnector1">
            <a:avLst/>
          </a:prstGeom>
          <a:noFill/>
          <a:ln w="9525" cap="flat">
            <a:solidFill>
              <a:srgbClr val="8CB3E3"/>
            </a:solidFill>
            <a:prstDash val="solid"/>
            <a:round/>
            <a:headEnd w="lg" len="lg" type="stealth"/>
            <a:tailEnd w="lg" len="lg" type="stealth"/>
          </a:ln>
        </p:spPr>
      </p:cxnSp>
      <p:cxnSp>
        <p:nvCxnSpPr>
          <p:cNvPr id="212" name="Shape 212"/>
          <p:cNvCxnSpPr>
            <a:stCxn id="202" idx="2"/>
            <a:endCxn id="207" idx="0"/>
          </p:cNvCxnSpPr>
          <p:nvPr/>
        </p:nvCxnSpPr>
        <p:spPr>
          <a:xfrm>
            <a:off y="2328790" x="3271976"/>
            <a:ext cy="1334102" cx="2030937"/>
          </a:xfrm>
          <a:prstGeom prst="straightConnector1">
            <a:avLst/>
          </a:prstGeom>
          <a:noFill/>
          <a:ln w="9525" cap="flat">
            <a:solidFill>
              <a:srgbClr val="8CB3E3"/>
            </a:solidFill>
            <a:prstDash val="solid"/>
            <a:round/>
            <a:headEnd w="lg" len="lg" type="stealth"/>
            <a:tailEnd w="lg" len="lg" type="stealth"/>
          </a:ln>
        </p:spPr>
      </p:cxnSp>
      <p:sp>
        <p:nvSpPr>
          <p:cNvPr id="213" name="Shape 213"/>
          <p:cNvSpPr/>
          <p:nvPr/>
        </p:nvSpPr>
        <p:spPr>
          <a:xfrm>
            <a:off y="1189790" x="246421"/>
            <a:ext cy="668808" cx="1417819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EDBFF"/>
              </a:gs>
              <a:gs pos="35000">
                <a:srgbClr val="D1E5FE"/>
              </a:gs>
              <a:gs pos="100000">
                <a:srgbClr val="EEF5FF"/>
              </a:gs>
            </a:gsLst>
            <a:lin ang="16200000" scaled="0"/>
          </a:gradFill>
          <a:ln w="9525" cap="flat">
            <a:solidFill>
              <a:srgbClr val="4A7DBB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45700" rIns="91425" lIns="91425" tIns="45700" anchor="ctr" anchorCtr="0">
            <a:noAutofit/>
          </a:bodyPr>
          <a:lstStyle/>
          <a:p>
            <a:pPr algn="ctr" rtl="0" lvl="0" marR="0" indent="0" marL="0">
              <a:buSzPct val="25000"/>
              <a:buNone/>
            </a:pPr>
            <a:r>
              <a:rPr strike="noStrike" u="none" b="0" cap="none" baseline="0" sz="1800" lang="en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NSW hydro operators</a:t>
            </a:r>
          </a:p>
        </p:txBody>
      </p:sp>
      <p:sp>
        <p:nvSpPr>
          <p:cNvPr id="214" name="Shape 214"/>
          <p:cNvSpPr/>
          <p:nvPr/>
        </p:nvSpPr>
        <p:spPr>
          <a:xfrm>
            <a:off y="2020393" x="246421"/>
            <a:ext cy="668808" cx="1417819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EDBFF"/>
              </a:gs>
              <a:gs pos="35000">
                <a:srgbClr val="D1E5FE"/>
              </a:gs>
              <a:gs pos="100000">
                <a:srgbClr val="EEF5FF"/>
              </a:gs>
            </a:gsLst>
            <a:lin ang="16200000" scaled="0"/>
          </a:gradFill>
          <a:ln w="9525" cap="flat">
            <a:solidFill>
              <a:srgbClr val="4A7DBB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45700" rIns="91425" lIns="91425" tIns="45700" anchor="ctr" anchorCtr="0">
            <a:noAutofit/>
          </a:bodyPr>
          <a:lstStyle/>
          <a:p>
            <a:pPr algn="ctr" rtl="0" lvl="0" marR="0" indent="0" marL="0">
              <a:buSzPct val="25000"/>
              <a:buNone/>
            </a:pPr>
            <a:r>
              <a:rPr strike="noStrike" u="none" b="0" cap="none" baseline="0" sz="1800" lang="en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NSW state water</a:t>
            </a:r>
          </a:p>
        </p:txBody>
      </p:sp>
      <p:sp>
        <p:nvSpPr>
          <p:cNvPr id="215" name="Shape 215"/>
          <p:cNvSpPr/>
          <p:nvPr/>
        </p:nvSpPr>
        <p:spPr>
          <a:xfrm>
            <a:off y="1189790" x="6589239"/>
            <a:ext cy="1165008" cx="174634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BC3F7"/>
              </a:gs>
              <a:gs pos="35000">
                <a:srgbClr val="E6D6F8"/>
              </a:gs>
              <a:gs pos="100000">
                <a:srgbClr val="F6EFFC"/>
              </a:gs>
            </a:gsLst>
            <a:lin ang="16200000" scaled="0"/>
          </a:gradFill>
          <a:ln w="9525" cap="flat">
            <a:solidFill>
              <a:srgbClr val="7C60A0"/>
            </a:solidFill>
            <a:prstDash val="solid"/>
            <a:round/>
            <a:headEnd w="med" len="med" type="none"/>
            <a:tailEnd w="med" len="med" type="none"/>
          </a:ln>
        </p:spPr>
        <p:txBody>
          <a:bodyPr bIns="45700" rIns="91425" lIns="91425" tIns="45700" anchor="ctr" anchorCtr="0">
            <a:noAutofit/>
          </a:bodyPr>
          <a:lstStyle/>
          <a:p>
            <a:pPr algn="ctr" rtl="0" lvl="0" marR="0" indent="0" marL="0">
              <a:buSzPct val="25000"/>
              <a:buNone/>
            </a:pPr>
            <a:r>
              <a:rPr strike="noStrike" u="none" b="0" cap="none" baseline="0" sz="1800" lang="en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CSIRO/Researchers</a:t>
            </a:r>
          </a:p>
        </p:txBody>
      </p:sp>
      <p:cxnSp>
        <p:nvCxnSpPr>
          <p:cNvPr id="216" name="Shape 216"/>
          <p:cNvCxnSpPr>
            <a:stCxn id="215" idx="2"/>
            <a:endCxn id="206" idx="0"/>
          </p:cNvCxnSpPr>
          <p:nvPr/>
        </p:nvCxnSpPr>
        <p:spPr>
          <a:xfrm flipH="1">
            <a:off y="2354798" x="2917956"/>
            <a:ext cy="1308094" cx="4544453"/>
          </a:xfrm>
          <a:prstGeom prst="straightConnector1">
            <a:avLst/>
          </a:prstGeom>
          <a:noFill/>
          <a:ln w="9525" cap="flat">
            <a:solidFill>
              <a:srgbClr val="8CB3E3"/>
            </a:solidFill>
            <a:prstDash val="solid"/>
            <a:round/>
            <a:headEnd w="lg" len="lg" type="stealth"/>
            <a:tailEnd w="lg" len="lg" type="stealth"/>
          </a:ln>
        </p:spPr>
      </p:cxnSp>
      <p:cxnSp>
        <p:nvCxnSpPr>
          <p:cNvPr id="217" name="Shape 217"/>
          <p:cNvCxnSpPr>
            <a:stCxn id="215" idx="2"/>
            <a:endCxn id="207" idx="0"/>
          </p:cNvCxnSpPr>
          <p:nvPr/>
        </p:nvCxnSpPr>
        <p:spPr>
          <a:xfrm flipH="1">
            <a:off y="2354798" x="5302913"/>
            <a:ext cy="1308094" cx="2159496"/>
          </a:xfrm>
          <a:prstGeom prst="straightConnector1">
            <a:avLst/>
          </a:prstGeom>
          <a:noFill/>
          <a:ln w="9525" cap="flat">
            <a:solidFill>
              <a:srgbClr val="8CB3E3"/>
            </a:solidFill>
            <a:prstDash val="solid"/>
            <a:round/>
            <a:headEnd w="lg" len="lg" type="stealth"/>
            <a:tailEnd w="lg" len="lg" type="stealth"/>
          </a:ln>
        </p:spPr>
      </p:cxnSp>
      <p:cxnSp>
        <p:nvCxnSpPr>
          <p:cNvPr id="218" name="Shape 218"/>
          <p:cNvCxnSpPr>
            <a:stCxn id="214" idx="2"/>
            <a:endCxn id="206" idx="0"/>
          </p:cNvCxnSpPr>
          <p:nvPr/>
        </p:nvCxnSpPr>
        <p:spPr>
          <a:xfrm>
            <a:off y="2689201" x="955331"/>
            <a:ext cy="973690" cx="1962624"/>
          </a:xfrm>
          <a:prstGeom prst="straightConnector1">
            <a:avLst/>
          </a:prstGeom>
          <a:noFill/>
          <a:ln w="9525" cap="flat">
            <a:solidFill>
              <a:srgbClr val="8CB3E3"/>
            </a:solidFill>
            <a:prstDash val="solid"/>
            <a:round/>
            <a:headEnd w="lg" len="lg" type="stealth"/>
            <a:tailEnd w="lg" len="lg" type="stealth"/>
          </a:ln>
        </p:spPr>
      </p:cxnSp>
      <p:sp>
        <p:nvSpPr>
          <p:cNvPr id="219" name="Shape 219"/>
          <p:cNvSpPr txBox="1"/>
          <p:nvPr/>
        </p:nvSpPr>
        <p:spPr>
          <a:xfrm>
            <a:off y="3201226" x="6372876"/>
            <a:ext cy="923329" cx="2447486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>
            <a:pPr algn="l" rtl="0" lvl="0" marR="0" indent="0" marL="0">
              <a:buSzPct val="25000"/>
              <a:buNone/>
            </a:pPr>
            <a:r>
              <a:rPr strike="noStrike" u="none" b="0" cap="none" baseline="0" sz="1800" lang="en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Scenario 1: Bureau retrieving data from agencies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y="3431319" x="6372876"/>
            <a:ext cy="923329" cx="2447486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>
            <a:pPr algn="l" rtl="0" lvl="0" marR="0" indent="0" marL="0">
              <a:buSzPct val="25000"/>
              <a:buNone/>
            </a:pPr>
            <a:r>
              <a:rPr strike="noStrike" u="none" b="0" cap="none" baseline="0" sz="1800" lang="en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Scenario 2: MDBA latest rating from NOW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y="3651755" x="6589239"/>
            <a:ext cy="923329" cx="2447486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>
            <a:pPr algn="l" rtl="0" lvl="0" marR="0" indent="0" marL="0">
              <a:buSzPct val="25000"/>
              <a:buNone/>
            </a:pPr>
            <a:r>
              <a:rPr strike="noStrike" u="none" b="0" cap="none" baseline="0" sz="1800" lang="en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Scenario 3: Web analysis tool accessing all ratings</a:t>
            </a:r>
          </a:p>
        </p:txBody>
      </p:sp>
    </p:spTree>
  </p:cSld>
  <p:clrMapOvr>
    <a:masterClrMapping/>
  </p:clrMapOvr>
  <p:transition spd="slow">
    <p:cut/>
  </p:transition>
  <p:timing>
    <p:tnLst>
      <p:par>
        <p:cTn restart="never" dur="indefinite" nodeType="tmRoot">
          <p:childTnLst>
            <p:seq nextAc="seek" concurrent="1">
              <p:cTn id="2"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fill="hold" presetSubtype="0" presetClass="entr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fill="hold" presetSubtype="0" presetClass="entr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fill="hold" presetSubtype="0" presetClass="entr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fill="hold" presetSubtype="0" presetClass="entr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fill="hold" presetSubtype="0" presetClass="entr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fill="hold" presetSubtype="0" presetClass="entr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fill="hold" presetSubtype="0" presetClass="entr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fill="hold" presetSubtype="0" presetClass="entr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fill="hold" presetSubtype="0" presetClass="entr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fill="hold" presetSubtype="0" presetClass="entr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fill="hold" presetSubtype="0" presetClass="exit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presetID="10" fill="hold" presetSubtype="0" presetClass="exit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presetID="10" fill="hold" presetSubtype="0" presetClass="exit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presetID="10" fill="hold" presetSubtype="0" presetClass="entr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fill="hold" presetSubtype="0" presetClass="entr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fill="hold" presetSubtype="0" presetClass="entr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fill="hold" presetSubtype="0" presetClass="entr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fill="hold" presetSubtype="0" presetClass="entr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fill="hold" presetSubtype="0" presetClass="entr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fill="hold" presetSubtype="0" presetClass="entr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fill="hold" presetSubtype="0" presetClass="entr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fill="hold" presetSubtype="0" presetClass="entr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fill="hold" presetSubtype="0" presetClass="entr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presetID="10" fill="hold" presetSubtype="0" presetClass="exit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presetID="10" fill="hold" presetSubtype="0" presetClass="exit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presetID="10" fill="hold" presetSubtype="0" presetClass="exit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26" name="Shape 22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27" name="Shape 227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Clr>
                <a:srgbClr val="000000"/>
              </a:buClr>
              <a:buSzPct val="30555"/>
              <a:buFont typeface="Arial"/>
              <a:buNone/>
            </a:pPr>
            <a:r>
              <a:rPr lang="en"/>
              <a:t>IE Activity plan development</a:t>
            </a:r>
          </a:p>
          <a:p>
            <a:pPr lvl="0">
              <a:buClr>
                <a:srgbClr val="000000"/>
              </a:buClr>
              <a:buSzPct val="30555"/>
              <a:buFont typeface="Arial"/>
              <a:buNone/>
            </a:pPr>
            <a:r>
              <a:rPr lang="en"/>
              <a:t> - Technical approach</a:t>
            </a:r>
          </a:p>
        </p:txBody>
      </p:sp>
      <p:sp>
        <p:nvSpPr>
          <p:cNvPr id="228" name="Shape 228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RGS model components</a:t>
            </a:r>
          </a:p>
          <a:p>
            <a:r>
              <a:t/>
            </a:r>
          </a:p>
        </p:txBody>
      </p:sp>
      <p:graphicFrame>
        <p:nvGraphicFramePr>
          <p:cNvPr id="229" name="Shape 229"/>
          <p:cNvGraphicFramePr/>
          <p:nvPr/>
        </p:nvGraphicFramePr>
        <p:xfrm>
          <a:off y="2615450" x="522200"/>
          <a:ext cy="3000000" cx="3000000"/>
        </p:xfrm>
        <a:graphic>
          <a:graphicData uri="http://schemas.openxmlformats.org/drawingml/2006/table">
            <a:tbl>
              <a:tblPr>
                <a:noFill/>
                <a:tableStyleId>{91827B96-C46B-49B8-AF62-D310A8A164C7}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b="1" lang="en"/>
                        <a:t>Model component</a:t>
                      </a:r>
                    </a:p>
                  </a:txBody>
                  <a:tcPr marR="91425" marB="91425" marT="91425" marL="91425">
                    <a:solidFill>
                      <a:srgbClr val="F4CCC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b="1" lang="en"/>
                        <a:t>Service interface</a:t>
                      </a:r>
                    </a:p>
                  </a:txBody>
                  <a:tcPr marR="91425" marB="91425" marT="91425" marL="91425">
                    <a:solidFill>
                      <a:srgbClr val="F4CCC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b="1" lang="en"/>
                        <a:t>Comments</a:t>
                      </a:r>
                    </a:p>
                  </a:txBody>
                  <a:tcPr marR="91425" marB="91425" marT="91425" marL="91425"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Rating tables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WFS and/or RESTful API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Query support needs investigation</a:t>
                      </a:r>
                    </a:p>
                  </a:txBody>
                  <a:tcPr marR="91425" marB="91425" marT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Gaugings/Conversion Observations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SOS and/or RESTful API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Cross sections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WFS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Monitoring Points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WFS and/or SOS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/>
                  </a:txBody>
                  <a:tcPr marR="91425" marB="91425" marT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Catalog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CS/W?</a:t>
                      </a:r>
                    </a:p>
                  </a:txBody>
                  <a:tcPr marR="91425" marB="91425" marT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buNone/>
                      </a:pPr>
                      <a:r>
                        <a:rPr lang="en"/>
                        <a:t>Any learnings from CHISP-1 may help here</a:t>
                      </a:r>
                    </a:p>
                  </a:txBody>
                  <a:tcPr marR="91425" marB="91425" marT="91425" marL="91425"/>
                </a:tc>
              </a:tr>
            </a:tbl>
          </a:graphicData>
        </a:graphic>
      </p:graphicFrame>
      <p:sp>
        <p:nvSpPr>
          <p:cNvPr id="230" name="Shape 230"/>
          <p:cNvSpPr txBox="1"/>
          <p:nvPr/>
        </p:nvSpPr>
        <p:spPr>
          <a:xfrm>
            <a:off y="6509800" x="8646600"/>
            <a:ext cy="425700" cx="4974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T</a:t>
            </a:r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34" name="Shape 23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5" name="Shape 23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Quick demo client</a:t>
            </a:r>
          </a:p>
        </p:txBody>
      </p:sp>
      <p:sp>
        <p:nvSpPr>
          <p:cNvPr id="236" name="Shape 236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lang="en"/>
              <a:t>For online quick analysis/scrutiny use cases</a:t>
            </a: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40" name="Shape 24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41" name="Shape 241"/>
          <p:cNvSpPr txBox="1"/>
          <p:nvPr>
            <p:ph type="title"/>
          </p:nvPr>
        </p:nvSpPr>
        <p:spPr>
          <a:xfrm>
            <a:off y="1984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RESTful API for RGS</a:t>
            </a:r>
          </a:p>
        </p:txBody>
      </p:sp>
      <p:graphicFrame>
        <p:nvGraphicFramePr>
          <p:cNvPr id="242" name="Shape 242"/>
          <p:cNvGraphicFramePr/>
          <p:nvPr/>
        </p:nvGraphicFramePr>
        <p:xfrm>
          <a:off y="1666875" x="491350"/>
          <a:ext cy="3000000" cx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{F529B3FB-4FE4-486B-B05E-6382B016C6C6}</a:tableStyleId>
              </a:tblPr>
              <a:tblGrid>
                <a:gridCol w="1747750"/>
                <a:gridCol w="2378900"/>
                <a:gridCol w="3992600"/>
              </a:tblGrid>
              <a:tr h="266700"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lnSpc>
                          <a:spcPct val="130000"/>
                        </a:lnSpc>
                        <a:buNone/>
                      </a:pPr>
                      <a:r>
                        <a:rPr b="1" lang="en">
                          <a:solidFill>
                            <a:srgbClr val="5E5E5E"/>
                          </a:solidFill>
                        </a:rPr>
                        <a:t>Returns</a:t>
                      </a:r>
                    </a:p>
                  </a:txBody>
                  <a:tcPr marR="1428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lnSpc>
                          <a:spcPct val="130000"/>
                        </a:lnSpc>
                        <a:buNone/>
                      </a:pPr>
                      <a:r>
                        <a:rPr b="1" lang="en">
                          <a:solidFill>
                            <a:srgbClr val="5E5E5E"/>
                          </a:solidFill>
                        </a:rPr>
                        <a:t>URL</a:t>
                      </a:r>
                    </a:p>
                  </a:txBody>
                  <a:tcPr marR="1428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lnSpc>
                          <a:spcPct val="130000"/>
                        </a:lnSpc>
                        <a:buNone/>
                      </a:pPr>
                      <a:r>
                        <a:rPr b="1" lang="en">
                          <a:solidFill>
                            <a:srgbClr val="5E5E5E"/>
                          </a:solidFill>
                        </a:rPr>
                        <a:t>Description</a:t>
                      </a:r>
                    </a:p>
                  </a:txBody>
                  <a:tcPr marR="1428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  <a:solidFill>
                      <a:srgbClr val="F4CCCC"/>
                    </a:solidFill>
                  </a:tcPr>
                </a:tc>
              </a:tr>
              <a:tr h="266700"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MonitoringPoints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/monitoring-point/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Returns a list of all monitoring points. Current returns fully encoded descriptions rather than simple references.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  <a:tr h="266700"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MonitoringPoints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/monitoring-point/&lt;mp-id&gt;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Returns description of a specific monitoring point by ID.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  <a:tr h="266700"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ConversionGroup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/conversion-group/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Returns a list of all available conversion groups (combinations of monitoring-points/paramFrom/paramTo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  <a:tr h="266700"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ConversionGroup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/conversion-group/&lt;cg-id&gt;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Returns a specific conversion group description.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  <a:tr h="266700"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Conversion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/conversion/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Returns a list of all available conversions.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  <a:tr h="266700"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Conversion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/conversion/&lt;conv-id&gt;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Returns a specific conversion by its identifier.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  <a:tr h="266700"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ConversionPeriod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/conversion-period/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Returns a list of all available conversion periods.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  <a:tr h="266700"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ConversionPeriod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/conversion-period/&lt;conv-period-id&gt;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Returns a specific conversion period.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  <a:tr h="266700"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Gauging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/gauging/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Returns all available gauging observations.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  <a:tr h="266700"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Gauging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/gauging/&lt;gauging-id&gt;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rtl="0" lvl="0">
                        <a:buNone/>
                      </a:pPr>
                      <a:r>
                        <a:rPr lang="en">
                          <a:solidFill>
                            <a:srgbClr val="5E5E5E"/>
                          </a:solidFill>
                        </a:rPr>
                        <a:t>Returns a specific gauging observation by its identifier.</a:t>
                      </a:r>
                    </a:p>
                  </a:txBody>
                  <a:tcPr marR="66675" marB="47625" marT="47625" marL="66675">
                    <a:lnL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L>
                    <a:lnR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R>
                    <a:lnT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T>
                    <a:lnB w="9525" cap="flat">
                      <a:solidFill>
                        <a:srgbClr val="DDDDDD"/>
                      </a:solidFill>
                      <a:prstDash val="solid"/>
                      <a:round/>
                      <a:headEnd w="med" len="med" type="none"/>
                      <a:tailEnd w="med" len="med" type="none"/>
                    </a:lnB>
                  </a:tcPr>
                </a:tc>
              </a:tr>
            </a:tbl>
          </a:graphicData>
        </a:graphic>
      </p:graphicFrame>
      <p:sp>
        <p:nvSpPr>
          <p:cNvPr id="243" name="Shape 243"/>
          <p:cNvSpPr txBox="1"/>
          <p:nvPr/>
        </p:nvSpPr>
        <p:spPr>
          <a:xfrm>
            <a:off y="6509800" x="8646600"/>
            <a:ext cy="425700" cx="4974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T</a:t>
            </a: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47" name="Shape 24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48" name="Shape 248"/>
          <p:cNvSpPr txBox="1"/>
          <p:nvPr>
            <p:ph type="title"/>
          </p:nvPr>
        </p:nvSpPr>
        <p:spPr>
          <a:xfrm>
            <a:off y="1984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Clr>
                <a:srgbClr val="000000"/>
              </a:buClr>
              <a:buSzPct val="30555"/>
              <a:buFont typeface="Arial"/>
              <a:buNone/>
            </a:pPr>
            <a:r>
              <a:rPr lang="en"/>
              <a:t>IE Activity plan development</a:t>
            </a:r>
          </a:p>
          <a:p>
            <a:pPr rtl="0" lvl="0">
              <a:buNone/>
            </a:pPr>
            <a:r>
              <a:rPr lang="en"/>
              <a:t> - Technical approach</a:t>
            </a:r>
          </a:p>
        </p:txBody>
      </p:sp>
      <p:sp>
        <p:nvSpPr>
          <p:cNvPr id="249" name="Shape 249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Running software...</a:t>
            </a:r>
          </a:p>
          <a:p>
            <a:r>
              <a:t/>
            </a:r>
          </a:p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OGC Engineering Report</a:t>
            </a:r>
          </a:p>
          <a:p>
            <a:r>
              <a:t/>
            </a:r>
          </a:p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Demo to HydroDWG meeting in 2014</a:t>
            </a:r>
          </a:p>
          <a:p>
            <a:r>
              <a:t/>
            </a:r>
          </a:p>
        </p:txBody>
      </p:sp>
      <p:sp>
        <p:nvSpPr>
          <p:cNvPr id="250" name="Shape 250"/>
          <p:cNvSpPr txBox="1"/>
          <p:nvPr/>
        </p:nvSpPr>
        <p:spPr>
          <a:xfrm>
            <a:off y="6509800" x="8646600"/>
            <a:ext cy="425700" cx="4974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T</a:t>
            </a:r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54" name="Shape 25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55" name="Shape 25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Risk</a:t>
            </a:r>
          </a:p>
        </p:txBody>
      </p:sp>
      <p:sp>
        <p:nvSpPr>
          <p:cNvPr id="256" name="Shape 256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Organisational IT policies and practices</a:t>
            </a:r>
          </a:p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Software vendors</a:t>
            </a:r>
          </a:p>
          <a:p>
            <a:pPr rtl="0" lvl="1" indent="-381000" marL="91440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/>
              <a:t>release cycles</a:t>
            </a:r>
          </a:p>
          <a:p>
            <a:pPr lvl="1" indent="-381000" marL="91440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/>
              <a:t>ability for test/beta releases</a:t>
            </a:r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60" name="Shape 26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1" name="Shape 261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Clr>
                <a:srgbClr val="000000"/>
              </a:buClr>
              <a:buSzPct val="30555"/>
              <a:buFont typeface="Arial"/>
              <a:buNone/>
            </a:pPr>
            <a:r>
              <a:rPr lang="en"/>
              <a:t>IE Activity plan development</a:t>
            </a:r>
          </a:p>
          <a:p>
            <a:pPr lvl="0">
              <a:buClr>
                <a:srgbClr val="000000"/>
              </a:buClr>
              <a:buSzPct val="30555"/>
              <a:buFont typeface="Arial"/>
              <a:buNone/>
            </a:pPr>
            <a:r>
              <a:rPr lang="en"/>
              <a:t> - Methodology</a:t>
            </a:r>
          </a:p>
        </p:txBody>
      </p:sp>
      <p:sp>
        <p:nvSpPr>
          <p:cNvPr id="262" name="Shape 262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Software vendor deployment vs. deployment at an agency</a:t>
            </a:r>
          </a:p>
          <a:p>
            <a:pPr rtl="0" lvl="1" indent="-381000" marL="91440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/>
              <a:t>Vendor can serve an agencies data</a:t>
            </a:r>
          </a:p>
          <a:p>
            <a:pPr rtl="0" lvl="1" indent="-381000" marL="91440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/>
              <a:t>Versioning lifecycle - production vs development</a:t>
            </a:r>
          </a:p>
          <a:p>
            <a:r>
              <a:t/>
            </a:r>
          </a:p>
          <a:p>
            <a:pPr rtl="0" lvl="0">
              <a:buNone/>
            </a:pPr>
            <a:r>
              <a:rPr lang="en"/>
              <a:t>How to support short development cycles?</a:t>
            </a:r>
          </a:p>
          <a:p>
            <a:r>
              <a:t/>
            </a:r>
          </a:p>
          <a:p>
            <a:pPr rtl="0" lvl="0">
              <a:buNone/>
            </a:pPr>
            <a:r>
              <a:rPr lang="en"/>
              <a:t>Tools:</a:t>
            </a:r>
          </a:p>
          <a:p>
            <a:pPr rtl="0" lvl="1" indent="-381000" marL="91440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/>
              <a:t>Hydro DWG wiki</a:t>
            </a:r>
          </a:p>
          <a:p>
            <a:pPr rtl="0" lvl="1" indent="-381000" marL="91440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/>
              <a:t>JIRA</a:t>
            </a:r>
          </a:p>
          <a:p>
            <a:r>
              <a:t/>
            </a:r>
          </a:p>
        </p:txBody>
      </p:sp>
      <p:sp>
        <p:nvSpPr>
          <p:cNvPr id="263" name="Shape 263"/>
          <p:cNvSpPr txBox="1"/>
          <p:nvPr/>
        </p:nvSpPr>
        <p:spPr>
          <a:xfrm>
            <a:off y="6509800" x="8646600"/>
            <a:ext cy="425700" cx="4974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T</a:t>
            </a:r>
          </a:p>
        </p:txBody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67" name="Shape 26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8" name="Shape 268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Clr>
                <a:srgbClr val="000000"/>
              </a:buClr>
              <a:buSzPct val="30555"/>
              <a:buFont typeface="Arial"/>
              <a:buNone/>
            </a:pPr>
            <a:r>
              <a:rPr lang="en"/>
              <a:t>IE Activity plan development</a:t>
            </a:r>
          </a:p>
          <a:p>
            <a:pPr lvl="0">
              <a:buClr>
                <a:srgbClr val="000000"/>
              </a:buClr>
              <a:buSzPct val="30555"/>
              <a:buFont typeface="Arial"/>
              <a:buNone/>
            </a:pPr>
            <a:r>
              <a:rPr lang="en"/>
              <a:t> - Schedule</a:t>
            </a:r>
          </a:p>
        </p:txBody>
      </p:sp>
      <p:sp>
        <p:nvSpPr>
          <p:cNvPr id="269" name="Shape 269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Work though WIRADA draft </a:t>
            </a:r>
            <a:r>
              <a:rPr u="sng" lang="en">
                <a:solidFill>
                  <a:schemeClr val="hlink"/>
                </a:solidFill>
                <a:hlinkClick r:id="rId3"/>
              </a:rPr>
              <a:t>planning schedule</a:t>
            </a:r>
          </a:p>
        </p:txBody>
      </p:sp>
      <p:sp>
        <p:nvSpPr>
          <p:cNvPr id="270" name="Shape 270"/>
          <p:cNvSpPr txBox="1"/>
          <p:nvPr/>
        </p:nvSpPr>
        <p:spPr>
          <a:xfrm>
            <a:off y="6509800" x="8646600"/>
            <a:ext cy="425700" cx="4974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S</a:t>
            </a:r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74" name="Shape 27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75" name="Shape 27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Methodology</a:t>
            </a:r>
          </a:p>
        </p:txBody>
      </p:sp>
      <p:sp>
        <p:nvSpPr>
          <p:cNvPr id="276" name="Shape 276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Break into specific use case/work packages</a:t>
            </a:r>
          </a:p>
          <a:p>
            <a:r>
              <a:t/>
            </a:r>
          </a:p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Freeze a version of draft mode &amp; schema</a:t>
            </a:r>
          </a:p>
          <a:p>
            <a:r>
              <a:t/>
            </a:r>
          </a:p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Meetings</a:t>
            </a:r>
          </a:p>
          <a:p>
            <a:pPr rtl="0" lvl="1" indent="-381000" marL="91440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/>
              <a:t>Regular for each use case</a:t>
            </a:r>
          </a:p>
          <a:p>
            <a:pPr rtl="0" lvl="1" indent="-381000" marL="91440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/>
              <a:t>Less regular whole of IE catchup</a:t>
            </a:r>
          </a:p>
          <a:p>
            <a:pPr rtl="0" lvl="1" indent="-381000" marL="914400"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/>
              <a:t>Goto meeting</a:t>
            </a:r>
          </a:p>
        </p:txBody>
      </p:sp>
      <p:sp>
        <p:nvSpPr>
          <p:cNvPr id="277" name="Shape 277"/>
          <p:cNvSpPr txBox="1"/>
          <p:nvPr/>
        </p:nvSpPr>
        <p:spPr>
          <a:xfrm>
            <a:off y="6509800" x="8646600"/>
            <a:ext cy="425700" cx="4974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T</a:t>
            </a:r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81" name="Shape 28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2" name="Shape 282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sz="3000" lang="en"/>
              <a:t>Australian Hydrogrpahers Association</a:t>
            </a:r>
          </a:p>
          <a:p>
            <a:pPr>
              <a:buNone/>
            </a:pPr>
            <a:r>
              <a:rPr sz="3000" lang="en"/>
              <a:t>Data TRG</a:t>
            </a:r>
          </a:p>
        </p:txBody>
      </p:sp>
      <p:sp>
        <p:nvSpPr>
          <p:cNvPr id="283" name="Shape 283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 i="1">
                <a:solidFill>
                  <a:srgbClr val="666666"/>
                </a:solidFill>
              </a:rPr>
              <a:t>Objective :</a:t>
            </a:r>
            <a:r>
              <a:rPr lang="en"/>
              <a:t> </a:t>
            </a:r>
          </a:p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To investigate and recommend method(s) that:</a:t>
            </a:r>
          </a:p>
          <a:p>
            <a:pPr rtl="0" lvl="1" indent="-381000" marL="914400">
              <a:buClr>
                <a:schemeClr val="dk1"/>
              </a:buClr>
              <a:buSzPct val="100000"/>
              <a:buFont typeface="Courier New"/>
              <a:buChar char="o"/>
            </a:pPr>
            <a:r>
              <a:rPr sz="2400" lang="en"/>
              <a:t>Enable 'fit for use' assessment of a data set, particularly for secondary users of data.</a:t>
            </a:r>
          </a:p>
          <a:p>
            <a:pPr rtl="0" lvl="1" indent="-381000" marL="914400">
              <a:buClr>
                <a:schemeClr val="dk1"/>
              </a:buClr>
              <a:buSzPct val="100000"/>
              <a:buFont typeface="Courier New"/>
              <a:buChar char="o"/>
            </a:pPr>
            <a:r>
              <a:rPr sz="2400" lang="en"/>
              <a:t>Enable a data set to contain information that will enable 'fit for use' assessment. </a:t>
            </a:r>
          </a:p>
          <a:p>
            <a:pPr rtl="0" lvl="1" indent="-381000" marL="914400">
              <a:buClr>
                <a:schemeClr val="dk1"/>
              </a:buClr>
              <a:buSzPct val="100000"/>
              <a:buFont typeface="Courier New"/>
              <a:buChar char="o"/>
            </a:pPr>
            <a:r>
              <a:rPr sz="2400" lang="en"/>
              <a:t>Are well defined semantically and able to be applied nationally with constancy.</a:t>
            </a:r>
          </a:p>
          <a:p>
            <a:pPr rtl="0" lvl="1" indent="-381000" marL="914400">
              <a:buClr>
                <a:schemeClr val="dk1"/>
              </a:buClr>
              <a:buSzPct val="100000"/>
              <a:buFont typeface="Courier New"/>
              <a:buChar char="o"/>
            </a:pPr>
            <a:r>
              <a:rPr sz="2400" lang="en"/>
              <a:t>Are useful, pragmatic and sustainable in their application</a:t>
            </a:r>
          </a:p>
          <a:p>
            <a:pPr rtl="0" lvl="0" indent="-419100" marL="457200">
              <a:buClr>
                <a:schemeClr val="dk1"/>
              </a:buClr>
              <a:buSzPct val="166666"/>
              <a:buFont typeface="Arial"/>
              <a:buChar char="•"/>
            </a:pPr>
            <a:r>
              <a:rPr lang="en"/>
              <a:t>Look to make use of WML2.p2 range values</a:t>
            </a:r>
          </a:p>
          <a:p>
            <a:r>
              <a:t/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