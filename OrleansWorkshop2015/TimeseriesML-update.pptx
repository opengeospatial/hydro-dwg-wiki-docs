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0" r:id="rId2"/>
    <p:sldId id="282" r:id="rId3"/>
    <p:sldId id="283" r:id="rId4"/>
    <p:sldId id="284" r:id="rId5"/>
    <p:sldId id="290" r:id="rId6"/>
    <p:sldId id="289" r:id="rId7"/>
    <p:sldId id="287" r:id="rId8"/>
    <p:sldId id="285" r:id="rId9"/>
    <p:sldId id="286" r:id="rId10"/>
    <p:sldId id="28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ominic Lowe" initials="DL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8" autoAdjust="0"/>
    <p:restoredTop sz="86042" autoAdjust="0"/>
  </p:normalViewPr>
  <p:slideViewPr>
    <p:cSldViewPr showGuides="1">
      <p:cViewPr>
        <p:scale>
          <a:sx n="94" d="100"/>
          <a:sy n="94" d="100"/>
        </p:scale>
        <p:origin x="-1128" y="-80"/>
      </p:cViewPr>
      <p:guideLst>
        <p:guide orient="horz" pos="2160"/>
        <p:guide orient="horz" pos="799"/>
        <p:guide pos="2880"/>
        <p:guide pos="5556"/>
        <p:guide pos="226"/>
      </p:guideLst>
    </p:cSldViewPr>
  </p:slideViewPr>
  <p:outlineViewPr>
    <p:cViewPr>
      <p:scale>
        <a:sx n="33" d="100"/>
        <a:sy n="33" d="100"/>
      </p:scale>
      <p:origin x="0" y="58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78"/>
    </p:cViewPr>
  </p:sorterViewPr>
  <p:notesViewPr>
    <p:cSldViewPr showGuides="1">
      <p:cViewPr varScale="1">
        <p:scale>
          <a:sx n="54" d="100"/>
          <a:sy n="54" d="100"/>
        </p:scale>
        <p:origin x="-2844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interSettings" Target="printerSettings/printerSettings1.bin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05-27T14:30:57.983" idx="3">
    <p:pos x="10" y="10"/>
    <p:text>Would be good to have a slide on this about the Timeseries model.
probably a few of the interpolation type/anchor point diagrams from the spec will illustrate what types of properties of timeseries the model is interested in (I don't think you need to explain them in detail - just say we talk about things like how to interpolate between points in a timeseries etc).
This is really the most important (and interesting perhaps..) part of the spec imo!
</p:tex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596ABF-A499-4DC3-A5B1-DE9AC565DCE5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8010019-1E63-4E08-B04A-E21CFF2DE15B}">
      <dgm:prSet phldrT="[Text]" custT="1"/>
      <dgm:spPr/>
      <dgm:t>
        <a:bodyPr/>
        <a:lstStyle/>
        <a:p>
          <a:pPr algn="ctr"/>
          <a:r>
            <a:rPr lang="en-GB" altLang="en-US" sz="4400" dirty="0" err="1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Timeseries</a:t>
          </a:r>
          <a:r>
            <a:rPr lang="en-GB" altLang="en-US" sz="44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 Profile</a:t>
          </a:r>
        </a:p>
      </dgm:t>
    </dgm:pt>
    <dgm:pt modelId="{BF5F9BC9-A650-4DD2-876E-ECFAC3978963}" type="parTrans" cxnId="{C838930D-1ED2-4114-A9D0-88387C5C0AB8}">
      <dgm:prSet/>
      <dgm:spPr/>
      <dgm:t>
        <a:bodyPr/>
        <a:lstStyle/>
        <a:p>
          <a:endParaRPr lang="en-GB"/>
        </a:p>
      </dgm:t>
    </dgm:pt>
    <dgm:pt modelId="{89A655D2-2B77-437C-893B-5E87E4992101}" type="sibTrans" cxnId="{C838930D-1ED2-4114-A9D0-88387C5C0AB8}">
      <dgm:prSet/>
      <dgm:spPr/>
      <dgm:t>
        <a:bodyPr/>
        <a:lstStyle/>
        <a:p>
          <a:endParaRPr lang="en-GB"/>
        </a:p>
      </dgm:t>
    </dgm:pt>
    <dgm:pt modelId="{DCE0E2B3-27D3-4573-9CE3-DF2FE90DE723}">
      <dgm:prSet phldrT="[Text]" custT="1"/>
      <dgm:spPr/>
      <dgm:t>
        <a:bodyPr/>
        <a:lstStyle/>
        <a:p>
          <a:pPr algn="ctr"/>
          <a:r>
            <a:rPr lang="en-GB" altLang="en-US" sz="4400" dirty="0" err="1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TimeseriesML</a:t>
          </a:r>
          <a:r>
            <a:rPr lang="en-GB" altLang="en-US" sz="44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 1.0</a:t>
          </a:r>
        </a:p>
      </dgm:t>
    </dgm:pt>
    <dgm:pt modelId="{FB772D98-33EF-48F5-9D53-296D09F3F23F}" type="parTrans" cxnId="{60CB076C-66E7-4C23-97A4-5473105B285F}">
      <dgm:prSet/>
      <dgm:spPr/>
      <dgm:t>
        <a:bodyPr/>
        <a:lstStyle/>
        <a:p>
          <a:endParaRPr lang="en-GB"/>
        </a:p>
      </dgm:t>
    </dgm:pt>
    <dgm:pt modelId="{94A2EDB3-24A8-46FF-BA26-85694D9AA9A9}" type="sibTrans" cxnId="{60CB076C-66E7-4C23-97A4-5473105B285F}">
      <dgm:prSet/>
      <dgm:spPr/>
      <dgm:t>
        <a:bodyPr/>
        <a:lstStyle/>
        <a:p>
          <a:endParaRPr lang="en-GB"/>
        </a:p>
      </dgm:t>
    </dgm:pt>
    <dgm:pt modelId="{92822B10-8AEF-45FA-9DA1-CE8FD15C6DF9}">
      <dgm:prSet phldrT="[Text]" custT="1"/>
      <dgm:spPr/>
      <dgm:t>
        <a:bodyPr/>
        <a:lstStyle/>
        <a:p>
          <a:pPr algn="ctr"/>
          <a:r>
            <a:rPr lang="en-US" altLang="en-US" sz="2800" dirty="0" err="1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Timeseries</a:t>
          </a:r>
          <a:r>
            <a:rPr lang="en-US" altLang="en-US" sz="28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 Profile of Observations and Measurements </a:t>
          </a:r>
          <a:endParaRPr lang="en-GB" altLang="en-US" sz="2800" dirty="0" smtClean="0">
            <a:solidFill>
              <a:schemeClr val="tx2"/>
            </a:solidFill>
            <a:latin typeface="+mn-lt"/>
            <a:ea typeface="MS PGothic" pitchFamily="34" charset="-128"/>
            <a:cs typeface="MS PGothic" charset="0"/>
          </a:endParaRPr>
        </a:p>
      </dgm:t>
    </dgm:pt>
    <dgm:pt modelId="{F9285552-C375-4A7E-8827-F60652464DD7}" type="parTrans" cxnId="{B5DFC751-494A-4BB9-BFCD-34220650BFDC}">
      <dgm:prSet/>
      <dgm:spPr/>
      <dgm:t>
        <a:bodyPr/>
        <a:lstStyle/>
        <a:p>
          <a:endParaRPr lang="en-GB"/>
        </a:p>
      </dgm:t>
    </dgm:pt>
    <dgm:pt modelId="{87E96462-1EC5-4587-B761-2B40F67F3D11}" type="sibTrans" cxnId="{B5DFC751-494A-4BB9-BFCD-34220650BFDC}">
      <dgm:prSet/>
      <dgm:spPr/>
      <dgm:t>
        <a:bodyPr/>
        <a:lstStyle/>
        <a:p>
          <a:endParaRPr lang="en-GB"/>
        </a:p>
      </dgm:t>
    </dgm:pt>
    <dgm:pt modelId="{12116E2D-2DFC-44C2-8C74-5EFFBD7D63AA}">
      <dgm:prSet phldrT="[Text]" custT="1"/>
      <dgm:spPr/>
      <dgm:t>
        <a:bodyPr/>
        <a:lstStyle/>
        <a:p>
          <a:pPr algn="ctr"/>
          <a:r>
            <a:rPr lang="en-US" altLang="en-US" sz="28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XML Encoding of the </a:t>
          </a:r>
          <a:r>
            <a:rPr lang="en-US" altLang="en-US" sz="2800" dirty="0" err="1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Timeseries</a:t>
          </a:r>
          <a:r>
            <a:rPr lang="en-US" altLang="en-US" sz="28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 Profile of Observations and Measurements </a:t>
          </a:r>
          <a:endParaRPr lang="en-GB" altLang="en-US" sz="2800" dirty="0" smtClean="0">
            <a:solidFill>
              <a:schemeClr val="tx2"/>
            </a:solidFill>
            <a:latin typeface="+mn-lt"/>
            <a:ea typeface="MS PGothic" pitchFamily="34" charset="-128"/>
            <a:cs typeface="MS PGothic" charset="0"/>
          </a:endParaRPr>
        </a:p>
      </dgm:t>
    </dgm:pt>
    <dgm:pt modelId="{7C472031-EBF1-4139-84F0-CF5B6977C5FD}" type="parTrans" cxnId="{06C4D415-3208-4CDD-9C8C-AA9ADEEBBFFF}">
      <dgm:prSet/>
      <dgm:spPr/>
      <dgm:t>
        <a:bodyPr/>
        <a:lstStyle/>
        <a:p>
          <a:endParaRPr lang="en-GB"/>
        </a:p>
      </dgm:t>
    </dgm:pt>
    <dgm:pt modelId="{F5790E5C-2B2B-493A-A643-79222D755D65}" type="sibTrans" cxnId="{06C4D415-3208-4CDD-9C8C-AA9ADEEBBFFF}">
      <dgm:prSet/>
      <dgm:spPr/>
      <dgm:t>
        <a:bodyPr/>
        <a:lstStyle/>
        <a:p>
          <a:endParaRPr lang="en-GB"/>
        </a:p>
      </dgm:t>
    </dgm:pt>
    <dgm:pt modelId="{616D2228-D164-4EEC-A75D-A3210310BBAC}">
      <dgm:prSet phldrT="[Text]" custT="1"/>
      <dgm:spPr/>
      <dgm:t>
        <a:bodyPr/>
        <a:lstStyle/>
        <a:p>
          <a:pPr algn="l"/>
          <a:endParaRPr lang="en-GB" sz="2800" dirty="0"/>
        </a:p>
      </dgm:t>
    </dgm:pt>
    <dgm:pt modelId="{32B5D5E1-33E9-4EA4-A304-495ADDAB2866}" type="parTrans" cxnId="{EF659A6A-120D-44FC-9CDF-35CB952B05A0}">
      <dgm:prSet/>
      <dgm:spPr/>
      <dgm:t>
        <a:bodyPr/>
        <a:lstStyle/>
        <a:p>
          <a:endParaRPr lang="en-GB"/>
        </a:p>
      </dgm:t>
    </dgm:pt>
    <dgm:pt modelId="{57FFD837-A521-437D-BE93-2B51F4DF1A6B}" type="sibTrans" cxnId="{EF659A6A-120D-44FC-9CDF-35CB952B05A0}">
      <dgm:prSet/>
      <dgm:spPr/>
      <dgm:t>
        <a:bodyPr/>
        <a:lstStyle/>
        <a:p>
          <a:endParaRPr lang="en-GB"/>
        </a:p>
      </dgm:t>
    </dgm:pt>
    <dgm:pt modelId="{D56D6313-3868-4F17-90BA-7A3C41CB89C4}" type="pres">
      <dgm:prSet presAssocID="{A4596ABF-A499-4DC3-A5B1-DE9AC565DCE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01FAAB5B-A411-4D37-AEE7-B0FC81560ABD}" type="pres">
      <dgm:prSet presAssocID="{08010019-1E63-4E08-B04A-E21CFF2DE15B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7A1DFE4-58C3-4DC0-B4DE-DF255F887997}" type="pres">
      <dgm:prSet presAssocID="{08010019-1E63-4E08-B04A-E21CFF2DE15B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9DB024F-FFC2-4078-BF6B-B21EA83FF93D}" type="pres">
      <dgm:prSet presAssocID="{DCE0E2B3-27D3-4573-9CE3-DF2FE90DE723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5C6F83A-E780-4B10-8A86-B4FBBD0BFF99}" type="pres">
      <dgm:prSet presAssocID="{DCE0E2B3-27D3-4573-9CE3-DF2FE90DE723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EF659A6A-120D-44FC-9CDF-35CB952B05A0}" srcId="{08010019-1E63-4E08-B04A-E21CFF2DE15B}" destId="{616D2228-D164-4EEC-A75D-A3210310BBAC}" srcOrd="1" destOrd="0" parTransId="{32B5D5E1-33E9-4EA4-A304-495ADDAB2866}" sibTransId="{57FFD837-A521-437D-BE93-2B51F4DF1A6B}"/>
    <dgm:cxn modelId="{92512C20-1B09-AC40-9994-DE2CEFF9D7FF}" type="presOf" srcId="{92822B10-8AEF-45FA-9DA1-CE8FD15C6DF9}" destId="{D7A1DFE4-58C3-4DC0-B4DE-DF255F887997}" srcOrd="0" destOrd="0" presId="urn:microsoft.com/office/officeart/2005/8/layout/vList2"/>
    <dgm:cxn modelId="{1A9212BB-75D9-EA47-844A-78C061FC7D13}" type="presOf" srcId="{616D2228-D164-4EEC-A75D-A3210310BBAC}" destId="{D7A1DFE4-58C3-4DC0-B4DE-DF255F887997}" srcOrd="0" destOrd="1" presId="urn:microsoft.com/office/officeart/2005/8/layout/vList2"/>
    <dgm:cxn modelId="{4C705B53-DEFE-1C44-8058-37FC62C8564A}" type="presOf" srcId="{08010019-1E63-4E08-B04A-E21CFF2DE15B}" destId="{01FAAB5B-A411-4D37-AEE7-B0FC81560ABD}" srcOrd="0" destOrd="0" presId="urn:microsoft.com/office/officeart/2005/8/layout/vList2"/>
    <dgm:cxn modelId="{06C4D415-3208-4CDD-9C8C-AA9ADEEBBFFF}" srcId="{DCE0E2B3-27D3-4573-9CE3-DF2FE90DE723}" destId="{12116E2D-2DFC-44C2-8C74-5EFFBD7D63AA}" srcOrd="0" destOrd="0" parTransId="{7C472031-EBF1-4139-84F0-CF5B6977C5FD}" sibTransId="{F5790E5C-2B2B-493A-A643-79222D755D65}"/>
    <dgm:cxn modelId="{C838930D-1ED2-4114-A9D0-88387C5C0AB8}" srcId="{A4596ABF-A499-4DC3-A5B1-DE9AC565DCE5}" destId="{08010019-1E63-4E08-B04A-E21CFF2DE15B}" srcOrd="0" destOrd="0" parTransId="{BF5F9BC9-A650-4DD2-876E-ECFAC3978963}" sibTransId="{89A655D2-2B77-437C-893B-5E87E4992101}"/>
    <dgm:cxn modelId="{D5201D71-55A3-D140-B7D0-3BEF83FC94DA}" type="presOf" srcId="{12116E2D-2DFC-44C2-8C74-5EFFBD7D63AA}" destId="{85C6F83A-E780-4B10-8A86-B4FBBD0BFF99}" srcOrd="0" destOrd="0" presId="urn:microsoft.com/office/officeart/2005/8/layout/vList2"/>
    <dgm:cxn modelId="{773D8C1D-3B9D-0141-8FAB-6E3DD70BEC4D}" type="presOf" srcId="{A4596ABF-A499-4DC3-A5B1-DE9AC565DCE5}" destId="{D56D6313-3868-4F17-90BA-7A3C41CB89C4}" srcOrd="0" destOrd="0" presId="urn:microsoft.com/office/officeart/2005/8/layout/vList2"/>
    <dgm:cxn modelId="{B5DFC751-494A-4BB9-BFCD-34220650BFDC}" srcId="{08010019-1E63-4E08-B04A-E21CFF2DE15B}" destId="{92822B10-8AEF-45FA-9DA1-CE8FD15C6DF9}" srcOrd="0" destOrd="0" parTransId="{F9285552-C375-4A7E-8827-F60652464DD7}" sibTransId="{87E96462-1EC5-4587-B761-2B40F67F3D11}"/>
    <dgm:cxn modelId="{FB194CB1-0830-FF4D-820A-24A20694A377}" type="presOf" srcId="{DCE0E2B3-27D3-4573-9CE3-DF2FE90DE723}" destId="{89DB024F-FFC2-4078-BF6B-B21EA83FF93D}" srcOrd="0" destOrd="0" presId="urn:microsoft.com/office/officeart/2005/8/layout/vList2"/>
    <dgm:cxn modelId="{60CB076C-66E7-4C23-97A4-5473105B285F}" srcId="{A4596ABF-A499-4DC3-A5B1-DE9AC565DCE5}" destId="{DCE0E2B3-27D3-4573-9CE3-DF2FE90DE723}" srcOrd="1" destOrd="0" parTransId="{FB772D98-33EF-48F5-9D53-296D09F3F23F}" sibTransId="{94A2EDB3-24A8-46FF-BA26-85694D9AA9A9}"/>
    <dgm:cxn modelId="{DDDA711E-2CA7-B245-B49D-CA2EEAABD01E}" type="presParOf" srcId="{D56D6313-3868-4F17-90BA-7A3C41CB89C4}" destId="{01FAAB5B-A411-4D37-AEE7-B0FC81560ABD}" srcOrd="0" destOrd="0" presId="urn:microsoft.com/office/officeart/2005/8/layout/vList2"/>
    <dgm:cxn modelId="{F3290BDC-99A8-894D-9718-9AF567E42347}" type="presParOf" srcId="{D56D6313-3868-4F17-90BA-7A3C41CB89C4}" destId="{D7A1DFE4-58C3-4DC0-B4DE-DF255F887997}" srcOrd="1" destOrd="0" presId="urn:microsoft.com/office/officeart/2005/8/layout/vList2"/>
    <dgm:cxn modelId="{55003354-7349-B948-951E-57C1870491E4}" type="presParOf" srcId="{D56D6313-3868-4F17-90BA-7A3C41CB89C4}" destId="{89DB024F-FFC2-4078-BF6B-B21EA83FF93D}" srcOrd="2" destOrd="0" presId="urn:microsoft.com/office/officeart/2005/8/layout/vList2"/>
    <dgm:cxn modelId="{94F6EEDD-46F7-CC47-B31F-373AE0CA09A7}" type="presParOf" srcId="{D56D6313-3868-4F17-90BA-7A3C41CB89C4}" destId="{85C6F83A-E780-4B10-8A86-B4FBBD0BFF9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FAAB5B-A411-4D37-AEE7-B0FC81560ABD}">
      <dsp:nvSpPr>
        <dsp:cNvPr id="0" name=""/>
        <dsp:cNvSpPr/>
      </dsp:nvSpPr>
      <dsp:spPr>
        <a:xfrm>
          <a:off x="0" y="1787"/>
          <a:ext cx="8458200" cy="1053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en-US" sz="4400" kern="1200" dirty="0" err="1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Timeseries</a:t>
          </a:r>
          <a:r>
            <a:rPr lang="en-GB" altLang="en-US" sz="4400" kern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 Profile</a:t>
          </a:r>
        </a:p>
      </dsp:txBody>
      <dsp:txXfrm>
        <a:off x="51403" y="53190"/>
        <a:ext cx="8355394" cy="950194"/>
      </dsp:txXfrm>
    </dsp:sp>
    <dsp:sp modelId="{D7A1DFE4-58C3-4DC0-B4DE-DF255F887997}">
      <dsp:nvSpPr>
        <dsp:cNvPr id="0" name=""/>
        <dsp:cNvSpPr/>
      </dsp:nvSpPr>
      <dsp:spPr>
        <a:xfrm>
          <a:off x="0" y="1054787"/>
          <a:ext cx="8458200" cy="132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548" tIns="35560" rIns="199136" bIns="35560" numCol="1" spcCol="1270" anchor="t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2800" kern="1200" dirty="0" err="1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Timeseries</a:t>
          </a:r>
          <a:r>
            <a:rPr lang="en-US" altLang="en-US" sz="2800" kern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 Profile of Observations and Measurements </a:t>
          </a:r>
          <a:endParaRPr lang="en-GB" altLang="en-US" sz="2800" kern="1200" dirty="0" smtClean="0">
            <a:solidFill>
              <a:schemeClr val="tx2"/>
            </a:solidFill>
            <a:latin typeface="+mn-lt"/>
            <a:ea typeface="MS PGothic" pitchFamily="34" charset="-128"/>
            <a:cs typeface="MS PGothic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GB" sz="2800" kern="1200" dirty="0"/>
        </a:p>
      </dsp:txBody>
      <dsp:txXfrm>
        <a:off x="0" y="1054787"/>
        <a:ext cx="8458200" cy="1324800"/>
      </dsp:txXfrm>
    </dsp:sp>
    <dsp:sp modelId="{89DB024F-FFC2-4078-BF6B-B21EA83FF93D}">
      <dsp:nvSpPr>
        <dsp:cNvPr id="0" name=""/>
        <dsp:cNvSpPr/>
      </dsp:nvSpPr>
      <dsp:spPr>
        <a:xfrm>
          <a:off x="0" y="2379587"/>
          <a:ext cx="8458200" cy="10530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altLang="en-US" sz="4400" kern="1200" dirty="0" err="1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TimeseriesML</a:t>
          </a:r>
          <a:r>
            <a:rPr lang="en-GB" altLang="en-US" sz="4400" kern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 1.0</a:t>
          </a:r>
        </a:p>
      </dsp:txBody>
      <dsp:txXfrm>
        <a:off x="51403" y="2430990"/>
        <a:ext cx="8355394" cy="950194"/>
      </dsp:txXfrm>
    </dsp:sp>
    <dsp:sp modelId="{85C6F83A-E780-4B10-8A86-B4FBBD0BFF99}">
      <dsp:nvSpPr>
        <dsp:cNvPr id="0" name=""/>
        <dsp:cNvSpPr/>
      </dsp:nvSpPr>
      <dsp:spPr>
        <a:xfrm>
          <a:off x="0" y="3432587"/>
          <a:ext cx="8458200" cy="848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548" tIns="35560" rIns="199136" bIns="35560" numCol="1" spcCol="1270" anchor="t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altLang="en-US" sz="2800" kern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XML Encoding of the </a:t>
          </a:r>
          <a:r>
            <a:rPr lang="en-US" altLang="en-US" sz="2800" kern="1200" dirty="0" err="1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Timeseries</a:t>
          </a:r>
          <a:r>
            <a:rPr lang="en-US" altLang="en-US" sz="2800" kern="1200" dirty="0" smtClean="0">
              <a:solidFill>
                <a:schemeClr val="tx2"/>
              </a:solidFill>
              <a:latin typeface="+mn-lt"/>
              <a:ea typeface="MS PGothic" pitchFamily="34" charset="-128"/>
              <a:cs typeface="MS PGothic" charset="0"/>
            </a:rPr>
            <a:t> Profile of Observations and Measurements </a:t>
          </a:r>
          <a:endParaRPr lang="en-GB" altLang="en-US" sz="2800" kern="1200" dirty="0" smtClean="0">
            <a:solidFill>
              <a:schemeClr val="tx2"/>
            </a:solidFill>
            <a:latin typeface="+mn-lt"/>
            <a:ea typeface="MS PGothic" pitchFamily="34" charset="-128"/>
            <a:cs typeface="MS PGothic" charset="0"/>
          </a:endParaRPr>
        </a:p>
      </dsp:txBody>
      <dsp:txXfrm>
        <a:off x="0" y="3432587"/>
        <a:ext cx="8458200" cy="8487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A697C-5849-4DDF-A6C8-08E6893940F4}" type="datetimeFigureOut">
              <a:rPr lang="en-AU" smtClean="0"/>
              <a:pPr/>
              <a:t>21/09/15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014AF-979A-46D9-9B43-4C67319580D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4441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92BC2-9435-4D31-AEB3-5D5877AD6447}" type="datetimeFigureOut">
              <a:rPr lang="en-AU" smtClean="0"/>
              <a:pPr/>
              <a:t>21/09/15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96215-5E4C-414D-A8DB-C38AA7CF7C2A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1835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0294" indent="-340294"/>
            <a:r>
              <a:rPr lang="en-US">
                <a:ea typeface="MS PGothic" charset="0"/>
              </a:rPr>
              <a:t>Key Design decision – the move to 2 standards</a:t>
            </a:r>
          </a:p>
          <a:p>
            <a:pPr marL="340294" indent="-340294"/>
            <a:endParaRPr lang="en-US">
              <a:ea typeface="MS PGothic" charset="0"/>
            </a:endParaRPr>
          </a:p>
          <a:p>
            <a:pPr marL="340294" indent="-340294"/>
            <a:r>
              <a:rPr lang="en-US">
                <a:ea typeface="MS PGothic" charset="0"/>
              </a:rPr>
              <a:t>Splitting standards allows other encodings to be generated and worked on easily independently</a:t>
            </a:r>
          </a:p>
          <a:p>
            <a:pPr marL="340294" indent="-340294"/>
            <a:endParaRPr lang="en-US">
              <a:ea typeface="MS PGothic" charset="0"/>
            </a:endParaRPr>
          </a:p>
          <a:p>
            <a:pPr marL="340294" indent="-340294"/>
            <a:r>
              <a:rPr lang="en-US">
                <a:ea typeface="MS PGothic" charset="0"/>
              </a:rPr>
              <a:t>Timeseries profile capturing the conceptual model for timeseries data</a:t>
            </a:r>
          </a:p>
          <a:p>
            <a:pPr marL="340294" indent="-340294"/>
            <a:endParaRPr lang="en-US">
              <a:ea typeface="MS PGothic" charset="0"/>
            </a:endParaRPr>
          </a:p>
          <a:p>
            <a:pPr marL="340294" indent="-340294"/>
            <a:r>
              <a:rPr lang="en-US">
                <a:ea typeface="MS PGothic" charset="0"/>
              </a:rPr>
              <a:t>TimeseriesML 1.0 capturing the XML encoding of the timeseries profile</a:t>
            </a:r>
          </a:p>
          <a:p>
            <a:pPr marL="340294" indent="-340294"/>
            <a:endParaRPr lang="en-GB">
              <a:ea typeface="MS PGothic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37304" indent="-283578"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34313" indent="-226863"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588038" indent="-226863"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41764" indent="-226863"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495489" indent="-226863" defTabSz="913752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49214" indent="-226863" defTabSz="913752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02940" indent="-226863" defTabSz="913752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56665" indent="-226863" defTabSz="913752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fld id="{9AEDD476-0E46-BE4C-A575-E18750AE3396}" type="slidenum">
              <a:rPr lang="en-US" sz="1200">
                <a:latin typeface="Arial" charset="0"/>
              </a:rPr>
              <a:pPr/>
              <a:t>3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74286" lvl="1" indent="-340294">
              <a:lnSpc>
                <a:spcPct val="90000"/>
              </a:lnSpc>
            </a:pPr>
            <a:r>
              <a:rPr lang="en-US" sz="2200">
                <a:ea typeface="MS PGothic" charset="0"/>
              </a:rPr>
              <a:t>Timeseries defines 1 specialised sampling feature, Monitoring Feature, as Feature of Interest for Timeseries observations</a:t>
            </a:r>
          </a:p>
          <a:p>
            <a:pPr marL="674286" lvl="1" indent="-340294">
              <a:lnSpc>
                <a:spcPct val="90000"/>
              </a:lnSpc>
              <a:buFontTx/>
              <a:buChar char="-"/>
            </a:pPr>
            <a:endParaRPr lang="en-US" sz="2200">
              <a:ea typeface="MS PGothic" charset="0"/>
            </a:endParaRPr>
          </a:p>
          <a:p>
            <a:pPr marL="674286" lvl="1" indent="-340294">
              <a:lnSpc>
                <a:spcPct val="90000"/>
              </a:lnSpc>
            </a:pPr>
            <a:r>
              <a:rPr lang="en-US" sz="2200">
                <a:ea typeface="MS PGothic" charset="0"/>
              </a:rPr>
              <a:t>Monitoring Feature extends SF_SpatialSamplingFeature</a:t>
            </a:r>
          </a:p>
          <a:p>
            <a:pPr marL="674286" lvl="1" indent="-340294">
              <a:lnSpc>
                <a:spcPct val="90000"/>
              </a:lnSpc>
              <a:buFontTx/>
              <a:buChar char="-"/>
            </a:pPr>
            <a:endParaRPr lang="en-US" sz="2200">
              <a:ea typeface="MS PGothic" charset="0"/>
            </a:endParaRPr>
          </a:p>
          <a:p>
            <a:pPr marL="674286" lvl="1" indent="-340294">
              <a:lnSpc>
                <a:spcPct val="90000"/>
              </a:lnSpc>
            </a:pPr>
            <a:r>
              <a:rPr lang="en-US" sz="2200">
                <a:ea typeface="MS PGothic" charset="0"/>
              </a:rPr>
              <a:t>NB. Was MonitoringPoint in WaterML 2.0 now MonitoringFeature </a:t>
            </a:r>
          </a:p>
          <a:p>
            <a:pPr marL="674286" lvl="1" indent="-340294">
              <a:lnSpc>
                <a:spcPct val="90000"/>
              </a:lnSpc>
              <a:buFontTx/>
              <a:buChar char="-"/>
            </a:pPr>
            <a:endParaRPr lang="en-US" sz="2200">
              <a:ea typeface="MS PGothic" charset="0"/>
            </a:endParaRPr>
          </a:p>
          <a:p>
            <a:pPr marL="674286" lvl="1" indent="-340294">
              <a:lnSpc>
                <a:spcPct val="90000"/>
              </a:lnSpc>
            </a:pPr>
            <a:r>
              <a:rPr lang="en-US" sz="2200">
                <a:ea typeface="MS PGothic" charset="0"/>
              </a:rPr>
              <a:t>Addition of representative point – ease of visualisation</a:t>
            </a:r>
          </a:p>
          <a:p>
            <a:pPr>
              <a:lnSpc>
                <a:spcPct val="90000"/>
              </a:lnSpc>
            </a:pPr>
            <a:endParaRPr lang="en-GB" sz="1100">
              <a:ea typeface="MS PGothic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37304" indent="-283578"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34313" indent="-226863"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588038" indent="-226863"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41764" indent="-226863" defTabSz="913752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495489" indent="-226863" defTabSz="913752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49214" indent="-226863" defTabSz="913752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02940" indent="-226863" defTabSz="913752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56665" indent="-226863" defTabSz="913752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fld id="{551261B9-D6A7-124C-A4FC-33AF609BDFBE}" type="slidenum">
              <a:rPr lang="en-US" sz="1200">
                <a:latin typeface="Arial" charset="0"/>
              </a:rPr>
              <a:pPr/>
              <a:t>6</a:t>
            </a:fld>
            <a:endParaRPr lang="en-US" sz="120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Collaborator log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4440" y="3122613"/>
            <a:ext cx="8467494" cy="1080000"/>
          </a:xfrm>
        </p:spPr>
        <p:txBody>
          <a:bodyPr anchor="b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440" y="4257092"/>
            <a:ext cx="8475710" cy="360040"/>
          </a:xfrm>
        </p:spPr>
        <p:txBody>
          <a:bodyPr>
            <a:normAutofit/>
          </a:bodyPr>
          <a:lstStyle>
            <a:lvl1pPr marL="0" indent="0" algn="l">
              <a:buNone/>
              <a:defRPr sz="2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497" y="5500319"/>
            <a:ext cx="9170984" cy="1357681"/>
            <a:chOff x="1497" y="5500319"/>
            <a:chExt cx="9170984" cy="1357681"/>
          </a:xfrm>
        </p:grpSpPr>
        <p:sp>
          <p:nvSpPr>
            <p:cNvPr id="8" name="Rectangle 7"/>
            <p:cNvSpPr/>
            <p:nvPr userDrawn="1"/>
          </p:nvSpPr>
          <p:spPr>
            <a:xfrm>
              <a:off x="1497" y="5940320"/>
              <a:ext cx="9158377" cy="917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Freeform 7"/>
            <p:cNvSpPr>
              <a:spLocks noEditPoints="1"/>
            </p:cNvSpPr>
            <p:nvPr userDrawn="1"/>
          </p:nvSpPr>
          <p:spPr bwMode="auto">
            <a:xfrm>
              <a:off x="1497" y="5563679"/>
              <a:ext cx="9170984" cy="932871"/>
            </a:xfrm>
            <a:custGeom>
              <a:avLst/>
              <a:gdLst/>
              <a:ahLst/>
              <a:cxnLst>
                <a:cxn ang="0">
                  <a:pos x="2313" y="117"/>
                </a:cxn>
                <a:cxn ang="0">
                  <a:pos x="0" y="117"/>
                </a:cxn>
                <a:cxn ang="0">
                  <a:pos x="0" y="137"/>
                </a:cxn>
                <a:cxn ang="0">
                  <a:pos x="2030" y="137"/>
                </a:cxn>
                <a:cxn ang="0">
                  <a:pos x="2313" y="117"/>
                </a:cxn>
                <a:cxn ang="0">
                  <a:pos x="2880" y="0"/>
                </a:cxn>
                <a:cxn ang="0">
                  <a:pos x="2880" y="0"/>
                </a:cxn>
                <a:cxn ang="0">
                  <a:pos x="2880" y="117"/>
                </a:cxn>
                <a:cxn ang="0">
                  <a:pos x="2313" y="117"/>
                </a:cxn>
                <a:cxn ang="0">
                  <a:pos x="2784" y="293"/>
                </a:cxn>
                <a:cxn ang="0">
                  <a:pos x="2880" y="293"/>
                </a:cxn>
                <a:cxn ang="0">
                  <a:pos x="2880" y="0"/>
                </a:cxn>
              </a:cxnLst>
              <a:rect l="0" t="0" r="r" b="b"/>
              <a:pathLst>
                <a:path w="2880" h="293">
                  <a:moveTo>
                    <a:pt x="2313" y="117"/>
                  </a:moveTo>
                  <a:cubicBezTo>
                    <a:pt x="0" y="117"/>
                    <a:pt x="0" y="117"/>
                    <a:pt x="0" y="117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2030" y="137"/>
                    <a:pt x="2030" y="137"/>
                    <a:pt x="2030" y="137"/>
                  </a:cubicBezTo>
                  <a:cubicBezTo>
                    <a:pt x="2214" y="137"/>
                    <a:pt x="2274" y="132"/>
                    <a:pt x="2313" y="117"/>
                  </a:cubicBezTo>
                  <a:moveTo>
                    <a:pt x="2880" y="0"/>
                  </a:moveTo>
                  <a:cubicBezTo>
                    <a:pt x="2880" y="0"/>
                    <a:pt x="2880" y="0"/>
                    <a:pt x="2880" y="0"/>
                  </a:cubicBezTo>
                  <a:cubicBezTo>
                    <a:pt x="2880" y="117"/>
                    <a:pt x="2880" y="117"/>
                    <a:pt x="2880" y="117"/>
                  </a:cubicBezTo>
                  <a:cubicBezTo>
                    <a:pt x="2313" y="117"/>
                    <a:pt x="2313" y="117"/>
                    <a:pt x="2313" y="117"/>
                  </a:cubicBezTo>
                  <a:cubicBezTo>
                    <a:pt x="2411" y="197"/>
                    <a:pt x="2542" y="293"/>
                    <a:pt x="2784" y="293"/>
                  </a:cubicBezTo>
                  <a:cubicBezTo>
                    <a:pt x="2842" y="293"/>
                    <a:pt x="2880" y="293"/>
                    <a:pt x="2880" y="293"/>
                  </a:cubicBezTo>
                  <a:cubicBezTo>
                    <a:pt x="2880" y="0"/>
                    <a:pt x="2880" y="0"/>
                    <a:pt x="2880" y="0"/>
                  </a:cubicBezTo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1497" y="5500319"/>
              <a:ext cx="9170984" cy="435430"/>
            </a:xfrm>
            <a:custGeom>
              <a:avLst/>
              <a:gdLst/>
              <a:ahLst/>
              <a:cxnLst>
                <a:cxn ang="0">
                  <a:pos x="2880" y="20"/>
                </a:cxn>
                <a:cxn ang="0">
                  <a:pos x="2789" y="20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2880" y="137"/>
                </a:cxn>
                <a:cxn ang="0">
                  <a:pos x="2880" y="20"/>
                </a:cxn>
                <a:cxn ang="0">
                  <a:pos x="1860" y="0"/>
                </a:cxn>
                <a:cxn ang="0">
                  <a:pos x="0" y="0"/>
                </a:cxn>
                <a:cxn ang="0">
                  <a:pos x="0" y="137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1860" y="0"/>
                </a:cxn>
              </a:cxnLst>
              <a:rect l="0" t="0" r="r" b="b"/>
              <a:pathLst>
                <a:path w="2880" h="137">
                  <a:moveTo>
                    <a:pt x="2880" y="20"/>
                  </a:moveTo>
                  <a:cubicBezTo>
                    <a:pt x="2789" y="20"/>
                    <a:pt x="2789" y="20"/>
                    <a:pt x="2789" y="20"/>
                  </a:cubicBezTo>
                  <a:cubicBezTo>
                    <a:pt x="2500" y="20"/>
                    <a:pt x="2393" y="10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880" y="137"/>
                    <a:pt x="2880" y="137"/>
                    <a:pt x="2880" y="137"/>
                  </a:cubicBezTo>
                  <a:cubicBezTo>
                    <a:pt x="2880" y="20"/>
                    <a:pt x="2880" y="20"/>
                    <a:pt x="2880" y="20"/>
                  </a:cubicBezTo>
                  <a:moveTo>
                    <a:pt x="18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216" y="57"/>
                    <a:pt x="2053" y="0"/>
                    <a:pt x="1860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1497" y="5563679"/>
              <a:ext cx="7365906" cy="432734"/>
            </a:xfrm>
            <a:custGeom>
              <a:avLst/>
              <a:gdLst/>
              <a:ahLst/>
              <a:cxnLst>
                <a:cxn ang="0">
                  <a:pos x="2313" y="117"/>
                </a:cxn>
                <a:cxn ang="0">
                  <a:pos x="1860" y="0"/>
                </a:cxn>
                <a:cxn ang="0">
                  <a:pos x="0" y="0"/>
                </a:cxn>
                <a:cxn ang="0">
                  <a:pos x="0" y="136"/>
                </a:cxn>
                <a:cxn ang="0">
                  <a:pos x="2030" y="136"/>
                </a:cxn>
                <a:cxn ang="0">
                  <a:pos x="2313" y="117"/>
                </a:cxn>
              </a:cxnLst>
              <a:rect l="0" t="0" r="r" b="b"/>
              <a:pathLst>
                <a:path w="2313" h="136">
                  <a:moveTo>
                    <a:pt x="2313" y="117"/>
                  </a:moveTo>
                  <a:cubicBezTo>
                    <a:pt x="2204" y="55"/>
                    <a:pt x="2053" y="0"/>
                    <a:pt x="18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2030" y="136"/>
                    <a:pt x="2030" y="136"/>
                    <a:pt x="2030" y="136"/>
                  </a:cubicBezTo>
                  <a:cubicBezTo>
                    <a:pt x="2214" y="136"/>
                    <a:pt x="2274" y="132"/>
                    <a:pt x="2313" y="117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367402" y="5563679"/>
              <a:ext cx="1805078" cy="869511"/>
            </a:xfrm>
            <a:custGeom>
              <a:avLst/>
              <a:gdLst/>
              <a:ahLst/>
              <a:cxnLst>
                <a:cxn ang="0">
                  <a:pos x="476" y="0"/>
                </a:cxn>
                <a:cxn ang="0">
                  <a:pos x="0" y="117"/>
                </a:cxn>
                <a:cxn ang="0">
                  <a:pos x="471" y="273"/>
                </a:cxn>
                <a:cxn ang="0">
                  <a:pos x="567" y="273"/>
                </a:cxn>
                <a:cxn ang="0">
                  <a:pos x="567" y="0"/>
                </a:cxn>
                <a:cxn ang="0">
                  <a:pos x="476" y="0"/>
                </a:cxn>
              </a:cxnLst>
              <a:rect l="0" t="0" r="r" b="b"/>
              <a:pathLst>
                <a:path w="567" h="273">
                  <a:moveTo>
                    <a:pt x="476" y="0"/>
                  </a:moveTo>
                  <a:cubicBezTo>
                    <a:pt x="187" y="0"/>
                    <a:pt x="80" y="87"/>
                    <a:pt x="0" y="117"/>
                  </a:cubicBezTo>
                  <a:cubicBezTo>
                    <a:pt x="128" y="190"/>
                    <a:pt x="229" y="273"/>
                    <a:pt x="471" y="273"/>
                  </a:cubicBezTo>
                  <a:cubicBezTo>
                    <a:pt x="529" y="273"/>
                    <a:pt x="567" y="273"/>
                    <a:pt x="567" y="273"/>
                  </a:cubicBezTo>
                  <a:cubicBezTo>
                    <a:pt x="567" y="0"/>
                    <a:pt x="567" y="0"/>
                    <a:pt x="567" y="0"/>
                  </a:cubicBez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13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4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15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6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7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8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9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0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1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2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3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4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5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6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27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0713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 + Collaborator log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-26988" y="357188"/>
            <a:ext cx="9199469" cy="6500812"/>
            <a:chOff x="-26988" y="357188"/>
            <a:chExt cx="9199469" cy="6500812"/>
          </a:xfrm>
        </p:grpSpPr>
        <p:grpSp>
          <p:nvGrpSpPr>
            <p:cNvPr id="29" name="Group 66"/>
            <p:cNvGrpSpPr>
              <a:grpSpLocks/>
            </p:cNvGrpSpPr>
            <p:nvPr userDrawn="1"/>
          </p:nvGrpSpPr>
          <p:grpSpPr bwMode="auto">
            <a:xfrm>
              <a:off x="-26988" y="357188"/>
              <a:ext cx="9178926" cy="2571750"/>
              <a:chOff x="-17463" y="357188"/>
              <a:chExt cx="9186863" cy="2571750"/>
            </a:xfrm>
          </p:grpSpPr>
          <p:sp>
            <p:nvSpPr>
              <p:cNvPr id="51" name="Freeform 17"/>
              <p:cNvSpPr>
                <a:spLocks/>
              </p:cNvSpPr>
              <p:nvPr userDrawn="1"/>
            </p:nvSpPr>
            <p:spPr bwMode="auto">
              <a:xfrm>
                <a:off x="-17463" y="1971675"/>
                <a:ext cx="9186863" cy="957263"/>
              </a:xfrm>
              <a:custGeom>
                <a:avLst/>
                <a:gdLst>
                  <a:gd name="T0" fmla="*/ 0 w 2880"/>
                  <a:gd name="T1" fmla="*/ 0 h 300"/>
                  <a:gd name="T2" fmla="*/ 372 w 2880"/>
                  <a:gd name="T3" fmla="*/ 0 h 300"/>
                  <a:gd name="T4" fmla="*/ 890 w 2880"/>
                  <a:gd name="T5" fmla="*/ 171 h 300"/>
                  <a:gd name="T6" fmla="*/ 1389 w 2880"/>
                  <a:gd name="T7" fmla="*/ 300 h 300"/>
                  <a:gd name="T8" fmla="*/ 2880 w 2880"/>
                  <a:gd name="T9" fmla="*/ 30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300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1"/>
                      <a:pt x="890" y="171"/>
                    </a:cubicBezTo>
                    <a:cubicBezTo>
                      <a:pt x="1011" y="240"/>
                      <a:pt x="1176" y="300"/>
                      <a:pt x="1389" y="300"/>
                    </a:cubicBezTo>
                    <a:cubicBezTo>
                      <a:pt x="2880" y="300"/>
                      <a:pt x="2880" y="300"/>
                      <a:pt x="2880" y="300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2" name="Freeform 18"/>
              <p:cNvSpPr>
                <a:spLocks/>
              </p:cNvSpPr>
              <p:nvPr userDrawn="1"/>
            </p:nvSpPr>
            <p:spPr bwMode="auto">
              <a:xfrm>
                <a:off x="-17463" y="2449513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1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1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3" name="Freeform 19"/>
              <p:cNvSpPr>
                <a:spLocks/>
              </p:cNvSpPr>
              <p:nvPr userDrawn="1"/>
            </p:nvSpPr>
            <p:spPr bwMode="auto">
              <a:xfrm>
                <a:off x="-17463" y="1655763"/>
                <a:ext cx="9186863" cy="954087"/>
              </a:xfrm>
              <a:custGeom>
                <a:avLst/>
                <a:gdLst>
                  <a:gd name="T0" fmla="*/ 0 w 2880"/>
                  <a:gd name="T1" fmla="*/ 0 h 299"/>
                  <a:gd name="T2" fmla="*/ 372 w 2880"/>
                  <a:gd name="T3" fmla="*/ 0 h 299"/>
                  <a:gd name="T4" fmla="*/ 890 w 2880"/>
                  <a:gd name="T5" fmla="*/ 170 h 299"/>
                  <a:gd name="T6" fmla="*/ 1389 w 2880"/>
                  <a:gd name="T7" fmla="*/ 299 h 299"/>
                  <a:gd name="T8" fmla="*/ 2880 w 2880"/>
                  <a:gd name="T9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0"/>
                      <a:pt x="890" y="170"/>
                    </a:cubicBezTo>
                    <a:cubicBezTo>
                      <a:pt x="1011" y="239"/>
                      <a:pt x="1176" y="299"/>
                      <a:pt x="1389" y="299"/>
                    </a:cubicBezTo>
                    <a:cubicBezTo>
                      <a:pt x="2880" y="299"/>
                      <a:pt x="2880" y="299"/>
                      <a:pt x="2880" y="299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4" name="Freeform 20"/>
              <p:cNvSpPr>
                <a:spLocks/>
              </p:cNvSpPr>
              <p:nvPr userDrawn="1"/>
            </p:nvSpPr>
            <p:spPr bwMode="auto">
              <a:xfrm>
                <a:off x="-17463" y="2130425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1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1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5" name="Freeform 21"/>
              <p:cNvSpPr>
                <a:spLocks/>
              </p:cNvSpPr>
              <p:nvPr userDrawn="1"/>
            </p:nvSpPr>
            <p:spPr bwMode="auto">
              <a:xfrm>
                <a:off x="-17463" y="1336675"/>
                <a:ext cx="9186863" cy="954088"/>
              </a:xfrm>
              <a:custGeom>
                <a:avLst/>
                <a:gdLst>
                  <a:gd name="T0" fmla="*/ 0 w 2880"/>
                  <a:gd name="T1" fmla="*/ 0 h 299"/>
                  <a:gd name="T2" fmla="*/ 372 w 2880"/>
                  <a:gd name="T3" fmla="*/ 0 h 299"/>
                  <a:gd name="T4" fmla="*/ 890 w 2880"/>
                  <a:gd name="T5" fmla="*/ 171 h 299"/>
                  <a:gd name="T6" fmla="*/ 1389 w 2880"/>
                  <a:gd name="T7" fmla="*/ 299 h 299"/>
                  <a:gd name="T8" fmla="*/ 2880 w 2880"/>
                  <a:gd name="T9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0"/>
                      <a:pt x="890" y="171"/>
                    </a:cubicBezTo>
                    <a:cubicBezTo>
                      <a:pt x="1011" y="239"/>
                      <a:pt x="1176" y="299"/>
                      <a:pt x="1389" y="299"/>
                    </a:cubicBezTo>
                    <a:cubicBezTo>
                      <a:pt x="2880" y="299"/>
                      <a:pt x="2880" y="299"/>
                      <a:pt x="2880" y="299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6" name="Freeform 22"/>
              <p:cNvSpPr>
                <a:spLocks/>
              </p:cNvSpPr>
              <p:nvPr userDrawn="1"/>
            </p:nvSpPr>
            <p:spPr bwMode="auto">
              <a:xfrm>
                <a:off x="-17463" y="1811338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2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2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7" name="Freeform 23"/>
              <p:cNvSpPr>
                <a:spLocks/>
              </p:cNvSpPr>
              <p:nvPr userDrawn="1"/>
            </p:nvSpPr>
            <p:spPr bwMode="auto">
              <a:xfrm>
                <a:off x="-17463" y="357188"/>
                <a:ext cx="9186863" cy="957262"/>
              </a:xfrm>
              <a:custGeom>
                <a:avLst/>
                <a:gdLst>
                  <a:gd name="T0" fmla="*/ 2880 w 2880"/>
                  <a:gd name="T1" fmla="*/ 300 h 300"/>
                  <a:gd name="T2" fmla="*/ 2501 w 2880"/>
                  <a:gd name="T3" fmla="*/ 300 h 300"/>
                  <a:gd name="T4" fmla="*/ 1984 w 2880"/>
                  <a:gd name="T5" fmla="*/ 129 h 300"/>
                  <a:gd name="T6" fmla="*/ 1485 w 2880"/>
                  <a:gd name="T7" fmla="*/ 0 h 300"/>
                  <a:gd name="T8" fmla="*/ 0 w 2880"/>
                  <a:gd name="T9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300">
                    <a:moveTo>
                      <a:pt x="2880" y="300"/>
                    </a:moveTo>
                    <a:cubicBezTo>
                      <a:pt x="2880" y="300"/>
                      <a:pt x="2565" y="300"/>
                      <a:pt x="2501" y="300"/>
                    </a:cubicBezTo>
                    <a:cubicBezTo>
                      <a:pt x="2236" y="300"/>
                      <a:pt x="2124" y="209"/>
                      <a:pt x="1984" y="129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8" name="Freeform 24"/>
              <p:cNvSpPr>
                <a:spLocks/>
              </p:cNvSpPr>
              <p:nvPr userDrawn="1"/>
            </p:nvSpPr>
            <p:spPr bwMode="auto">
              <a:xfrm>
                <a:off x="-17463" y="357188"/>
                <a:ext cx="9186863" cy="477837"/>
              </a:xfrm>
              <a:custGeom>
                <a:avLst/>
                <a:gdLst>
                  <a:gd name="T0" fmla="*/ 0 w 2880"/>
                  <a:gd name="T1" fmla="*/ 150 h 150"/>
                  <a:gd name="T2" fmla="*/ 1672 w 2880"/>
                  <a:gd name="T3" fmla="*/ 150 h 150"/>
                  <a:gd name="T4" fmla="*/ 1984 w 2880"/>
                  <a:gd name="T5" fmla="*/ 129 h 150"/>
                  <a:gd name="T6" fmla="*/ 2507 w 2880"/>
                  <a:gd name="T7" fmla="*/ 0 h 150"/>
                  <a:gd name="T8" fmla="*/ 2880 w 2880"/>
                  <a:gd name="T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0" y="150"/>
                    </a:moveTo>
                    <a:cubicBezTo>
                      <a:pt x="1672" y="150"/>
                      <a:pt x="1672" y="150"/>
                      <a:pt x="1672" y="150"/>
                    </a:cubicBezTo>
                    <a:cubicBezTo>
                      <a:pt x="1875" y="150"/>
                      <a:pt x="1941" y="145"/>
                      <a:pt x="1984" y="129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9" name="Freeform 25"/>
              <p:cNvSpPr>
                <a:spLocks/>
              </p:cNvSpPr>
              <p:nvPr userDrawn="1"/>
            </p:nvSpPr>
            <p:spPr bwMode="auto">
              <a:xfrm>
                <a:off x="-17463" y="676275"/>
                <a:ext cx="9186863" cy="954088"/>
              </a:xfrm>
              <a:custGeom>
                <a:avLst/>
                <a:gdLst>
                  <a:gd name="T0" fmla="*/ 2880 w 2880"/>
                  <a:gd name="T1" fmla="*/ 299 h 299"/>
                  <a:gd name="T2" fmla="*/ 2501 w 2880"/>
                  <a:gd name="T3" fmla="*/ 299 h 299"/>
                  <a:gd name="T4" fmla="*/ 1984 w 2880"/>
                  <a:gd name="T5" fmla="*/ 129 h 299"/>
                  <a:gd name="T6" fmla="*/ 1485 w 2880"/>
                  <a:gd name="T7" fmla="*/ 0 h 299"/>
                  <a:gd name="T8" fmla="*/ 0 w 2880"/>
                  <a:gd name="T9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2880" y="299"/>
                    </a:moveTo>
                    <a:cubicBezTo>
                      <a:pt x="2880" y="299"/>
                      <a:pt x="2565" y="299"/>
                      <a:pt x="2501" y="299"/>
                    </a:cubicBezTo>
                    <a:cubicBezTo>
                      <a:pt x="2236" y="299"/>
                      <a:pt x="2124" y="209"/>
                      <a:pt x="1984" y="129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0" name="Freeform 26"/>
              <p:cNvSpPr>
                <a:spLocks/>
              </p:cNvSpPr>
              <p:nvPr userDrawn="1"/>
            </p:nvSpPr>
            <p:spPr bwMode="auto">
              <a:xfrm>
                <a:off x="-17463" y="676275"/>
                <a:ext cx="9186863" cy="477838"/>
              </a:xfrm>
              <a:custGeom>
                <a:avLst/>
                <a:gdLst>
                  <a:gd name="T0" fmla="*/ 0 w 2880"/>
                  <a:gd name="T1" fmla="*/ 150 h 150"/>
                  <a:gd name="T2" fmla="*/ 1672 w 2880"/>
                  <a:gd name="T3" fmla="*/ 150 h 150"/>
                  <a:gd name="T4" fmla="*/ 1984 w 2880"/>
                  <a:gd name="T5" fmla="*/ 129 h 150"/>
                  <a:gd name="T6" fmla="*/ 2507 w 2880"/>
                  <a:gd name="T7" fmla="*/ 0 h 150"/>
                  <a:gd name="T8" fmla="*/ 2880 w 2880"/>
                  <a:gd name="T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0" y="150"/>
                    </a:moveTo>
                    <a:cubicBezTo>
                      <a:pt x="1672" y="150"/>
                      <a:pt x="1672" y="150"/>
                      <a:pt x="1672" y="150"/>
                    </a:cubicBezTo>
                    <a:cubicBezTo>
                      <a:pt x="1875" y="150"/>
                      <a:pt x="1941" y="145"/>
                      <a:pt x="1984" y="129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1" name="Freeform 27"/>
              <p:cNvSpPr>
                <a:spLocks/>
              </p:cNvSpPr>
              <p:nvPr userDrawn="1"/>
            </p:nvSpPr>
            <p:spPr bwMode="auto">
              <a:xfrm>
                <a:off x="-17463" y="995363"/>
                <a:ext cx="9186863" cy="954087"/>
              </a:xfrm>
              <a:custGeom>
                <a:avLst/>
                <a:gdLst>
                  <a:gd name="T0" fmla="*/ 2880 w 2880"/>
                  <a:gd name="T1" fmla="*/ 299 h 299"/>
                  <a:gd name="T2" fmla="*/ 2501 w 2880"/>
                  <a:gd name="T3" fmla="*/ 299 h 299"/>
                  <a:gd name="T4" fmla="*/ 1984 w 2880"/>
                  <a:gd name="T5" fmla="*/ 128 h 299"/>
                  <a:gd name="T6" fmla="*/ 1485 w 2880"/>
                  <a:gd name="T7" fmla="*/ 0 h 299"/>
                  <a:gd name="T8" fmla="*/ 0 w 2880"/>
                  <a:gd name="T9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2880" y="299"/>
                    </a:moveTo>
                    <a:cubicBezTo>
                      <a:pt x="2880" y="299"/>
                      <a:pt x="2565" y="299"/>
                      <a:pt x="2501" y="299"/>
                    </a:cubicBezTo>
                    <a:cubicBezTo>
                      <a:pt x="2236" y="299"/>
                      <a:pt x="2124" y="209"/>
                      <a:pt x="1984" y="128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2" name="Freeform 28"/>
              <p:cNvSpPr>
                <a:spLocks/>
              </p:cNvSpPr>
              <p:nvPr userDrawn="1"/>
            </p:nvSpPr>
            <p:spPr bwMode="auto">
              <a:xfrm>
                <a:off x="-17463" y="995363"/>
                <a:ext cx="9186863" cy="474662"/>
              </a:xfrm>
              <a:custGeom>
                <a:avLst/>
                <a:gdLst>
                  <a:gd name="T0" fmla="*/ 0 w 2880"/>
                  <a:gd name="T1" fmla="*/ 149 h 149"/>
                  <a:gd name="T2" fmla="*/ 1672 w 2880"/>
                  <a:gd name="T3" fmla="*/ 149 h 149"/>
                  <a:gd name="T4" fmla="*/ 1984 w 2880"/>
                  <a:gd name="T5" fmla="*/ 128 h 149"/>
                  <a:gd name="T6" fmla="*/ 2507 w 2880"/>
                  <a:gd name="T7" fmla="*/ 0 h 149"/>
                  <a:gd name="T8" fmla="*/ 2880 w 2880"/>
                  <a:gd name="T9" fmla="*/ 0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49">
                    <a:moveTo>
                      <a:pt x="0" y="149"/>
                    </a:moveTo>
                    <a:cubicBezTo>
                      <a:pt x="1672" y="149"/>
                      <a:pt x="1672" y="149"/>
                      <a:pt x="1672" y="149"/>
                    </a:cubicBezTo>
                    <a:cubicBezTo>
                      <a:pt x="1875" y="149"/>
                      <a:pt x="1941" y="145"/>
                      <a:pt x="1984" y="128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grpSp>
          <p:nvGrpSpPr>
            <p:cNvPr id="30" name="Group 29"/>
            <p:cNvGrpSpPr/>
            <p:nvPr userDrawn="1"/>
          </p:nvGrpSpPr>
          <p:grpSpPr>
            <a:xfrm>
              <a:off x="1497" y="5500319"/>
              <a:ext cx="9170984" cy="1357681"/>
              <a:chOff x="1497" y="5500319"/>
              <a:chExt cx="9170984" cy="1357681"/>
            </a:xfrm>
          </p:grpSpPr>
          <p:sp>
            <p:nvSpPr>
              <p:cNvPr id="31" name="Rectangle 30"/>
              <p:cNvSpPr/>
              <p:nvPr userDrawn="1"/>
            </p:nvSpPr>
            <p:spPr>
              <a:xfrm>
                <a:off x="1497" y="5940320"/>
                <a:ext cx="9158377" cy="9176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32" name="Group 31"/>
              <p:cNvGrpSpPr/>
              <p:nvPr userDrawn="1"/>
            </p:nvGrpSpPr>
            <p:grpSpPr>
              <a:xfrm>
                <a:off x="1497" y="5500319"/>
                <a:ext cx="9170984" cy="996231"/>
                <a:chOff x="1497" y="5500319"/>
                <a:chExt cx="9170984" cy="996231"/>
              </a:xfrm>
            </p:grpSpPr>
            <p:sp>
              <p:nvSpPr>
                <p:cNvPr id="47" name="Freeform 7"/>
                <p:cNvSpPr>
                  <a:spLocks noEditPoints="1"/>
                </p:cNvSpPr>
                <p:nvPr userDrawn="1"/>
              </p:nvSpPr>
              <p:spPr bwMode="auto">
                <a:xfrm>
                  <a:off x="1497" y="5563679"/>
                  <a:ext cx="9170984" cy="932871"/>
                </a:xfrm>
                <a:custGeom>
                  <a:avLst/>
                  <a:gdLst/>
                  <a:ahLst/>
                  <a:cxnLst>
                    <a:cxn ang="0">
                      <a:pos x="2313" y="117"/>
                    </a:cxn>
                    <a:cxn ang="0">
                      <a:pos x="0" y="117"/>
                    </a:cxn>
                    <a:cxn ang="0">
                      <a:pos x="0" y="137"/>
                    </a:cxn>
                    <a:cxn ang="0">
                      <a:pos x="2030" y="137"/>
                    </a:cxn>
                    <a:cxn ang="0">
                      <a:pos x="2313" y="117"/>
                    </a:cxn>
                    <a:cxn ang="0">
                      <a:pos x="2880" y="0"/>
                    </a:cxn>
                    <a:cxn ang="0">
                      <a:pos x="2880" y="0"/>
                    </a:cxn>
                    <a:cxn ang="0">
                      <a:pos x="2880" y="117"/>
                    </a:cxn>
                    <a:cxn ang="0">
                      <a:pos x="2313" y="117"/>
                    </a:cxn>
                    <a:cxn ang="0">
                      <a:pos x="2784" y="293"/>
                    </a:cxn>
                    <a:cxn ang="0">
                      <a:pos x="2880" y="293"/>
                    </a:cxn>
                    <a:cxn ang="0">
                      <a:pos x="2880" y="0"/>
                    </a:cxn>
                  </a:cxnLst>
                  <a:rect l="0" t="0" r="r" b="b"/>
                  <a:pathLst>
                    <a:path w="2880" h="293">
                      <a:moveTo>
                        <a:pt x="2313" y="117"/>
                      </a:move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0" y="137"/>
                        <a:pt x="0" y="137"/>
                        <a:pt x="0" y="137"/>
                      </a:cubicBezTo>
                      <a:cubicBezTo>
                        <a:pt x="2030" y="137"/>
                        <a:pt x="2030" y="137"/>
                        <a:pt x="2030" y="137"/>
                      </a:cubicBezTo>
                      <a:cubicBezTo>
                        <a:pt x="2214" y="137"/>
                        <a:pt x="2274" y="132"/>
                        <a:pt x="2313" y="117"/>
                      </a:cubicBezTo>
                      <a:moveTo>
                        <a:pt x="2880" y="0"/>
                      </a:moveTo>
                      <a:cubicBezTo>
                        <a:pt x="2880" y="0"/>
                        <a:pt x="2880" y="0"/>
                        <a:pt x="2880" y="0"/>
                      </a:cubicBezTo>
                      <a:cubicBezTo>
                        <a:pt x="2880" y="117"/>
                        <a:pt x="2880" y="117"/>
                        <a:pt x="2880" y="117"/>
                      </a:cubicBezTo>
                      <a:cubicBezTo>
                        <a:pt x="2313" y="117"/>
                        <a:pt x="2313" y="117"/>
                        <a:pt x="2313" y="117"/>
                      </a:cubicBezTo>
                      <a:cubicBezTo>
                        <a:pt x="2411" y="197"/>
                        <a:pt x="2542" y="293"/>
                        <a:pt x="2784" y="293"/>
                      </a:cubicBezTo>
                      <a:cubicBezTo>
                        <a:pt x="2842" y="293"/>
                        <a:pt x="2880" y="293"/>
                        <a:pt x="2880" y="293"/>
                      </a:cubicBezTo>
                      <a:cubicBezTo>
                        <a:pt x="2880" y="0"/>
                        <a:pt x="2880" y="0"/>
                        <a:pt x="2880" y="0"/>
                      </a:cubicBezTo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AU"/>
                </a:p>
              </p:txBody>
            </p:sp>
            <p:sp>
              <p:nvSpPr>
                <p:cNvPr id="48" name="Freeform 8"/>
                <p:cNvSpPr>
                  <a:spLocks noEditPoints="1"/>
                </p:cNvSpPr>
                <p:nvPr userDrawn="1"/>
              </p:nvSpPr>
              <p:spPr bwMode="auto">
                <a:xfrm>
                  <a:off x="1497" y="5500319"/>
                  <a:ext cx="9170984" cy="435430"/>
                </a:xfrm>
                <a:custGeom>
                  <a:avLst/>
                  <a:gdLst/>
                  <a:ahLst/>
                  <a:cxnLst>
                    <a:cxn ang="0">
                      <a:pos x="2880" y="20"/>
                    </a:cxn>
                    <a:cxn ang="0">
                      <a:pos x="2789" y="20"/>
                    </a:cxn>
                    <a:cxn ang="0">
                      <a:pos x="2313" y="137"/>
                    </a:cxn>
                    <a:cxn ang="0">
                      <a:pos x="2313" y="137"/>
                    </a:cxn>
                    <a:cxn ang="0">
                      <a:pos x="2880" y="137"/>
                    </a:cxn>
                    <a:cxn ang="0">
                      <a:pos x="2880" y="20"/>
                    </a:cxn>
                    <a:cxn ang="0">
                      <a:pos x="1860" y="0"/>
                    </a:cxn>
                    <a:cxn ang="0">
                      <a:pos x="0" y="0"/>
                    </a:cxn>
                    <a:cxn ang="0">
                      <a:pos x="0" y="137"/>
                    </a:cxn>
                    <a:cxn ang="0">
                      <a:pos x="2313" y="137"/>
                    </a:cxn>
                    <a:cxn ang="0">
                      <a:pos x="2313" y="137"/>
                    </a:cxn>
                    <a:cxn ang="0">
                      <a:pos x="2313" y="137"/>
                    </a:cxn>
                    <a:cxn ang="0">
                      <a:pos x="2313" y="137"/>
                    </a:cxn>
                    <a:cxn ang="0">
                      <a:pos x="1860" y="0"/>
                    </a:cxn>
                  </a:cxnLst>
                  <a:rect l="0" t="0" r="r" b="b"/>
                  <a:pathLst>
                    <a:path w="2880" h="137">
                      <a:moveTo>
                        <a:pt x="2880" y="20"/>
                      </a:moveTo>
                      <a:cubicBezTo>
                        <a:pt x="2789" y="20"/>
                        <a:pt x="2789" y="20"/>
                        <a:pt x="2789" y="20"/>
                      </a:cubicBezTo>
                      <a:cubicBezTo>
                        <a:pt x="2500" y="20"/>
                        <a:pt x="2393" y="10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880" y="137"/>
                        <a:pt x="2880" y="137"/>
                        <a:pt x="2880" y="137"/>
                      </a:cubicBezTo>
                      <a:cubicBezTo>
                        <a:pt x="2880" y="20"/>
                        <a:pt x="2880" y="20"/>
                        <a:pt x="2880" y="20"/>
                      </a:cubicBezTo>
                      <a:moveTo>
                        <a:pt x="186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7"/>
                        <a:pt x="0" y="137"/>
                        <a:pt x="0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216" y="57"/>
                        <a:pt x="2053" y="0"/>
                        <a:pt x="1860" y="0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AU"/>
                </a:p>
              </p:txBody>
            </p:sp>
            <p:sp>
              <p:nvSpPr>
                <p:cNvPr id="49" name="Freeform 9"/>
                <p:cNvSpPr>
                  <a:spLocks/>
                </p:cNvSpPr>
                <p:nvPr userDrawn="1"/>
              </p:nvSpPr>
              <p:spPr bwMode="auto">
                <a:xfrm>
                  <a:off x="1497" y="5563679"/>
                  <a:ext cx="7365906" cy="432734"/>
                </a:xfrm>
                <a:custGeom>
                  <a:avLst/>
                  <a:gdLst/>
                  <a:ahLst/>
                  <a:cxnLst>
                    <a:cxn ang="0">
                      <a:pos x="2313" y="117"/>
                    </a:cxn>
                    <a:cxn ang="0">
                      <a:pos x="1860" y="0"/>
                    </a:cxn>
                    <a:cxn ang="0">
                      <a:pos x="0" y="0"/>
                    </a:cxn>
                    <a:cxn ang="0">
                      <a:pos x="0" y="136"/>
                    </a:cxn>
                    <a:cxn ang="0">
                      <a:pos x="2030" y="136"/>
                    </a:cxn>
                    <a:cxn ang="0">
                      <a:pos x="2313" y="117"/>
                    </a:cxn>
                  </a:cxnLst>
                  <a:rect l="0" t="0" r="r" b="b"/>
                  <a:pathLst>
                    <a:path w="2313" h="136">
                      <a:moveTo>
                        <a:pt x="2313" y="117"/>
                      </a:moveTo>
                      <a:cubicBezTo>
                        <a:pt x="2204" y="55"/>
                        <a:pt x="2053" y="0"/>
                        <a:pt x="186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6"/>
                        <a:pt x="0" y="136"/>
                        <a:pt x="0" y="136"/>
                      </a:cubicBezTo>
                      <a:cubicBezTo>
                        <a:pt x="2030" y="136"/>
                        <a:pt x="2030" y="136"/>
                        <a:pt x="2030" y="136"/>
                      </a:cubicBezTo>
                      <a:cubicBezTo>
                        <a:pt x="2214" y="136"/>
                        <a:pt x="2274" y="132"/>
                        <a:pt x="2313" y="117"/>
                      </a:cubicBezTo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AU"/>
                </a:p>
              </p:txBody>
            </p:sp>
            <p:sp>
              <p:nvSpPr>
                <p:cNvPr id="50" name="Freeform 10"/>
                <p:cNvSpPr>
                  <a:spLocks/>
                </p:cNvSpPr>
                <p:nvPr userDrawn="1"/>
              </p:nvSpPr>
              <p:spPr bwMode="auto">
                <a:xfrm>
                  <a:off x="7367402" y="5563679"/>
                  <a:ext cx="1805078" cy="869511"/>
                </a:xfrm>
                <a:custGeom>
                  <a:avLst/>
                  <a:gdLst/>
                  <a:ahLst/>
                  <a:cxnLst>
                    <a:cxn ang="0">
                      <a:pos x="476" y="0"/>
                    </a:cxn>
                    <a:cxn ang="0">
                      <a:pos x="0" y="117"/>
                    </a:cxn>
                    <a:cxn ang="0">
                      <a:pos x="471" y="273"/>
                    </a:cxn>
                    <a:cxn ang="0">
                      <a:pos x="567" y="273"/>
                    </a:cxn>
                    <a:cxn ang="0">
                      <a:pos x="567" y="0"/>
                    </a:cxn>
                    <a:cxn ang="0">
                      <a:pos x="476" y="0"/>
                    </a:cxn>
                  </a:cxnLst>
                  <a:rect l="0" t="0" r="r" b="b"/>
                  <a:pathLst>
                    <a:path w="567" h="273">
                      <a:moveTo>
                        <a:pt x="476" y="0"/>
                      </a:moveTo>
                      <a:cubicBezTo>
                        <a:pt x="187" y="0"/>
                        <a:pt x="80" y="87"/>
                        <a:pt x="0" y="117"/>
                      </a:cubicBezTo>
                      <a:cubicBezTo>
                        <a:pt x="128" y="190"/>
                        <a:pt x="229" y="273"/>
                        <a:pt x="471" y="273"/>
                      </a:cubicBezTo>
                      <a:cubicBezTo>
                        <a:pt x="529" y="273"/>
                        <a:pt x="567" y="273"/>
                        <a:pt x="567" y="273"/>
                      </a:cubicBezTo>
                      <a:cubicBezTo>
                        <a:pt x="567" y="0"/>
                        <a:pt x="567" y="0"/>
                        <a:pt x="567" y="0"/>
                      </a:cubicBezTo>
                      <a:lnTo>
                        <a:pt x="47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AU"/>
                </a:p>
              </p:txBody>
            </p:sp>
          </p:grpSp>
          <p:pic>
            <p:nvPicPr>
              <p:cNvPr id="33" name="Picture 78"/>
              <p:cNvPicPr>
                <a:picLocks noChangeAspect="1" noChangeArrowheads="1"/>
              </p:cNvPicPr>
              <p:nvPr userDrawn="1"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8169275" y="5675743"/>
                <a:ext cx="655638" cy="655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34" name="Group 19"/>
              <p:cNvGrpSpPr/>
              <p:nvPr userDrawn="1"/>
            </p:nvGrpSpPr>
            <p:grpSpPr>
              <a:xfrm>
                <a:off x="360000" y="5807505"/>
                <a:ext cx="814388" cy="95250"/>
                <a:chOff x="3495675" y="5969000"/>
                <a:chExt cx="814388" cy="95250"/>
              </a:xfrm>
              <a:solidFill>
                <a:schemeClr val="accent1"/>
              </a:solidFill>
            </p:grpSpPr>
            <p:sp>
              <p:nvSpPr>
                <p:cNvPr id="35" name="Freeform 26"/>
                <p:cNvSpPr>
                  <a:spLocks/>
                </p:cNvSpPr>
                <p:nvPr/>
              </p:nvSpPr>
              <p:spPr bwMode="auto">
                <a:xfrm>
                  <a:off x="349567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1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1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8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36" name="Freeform 27"/>
                <p:cNvSpPr>
                  <a:spLocks/>
                </p:cNvSpPr>
                <p:nvPr/>
              </p:nvSpPr>
              <p:spPr bwMode="auto">
                <a:xfrm>
                  <a:off x="360362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2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2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8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13"/>
                        <a:pt x="22" y="13"/>
                        <a:pt x="22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37" name="Freeform 28"/>
                <p:cNvSpPr>
                  <a:spLocks/>
                </p:cNvSpPr>
                <p:nvPr/>
              </p:nvSpPr>
              <p:spPr bwMode="auto">
                <a:xfrm>
                  <a:off x="371157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2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2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9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13"/>
                        <a:pt x="22" y="13"/>
                        <a:pt x="22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38" name="Oval 29"/>
                <p:cNvSpPr>
                  <a:spLocks noChangeArrowheads="1"/>
                </p:cNvSpPr>
                <p:nvPr/>
              </p:nvSpPr>
              <p:spPr bwMode="auto">
                <a:xfrm>
                  <a:off x="3819525" y="6042025"/>
                  <a:ext cx="19050" cy="22225"/>
                </a:xfrm>
                <a:prstGeom prst="ellipse">
                  <a:avLst/>
                </a:pr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39" name="Freeform 30"/>
                <p:cNvSpPr>
                  <a:spLocks/>
                </p:cNvSpPr>
                <p:nvPr/>
              </p:nvSpPr>
              <p:spPr bwMode="auto">
                <a:xfrm>
                  <a:off x="3851275" y="5997575"/>
                  <a:ext cx="50800" cy="66675"/>
                </a:xfrm>
                <a:custGeom>
                  <a:avLst/>
                  <a:gdLst>
                    <a:gd name="T0" fmla="*/ 16 w 16"/>
                    <a:gd name="T1" fmla="*/ 20 h 21"/>
                    <a:gd name="T2" fmla="*/ 10 w 16"/>
                    <a:gd name="T3" fmla="*/ 21 h 21"/>
                    <a:gd name="T4" fmla="*/ 0 w 16"/>
                    <a:gd name="T5" fmla="*/ 11 h 21"/>
                    <a:gd name="T6" fmla="*/ 10 w 16"/>
                    <a:gd name="T7" fmla="*/ 0 h 21"/>
                    <a:gd name="T8" fmla="*/ 16 w 16"/>
                    <a:gd name="T9" fmla="*/ 1 h 21"/>
                    <a:gd name="T10" fmla="*/ 14 w 16"/>
                    <a:gd name="T11" fmla="*/ 5 h 21"/>
                    <a:gd name="T12" fmla="*/ 11 w 16"/>
                    <a:gd name="T13" fmla="*/ 4 h 21"/>
                    <a:gd name="T14" fmla="*/ 6 w 16"/>
                    <a:gd name="T15" fmla="*/ 10 h 21"/>
                    <a:gd name="T16" fmla="*/ 11 w 16"/>
                    <a:gd name="T17" fmla="*/ 17 h 21"/>
                    <a:gd name="T18" fmla="*/ 15 w 16"/>
                    <a:gd name="T19" fmla="*/ 16 h 21"/>
                    <a:gd name="T20" fmla="*/ 16 w 16"/>
                    <a:gd name="T21" fmla="*/ 2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6" h="21">
                      <a:moveTo>
                        <a:pt x="16" y="20"/>
                      </a:moveTo>
                      <a:cubicBezTo>
                        <a:pt x="14" y="21"/>
                        <a:pt x="12" y="21"/>
                        <a:pt x="10" y="21"/>
                      </a:cubicBezTo>
                      <a:cubicBezTo>
                        <a:pt x="3" y="21"/>
                        <a:pt x="0" y="17"/>
                        <a:pt x="0" y="11"/>
                      </a:cubicBezTo>
                      <a:cubicBezTo>
                        <a:pt x="0" y="4"/>
                        <a:pt x="4" y="0"/>
                        <a:pt x="10" y="0"/>
                      </a:cubicBezTo>
                      <a:cubicBezTo>
                        <a:pt x="12" y="0"/>
                        <a:pt x="14" y="0"/>
                        <a:pt x="16" y="1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3" y="4"/>
                        <a:pt x="12" y="4"/>
                        <a:pt x="11" y="4"/>
                      </a:cubicBezTo>
                      <a:cubicBezTo>
                        <a:pt x="7" y="4"/>
                        <a:pt x="6" y="6"/>
                        <a:pt x="6" y="10"/>
                      </a:cubicBezTo>
                      <a:cubicBezTo>
                        <a:pt x="6" y="15"/>
                        <a:pt x="7" y="17"/>
                        <a:pt x="11" y="17"/>
                      </a:cubicBezTo>
                      <a:cubicBezTo>
                        <a:pt x="12" y="17"/>
                        <a:pt x="14" y="17"/>
                        <a:pt x="15" y="16"/>
                      </a:cubicBezTo>
                      <a:lnTo>
                        <a:pt x="16" y="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0" name="Freeform 31"/>
                <p:cNvSpPr>
                  <a:spLocks/>
                </p:cNvSpPr>
                <p:nvPr/>
              </p:nvSpPr>
              <p:spPr bwMode="auto">
                <a:xfrm>
                  <a:off x="3911600" y="5997575"/>
                  <a:ext cx="47625" cy="66675"/>
                </a:xfrm>
                <a:custGeom>
                  <a:avLst/>
                  <a:gdLst>
                    <a:gd name="T0" fmla="*/ 6 w 15"/>
                    <a:gd name="T1" fmla="*/ 21 h 21"/>
                    <a:gd name="T2" fmla="*/ 0 w 15"/>
                    <a:gd name="T3" fmla="*/ 20 h 21"/>
                    <a:gd name="T4" fmla="*/ 1 w 15"/>
                    <a:gd name="T5" fmla="*/ 16 h 21"/>
                    <a:gd name="T6" fmla="*/ 6 w 15"/>
                    <a:gd name="T7" fmla="*/ 17 h 21"/>
                    <a:gd name="T8" fmla="*/ 9 w 15"/>
                    <a:gd name="T9" fmla="*/ 15 h 21"/>
                    <a:gd name="T10" fmla="*/ 6 w 15"/>
                    <a:gd name="T11" fmla="*/ 12 h 21"/>
                    <a:gd name="T12" fmla="*/ 0 w 15"/>
                    <a:gd name="T13" fmla="*/ 6 h 21"/>
                    <a:gd name="T14" fmla="*/ 8 w 15"/>
                    <a:gd name="T15" fmla="*/ 0 h 21"/>
                    <a:gd name="T16" fmla="*/ 13 w 15"/>
                    <a:gd name="T17" fmla="*/ 0 h 21"/>
                    <a:gd name="T18" fmla="*/ 13 w 15"/>
                    <a:gd name="T19" fmla="*/ 4 h 21"/>
                    <a:gd name="T20" fmla="*/ 9 w 15"/>
                    <a:gd name="T21" fmla="*/ 4 h 21"/>
                    <a:gd name="T22" fmla="*/ 6 w 15"/>
                    <a:gd name="T23" fmla="*/ 6 h 21"/>
                    <a:gd name="T24" fmla="*/ 9 w 15"/>
                    <a:gd name="T25" fmla="*/ 9 h 21"/>
                    <a:gd name="T26" fmla="*/ 15 w 15"/>
                    <a:gd name="T27" fmla="*/ 14 h 21"/>
                    <a:gd name="T28" fmla="*/ 6 w 15"/>
                    <a:gd name="T2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5" h="21">
                      <a:moveTo>
                        <a:pt x="6" y="21"/>
                      </a:moveTo>
                      <a:cubicBezTo>
                        <a:pt x="4" y="21"/>
                        <a:pt x="2" y="21"/>
                        <a:pt x="0" y="20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3" y="17"/>
                        <a:pt x="5" y="17"/>
                        <a:pt x="6" y="17"/>
                      </a:cubicBezTo>
                      <a:cubicBezTo>
                        <a:pt x="8" y="17"/>
                        <a:pt x="9" y="16"/>
                        <a:pt x="9" y="15"/>
                      </a:cubicBezTo>
                      <a:cubicBezTo>
                        <a:pt x="9" y="14"/>
                        <a:pt x="8" y="13"/>
                        <a:pt x="6" y="12"/>
                      </a:cubicBezTo>
                      <a:cubicBezTo>
                        <a:pt x="3" y="11"/>
                        <a:pt x="0" y="10"/>
                        <a:pt x="0" y="6"/>
                      </a:cubicBezTo>
                      <a:cubicBezTo>
                        <a:pt x="0" y="2"/>
                        <a:pt x="3" y="0"/>
                        <a:pt x="8" y="0"/>
                      </a:cubicBezTo>
                      <a:cubicBezTo>
                        <a:pt x="10" y="0"/>
                        <a:pt x="12" y="0"/>
                        <a:pt x="13" y="0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1" y="4"/>
                        <a:pt x="10" y="4"/>
                        <a:pt x="9" y="4"/>
                      </a:cubicBezTo>
                      <a:cubicBezTo>
                        <a:pt x="6" y="4"/>
                        <a:pt x="6" y="5"/>
                        <a:pt x="6" y="6"/>
                      </a:cubicBezTo>
                      <a:cubicBezTo>
                        <a:pt x="6" y="7"/>
                        <a:pt x="7" y="8"/>
                        <a:pt x="9" y="9"/>
                      </a:cubicBezTo>
                      <a:cubicBezTo>
                        <a:pt x="13" y="10"/>
                        <a:pt x="15" y="11"/>
                        <a:pt x="15" y="14"/>
                      </a:cubicBezTo>
                      <a:cubicBezTo>
                        <a:pt x="15" y="18"/>
                        <a:pt x="11" y="21"/>
                        <a:pt x="6" y="21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1" name="Freeform 32"/>
                <p:cNvSpPr>
                  <a:spLocks noEditPoints="1"/>
                </p:cNvSpPr>
                <p:nvPr/>
              </p:nvSpPr>
              <p:spPr bwMode="auto">
                <a:xfrm>
                  <a:off x="3965575" y="5969000"/>
                  <a:ext cx="28575" cy="95250"/>
                </a:xfrm>
                <a:custGeom>
                  <a:avLst/>
                  <a:gdLst>
                    <a:gd name="T0" fmla="*/ 4 w 9"/>
                    <a:gd name="T1" fmla="*/ 30 h 30"/>
                    <a:gd name="T2" fmla="*/ 4 w 9"/>
                    <a:gd name="T3" fmla="*/ 13 h 30"/>
                    <a:gd name="T4" fmla="*/ 0 w 9"/>
                    <a:gd name="T5" fmla="*/ 13 h 30"/>
                    <a:gd name="T6" fmla="*/ 0 w 9"/>
                    <a:gd name="T7" fmla="*/ 9 h 30"/>
                    <a:gd name="T8" fmla="*/ 9 w 9"/>
                    <a:gd name="T9" fmla="*/ 9 h 30"/>
                    <a:gd name="T10" fmla="*/ 9 w 9"/>
                    <a:gd name="T11" fmla="*/ 30 h 30"/>
                    <a:gd name="T12" fmla="*/ 4 w 9"/>
                    <a:gd name="T13" fmla="*/ 30 h 30"/>
                    <a:gd name="T14" fmla="*/ 6 w 9"/>
                    <a:gd name="T15" fmla="*/ 6 h 30"/>
                    <a:gd name="T16" fmla="*/ 3 w 9"/>
                    <a:gd name="T17" fmla="*/ 3 h 30"/>
                    <a:gd name="T18" fmla="*/ 6 w 9"/>
                    <a:gd name="T19" fmla="*/ 0 h 30"/>
                    <a:gd name="T20" fmla="*/ 9 w 9"/>
                    <a:gd name="T21" fmla="*/ 3 h 30"/>
                    <a:gd name="T22" fmla="*/ 6 w 9"/>
                    <a:gd name="T23" fmla="*/ 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30">
                      <a:moveTo>
                        <a:pt x="4" y="30"/>
                      </a:move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30"/>
                        <a:pt x="9" y="30"/>
                        <a:pt x="9" y="30"/>
                      </a:cubicBezTo>
                      <a:lnTo>
                        <a:pt x="4" y="30"/>
                      </a:lnTo>
                      <a:close/>
                      <a:moveTo>
                        <a:pt x="6" y="6"/>
                      </a:moveTo>
                      <a:cubicBezTo>
                        <a:pt x="4" y="6"/>
                        <a:pt x="3" y="5"/>
                        <a:pt x="3" y="3"/>
                      </a:cubicBezTo>
                      <a:cubicBezTo>
                        <a:pt x="3" y="1"/>
                        <a:pt x="4" y="0"/>
                        <a:pt x="6" y="0"/>
                      </a:cubicBezTo>
                      <a:cubicBezTo>
                        <a:pt x="8" y="0"/>
                        <a:pt x="9" y="1"/>
                        <a:pt x="9" y="3"/>
                      </a:cubicBezTo>
                      <a:cubicBezTo>
                        <a:pt x="9" y="5"/>
                        <a:pt x="8" y="6"/>
                        <a:pt x="6" y="6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2" name="Freeform 33"/>
                <p:cNvSpPr>
                  <a:spLocks/>
                </p:cNvSpPr>
                <p:nvPr/>
              </p:nvSpPr>
              <p:spPr bwMode="auto">
                <a:xfrm>
                  <a:off x="4013200" y="5997575"/>
                  <a:ext cx="39687" cy="66675"/>
                </a:xfrm>
                <a:custGeom>
                  <a:avLst/>
                  <a:gdLst>
                    <a:gd name="T0" fmla="*/ 11 w 12"/>
                    <a:gd name="T1" fmla="*/ 5 h 21"/>
                    <a:gd name="T2" fmla="*/ 9 w 12"/>
                    <a:gd name="T3" fmla="*/ 5 h 21"/>
                    <a:gd name="T4" fmla="*/ 5 w 12"/>
                    <a:gd name="T5" fmla="*/ 8 h 21"/>
                    <a:gd name="T6" fmla="*/ 5 w 12"/>
                    <a:gd name="T7" fmla="*/ 21 h 21"/>
                    <a:gd name="T8" fmla="*/ 0 w 12"/>
                    <a:gd name="T9" fmla="*/ 21 h 21"/>
                    <a:gd name="T10" fmla="*/ 0 w 12"/>
                    <a:gd name="T11" fmla="*/ 0 h 21"/>
                    <a:gd name="T12" fmla="*/ 4 w 12"/>
                    <a:gd name="T13" fmla="*/ 0 h 21"/>
                    <a:gd name="T14" fmla="*/ 4 w 12"/>
                    <a:gd name="T15" fmla="*/ 4 h 21"/>
                    <a:gd name="T16" fmla="*/ 10 w 12"/>
                    <a:gd name="T17" fmla="*/ 0 h 21"/>
                    <a:gd name="T18" fmla="*/ 12 w 12"/>
                    <a:gd name="T19" fmla="*/ 0 h 21"/>
                    <a:gd name="T20" fmla="*/ 11 w 12"/>
                    <a:gd name="T21" fmla="*/ 5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" h="21">
                      <a:moveTo>
                        <a:pt x="11" y="5"/>
                      </a:moveTo>
                      <a:cubicBezTo>
                        <a:pt x="11" y="5"/>
                        <a:pt x="10" y="5"/>
                        <a:pt x="9" y="5"/>
                      </a:cubicBezTo>
                      <a:cubicBezTo>
                        <a:pt x="8" y="5"/>
                        <a:pt x="7" y="6"/>
                        <a:pt x="5" y="8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6" y="1"/>
                        <a:pt x="8" y="0"/>
                        <a:pt x="10" y="0"/>
                      </a:cubicBezTo>
                      <a:cubicBezTo>
                        <a:pt x="11" y="0"/>
                        <a:pt x="11" y="0"/>
                        <a:pt x="12" y="0"/>
                      </a:cubicBezTo>
                      <a:lnTo>
                        <a:pt x="11" y="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3" name="Freeform 34"/>
                <p:cNvSpPr>
                  <a:spLocks noEditPoints="1"/>
                </p:cNvSpPr>
                <p:nvPr/>
              </p:nvSpPr>
              <p:spPr bwMode="auto">
                <a:xfrm>
                  <a:off x="4062413" y="5997575"/>
                  <a:ext cx="66675" cy="66675"/>
                </a:xfrm>
                <a:custGeom>
                  <a:avLst/>
                  <a:gdLst>
                    <a:gd name="T0" fmla="*/ 10 w 21"/>
                    <a:gd name="T1" fmla="*/ 21 h 21"/>
                    <a:gd name="T2" fmla="*/ 0 w 21"/>
                    <a:gd name="T3" fmla="*/ 11 h 21"/>
                    <a:gd name="T4" fmla="*/ 10 w 21"/>
                    <a:gd name="T5" fmla="*/ 0 h 21"/>
                    <a:gd name="T6" fmla="*/ 21 w 21"/>
                    <a:gd name="T7" fmla="*/ 10 h 21"/>
                    <a:gd name="T8" fmla="*/ 10 w 21"/>
                    <a:gd name="T9" fmla="*/ 21 h 21"/>
                    <a:gd name="T10" fmla="*/ 10 w 21"/>
                    <a:gd name="T11" fmla="*/ 4 h 21"/>
                    <a:gd name="T12" fmla="*/ 5 w 21"/>
                    <a:gd name="T13" fmla="*/ 10 h 21"/>
                    <a:gd name="T14" fmla="*/ 10 w 21"/>
                    <a:gd name="T15" fmla="*/ 17 h 21"/>
                    <a:gd name="T16" fmla="*/ 15 w 21"/>
                    <a:gd name="T17" fmla="*/ 11 h 21"/>
                    <a:gd name="T18" fmla="*/ 10 w 21"/>
                    <a:gd name="T19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21">
                      <a:moveTo>
                        <a:pt x="10" y="21"/>
                      </a:moveTo>
                      <a:cubicBezTo>
                        <a:pt x="3" y="21"/>
                        <a:pt x="0" y="17"/>
                        <a:pt x="0" y="11"/>
                      </a:cubicBezTo>
                      <a:cubicBezTo>
                        <a:pt x="0" y="4"/>
                        <a:pt x="3" y="0"/>
                        <a:pt x="10" y="0"/>
                      </a:cubicBezTo>
                      <a:cubicBezTo>
                        <a:pt x="17" y="0"/>
                        <a:pt x="21" y="4"/>
                        <a:pt x="21" y="10"/>
                      </a:cubicBezTo>
                      <a:cubicBezTo>
                        <a:pt x="21" y="17"/>
                        <a:pt x="17" y="21"/>
                        <a:pt x="10" y="21"/>
                      </a:cubicBezTo>
                      <a:moveTo>
                        <a:pt x="10" y="4"/>
                      </a:moveTo>
                      <a:cubicBezTo>
                        <a:pt x="7" y="4"/>
                        <a:pt x="5" y="7"/>
                        <a:pt x="5" y="10"/>
                      </a:cubicBezTo>
                      <a:cubicBezTo>
                        <a:pt x="5" y="14"/>
                        <a:pt x="6" y="17"/>
                        <a:pt x="10" y="17"/>
                      </a:cubicBezTo>
                      <a:cubicBezTo>
                        <a:pt x="14" y="17"/>
                        <a:pt x="15" y="14"/>
                        <a:pt x="15" y="11"/>
                      </a:cubicBezTo>
                      <a:cubicBezTo>
                        <a:pt x="15" y="6"/>
                        <a:pt x="14" y="4"/>
                        <a:pt x="10" y="4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4" name="Oval 35"/>
                <p:cNvSpPr>
                  <a:spLocks noChangeArrowheads="1"/>
                </p:cNvSpPr>
                <p:nvPr/>
              </p:nvSpPr>
              <p:spPr bwMode="auto">
                <a:xfrm>
                  <a:off x="4141788" y="6042025"/>
                  <a:ext cx="19050" cy="22225"/>
                </a:xfrm>
                <a:prstGeom prst="ellipse">
                  <a:avLst/>
                </a:pr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5" name="Freeform 36"/>
                <p:cNvSpPr>
                  <a:spLocks noEditPoints="1"/>
                </p:cNvSpPr>
                <p:nvPr/>
              </p:nvSpPr>
              <p:spPr bwMode="auto">
                <a:xfrm>
                  <a:off x="4176713" y="5997575"/>
                  <a:ext cx="57150" cy="66675"/>
                </a:xfrm>
                <a:custGeom>
                  <a:avLst/>
                  <a:gdLst>
                    <a:gd name="T0" fmla="*/ 14 w 18"/>
                    <a:gd name="T1" fmla="*/ 21 h 21"/>
                    <a:gd name="T2" fmla="*/ 13 w 18"/>
                    <a:gd name="T3" fmla="*/ 19 h 21"/>
                    <a:gd name="T4" fmla="*/ 7 w 18"/>
                    <a:gd name="T5" fmla="*/ 21 h 21"/>
                    <a:gd name="T6" fmla="*/ 0 w 18"/>
                    <a:gd name="T7" fmla="*/ 15 h 21"/>
                    <a:gd name="T8" fmla="*/ 10 w 18"/>
                    <a:gd name="T9" fmla="*/ 8 h 21"/>
                    <a:gd name="T10" fmla="*/ 13 w 18"/>
                    <a:gd name="T11" fmla="*/ 8 h 21"/>
                    <a:gd name="T12" fmla="*/ 13 w 18"/>
                    <a:gd name="T13" fmla="*/ 7 h 21"/>
                    <a:gd name="T14" fmla="*/ 8 w 18"/>
                    <a:gd name="T15" fmla="*/ 4 h 21"/>
                    <a:gd name="T16" fmla="*/ 2 w 18"/>
                    <a:gd name="T17" fmla="*/ 5 h 21"/>
                    <a:gd name="T18" fmla="*/ 2 w 18"/>
                    <a:gd name="T19" fmla="*/ 1 h 21"/>
                    <a:gd name="T20" fmla="*/ 9 w 18"/>
                    <a:gd name="T21" fmla="*/ 0 h 21"/>
                    <a:gd name="T22" fmla="*/ 18 w 18"/>
                    <a:gd name="T23" fmla="*/ 7 h 21"/>
                    <a:gd name="T24" fmla="*/ 18 w 18"/>
                    <a:gd name="T25" fmla="*/ 21 h 21"/>
                    <a:gd name="T26" fmla="*/ 14 w 18"/>
                    <a:gd name="T27" fmla="*/ 21 h 21"/>
                    <a:gd name="T28" fmla="*/ 13 w 18"/>
                    <a:gd name="T29" fmla="*/ 12 h 21"/>
                    <a:gd name="T30" fmla="*/ 10 w 18"/>
                    <a:gd name="T31" fmla="*/ 12 h 21"/>
                    <a:gd name="T32" fmla="*/ 5 w 18"/>
                    <a:gd name="T33" fmla="*/ 15 h 21"/>
                    <a:gd name="T34" fmla="*/ 8 w 18"/>
                    <a:gd name="T35" fmla="*/ 17 h 21"/>
                    <a:gd name="T36" fmla="*/ 13 w 18"/>
                    <a:gd name="T37" fmla="*/ 15 h 21"/>
                    <a:gd name="T38" fmla="*/ 13 w 18"/>
                    <a:gd name="T39" fmla="*/ 12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8" h="21">
                      <a:moveTo>
                        <a:pt x="14" y="21"/>
                      </a:move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12" y="20"/>
                        <a:pt x="10" y="21"/>
                        <a:pt x="7" y="21"/>
                      </a:cubicBezTo>
                      <a:cubicBezTo>
                        <a:pt x="3" y="21"/>
                        <a:pt x="0" y="19"/>
                        <a:pt x="0" y="15"/>
                      </a:cubicBezTo>
                      <a:cubicBezTo>
                        <a:pt x="0" y="10"/>
                        <a:pt x="4" y="8"/>
                        <a:pt x="10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5"/>
                        <a:pt x="12" y="4"/>
                        <a:pt x="8" y="4"/>
                      </a:cubicBezTo>
                      <a:cubicBezTo>
                        <a:pt x="6" y="4"/>
                        <a:pt x="4" y="4"/>
                        <a:pt x="2" y="5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4" y="0"/>
                        <a:pt x="6" y="0"/>
                        <a:pt x="9" y="0"/>
                      </a:cubicBezTo>
                      <a:cubicBezTo>
                        <a:pt x="15" y="0"/>
                        <a:pt x="18" y="2"/>
                        <a:pt x="18" y="7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lnTo>
                        <a:pt x="14" y="21"/>
                      </a:lnTo>
                      <a:close/>
                      <a:moveTo>
                        <a:pt x="13" y="12"/>
                      </a:move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7" y="12"/>
                        <a:pt x="5" y="13"/>
                        <a:pt x="5" y="15"/>
                      </a:cubicBezTo>
                      <a:cubicBezTo>
                        <a:pt x="5" y="16"/>
                        <a:pt x="6" y="17"/>
                        <a:pt x="8" y="17"/>
                      </a:cubicBezTo>
                      <a:cubicBezTo>
                        <a:pt x="10" y="17"/>
                        <a:pt x="11" y="17"/>
                        <a:pt x="13" y="15"/>
                      </a:cubicBezTo>
                      <a:lnTo>
                        <a:pt x="13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6" name="Freeform 37"/>
                <p:cNvSpPr>
                  <a:spLocks/>
                </p:cNvSpPr>
                <p:nvPr/>
              </p:nvSpPr>
              <p:spPr bwMode="auto">
                <a:xfrm>
                  <a:off x="4252913" y="5997575"/>
                  <a:ext cx="57150" cy="66675"/>
                </a:xfrm>
                <a:custGeom>
                  <a:avLst/>
                  <a:gdLst>
                    <a:gd name="T0" fmla="*/ 14 w 18"/>
                    <a:gd name="T1" fmla="*/ 21 h 21"/>
                    <a:gd name="T2" fmla="*/ 14 w 18"/>
                    <a:gd name="T3" fmla="*/ 18 h 21"/>
                    <a:gd name="T4" fmla="*/ 7 w 18"/>
                    <a:gd name="T5" fmla="*/ 21 h 21"/>
                    <a:gd name="T6" fmla="*/ 0 w 18"/>
                    <a:gd name="T7" fmla="*/ 13 h 21"/>
                    <a:gd name="T8" fmla="*/ 0 w 18"/>
                    <a:gd name="T9" fmla="*/ 0 h 21"/>
                    <a:gd name="T10" fmla="*/ 5 w 18"/>
                    <a:gd name="T11" fmla="*/ 0 h 21"/>
                    <a:gd name="T12" fmla="*/ 5 w 18"/>
                    <a:gd name="T13" fmla="*/ 12 h 21"/>
                    <a:gd name="T14" fmla="*/ 8 w 18"/>
                    <a:gd name="T15" fmla="*/ 17 h 21"/>
                    <a:gd name="T16" fmla="*/ 13 w 18"/>
                    <a:gd name="T17" fmla="*/ 14 h 21"/>
                    <a:gd name="T18" fmla="*/ 13 w 18"/>
                    <a:gd name="T19" fmla="*/ 0 h 21"/>
                    <a:gd name="T20" fmla="*/ 18 w 18"/>
                    <a:gd name="T21" fmla="*/ 0 h 21"/>
                    <a:gd name="T22" fmla="*/ 18 w 18"/>
                    <a:gd name="T23" fmla="*/ 21 h 21"/>
                    <a:gd name="T24" fmla="*/ 14 w 18"/>
                    <a:gd name="T25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8" h="21">
                      <a:moveTo>
                        <a:pt x="14" y="21"/>
                      </a:move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12" y="20"/>
                        <a:pt x="10" y="21"/>
                        <a:pt x="7" y="21"/>
                      </a:cubicBezTo>
                      <a:cubicBezTo>
                        <a:pt x="2" y="21"/>
                        <a:pt x="0" y="18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5"/>
                        <a:pt x="6" y="17"/>
                        <a:pt x="8" y="17"/>
                      </a:cubicBezTo>
                      <a:cubicBezTo>
                        <a:pt x="10" y="17"/>
                        <a:pt x="11" y="16"/>
                        <a:pt x="13" y="14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lnTo>
                        <a:pt x="14" y="2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4440" y="3122613"/>
            <a:ext cx="8467494" cy="1080000"/>
          </a:xfrm>
        </p:spPr>
        <p:txBody>
          <a:bodyPr anchor="b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440" y="4257092"/>
            <a:ext cx="8475710" cy="360040"/>
          </a:xfrm>
        </p:spPr>
        <p:txBody>
          <a:bodyPr>
            <a:normAutofit/>
          </a:bodyPr>
          <a:lstStyle>
            <a:lvl1pPr marL="0" indent="0" algn="l">
              <a:buNone/>
              <a:defRPr sz="2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  <p:sp>
        <p:nvSpPr>
          <p:cNvPr id="27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7967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 userDrawn="1"/>
        </p:nvGrpSpPr>
        <p:grpSpPr>
          <a:xfrm>
            <a:off x="608" y="5500319"/>
            <a:ext cx="9167813" cy="996950"/>
            <a:chOff x="608" y="5500319"/>
            <a:chExt cx="9167813" cy="996950"/>
          </a:xfrm>
        </p:grpSpPr>
        <p:grpSp>
          <p:nvGrpSpPr>
            <p:cNvPr id="43" name="Group 22"/>
            <p:cNvGrpSpPr>
              <a:grpSpLocks/>
            </p:cNvGrpSpPr>
            <p:nvPr userDrawn="1"/>
          </p:nvGrpSpPr>
          <p:grpSpPr bwMode="auto">
            <a:xfrm>
              <a:off x="608" y="5500319"/>
              <a:ext cx="9167813" cy="996950"/>
              <a:chOff x="-7938" y="5668963"/>
              <a:chExt cx="9167813" cy="996950"/>
            </a:xfrm>
          </p:grpSpPr>
          <p:sp>
            <p:nvSpPr>
              <p:cNvPr id="58" name="Freeform 11"/>
              <p:cNvSpPr>
                <a:spLocks noEditPoints="1"/>
              </p:cNvSpPr>
              <p:nvPr userDrawn="1"/>
            </p:nvSpPr>
            <p:spPr bwMode="auto">
              <a:xfrm>
                <a:off x="-7938" y="5668963"/>
                <a:ext cx="9167813" cy="996950"/>
              </a:xfrm>
              <a:custGeom>
                <a:avLst/>
                <a:gdLst>
                  <a:gd name="T0" fmla="*/ 2880 w 2880"/>
                  <a:gd name="T1" fmla="*/ 20 h 313"/>
                  <a:gd name="T2" fmla="*/ 2789 w 2880"/>
                  <a:gd name="T3" fmla="*/ 20 h 313"/>
                  <a:gd name="T4" fmla="*/ 2313 w 2880"/>
                  <a:gd name="T5" fmla="*/ 137 h 313"/>
                  <a:gd name="T6" fmla="*/ 2784 w 2880"/>
                  <a:gd name="T7" fmla="*/ 313 h 313"/>
                  <a:gd name="T8" fmla="*/ 2880 w 2880"/>
                  <a:gd name="T9" fmla="*/ 313 h 313"/>
                  <a:gd name="T10" fmla="*/ 2880 w 2880"/>
                  <a:gd name="T11" fmla="*/ 20 h 313"/>
                  <a:gd name="T12" fmla="*/ 1860 w 2880"/>
                  <a:gd name="T13" fmla="*/ 0 h 313"/>
                  <a:gd name="T14" fmla="*/ 0 w 2880"/>
                  <a:gd name="T15" fmla="*/ 0 h 313"/>
                  <a:gd name="T16" fmla="*/ 0 w 2880"/>
                  <a:gd name="T17" fmla="*/ 157 h 313"/>
                  <a:gd name="T18" fmla="*/ 2030 w 2880"/>
                  <a:gd name="T19" fmla="*/ 157 h 313"/>
                  <a:gd name="T20" fmla="*/ 2313 w 2880"/>
                  <a:gd name="T21" fmla="*/ 137 h 313"/>
                  <a:gd name="T22" fmla="*/ 2313 w 2880"/>
                  <a:gd name="T23" fmla="*/ 137 h 313"/>
                  <a:gd name="T24" fmla="*/ 2313 w 2880"/>
                  <a:gd name="T25" fmla="*/ 137 h 313"/>
                  <a:gd name="T26" fmla="*/ 1860 w 2880"/>
                  <a:gd name="T27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0" h="313">
                    <a:moveTo>
                      <a:pt x="2880" y="20"/>
                    </a:moveTo>
                    <a:cubicBezTo>
                      <a:pt x="2789" y="20"/>
                      <a:pt x="2789" y="20"/>
                      <a:pt x="2789" y="20"/>
                    </a:cubicBezTo>
                    <a:cubicBezTo>
                      <a:pt x="2500" y="20"/>
                      <a:pt x="2393" y="107"/>
                      <a:pt x="2313" y="137"/>
                    </a:cubicBezTo>
                    <a:cubicBezTo>
                      <a:pt x="2411" y="217"/>
                      <a:pt x="2542" y="313"/>
                      <a:pt x="2784" y="313"/>
                    </a:cubicBezTo>
                    <a:cubicBezTo>
                      <a:pt x="2842" y="313"/>
                      <a:pt x="2880" y="313"/>
                      <a:pt x="2880" y="313"/>
                    </a:cubicBezTo>
                    <a:cubicBezTo>
                      <a:pt x="2880" y="20"/>
                      <a:pt x="2880" y="20"/>
                      <a:pt x="2880" y="20"/>
                    </a:cubicBezTo>
                    <a:moveTo>
                      <a:pt x="186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030" y="157"/>
                      <a:pt x="2030" y="157"/>
                      <a:pt x="2030" y="157"/>
                    </a:cubicBezTo>
                    <a:cubicBezTo>
                      <a:pt x="2214" y="157"/>
                      <a:pt x="2274" y="152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216" y="57"/>
                      <a:pt x="2053" y="0"/>
                      <a:pt x="186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9" name="Freeform 24"/>
              <p:cNvSpPr>
                <a:spLocks/>
              </p:cNvSpPr>
              <p:nvPr userDrawn="1"/>
            </p:nvSpPr>
            <p:spPr bwMode="auto">
              <a:xfrm>
                <a:off x="-7938" y="5732463"/>
                <a:ext cx="7362826" cy="433387"/>
              </a:xfrm>
              <a:custGeom>
                <a:avLst/>
                <a:gdLst>
                  <a:gd name="T0" fmla="*/ 2313 w 2313"/>
                  <a:gd name="T1" fmla="*/ 117 h 136"/>
                  <a:gd name="T2" fmla="*/ 1860 w 2313"/>
                  <a:gd name="T3" fmla="*/ 0 h 136"/>
                  <a:gd name="T4" fmla="*/ 0 w 2313"/>
                  <a:gd name="T5" fmla="*/ 0 h 136"/>
                  <a:gd name="T6" fmla="*/ 0 w 2313"/>
                  <a:gd name="T7" fmla="*/ 136 h 136"/>
                  <a:gd name="T8" fmla="*/ 2030 w 2313"/>
                  <a:gd name="T9" fmla="*/ 136 h 136"/>
                  <a:gd name="T10" fmla="*/ 2313 w 2313"/>
                  <a:gd name="T11" fmla="*/ 11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3" h="136">
                    <a:moveTo>
                      <a:pt x="2313" y="117"/>
                    </a:moveTo>
                    <a:cubicBezTo>
                      <a:pt x="2204" y="55"/>
                      <a:pt x="2053" y="0"/>
                      <a:pt x="18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2030" y="136"/>
                      <a:pt x="2030" y="136"/>
                      <a:pt x="2030" y="136"/>
                    </a:cubicBezTo>
                    <a:cubicBezTo>
                      <a:pt x="2214" y="136"/>
                      <a:pt x="2274" y="132"/>
                      <a:pt x="2313" y="11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0" name="Freeform 25"/>
              <p:cNvSpPr>
                <a:spLocks/>
              </p:cNvSpPr>
              <p:nvPr userDrawn="1"/>
            </p:nvSpPr>
            <p:spPr bwMode="auto">
              <a:xfrm>
                <a:off x="7354888" y="5732463"/>
                <a:ext cx="1804987" cy="869950"/>
              </a:xfrm>
              <a:custGeom>
                <a:avLst/>
                <a:gdLst>
                  <a:gd name="T0" fmla="*/ 476 w 567"/>
                  <a:gd name="T1" fmla="*/ 0 h 273"/>
                  <a:gd name="T2" fmla="*/ 0 w 567"/>
                  <a:gd name="T3" fmla="*/ 117 h 273"/>
                  <a:gd name="T4" fmla="*/ 471 w 567"/>
                  <a:gd name="T5" fmla="*/ 273 h 273"/>
                  <a:gd name="T6" fmla="*/ 567 w 567"/>
                  <a:gd name="T7" fmla="*/ 273 h 273"/>
                  <a:gd name="T8" fmla="*/ 567 w 567"/>
                  <a:gd name="T9" fmla="*/ 0 h 273"/>
                  <a:gd name="T10" fmla="*/ 476 w 567"/>
                  <a:gd name="T11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7" h="273">
                    <a:moveTo>
                      <a:pt x="476" y="0"/>
                    </a:moveTo>
                    <a:cubicBezTo>
                      <a:pt x="187" y="0"/>
                      <a:pt x="80" y="87"/>
                      <a:pt x="0" y="117"/>
                    </a:cubicBezTo>
                    <a:cubicBezTo>
                      <a:pt x="128" y="190"/>
                      <a:pt x="229" y="273"/>
                      <a:pt x="471" y="273"/>
                    </a:cubicBezTo>
                    <a:cubicBezTo>
                      <a:pt x="529" y="273"/>
                      <a:pt x="567" y="273"/>
                      <a:pt x="567" y="273"/>
                    </a:cubicBezTo>
                    <a:cubicBezTo>
                      <a:pt x="567" y="0"/>
                      <a:pt x="567" y="0"/>
                      <a:pt x="567" y="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44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5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46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7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8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9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0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1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2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3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4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5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6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7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44440" y="3122613"/>
            <a:ext cx="8467494" cy="1080000"/>
          </a:xfrm>
        </p:spPr>
        <p:txBody>
          <a:bodyPr anchor="b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344440" y="4257092"/>
            <a:ext cx="8475710" cy="360040"/>
          </a:xfrm>
        </p:spPr>
        <p:txBody>
          <a:bodyPr>
            <a:normAutofit/>
          </a:bodyPr>
          <a:lstStyle>
            <a:lvl1pPr marL="0" indent="0" algn="l">
              <a:buNone/>
              <a:defRPr sz="2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  <p:sp>
        <p:nvSpPr>
          <p:cNvPr id="27" name="Text Placeholder 14"/>
          <p:cNvSpPr>
            <a:spLocks noGrp="1"/>
          </p:cNvSpPr>
          <p:nvPr userDrawn="1"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5978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lternative 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-26988" y="357188"/>
            <a:ext cx="9195409" cy="6140081"/>
            <a:chOff x="-26988" y="357188"/>
            <a:chExt cx="9195409" cy="6140081"/>
          </a:xfrm>
        </p:grpSpPr>
        <p:grpSp>
          <p:nvGrpSpPr>
            <p:cNvPr id="29" name="Group 28"/>
            <p:cNvGrpSpPr/>
            <p:nvPr userDrawn="1"/>
          </p:nvGrpSpPr>
          <p:grpSpPr>
            <a:xfrm>
              <a:off x="608" y="5500319"/>
              <a:ext cx="9167813" cy="996950"/>
              <a:chOff x="608" y="5500319"/>
              <a:chExt cx="9167813" cy="996950"/>
            </a:xfrm>
          </p:grpSpPr>
          <p:grpSp>
            <p:nvGrpSpPr>
              <p:cNvPr id="43" name="Group 22"/>
              <p:cNvGrpSpPr>
                <a:grpSpLocks/>
              </p:cNvGrpSpPr>
              <p:nvPr userDrawn="1"/>
            </p:nvGrpSpPr>
            <p:grpSpPr bwMode="auto">
              <a:xfrm>
                <a:off x="608" y="5500319"/>
                <a:ext cx="9167813" cy="996950"/>
                <a:chOff x="-7938" y="5668963"/>
                <a:chExt cx="9167813" cy="996950"/>
              </a:xfrm>
            </p:grpSpPr>
            <p:sp>
              <p:nvSpPr>
                <p:cNvPr id="58" name="Freeform 11"/>
                <p:cNvSpPr>
                  <a:spLocks noEditPoints="1"/>
                </p:cNvSpPr>
                <p:nvPr userDrawn="1"/>
              </p:nvSpPr>
              <p:spPr bwMode="auto">
                <a:xfrm>
                  <a:off x="-7938" y="5668963"/>
                  <a:ext cx="9167813" cy="996950"/>
                </a:xfrm>
                <a:custGeom>
                  <a:avLst/>
                  <a:gdLst>
                    <a:gd name="T0" fmla="*/ 2880 w 2880"/>
                    <a:gd name="T1" fmla="*/ 20 h 313"/>
                    <a:gd name="T2" fmla="*/ 2789 w 2880"/>
                    <a:gd name="T3" fmla="*/ 20 h 313"/>
                    <a:gd name="T4" fmla="*/ 2313 w 2880"/>
                    <a:gd name="T5" fmla="*/ 137 h 313"/>
                    <a:gd name="T6" fmla="*/ 2784 w 2880"/>
                    <a:gd name="T7" fmla="*/ 313 h 313"/>
                    <a:gd name="T8" fmla="*/ 2880 w 2880"/>
                    <a:gd name="T9" fmla="*/ 313 h 313"/>
                    <a:gd name="T10" fmla="*/ 2880 w 2880"/>
                    <a:gd name="T11" fmla="*/ 20 h 313"/>
                    <a:gd name="T12" fmla="*/ 1860 w 2880"/>
                    <a:gd name="T13" fmla="*/ 0 h 313"/>
                    <a:gd name="T14" fmla="*/ 0 w 2880"/>
                    <a:gd name="T15" fmla="*/ 0 h 313"/>
                    <a:gd name="T16" fmla="*/ 0 w 2880"/>
                    <a:gd name="T17" fmla="*/ 157 h 313"/>
                    <a:gd name="T18" fmla="*/ 2030 w 2880"/>
                    <a:gd name="T19" fmla="*/ 157 h 313"/>
                    <a:gd name="T20" fmla="*/ 2313 w 2880"/>
                    <a:gd name="T21" fmla="*/ 137 h 313"/>
                    <a:gd name="T22" fmla="*/ 2313 w 2880"/>
                    <a:gd name="T23" fmla="*/ 137 h 313"/>
                    <a:gd name="T24" fmla="*/ 2313 w 2880"/>
                    <a:gd name="T25" fmla="*/ 137 h 313"/>
                    <a:gd name="T26" fmla="*/ 1860 w 2880"/>
                    <a:gd name="T27" fmla="*/ 0 h 3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880" h="313">
                      <a:moveTo>
                        <a:pt x="2880" y="20"/>
                      </a:moveTo>
                      <a:cubicBezTo>
                        <a:pt x="2789" y="20"/>
                        <a:pt x="2789" y="20"/>
                        <a:pt x="2789" y="20"/>
                      </a:cubicBezTo>
                      <a:cubicBezTo>
                        <a:pt x="2500" y="20"/>
                        <a:pt x="2393" y="107"/>
                        <a:pt x="2313" y="137"/>
                      </a:cubicBezTo>
                      <a:cubicBezTo>
                        <a:pt x="2411" y="217"/>
                        <a:pt x="2542" y="313"/>
                        <a:pt x="2784" y="313"/>
                      </a:cubicBezTo>
                      <a:cubicBezTo>
                        <a:pt x="2842" y="313"/>
                        <a:pt x="2880" y="313"/>
                        <a:pt x="2880" y="313"/>
                      </a:cubicBezTo>
                      <a:cubicBezTo>
                        <a:pt x="2880" y="20"/>
                        <a:pt x="2880" y="20"/>
                        <a:pt x="2880" y="20"/>
                      </a:cubicBezTo>
                      <a:moveTo>
                        <a:pt x="186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57"/>
                        <a:pt x="0" y="157"/>
                        <a:pt x="0" y="157"/>
                      </a:cubicBezTo>
                      <a:cubicBezTo>
                        <a:pt x="2030" y="157"/>
                        <a:pt x="2030" y="157"/>
                        <a:pt x="2030" y="157"/>
                      </a:cubicBezTo>
                      <a:cubicBezTo>
                        <a:pt x="2214" y="157"/>
                        <a:pt x="2274" y="152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313" y="137"/>
                        <a:pt x="2313" y="137"/>
                        <a:pt x="2313" y="137"/>
                      </a:cubicBezTo>
                      <a:cubicBezTo>
                        <a:pt x="2216" y="57"/>
                        <a:pt x="2053" y="0"/>
                        <a:pt x="1860" y="0"/>
                      </a:cubicBezTo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9" name="Freeform 24"/>
                <p:cNvSpPr>
                  <a:spLocks/>
                </p:cNvSpPr>
                <p:nvPr userDrawn="1"/>
              </p:nvSpPr>
              <p:spPr bwMode="auto">
                <a:xfrm>
                  <a:off x="-7938" y="5732463"/>
                  <a:ext cx="7362826" cy="433387"/>
                </a:xfrm>
                <a:custGeom>
                  <a:avLst/>
                  <a:gdLst>
                    <a:gd name="T0" fmla="*/ 2313 w 2313"/>
                    <a:gd name="T1" fmla="*/ 117 h 136"/>
                    <a:gd name="T2" fmla="*/ 1860 w 2313"/>
                    <a:gd name="T3" fmla="*/ 0 h 136"/>
                    <a:gd name="T4" fmla="*/ 0 w 2313"/>
                    <a:gd name="T5" fmla="*/ 0 h 136"/>
                    <a:gd name="T6" fmla="*/ 0 w 2313"/>
                    <a:gd name="T7" fmla="*/ 136 h 136"/>
                    <a:gd name="T8" fmla="*/ 2030 w 2313"/>
                    <a:gd name="T9" fmla="*/ 136 h 136"/>
                    <a:gd name="T10" fmla="*/ 2313 w 2313"/>
                    <a:gd name="T11" fmla="*/ 117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313" h="136">
                      <a:moveTo>
                        <a:pt x="2313" y="117"/>
                      </a:moveTo>
                      <a:cubicBezTo>
                        <a:pt x="2204" y="55"/>
                        <a:pt x="2053" y="0"/>
                        <a:pt x="186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6"/>
                        <a:pt x="0" y="136"/>
                        <a:pt x="0" y="136"/>
                      </a:cubicBezTo>
                      <a:cubicBezTo>
                        <a:pt x="2030" y="136"/>
                        <a:pt x="2030" y="136"/>
                        <a:pt x="2030" y="136"/>
                      </a:cubicBezTo>
                      <a:cubicBezTo>
                        <a:pt x="2214" y="136"/>
                        <a:pt x="2274" y="132"/>
                        <a:pt x="2313" y="117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60" name="Freeform 25"/>
                <p:cNvSpPr>
                  <a:spLocks/>
                </p:cNvSpPr>
                <p:nvPr userDrawn="1"/>
              </p:nvSpPr>
              <p:spPr bwMode="auto">
                <a:xfrm>
                  <a:off x="7354888" y="5732463"/>
                  <a:ext cx="1804987" cy="869950"/>
                </a:xfrm>
                <a:custGeom>
                  <a:avLst/>
                  <a:gdLst>
                    <a:gd name="T0" fmla="*/ 476 w 567"/>
                    <a:gd name="T1" fmla="*/ 0 h 273"/>
                    <a:gd name="T2" fmla="*/ 0 w 567"/>
                    <a:gd name="T3" fmla="*/ 117 h 273"/>
                    <a:gd name="T4" fmla="*/ 471 w 567"/>
                    <a:gd name="T5" fmla="*/ 273 h 273"/>
                    <a:gd name="T6" fmla="*/ 567 w 567"/>
                    <a:gd name="T7" fmla="*/ 273 h 273"/>
                    <a:gd name="T8" fmla="*/ 567 w 567"/>
                    <a:gd name="T9" fmla="*/ 0 h 273"/>
                    <a:gd name="T10" fmla="*/ 476 w 567"/>
                    <a:gd name="T11" fmla="*/ 0 h 2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67" h="273">
                      <a:moveTo>
                        <a:pt x="476" y="0"/>
                      </a:moveTo>
                      <a:cubicBezTo>
                        <a:pt x="187" y="0"/>
                        <a:pt x="80" y="87"/>
                        <a:pt x="0" y="117"/>
                      </a:cubicBezTo>
                      <a:cubicBezTo>
                        <a:pt x="128" y="190"/>
                        <a:pt x="229" y="273"/>
                        <a:pt x="471" y="273"/>
                      </a:cubicBezTo>
                      <a:cubicBezTo>
                        <a:pt x="529" y="273"/>
                        <a:pt x="567" y="273"/>
                        <a:pt x="567" y="273"/>
                      </a:cubicBezTo>
                      <a:cubicBezTo>
                        <a:pt x="567" y="0"/>
                        <a:pt x="567" y="0"/>
                        <a:pt x="567" y="0"/>
                      </a:cubicBezTo>
                      <a:lnTo>
                        <a:pt x="47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</p:grpSp>
          <p:pic>
            <p:nvPicPr>
              <p:cNvPr id="44" name="Picture 78"/>
              <p:cNvPicPr>
                <a:picLocks noChangeAspect="1" noChangeArrowheads="1"/>
              </p:cNvPicPr>
              <p:nvPr userDrawn="1"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8169275" y="5675743"/>
                <a:ext cx="655638" cy="655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45" name="Group 19"/>
              <p:cNvGrpSpPr/>
              <p:nvPr userDrawn="1"/>
            </p:nvGrpSpPr>
            <p:grpSpPr>
              <a:xfrm>
                <a:off x="360000" y="5807505"/>
                <a:ext cx="814388" cy="95250"/>
                <a:chOff x="3495675" y="5969000"/>
                <a:chExt cx="814388" cy="95250"/>
              </a:xfrm>
              <a:solidFill>
                <a:schemeClr val="accent1"/>
              </a:solidFill>
            </p:grpSpPr>
            <p:sp>
              <p:nvSpPr>
                <p:cNvPr id="46" name="Freeform 26"/>
                <p:cNvSpPr>
                  <a:spLocks/>
                </p:cNvSpPr>
                <p:nvPr/>
              </p:nvSpPr>
              <p:spPr bwMode="auto">
                <a:xfrm>
                  <a:off x="349567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1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1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8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1" y="13"/>
                        <a:pt x="21" y="13"/>
                        <a:pt x="21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7" name="Freeform 27"/>
                <p:cNvSpPr>
                  <a:spLocks/>
                </p:cNvSpPr>
                <p:nvPr/>
              </p:nvSpPr>
              <p:spPr bwMode="auto">
                <a:xfrm>
                  <a:off x="360362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2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2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8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13"/>
                        <a:pt x="22" y="13"/>
                        <a:pt x="22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8" name="Freeform 28"/>
                <p:cNvSpPr>
                  <a:spLocks/>
                </p:cNvSpPr>
                <p:nvPr/>
              </p:nvSpPr>
              <p:spPr bwMode="auto">
                <a:xfrm>
                  <a:off x="3711575" y="5997575"/>
                  <a:ext cx="98425" cy="66675"/>
                </a:xfrm>
                <a:custGeom>
                  <a:avLst/>
                  <a:gdLst>
                    <a:gd name="T0" fmla="*/ 31 w 31"/>
                    <a:gd name="T1" fmla="*/ 0 h 21"/>
                    <a:gd name="T2" fmla="*/ 25 w 31"/>
                    <a:gd name="T3" fmla="*/ 21 h 21"/>
                    <a:gd name="T4" fmla="*/ 19 w 31"/>
                    <a:gd name="T5" fmla="*/ 21 h 21"/>
                    <a:gd name="T6" fmla="*/ 16 w 31"/>
                    <a:gd name="T7" fmla="*/ 9 h 21"/>
                    <a:gd name="T8" fmla="*/ 15 w 31"/>
                    <a:gd name="T9" fmla="*/ 7 h 21"/>
                    <a:gd name="T10" fmla="*/ 15 w 31"/>
                    <a:gd name="T11" fmla="*/ 7 h 21"/>
                    <a:gd name="T12" fmla="*/ 15 w 31"/>
                    <a:gd name="T13" fmla="*/ 9 h 21"/>
                    <a:gd name="T14" fmla="*/ 12 w 31"/>
                    <a:gd name="T15" fmla="*/ 21 h 21"/>
                    <a:gd name="T16" fmla="*/ 6 w 31"/>
                    <a:gd name="T17" fmla="*/ 21 h 21"/>
                    <a:gd name="T18" fmla="*/ 0 w 31"/>
                    <a:gd name="T19" fmla="*/ 0 h 21"/>
                    <a:gd name="T20" fmla="*/ 5 w 31"/>
                    <a:gd name="T21" fmla="*/ 0 h 21"/>
                    <a:gd name="T22" fmla="*/ 8 w 31"/>
                    <a:gd name="T23" fmla="*/ 13 h 21"/>
                    <a:gd name="T24" fmla="*/ 9 w 31"/>
                    <a:gd name="T25" fmla="*/ 16 h 21"/>
                    <a:gd name="T26" fmla="*/ 9 w 31"/>
                    <a:gd name="T27" fmla="*/ 16 h 21"/>
                    <a:gd name="T28" fmla="*/ 10 w 31"/>
                    <a:gd name="T29" fmla="*/ 13 h 21"/>
                    <a:gd name="T30" fmla="*/ 13 w 31"/>
                    <a:gd name="T31" fmla="*/ 0 h 21"/>
                    <a:gd name="T32" fmla="*/ 18 w 31"/>
                    <a:gd name="T33" fmla="*/ 0 h 21"/>
                    <a:gd name="T34" fmla="*/ 22 w 31"/>
                    <a:gd name="T35" fmla="*/ 13 h 21"/>
                    <a:gd name="T36" fmla="*/ 22 w 31"/>
                    <a:gd name="T37" fmla="*/ 16 h 21"/>
                    <a:gd name="T38" fmla="*/ 22 w 31"/>
                    <a:gd name="T39" fmla="*/ 16 h 21"/>
                    <a:gd name="T40" fmla="*/ 23 w 31"/>
                    <a:gd name="T41" fmla="*/ 12 h 21"/>
                    <a:gd name="T42" fmla="*/ 26 w 31"/>
                    <a:gd name="T43" fmla="*/ 0 h 21"/>
                    <a:gd name="T44" fmla="*/ 31 w 31"/>
                    <a:gd name="T45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31" h="21">
                      <a:moveTo>
                        <a:pt x="31" y="0"/>
                      </a:moveTo>
                      <a:cubicBezTo>
                        <a:pt x="29" y="7"/>
                        <a:pt x="27" y="14"/>
                        <a:pt x="25" y="21"/>
                      </a:cubicBezTo>
                      <a:cubicBezTo>
                        <a:pt x="19" y="21"/>
                        <a:pt x="19" y="21"/>
                        <a:pt x="19" y="21"/>
                      </a:cubicBezTo>
                      <a:cubicBezTo>
                        <a:pt x="16" y="9"/>
                        <a:pt x="16" y="9"/>
                        <a:pt x="16" y="9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9"/>
                        <a:pt x="15" y="9"/>
                        <a:pt x="15" y="9"/>
                      </a:cubicBezTo>
                      <a:cubicBezTo>
                        <a:pt x="12" y="21"/>
                        <a:pt x="12" y="21"/>
                        <a:pt x="12" y="21"/>
                      </a:cubicBezTo>
                      <a:cubicBezTo>
                        <a:pt x="6" y="21"/>
                        <a:pt x="6" y="21"/>
                        <a:pt x="6" y="21"/>
                      </a:cubicBezTo>
                      <a:cubicBezTo>
                        <a:pt x="4" y="14"/>
                        <a:pt x="2" y="7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6" y="5"/>
                        <a:pt x="7" y="9"/>
                        <a:pt x="8" y="13"/>
                      </a:cubicBezTo>
                      <a:cubicBezTo>
                        <a:pt x="9" y="14"/>
                        <a:pt x="9" y="15"/>
                        <a:pt x="9" y="16"/>
                      </a:cubicBezTo>
                      <a:cubicBezTo>
                        <a:pt x="9" y="16"/>
                        <a:pt x="9" y="16"/>
                        <a:pt x="9" y="16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22" y="13"/>
                        <a:pt x="22" y="13"/>
                        <a:pt x="22" y="13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2" y="16"/>
                        <a:pt x="22" y="16"/>
                        <a:pt x="22" y="16"/>
                      </a:cubicBezTo>
                      <a:cubicBezTo>
                        <a:pt x="23" y="15"/>
                        <a:pt x="23" y="13"/>
                        <a:pt x="23" y="12"/>
                      </a:cubicBezTo>
                      <a:cubicBezTo>
                        <a:pt x="24" y="8"/>
                        <a:pt x="25" y="4"/>
                        <a:pt x="26" y="0"/>
                      </a:cubicBezTo>
                      <a:lnTo>
                        <a:pt x="3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49" name="Oval 29"/>
                <p:cNvSpPr>
                  <a:spLocks noChangeArrowheads="1"/>
                </p:cNvSpPr>
                <p:nvPr/>
              </p:nvSpPr>
              <p:spPr bwMode="auto">
                <a:xfrm>
                  <a:off x="3819525" y="6042025"/>
                  <a:ext cx="19050" cy="22225"/>
                </a:xfrm>
                <a:prstGeom prst="ellipse">
                  <a:avLst/>
                </a:pr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0" name="Freeform 30"/>
                <p:cNvSpPr>
                  <a:spLocks/>
                </p:cNvSpPr>
                <p:nvPr/>
              </p:nvSpPr>
              <p:spPr bwMode="auto">
                <a:xfrm>
                  <a:off x="3851275" y="5997575"/>
                  <a:ext cx="50800" cy="66675"/>
                </a:xfrm>
                <a:custGeom>
                  <a:avLst/>
                  <a:gdLst>
                    <a:gd name="T0" fmla="*/ 16 w 16"/>
                    <a:gd name="T1" fmla="*/ 20 h 21"/>
                    <a:gd name="T2" fmla="*/ 10 w 16"/>
                    <a:gd name="T3" fmla="*/ 21 h 21"/>
                    <a:gd name="T4" fmla="*/ 0 w 16"/>
                    <a:gd name="T5" fmla="*/ 11 h 21"/>
                    <a:gd name="T6" fmla="*/ 10 w 16"/>
                    <a:gd name="T7" fmla="*/ 0 h 21"/>
                    <a:gd name="T8" fmla="*/ 16 w 16"/>
                    <a:gd name="T9" fmla="*/ 1 h 21"/>
                    <a:gd name="T10" fmla="*/ 14 w 16"/>
                    <a:gd name="T11" fmla="*/ 5 h 21"/>
                    <a:gd name="T12" fmla="*/ 11 w 16"/>
                    <a:gd name="T13" fmla="*/ 4 h 21"/>
                    <a:gd name="T14" fmla="*/ 6 w 16"/>
                    <a:gd name="T15" fmla="*/ 10 h 21"/>
                    <a:gd name="T16" fmla="*/ 11 w 16"/>
                    <a:gd name="T17" fmla="*/ 17 h 21"/>
                    <a:gd name="T18" fmla="*/ 15 w 16"/>
                    <a:gd name="T19" fmla="*/ 16 h 21"/>
                    <a:gd name="T20" fmla="*/ 16 w 16"/>
                    <a:gd name="T21" fmla="*/ 2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6" h="21">
                      <a:moveTo>
                        <a:pt x="16" y="20"/>
                      </a:moveTo>
                      <a:cubicBezTo>
                        <a:pt x="14" y="21"/>
                        <a:pt x="12" y="21"/>
                        <a:pt x="10" y="21"/>
                      </a:cubicBezTo>
                      <a:cubicBezTo>
                        <a:pt x="3" y="21"/>
                        <a:pt x="0" y="17"/>
                        <a:pt x="0" y="11"/>
                      </a:cubicBezTo>
                      <a:cubicBezTo>
                        <a:pt x="0" y="4"/>
                        <a:pt x="4" y="0"/>
                        <a:pt x="10" y="0"/>
                      </a:cubicBezTo>
                      <a:cubicBezTo>
                        <a:pt x="12" y="0"/>
                        <a:pt x="14" y="0"/>
                        <a:pt x="16" y="1"/>
                      </a:cubicBezTo>
                      <a:cubicBezTo>
                        <a:pt x="14" y="5"/>
                        <a:pt x="14" y="5"/>
                        <a:pt x="14" y="5"/>
                      </a:cubicBezTo>
                      <a:cubicBezTo>
                        <a:pt x="13" y="4"/>
                        <a:pt x="12" y="4"/>
                        <a:pt x="11" y="4"/>
                      </a:cubicBezTo>
                      <a:cubicBezTo>
                        <a:pt x="7" y="4"/>
                        <a:pt x="6" y="6"/>
                        <a:pt x="6" y="10"/>
                      </a:cubicBezTo>
                      <a:cubicBezTo>
                        <a:pt x="6" y="15"/>
                        <a:pt x="7" y="17"/>
                        <a:pt x="11" y="17"/>
                      </a:cubicBezTo>
                      <a:cubicBezTo>
                        <a:pt x="12" y="17"/>
                        <a:pt x="14" y="17"/>
                        <a:pt x="15" y="16"/>
                      </a:cubicBezTo>
                      <a:lnTo>
                        <a:pt x="16" y="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1" name="Freeform 31"/>
                <p:cNvSpPr>
                  <a:spLocks/>
                </p:cNvSpPr>
                <p:nvPr/>
              </p:nvSpPr>
              <p:spPr bwMode="auto">
                <a:xfrm>
                  <a:off x="3911600" y="5997575"/>
                  <a:ext cx="47625" cy="66675"/>
                </a:xfrm>
                <a:custGeom>
                  <a:avLst/>
                  <a:gdLst>
                    <a:gd name="T0" fmla="*/ 6 w 15"/>
                    <a:gd name="T1" fmla="*/ 21 h 21"/>
                    <a:gd name="T2" fmla="*/ 0 w 15"/>
                    <a:gd name="T3" fmla="*/ 20 h 21"/>
                    <a:gd name="T4" fmla="*/ 1 w 15"/>
                    <a:gd name="T5" fmla="*/ 16 h 21"/>
                    <a:gd name="T6" fmla="*/ 6 w 15"/>
                    <a:gd name="T7" fmla="*/ 17 h 21"/>
                    <a:gd name="T8" fmla="*/ 9 w 15"/>
                    <a:gd name="T9" fmla="*/ 15 h 21"/>
                    <a:gd name="T10" fmla="*/ 6 w 15"/>
                    <a:gd name="T11" fmla="*/ 12 h 21"/>
                    <a:gd name="T12" fmla="*/ 0 w 15"/>
                    <a:gd name="T13" fmla="*/ 6 h 21"/>
                    <a:gd name="T14" fmla="*/ 8 w 15"/>
                    <a:gd name="T15" fmla="*/ 0 h 21"/>
                    <a:gd name="T16" fmla="*/ 13 w 15"/>
                    <a:gd name="T17" fmla="*/ 0 h 21"/>
                    <a:gd name="T18" fmla="*/ 13 w 15"/>
                    <a:gd name="T19" fmla="*/ 4 h 21"/>
                    <a:gd name="T20" fmla="*/ 9 w 15"/>
                    <a:gd name="T21" fmla="*/ 4 h 21"/>
                    <a:gd name="T22" fmla="*/ 6 w 15"/>
                    <a:gd name="T23" fmla="*/ 6 h 21"/>
                    <a:gd name="T24" fmla="*/ 9 w 15"/>
                    <a:gd name="T25" fmla="*/ 9 h 21"/>
                    <a:gd name="T26" fmla="*/ 15 w 15"/>
                    <a:gd name="T27" fmla="*/ 14 h 21"/>
                    <a:gd name="T28" fmla="*/ 6 w 15"/>
                    <a:gd name="T29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5" h="21">
                      <a:moveTo>
                        <a:pt x="6" y="21"/>
                      </a:moveTo>
                      <a:cubicBezTo>
                        <a:pt x="4" y="21"/>
                        <a:pt x="2" y="21"/>
                        <a:pt x="0" y="20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3" y="17"/>
                        <a:pt x="5" y="17"/>
                        <a:pt x="6" y="17"/>
                      </a:cubicBezTo>
                      <a:cubicBezTo>
                        <a:pt x="8" y="17"/>
                        <a:pt x="9" y="16"/>
                        <a:pt x="9" y="15"/>
                      </a:cubicBezTo>
                      <a:cubicBezTo>
                        <a:pt x="9" y="14"/>
                        <a:pt x="8" y="13"/>
                        <a:pt x="6" y="12"/>
                      </a:cubicBezTo>
                      <a:cubicBezTo>
                        <a:pt x="3" y="11"/>
                        <a:pt x="0" y="10"/>
                        <a:pt x="0" y="6"/>
                      </a:cubicBezTo>
                      <a:cubicBezTo>
                        <a:pt x="0" y="2"/>
                        <a:pt x="3" y="0"/>
                        <a:pt x="8" y="0"/>
                      </a:cubicBezTo>
                      <a:cubicBezTo>
                        <a:pt x="10" y="0"/>
                        <a:pt x="12" y="0"/>
                        <a:pt x="13" y="0"/>
                      </a:cubicBezTo>
                      <a:cubicBezTo>
                        <a:pt x="13" y="4"/>
                        <a:pt x="13" y="4"/>
                        <a:pt x="13" y="4"/>
                      </a:cubicBezTo>
                      <a:cubicBezTo>
                        <a:pt x="11" y="4"/>
                        <a:pt x="10" y="4"/>
                        <a:pt x="9" y="4"/>
                      </a:cubicBezTo>
                      <a:cubicBezTo>
                        <a:pt x="6" y="4"/>
                        <a:pt x="6" y="5"/>
                        <a:pt x="6" y="6"/>
                      </a:cubicBezTo>
                      <a:cubicBezTo>
                        <a:pt x="6" y="7"/>
                        <a:pt x="7" y="8"/>
                        <a:pt x="9" y="9"/>
                      </a:cubicBezTo>
                      <a:cubicBezTo>
                        <a:pt x="13" y="10"/>
                        <a:pt x="15" y="11"/>
                        <a:pt x="15" y="14"/>
                      </a:cubicBezTo>
                      <a:cubicBezTo>
                        <a:pt x="15" y="18"/>
                        <a:pt x="11" y="21"/>
                        <a:pt x="6" y="21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2" name="Freeform 32"/>
                <p:cNvSpPr>
                  <a:spLocks noEditPoints="1"/>
                </p:cNvSpPr>
                <p:nvPr/>
              </p:nvSpPr>
              <p:spPr bwMode="auto">
                <a:xfrm>
                  <a:off x="3965575" y="5969000"/>
                  <a:ext cx="28575" cy="95250"/>
                </a:xfrm>
                <a:custGeom>
                  <a:avLst/>
                  <a:gdLst>
                    <a:gd name="T0" fmla="*/ 4 w 9"/>
                    <a:gd name="T1" fmla="*/ 30 h 30"/>
                    <a:gd name="T2" fmla="*/ 4 w 9"/>
                    <a:gd name="T3" fmla="*/ 13 h 30"/>
                    <a:gd name="T4" fmla="*/ 0 w 9"/>
                    <a:gd name="T5" fmla="*/ 13 h 30"/>
                    <a:gd name="T6" fmla="*/ 0 w 9"/>
                    <a:gd name="T7" fmla="*/ 9 h 30"/>
                    <a:gd name="T8" fmla="*/ 9 w 9"/>
                    <a:gd name="T9" fmla="*/ 9 h 30"/>
                    <a:gd name="T10" fmla="*/ 9 w 9"/>
                    <a:gd name="T11" fmla="*/ 30 h 30"/>
                    <a:gd name="T12" fmla="*/ 4 w 9"/>
                    <a:gd name="T13" fmla="*/ 30 h 30"/>
                    <a:gd name="T14" fmla="*/ 6 w 9"/>
                    <a:gd name="T15" fmla="*/ 6 h 30"/>
                    <a:gd name="T16" fmla="*/ 3 w 9"/>
                    <a:gd name="T17" fmla="*/ 3 h 30"/>
                    <a:gd name="T18" fmla="*/ 6 w 9"/>
                    <a:gd name="T19" fmla="*/ 0 h 30"/>
                    <a:gd name="T20" fmla="*/ 9 w 9"/>
                    <a:gd name="T21" fmla="*/ 3 h 30"/>
                    <a:gd name="T22" fmla="*/ 6 w 9"/>
                    <a:gd name="T23" fmla="*/ 6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9" h="30">
                      <a:moveTo>
                        <a:pt x="4" y="30"/>
                      </a:move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9" y="9"/>
                        <a:pt x="9" y="9"/>
                        <a:pt x="9" y="9"/>
                      </a:cubicBezTo>
                      <a:cubicBezTo>
                        <a:pt x="9" y="30"/>
                        <a:pt x="9" y="30"/>
                        <a:pt x="9" y="30"/>
                      </a:cubicBezTo>
                      <a:lnTo>
                        <a:pt x="4" y="30"/>
                      </a:lnTo>
                      <a:close/>
                      <a:moveTo>
                        <a:pt x="6" y="6"/>
                      </a:moveTo>
                      <a:cubicBezTo>
                        <a:pt x="4" y="6"/>
                        <a:pt x="3" y="5"/>
                        <a:pt x="3" y="3"/>
                      </a:cubicBezTo>
                      <a:cubicBezTo>
                        <a:pt x="3" y="1"/>
                        <a:pt x="4" y="0"/>
                        <a:pt x="6" y="0"/>
                      </a:cubicBezTo>
                      <a:cubicBezTo>
                        <a:pt x="8" y="0"/>
                        <a:pt x="9" y="1"/>
                        <a:pt x="9" y="3"/>
                      </a:cubicBezTo>
                      <a:cubicBezTo>
                        <a:pt x="9" y="5"/>
                        <a:pt x="8" y="6"/>
                        <a:pt x="6" y="6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3" name="Freeform 33"/>
                <p:cNvSpPr>
                  <a:spLocks/>
                </p:cNvSpPr>
                <p:nvPr/>
              </p:nvSpPr>
              <p:spPr bwMode="auto">
                <a:xfrm>
                  <a:off x="4013200" y="5997575"/>
                  <a:ext cx="39687" cy="66675"/>
                </a:xfrm>
                <a:custGeom>
                  <a:avLst/>
                  <a:gdLst>
                    <a:gd name="T0" fmla="*/ 11 w 12"/>
                    <a:gd name="T1" fmla="*/ 5 h 21"/>
                    <a:gd name="T2" fmla="*/ 9 w 12"/>
                    <a:gd name="T3" fmla="*/ 5 h 21"/>
                    <a:gd name="T4" fmla="*/ 5 w 12"/>
                    <a:gd name="T5" fmla="*/ 8 h 21"/>
                    <a:gd name="T6" fmla="*/ 5 w 12"/>
                    <a:gd name="T7" fmla="*/ 21 h 21"/>
                    <a:gd name="T8" fmla="*/ 0 w 12"/>
                    <a:gd name="T9" fmla="*/ 21 h 21"/>
                    <a:gd name="T10" fmla="*/ 0 w 12"/>
                    <a:gd name="T11" fmla="*/ 0 h 21"/>
                    <a:gd name="T12" fmla="*/ 4 w 12"/>
                    <a:gd name="T13" fmla="*/ 0 h 21"/>
                    <a:gd name="T14" fmla="*/ 4 w 12"/>
                    <a:gd name="T15" fmla="*/ 4 h 21"/>
                    <a:gd name="T16" fmla="*/ 10 w 12"/>
                    <a:gd name="T17" fmla="*/ 0 h 21"/>
                    <a:gd name="T18" fmla="*/ 12 w 12"/>
                    <a:gd name="T19" fmla="*/ 0 h 21"/>
                    <a:gd name="T20" fmla="*/ 11 w 12"/>
                    <a:gd name="T21" fmla="*/ 5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" h="21">
                      <a:moveTo>
                        <a:pt x="11" y="5"/>
                      </a:moveTo>
                      <a:cubicBezTo>
                        <a:pt x="11" y="5"/>
                        <a:pt x="10" y="5"/>
                        <a:pt x="9" y="5"/>
                      </a:cubicBezTo>
                      <a:cubicBezTo>
                        <a:pt x="8" y="5"/>
                        <a:pt x="7" y="6"/>
                        <a:pt x="5" y="8"/>
                      </a:cubicBezTo>
                      <a:cubicBezTo>
                        <a:pt x="5" y="21"/>
                        <a:pt x="5" y="21"/>
                        <a:pt x="5" y="21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6" y="1"/>
                        <a:pt x="8" y="0"/>
                        <a:pt x="10" y="0"/>
                      </a:cubicBezTo>
                      <a:cubicBezTo>
                        <a:pt x="11" y="0"/>
                        <a:pt x="11" y="0"/>
                        <a:pt x="12" y="0"/>
                      </a:cubicBezTo>
                      <a:lnTo>
                        <a:pt x="11" y="5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4" name="Freeform 34"/>
                <p:cNvSpPr>
                  <a:spLocks noEditPoints="1"/>
                </p:cNvSpPr>
                <p:nvPr/>
              </p:nvSpPr>
              <p:spPr bwMode="auto">
                <a:xfrm>
                  <a:off x="4062413" y="5997575"/>
                  <a:ext cx="66675" cy="66675"/>
                </a:xfrm>
                <a:custGeom>
                  <a:avLst/>
                  <a:gdLst>
                    <a:gd name="T0" fmla="*/ 10 w 21"/>
                    <a:gd name="T1" fmla="*/ 21 h 21"/>
                    <a:gd name="T2" fmla="*/ 0 w 21"/>
                    <a:gd name="T3" fmla="*/ 11 h 21"/>
                    <a:gd name="T4" fmla="*/ 10 w 21"/>
                    <a:gd name="T5" fmla="*/ 0 h 21"/>
                    <a:gd name="T6" fmla="*/ 21 w 21"/>
                    <a:gd name="T7" fmla="*/ 10 h 21"/>
                    <a:gd name="T8" fmla="*/ 10 w 21"/>
                    <a:gd name="T9" fmla="*/ 21 h 21"/>
                    <a:gd name="T10" fmla="*/ 10 w 21"/>
                    <a:gd name="T11" fmla="*/ 4 h 21"/>
                    <a:gd name="T12" fmla="*/ 5 w 21"/>
                    <a:gd name="T13" fmla="*/ 10 h 21"/>
                    <a:gd name="T14" fmla="*/ 10 w 21"/>
                    <a:gd name="T15" fmla="*/ 17 h 21"/>
                    <a:gd name="T16" fmla="*/ 15 w 21"/>
                    <a:gd name="T17" fmla="*/ 11 h 21"/>
                    <a:gd name="T18" fmla="*/ 10 w 21"/>
                    <a:gd name="T19" fmla="*/ 4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21">
                      <a:moveTo>
                        <a:pt x="10" y="21"/>
                      </a:moveTo>
                      <a:cubicBezTo>
                        <a:pt x="3" y="21"/>
                        <a:pt x="0" y="17"/>
                        <a:pt x="0" y="11"/>
                      </a:cubicBezTo>
                      <a:cubicBezTo>
                        <a:pt x="0" y="4"/>
                        <a:pt x="3" y="0"/>
                        <a:pt x="10" y="0"/>
                      </a:cubicBezTo>
                      <a:cubicBezTo>
                        <a:pt x="17" y="0"/>
                        <a:pt x="21" y="4"/>
                        <a:pt x="21" y="10"/>
                      </a:cubicBezTo>
                      <a:cubicBezTo>
                        <a:pt x="21" y="17"/>
                        <a:pt x="17" y="21"/>
                        <a:pt x="10" y="21"/>
                      </a:cubicBezTo>
                      <a:moveTo>
                        <a:pt x="10" y="4"/>
                      </a:moveTo>
                      <a:cubicBezTo>
                        <a:pt x="7" y="4"/>
                        <a:pt x="5" y="7"/>
                        <a:pt x="5" y="10"/>
                      </a:cubicBezTo>
                      <a:cubicBezTo>
                        <a:pt x="5" y="14"/>
                        <a:pt x="6" y="17"/>
                        <a:pt x="10" y="17"/>
                      </a:cubicBezTo>
                      <a:cubicBezTo>
                        <a:pt x="14" y="17"/>
                        <a:pt x="15" y="14"/>
                        <a:pt x="15" y="11"/>
                      </a:cubicBezTo>
                      <a:cubicBezTo>
                        <a:pt x="15" y="6"/>
                        <a:pt x="14" y="4"/>
                        <a:pt x="10" y="4"/>
                      </a:cubicBezTo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5" name="Oval 35"/>
                <p:cNvSpPr>
                  <a:spLocks noChangeArrowheads="1"/>
                </p:cNvSpPr>
                <p:nvPr/>
              </p:nvSpPr>
              <p:spPr bwMode="auto">
                <a:xfrm>
                  <a:off x="4141788" y="6042025"/>
                  <a:ext cx="19050" cy="22225"/>
                </a:xfrm>
                <a:prstGeom prst="ellipse">
                  <a:avLst/>
                </a:pr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6" name="Freeform 36"/>
                <p:cNvSpPr>
                  <a:spLocks noEditPoints="1"/>
                </p:cNvSpPr>
                <p:nvPr/>
              </p:nvSpPr>
              <p:spPr bwMode="auto">
                <a:xfrm>
                  <a:off x="4176713" y="5997575"/>
                  <a:ext cx="57150" cy="66675"/>
                </a:xfrm>
                <a:custGeom>
                  <a:avLst/>
                  <a:gdLst>
                    <a:gd name="T0" fmla="*/ 14 w 18"/>
                    <a:gd name="T1" fmla="*/ 21 h 21"/>
                    <a:gd name="T2" fmla="*/ 13 w 18"/>
                    <a:gd name="T3" fmla="*/ 19 h 21"/>
                    <a:gd name="T4" fmla="*/ 7 w 18"/>
                    <a:gd name="T5" fmla="*/ 21 h 21"/>
                    <a:gd name="T6" fmla="*/ 0 w 18"/>
                    <a:gd name="T7" fmla="*/ 15 h 21"/>
                    <a:gd name="T8" fmla="*/ 10 w 18"/>
                    <a:gd name="T9" fmla="*/ 8 h 21"/>
                    <a:gd name="T10" fmla="*/ 13 w 18"/>
                    <a:gd name="T11" fmla="*/ 8 h 21"/>
                    <a:gd name="T12" fmla="*/ 13 w 18"/>
                    <a:gd name="T13" fmla="*/ 7 h 21"/>
                    <a:gd name="T14" fmla="*/ 8 w 18"/>
                    <a:gd name="T15" fmla="*/ 4 h 21"/>
                    <a:gd name="T16" fmla="*/ 2 w 18"/>
                    <a:gd name="T17" fmla="*/ 5 h 21"/>
                    <a:gd name="T18" fmla="*/ 2 w 18"/>
                    <a:gd name="T19" fmla="*/ 1 h 21"/>
                    <a:gd name="T20" fmla="*/ 9 w 18"/>
                    <a:gd name="T21" fmla="*/ 0 h 21"/>
                    <a:gd name="T22" fmla="*/ 18 w 18"/>
                    <a:gd name="T23" fmla="*/ 7 h 21"/>
                    <a:gd name="T24" fmla="*/ 18 w 18"/>
                    <a:gd name="T25" fmla="*/ 21 h 21"/>
                    <a:gd name="T26" fmla="*/ 14 w 18"/>
                    <a:gd name="T27" fmla="*/ 21 h 21"/>
                    <a:gd name="T28" fmla="*/ 13 w 18"/>
                    <a:gd name="T29" fmla="*/ 12 h 21"/>
                    <a:gd name="T30" fmla="*/ 10 w 18"/>
                    <a:gd name="T31" fmla="*/ 12 h 21"/>
                    <a:gd name="T32" fmla="*/ 5 w 18"/>
                    <a:gd name="T33" fmla="*/ 15 h 21"/>
                    <a:gd name="T34" fmla="*/ 8 w 18"/>
                    <a:gd name="T35" fmla="*/ 17 h 21"/>
                    <a:gd name="T36" fmla="*/ 13 w 18"/>
                    <a:gd name="T37" fmla="*/ 15 h 21"/>
                    <a:gd name="T38" fmla="*/ 13 w 18"/>
                    <a:gd name="T39" fmla="*/ 12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8" h="21">
                      <a:moveTo>
                        <a:pt x="14" y="21"/>
                      </a:moveTo>
                      <a:cubicBezTo>
                        <a:pt x="13" y="19"/>
                        <a:pt x="13" y="19"/>
                        <a:pt x="13" y="19"/>
                      </a:cubicBezTo>
                      <a:cubicBezTo>
                        <a:pt x="12" y="20"/>
                        <a:pt x="10" y="21"/>
                        <a:pt x="7" y="21"/>
                      </a:cubicBezTo>
                      <a:cubicBezTo>
                        <a:pt x="3" y="21"/>
                        <a:pt x="0" y="19"/>
                        <a:pt x="0" y="15"/>
                      </a:cubicBezTo>
                      <a:cubicBezTo>
                        <a:pt x="0" y="10"/>
                        <a:pt x="4" y="8"/>
                        <a:pt x="10" y="8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3" y="7"/>
                        <a:pt x="13" y="7"/>
                        <a:pt x="13" y="7"/>
                      </a:cubicBezTo>
                      <a:cubicBezTo>
                        <a:pt x="13" y="5"/>
                        <a:pt x="12" y="4"/>
                        <a:pt x="8" y="4"/>
                      </a:cubicBezTo>
                      <a:cubicBezTo>
                        <a:pt x="6" y="4"/>
                        <a:pt x="4" y="4"/>
                        <a:pt x="2" y="5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4" y="0"/>
                        <a:pt x="6" y="0"/>
                        <a:pt x="9" y="0"/>
                      </a:cubicBezTo>
                      <a:cubicBezTo>
                        <a:pt x="15" y="0"/>
                        <a:pt x="18" y="2"/>
                        <a:pt x="18" y="7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lnTo>
                        <a:pt x="14" y="21"/>
                      </a:lnTo>
                      <a:close/>
                      <a:moveTo>
                        <a:pt x="13" y="12"/>
                      </a:moveTo>
                      <a:cubicBezTo>
                        <a:pt x="10" y="12"/>
                        <a:pt x="10" y="12"/>
                        <a:pt x="10" y="12"/>
                      </a:cubicBezTo>
                      <a:cubicBezTo>
                        <a:pt x="7" y="12"/>
                        <a:pt x="5" y="13"/>
                        <a:pt x="5" y="15"/>
                      </a:cubicBezTo>
                      <a:cubicBezTo>
                        <a:pt x="5" y="16"/>
                        <a:pt x="6" y="17"/>
                        <a:pt x="8" y="17"/>
                      </a:cubicBezTo>
                      <a:cubicBezTo>
                        <a:pt x="10" y="17"/>
                        <a:pt x="11" y="17"/>
                        <a:pt x="13" y="15"/>
                      </a:cubicBezTo>
                      <a:lnTo>
                        <a:pt x="13" y="1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  <p:sp>
              <p:nvSpPr>
                <p:cNvPr id="57" name="Freeform 37"/>
                <p:cNvSpPr>
                  <a:spLocks/>
                </p:cNvSpPr>
                <p:nvPr/>
              </p:nvSpPr>
              <p:spPr bwMode="auto">
                <a:xfrm>
                  <a:off x="4252913" y="5997575"/>
                  <a:ext cx="57150" cy="66675"/>
                </a:xfrm>
                <a:custGeom>
                  <a:avLst/>
                  <a:gdLst>
                    <a:gd name="T0" fmla="*/ 14 w 18"/>
                    <a:gd name="T1" fmla="*/ 21 h 21"/>
                    <a:gd name="T2" fmla="*/ 14 w 18"/>
                    <a:gd name="T3" fmla="*/ 18 h 21"/>
                    <a:gd name="T4" fmla="*/ 7 w 18"/>
                    <a:gd name="T5" fmla="*/ 21 h 21"/>
                    <a:gd name="T6" fmla="*/ 0 w 18"/>
                    <a:gd name="T7" fmla="*/ 13 h 21"/>
                    <a:gd name="T8" fmla="*/ 0 w 18"/>
                    <a:gd name="T9" fmla="*/ 0 h 21"/>
                    <a:gd name="T10" fmla="*/ 5 w 18"/>
                    <a:gd name="T11" fmla="*/ 0 h 21"/>
                    <a:gd name="T12" fmla="*/ 5 w 18"/>
                    <a:gd name="T13" fmla="*/ 12 h 21"/>
                    <a:gd name="T14" fmla="*/ 8 w 18"/>
                    <a:gd name="T15" fmla="*/ 17 h 21"/>
                    <a:gd name="T16" fmla="*/ 13 w 18"/>
                    <a:gd name="T17" fmla="*/ 14 h 21"/>
                    <a:gd name="T18" fmla="*/ 13 w 18"/>
                    <a:gd name="T19" fmla="*/ 0 h 21"/>
                    <a:gd name="T20" fmla="*/ 18 w 18"/>
                    <a:gd name="T21" fmla="*/ 0 h 21"/>
                    <a:gd name="T22" fmla="*/ 18 w 18"/>
                    <a:gd name="T23" fmla="*/ 21 h 21"/>
                    <a:gd name="T24" fmla="*/ 14 w 18"/>
                    <a:gd name="T25" fmla="*/ 21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8" h="21">
                      <a:moveTo>
                        <a:pt x="14" y="21"/>
                      </a:move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12" y="20"/>
                        <a:pt x="10" y="21"/>
                        <a:pt x="7" y="21"/>
                      </a:cubicBezTo>
                      <a:cubicBezTo>
                        <a:pt x="2" y="21"/>
                        <a:pt x="0" y="18"/>
                        <a:pt x="0" y="1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5" y="12"/>
                        <a:pt x="5" y="12"/>
                        <a:pt x="5" y="12"/>
                      </a:cubicBezTo>
                      <a:cubicBezTo>
                        <a:pt x="5" y="15"/>
                        <a:pt x="6" y="17"/>
                        <a:pt x="8" y="17"/>
                      </a:cubicBezTo>
                      <a:cubicBezTo>
                        <a:pt x="10" y="17"/>
                        <a:pt x="11" y="16"/>
                        <a:pt x="13" y="14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18" y="0"/>
                        <a:pt x="18" y="0"/>
                        <a:pt x="18" y="0"/>
                      </a:cubicBezTo>
                      <a:cubicBezTo>
                        <a:pt x="18" y="21"/>
                        <a:pt x="18" y="21"/>
                        <a:pt x="18" y="21"/>
                      </a:cubicBezTo>
                      <a:lnTo>
                        <a:pt x="14" y="2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/>
              </p:spPr>
              <p:txBody>
                <a:bodyPr/>
                <a:lstStyle/>
                <a:p>
                  <a:pPr>
                    <a:defRPr/>
                  </a:pPr>
                  <a:endParaRPr lang="en-AU"/>
                </a:p>
              </p:txBody>
            </p:sp>
          </p:grpSp>
        </p:grpSp>
        <p:grpSp>
          <p:nvGrpSpPr>
            <p:cNvPr id="30" name="Group 66"/>
            <p:cNvGrpSpPr>
              <a:grpSpLocks/>
            </p:cNvGrpSpPr>
            <p:nvPr userDrawn="1"/>
          </p:nvGrpSpPr>
          <p:grpSpPr bwMode="auto">
            <a:xfrm>
              <a:off x="-26988" y="357188"/>
              <a:ext cx="9178926" cy="2571750"/>
              <a:chOff x="-17463" y="357188"/>
              <a:chExt cx="9186863" cy="2571750"/>
            </a:xfrm>
          </p:grpSpPr>
          <p:sp>
            <p:nvSpPr>
              <p:cNvPr id="31" name="Freeform 17"/>
              <p:cNvSpPr>
                <a:spLocks/>
              </p:cNvSpPr>
              <p:nvPr userDrawn="1"/>
            </p:nvSpPr>
            <p:spPr bwMode="auto">
              <a:xfrm>
                <a:off x="-17463" y="1971675"/>
                <a:ext cx="9186863" cy="957263"/>
              </a:xfrm>
              <a:custGeom>
                <a:avLst/>
                <a:gdLst>
                  <a:gd name="T0" fmla="*/ 0 w 2880"/>
                  <a:gd name="T1" fmla="*/ 0 h 300"/>
                  <a:gd name="T2" fmla="*/ 372 w 2880"/>
                  <a:gd name="T3" fmla="*/ 0 h 300"/>
                  <a:gd name="T4" fmla="*/ 890 w 2880"/>
                  <a:gd name="T5" fmla="*/ 171 h 300"/>
                  <a:gd name="T6" fmla="*/ 1389 w 2880"/>
                  <a:gd name="T7" fmla="*/ 300 h 300"/>
                  <a:gd name="T8" fmla="*/ 2880 w 2880"/>
                  <a:gd name="T9" fmla="*/ 30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300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1"/>
                      <a:pt x="890" y="171"/>
                    </a:cubicBezTo>
                    <a:cubicBezTo>
                      <a:pt x="1011" y="240"/>
                      <a:pt x="1176" y="300"/>
                      <a:pt x="1389" y="300"/>
                    </a:cubicBezTo>
                    <a:cubicBezTo>
                      <a:pt x="2880" y="300"/>
                      <a:pt x="2880" y="300"/>
                      <a:pt x="2880" y="300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2" name="Freeform 18"/>
              <p:cNvSpPr>
                <a:spLocks/>
              </p:cNvSpPr>
              <p:nvPr userDrawn="1"/>
            </p:nvSpPr>
            <p:spPr bwMode="auto">
              <a:xfrm>
                <a:off x="-17463" y="2449513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1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1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3" name="Freeform 19"/>
              <p:cNvSpPr>
                <a:spLocks/>
              </p:cNvSpPr>
              <p:nvPr userDrawn="1"/>
            </p:nvSpPr>
            <p:spPr bwMode="auto">
              <a:xfrm>
                <a:off x="-17463" y="1655763"/>
                <a:ext cx="9186863" cy="954087"/>
              </a:xfrm>
              <a:custGeom>
                <a:avLst/>
                <a:gdLst>
                  <a:gd name="T0" fmla="*/ 0 w 2880"/>
                  <a:gd name="T1" fmla="*/ 0 h 299"/>
                  <a:gd name="T2" fmla="*/ 372 w 2880"/>
                  <a:gd name="T3" fmla="*/ 0 h 299"/>
                  <a:gd name="T4" fmla="*/ 890 w 2880"/>
                  <a:gd name="T5" fmla="*/ 170 h 299"/>
                  <a:gd name="T6" fmla="*/ 1389 w 2880"/>
                  <a:gd name="T7" fmla="*/ 299 h 299"/>
                  <a:gd name="T8" fmla="*/ 2880 w 2880"/>
                  <a:gd name="T9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0"/>
                      <a:pt x="890" y="170"/>
                    </a:cubicBezTo>
                    <a:cubicBezTo>
                      <a:pt x="1011" y="239"/>
                      <a:pt x="1176" y="299"/>
                      <a:pt x="1389" y="299"/>
                    </a:cubicBezTo>
                    <a:cubicBezTo>
                      <a:pt x="2880" y="299"/>
                      <a:pt x="2880" y="299"/>
                      <a:pt x="2880" y="299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4" name="Freeform 20"/>
              <p:cNvSpPr>
                <a:spLocks/>
              </p:cNvSpPr>
              <p:nvPr userDrawn="1"/>
            </p:nvSpPr>
            <p:spPr bwMode="auto">
              <a:xfrm>
                <a:off x="-17463" y="2130425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1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1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5" name="Freeform 21"/>
              <p:cNvSpPr>
                <a:spLocks/>
              </p:cNvSpPr>
              <p:nvPr userDrawn="1"/>
            </p:nvSpPr>
            <p:spPr bwMode="auto">
              <a:xfrm>
                <a:off x="-17463" y="1336675"/>
                <a:ext cx="9186863" cy="954088"/>
              </a:xfrm>
              <a:custGeom>
                <a:avLst/>
                <a:gdLst>
                  <a:gd name="T0" fmla="*/ 0 w 2880"/>
                  <a:gd name="T1" fmla="*/ 0 h 299"/>
                  <a:gd name="T2" fmla="*/ 372 w 2880"/>
                  <a:gd name="T3" fmla="*/ 0 h 299"/>
                  <a:gd name="T4" fmla="*/ 890 w 2880"/>
                  <a:gd name="T5" fmla="*/ 171 h 299"/>
                  <a:gd name="T6" fmla="*/ 1389 w 2880"/>
                  <a:gd name="T7" fmla="*/ 299 h 299"/>
                  <a:gd name="T8" fmla="*/ 2880 w 2880"/>
                  <a:gd name="T9" fmla="*/ 299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0" y="0"/>
                    </a:moveTo>
                    <a:cubicBezTo>
                      <a:pt x="0" y="0"/>
                      <a:pt x="308" y="0"/>
                      <a:pt x="372" y="0"/>
                    </a:cubicBezTo>
                    <a:cubicBezTo>
                      <a:pt x="638" y="0"/>
                      <a:pt x="749" y="90"/>
                      <a:pt x="890" y="171"/>
                    </a:cubicBezTo>
                    <a:cubicBezTo>
                      <a:pt x="1011" y="239"/>
                      <a:pt x="1176" y="299"/>
                      <a:pt x="1389" y="299"/>
                    </a:cubicBezTo>
                    <a:cubicBezTo>
                      <a:pt x="2880" y="299"/>
                      <a:pt x="2880" y="299"/>
                      <a:pt x="2880" y="299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6" name="Freeform 22"/>
              <p:cNvSpPr>
                <a:spLocks/>
              </p:cNvSpPr>
              <p:nvPr userDrawn="1"/>
            </p:nvSpPr>
            <p:spPr bwMode="auto">
              <a:xfrm>
                <a:off x="-17463" y="1811338"/>
                <a:ext cx="9186863" cy="479425"/>
              </a:xfrm>
              <a:custGeom>
                <a:avLst/>
                <a:gdLst>
                  <a:gd name="T0" fmla="*/ 2880 w 2880"/>
                  <a:gd name="T1" fmla="*/ 0 h 150"/>
                  <a:gd name="T2" fmla="*/ 1202 w 2880"/>
                  <a:gd name="T3" fmla="*/ 0 h 150"/>
                  <a:gd name="T4" fmla="*/ 890 w 2880"/>
                  <a:gd name="T5" fmla="*/ 22 h 150"/>
                  <a:gd name="T6" fmla="*/ 366 w 2880"/>
                  <a:gd name="T7" fmla="*/ 150 h 150"/>
                  <a:gd name="T8" fmla="*/ 0 w 2880"/>
                  <a:gd name="T9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2880" y="0"/>
                    </a:moveTo>
                    <a:cubicBezTo>
                      <a:pt x="1202" y="0"/>
                      <a:pt x="1202" y="0"/>
                      <a:pt x="1202" y="0"/>
                    </a:cubicBezTo>
                    <a:cubicBezTo>
                      <a:pt x="999" y="0"/>
                      <a:pt x="933" y="5"/>
                      <a:pt x="890" y="22"/>
                    </a:cubicBezTo>
                    <a:cubicBezTo>
                      <a:pt x="802" y="55"/>
                      <a:pt x="685" y="150"/>
                      <a:pt x="366" y="150"/>
                    </a:cubicBezTo>
                    <a:cubicBezTo>
                      <a:pt x="0" y="150"/>
                      <a:pt x="0" y="150"/>
                      <a:pt x="0" y="15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7" name="Freeform 23"/>
              <p:cNvSpPr>
                <a:spLocks/>
              </p:cNvSpPr>
              <p:nvPr userDrawn="1"/>
            </p:nvSpPr>
            <p:spPr bwMode="auto">
              <a:xfrm>
                <a:off x="-17463" y="357188"/>
                <a:ext cx="9186863" cy="957262"/>
              </a:xfrm>
              <a:custGeom>
                <a:avLst/>
                <a:gdLst>
                  <a:gd name="T0" fmla="*/ 2880 w 2880"/>
                  <a:gd name="T1" fmla="*/ 300 h 300"/>
                  <a:gd name="T2" fmla="*/ 2501 w 2880"/>
                  <a:gd name="T3" fmla="*/ 300 h 300"/>
                  <a:gd name="T4" fmla="*/ 1984 w 2880"/>
                  <a:gd name="T5" fmla="*/ 129 h 300"/>
                  <a:gd name="T6" fmla="*/ 1485 w 2880"/>
                  <a:gd name="T7" fmla="*/ 0 h 300"/>
                  <a:gd name="T8" fmla="*/ 0 w 2880"/>
                  <a:gd name="T9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300">
                    <a:moveTo>
                      <a:pt x="2880" y="300"/>
                    </a:moveTo>
                    <a:cubicBezTo>
                      <a:pt x="2880" y="300"/>
                      <a:pt x="2565" y="300"/>
                      <a:pt x="2501" y="300"/>
                    </a:cubicBezTo>
                    <a:cubicBezTo>
                      <a:pt x="2236" y="300"/>
                      <a:pt x="2124" y="209"/>
                      <a:pt x="1984" y="129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8" name="Freeform 24"/>
              <p:cNvSpPr>
                <a:spLocks/>
              </p:cNvSpPr>
              <p:nvPr userDrawn="1"/>
            </p:nvSpPr>
            <p:spPr bwMode="auto">
              <a:xfrm>
                <a:off x="-17463" y="357188"/>
                <a:ext cx="9186863" cy="477837"/>
              </a:xfrm>
              <a:custGeom>
                <a:avLst/>
                <a:gdLst>
                  <a:gd name="T0" fmla="*/ 0 w 2880"/>
                  <a:gd name="T1" fmla="*/ 150 h 150"/>
                  <a:gd name="T2" fmla="*/ 1672 w 2880"/>
                  <a:gd name="T3" fmla="*/ 150 h 150"/>
                  <a:gd name="T4" fmla="*/ 1984 w 2880"/>
                  <a:gd name="T5" fmla="*/ 129 h 150"/>
                  <a:gd name="T6" fmla="*/ 2507 w 2880"/>
                  <a:gd name="T7" fmla="*/ 0 h 150"/>
                  <a:gd name="T8" fmla="*/ 2880 w 2880"/>
                  <a:gd name="T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0" y="150"/>
                    </a:moveTo>
                    <a:cubicBezTo>
                      <a:pt x="1672" y="150"/>
                      <a:pt x="1672" y="150"/>
                      <a:pt x="1672" y="150"/>
                    </a:cubicBezTo>
                    <a:cubicBezTo>
                      <a:pt x="1875" y="150"/>
                      <a:pt x="1941" y="145"/>
                      <a:pt x="1984" y="129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9" name="Freeform 25"/>
              <p:cNvSpPr>
                <a:spLocks/>
              </p:cNvSpPr>
              <p:nvPr userDrawn="1"/>
            </p:nvSpPr>
            <p:spPr bwMode="auto">
              <a:xfrm>
                <a:off x="-17463" y="676275"/>
                <a:ext cx="9186863" cy="954088"/>
              </a:xfrm>
              <a:custGeom>
                <a:avLst/>
                <a:gdLst>
                  <a:gd name="T0" fmla="*/ 2880 w 2880"/>
                  <a:gd name="T1" fmla="*/ 299 h 299"/>
                  <a:gd name="T2" fmla="*/ 2501 w 2880"/>
                  <a:gd name="T3" fmla="*/ 299 h 299"/>
                  <a:gd name="T4" fmla="*/ 1984 w 2880"/>
                  <a:gd name="T5" fmla="*/ 129 h 299"/>
                  <a:gd name="T6" fmla="*/ 1485 w 2880"/>
                  <a:gd name="T7" fmla="*/ 0 h 299"/>
                  <a:gd name="T8" fmla="*/ 0 w 2880"/>
                  <a:gd name="T9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2880" y="299"/>
                    </a:moveTo>
                    <a:cubicBezTo>
                      <a:pt x="2880" y="299"/>
                      <a:pt x="2565" y="299"/>
                      <a:pt x="2501" y="299"/>
                    </a:cubicBezTo>
                    <a:cubicBezTo>
                      <a:pt x="2236" y="299"/>
                      <a:pt x="2124" y="209"/>
                      <a:pt x="1984" y="129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0" name="Freeform 26"/>
              <p:cNvSpPr>
                <a:spLocks/>
              </p:cNvSpPr>
              <p:nvPr userDrawn="1"/>
            </p:nvSpPr>
            <p:spPr bwMode="auto">
              <a:xfrm>
                <a:off x="-17463" y="676275"/>
                <a:ext cx="9186863" cy="477838"/>
              </a:xfrm>
              <a:custGeom>
                <a:avLst/>
                <a:gdLst>
                  <a:gd name="T0" fmla="*/ 0 w 2880"/>
                  <a:gd name="T1" fmla="*/ 150 h 150"/>
                  <a:gd name="T2" fmla="*/ 1672 w 2880"/>
                  <a:gd name="T3" fmla="*/ 150 h 150"/>
                  <a:gd name="T4" fmla="*/ 1984 w 2880"/>
                  <a:gd name="T5" fmla="*/ 129 h 150"/>
                  <a:gd name="T6" fmla="*/ 2507 w 2880"/>
                  <a:gd name="T7" fmla="*/ 0 h 150"/>
                  <a:gd name="T8" fmla="*/ 2880 w 2880"/>
                  <a:gd name="T9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50">
                    <a:moveTo>
                      <a:pt x="0" y="150"/>
                    </a:moveTo>
                    <a:cubicBezTo>
                      <a:pt x="1672" y="150"/>
                      <a:pt x="1672" y="150"/>
                      <a:pt x="1672" y="150"/>
                    </a:cubicBezTo>
                    <a:cubicBezTo>
                      <a:pt x="1875" y="150"/>
                      <a:pt x="1941" y="145"/>
                      <a:pt x="1984" y="129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1" name="Freeform 27"/>
              <p:cNvSpPr>
                <a:spLocks/>
              </p:cNvSpPr>
              <p:nvPr userDrawn="1"/>
            </p:nvSpPr>
            <p:spPr bwMode="auto">
              <a:xfrm>
                <a:off x="-17463" y="995363"/>
                <a:ext cx="9186863" cy="954087"/>
              </a:xfrm>
              <a:custGeom>
                <a:avLst/>
                <a:gdLst>
                  <a:gd name="T0" fmla="*/ 2880 w 2880"/>
                  <a:gd name="T1" fmla="*/ 299 h 299"/>
                  <a:gd name="T2" fmla="*/ 2501 w 2880"/>
                  <a:gd name="T3" fmla="*/ 299 h 299"/>
                  <a:gd name="T4" fmla="*/ 1984 w 2880"/>
                  <a:gd name="T5" fmla="*/ 128 h 299"/>
                  <a:gd name="T6" fmla="*/ 1485 w 2880"/>
                  <a:gd name="T7" fmla="*/ 0 h 299"/>
                  <a:gd name="T8" fmla="*/ 0 w 2880"/>
                  <a:gd name="T9" fmla="*/ 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299">
                    <a:moveTo>
                      <a:pt x="2880" y="299"/>
                    </a:moveTo>
                    <a:cubicBezTo>
                      <a:pt x="2880" y="299"/>
                      <a:pt x="2565" y="299"/>
                      <a:pt x="2501" y="299"/>
                    </a:cubicBezTo>
                    <a:cubicBezTo>
                      <a:pt x="2236" y="299"/>
                      <a:pt x="2124" y="209"/>
                      <a:pt x="1984" y="128"/>
                    </a:cubicBezTo>
                    <a:cubicBezTo>
                      <a:pt x="1863" y="60"/>
                      <a:pt x="1698" y="0"/>
                      <a:pt x="1485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9050" cap="flat">
                <a:solidFill>
                  <a:schemeClr val="accent2">
                    <a:lumMod val="90000"/>
                    <a:lumOff val="10000"/>
                  </a:schemeClr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2" name="Freeform 28"/>
              <p:cNvSpPr>
                <a:spLocks/>
              </p:cNvSpPr>
              <p:nvPr userDrawn="1"/>
            </p:nvSpPr>
            <p:spPr bwMode="auto">
              <a:xfrm>
                <a:off x="-17463" y="995363"/>
                <a:ext cx="9186863" cy="474662"/>
              </a:xfrm>
              <a:custGeom>
                <a:avLst/>
                <a:gdLst>
                  <a:gd name="T0" fmla="*/ 0 w 2880"/>
                  <a:gd name="T1" fmla="*/ 149 h 149"/>
                  <a:gd name="T2" fmla="*/ 1672 w 2880"/>
                  <a:gd name="T3" fmla="*/ 149 h 149"/>
                  <a:gd name="T4" fmla="*/ 1984 w 2880"/>
                  <a:gd name="T5" fmla="*/ 128 h 149"/>
                  <a:gd name="T6" fmla="*/ 2507 w 2880"/>
                  <a:gd name="T7" fmla="*/ 0 h 149"/>
                  <a:gd name="T8" fmla="*/ 2880 w 2880"/>
                  <a:gd name="T9" fmla="*/ 0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0" h="149">
                    <a:moveTo>
                      <a:pt x="0" y="149"/>
                    </a:moveTo>
                    <a:cubicBezTo>
                      <a:pt x="1672" y="149"/>
                      <a:pt x="1672" y="149"/>
                      <a:pt x="1672" y="149"/>
                    </a:cubicBezTo>
                    <a:cubicBezTo>
                      <a:pt x="1875" y="149"/>
                      <a:pt x="1941" y="145"/>
                      <a:pt x="1984" y="128"/>
                    </a:cubicBezTo>
                    <a:cubicBezTo>
                      <a:pt x="2071" y="95"/>
                      <a:pt x="2189" y="0"/>
                      <a:pt x="2507" y="0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noFill/>
              <a:ln w="19050" cap="flat">
                <a:solidFill>
                  <a:schemeClr val="accent2"/>
                </a:solidFill>
                <a:prstDash val="solid"/>
                <a:miter lim="800000"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4440" y="3122613"/>
            <a:ext cx="8467494" cy="1080000"/>
          </a:xfrm>
        </p:spPr>
        <p:txBody>
          <a:bodyPr anchor="b" anchorCtr="0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4440" y="4257092"/>
            <a:ext cx="8475710" cy="360040"/>
          </a:xfrm>
        </p:spPr>
        <p:txBody>
          <a:bodyPr>
            <a:normAutofit/>
          </a:bodyPr>
          <a:lstStyle>
            <a:lvl1pPr marL="0" indent="0" algn="l">
              <a:buNone/>
              <a:defRPr sz="2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AU" dirty="0"/>
          </a:p>
        </p:txBody>
      </p:sp>
      <p:sp>
        <p:nvSpPr>
          <p:cNvPr id="27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7630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10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96133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64663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270000"/>
            <a:ext cx="8460000" cy="8532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3200" b="1">
                <a:solidFill>
                  <a:schemeClr val="accent2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dirty="0" smtClean="0"/>
              <a:t>Click to edit Master title style</a:t>
            </a:r>
          </a:p>
          <a:p>
            <a:pPr lvl="1"/>
            <a:r>
              <a:rPr lang="en-US" dirty="0" smtClean="0"/>
              <a:t>Second level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83121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8775" y="1268413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1550" y="1268413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47122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60003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3885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0000" y="1276350"/>
            <a:ext cx="8460000" cy="4559300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FontTx/>
              <a:buNone/>
              <a:defRPr sz="4000" b="1">
                <a:solidFill>
                  <a:schemeClr val="accent1">
                    <a:lumMod val="75000"/>
                  </a:schemeClr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1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38246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 userDrawn="1"/>
        </p:nvGrpSpPr>
        <p:grpSpPr>
          <a:xfrm>
            <a:off x="-7938" y="6056313"/>
            <a:ext cx="9161463" cy="801687"/>
            <a:chOff x="-7938" y="6056313"/>
            <a:chExt cx="9161463" cy="801687"/>
          </a:xfrm>
        </p:grpSpPr>
        <p:sp>
          <p:nvSpPr>
            <p:cNvPr id="32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-7938" y="6056313"/>
              <a:ext cx="9161463" cy="80168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grpSp>
          <p:nvGrpSpPr>
            <p:cNvPr id="33" name="Group 1"/>
            <p:cNvGrpSpPr>
              <a:grpSpLocks/>
            </p:cNvGrpSpPr>
            <p:nvPr userDrawn="1"/>
          </p:nvGrpSpPr>
          <p:grpSpPr bwMode="auto">
            <a:xfrm>
              <a:off x="1588" y="6065838"/>
              <a:ext cx="9142412" cy="690562"/>
              <a:chOff x="1495" y="6065893"/>
              <a:chExt cx="9143026" cy="690563"/>
            </a:xfrm>
          </p:grpSpPr>
          <p:sp>
            <p:nvSpPr>
              <p:cNvPr id="35" name="Freeform 8"/>
              <p:cNvSpPr>
                <a:spLocks noEditPoints="1"/>
              </p:cNvSpPr>
              <p:nvPr userDrawn="1"/>
            </p:nvSpPr>
            <p:spPr bwMode="auto">
              <a:xfrm>
                <a:off x="1495" y="6065893"/>
                <a:ext cx="9143026" cy="690563"/>
              </a:xfrm>
              <a:custGeom>
                <a:avLst/>
                <a:gdLst>
                  <a:gd name="T0" fmla="*/ 2880 w 2880"/>
                  <a:gd name="T1" fmla="*/ 14 h 217"/>
                  <a:gd name="T2" fmla="*/ 2817 w 2880"/>
                  <a:gd name="T3" fmla="*/ 14 h 217"/>
                  <a:gd name="T4" fmla="*/ 2486 w 2880"/>
                  <a:gd name="T5" fmla="*/ 95 h 217"/>
                  <a:gd name="T6" fmla="*/ 2486 w 2880"/>
                  <a:gd name="T7" fmla="*/ 95 h 217"/>
                  <a:gd name="T8" fmla="*/ 2880 w 2880"/>
                  <a:gd name="T9" fmla="*/ 95 h 217"/>
                  <a:gd name="T10" fmla="*/ 2880 w 2880"/>
                  <a:gd name="T11" fmla="*/ 217 h 217"/>
                  <a:gd name="T12" fmla="*/ 2880 w 2880"/>
                  <a:gd name="T13" fmla="*/ 217 h 217"/>
                  <a:gd name="T14" fmla="*/ 2880 w 2880"/>
                  <a:gd name="T15" fmla="*/ 14 h 217"/>
                  <a:gd name="T16" fmla="*/ 2171 w 2880"/>
                  <a:gd name="T17" fmla="*/ 0 h 217"/>
                  <a:gd name="T18" fmla="*/ 0 w 2880"/>
                  <a:gd name="T19" fmla="*/ 0 h 217"/>
                  <a:gd name="T20" fmla="*/ 0 w 2880"/>
                  <a:gd name="T21" fmla="*/ 95 h 217"/>
                  <a:gd name="T22" fmla="*/ 2486 w 2880"/>
                  <a:gd name="T23" fmla="*/ 95 h 217"/>
                  <a:gd name="T24" fmla="*/ 2486 w 2880"/>
                  <a:gd name="T25" fmla="*/ 95 h 217"/>
                  <a:gd name="T26" fmla="*/ 2486 w 2880"/>
                  <a:gd name="T27" fmla="*/ 95 h 217"/>
                  <a:gd name="T28" fmla="*/ 2486 w 2880"/>
                  <a:gd name="T29" fmla="*/ 95 h 217"/>
                  <a:gd name="T30" fmla="*/ 2171 w 2880"/>
                  <a:gd name="T31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80" h="217">
                    <a:moveTo>
                      <a:pt x="2880" y="14"/>
                    </a:moveTo>
                    <a:cubicBezTo>
                      <a:pt x="2817" y="14"/>
                      <a:pt x="2817" y="14"/>
                      <a:pt x="2817" y="14"/>
                    </a:cubicBezTo>
                    <a:cubicBezTo>
                      <a:pt x="2616" y="14"/>
                      <a:pt x="2542" y="74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880" y="95"/>
                      <a:pt x="2880" y="95"/>
                      <a:pt x="2880" y="95"/>
                    </a:cubicBezTo>
                    <a:cubicBezTo>
                      <a:pt x="2880" y="217"/>
                      <a:pt x="2880" y="217"/>
                      <a:pt x="2880" y="217"/>
                    </a:cubicBezTo>
                    <a:cubicBezTo>
                      <a:pt x="2880" y="217"/>
                      <a:pt x="2880" y="217"/>
                      <a:pt x="2880" y="217"/>
                    </a:cubicBezTo>
                    <a:cubicBezTo>
                      <a:pt x="2880" y="14"/>
                      <a:pt x="2880" y="14"/>
                      <a:pt x="2880" y="14"/>
                    </a:cubicBezTo>
                    <a:moveTo>
                      <a:pt x="217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19" y="39"/>
                      <a:pt x="2306" y="0"/>
                      <a:pt x="2171" y="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6" name="Freeform 9"/>
              <p:cNvSpPr>
                <a:spLocks noEditPoints="1"/>
              </p:cNvSpPr>
              <p:nvPr userDrawn="1"/>
            </p:nvSpPr>
            <p:spPr bwMode="auto">
              <a:xfrm>
                <a:off x="1495" y="6367518"/>
                <a:ext cx="9143026" cy="388938"/>
              </a:xfrm>
              <a:custGeom>
                <a:avLst/>
                <a:gdLst>
                  <a:gd name="T0" fmla="*/ 2486 w 2880"/>
                  <a:gd name="T1" fmla="*/ 0 h 122"/>
                  <a:gd name="T2" fmla="*/ 0 w 2880"/>
                  <a:gd name="T3" fmla="*/ 0 h 122"/>
                  <a:gd name="T4" fmla="*/ 0 w 2880"/>
                  <a:gd name="T5" fmla="*/ 13 h 122"/>
                  <a:gd name="T6" fmla="*/ 2289 w 2880"/>
                  <a:gd name="T7" fmla="*/ 13 h 122"/>
                  <a:gd name="T8" fmla="*/ 2486 w 2880"/>
                  <a:gd name="T9" fmla="*/ 0 h 122"/>
                  <a:gd name="T10" fmla="*/ 2880 w 2880"/>
                  <a:gd name="T11" fmla="*/ 0 h 122"/>
                  <a:gd name="T12" fmla="*/ 2486 w 2880"/>
                  <a:gd name="T13" fmla="*/ 0 h 122"/>
                  <a:gd name="T14" fmla="*/ 2813 w 2880"/>
                  <a:gd name="T15" fmla="*/ 122 h 122"/>
                  <a:gd name="T16" fmla="*/ 2880 w 2880"/>
                  <a:gd name="T17" fmla="*/ 122 h 122"/>
                  <a:gd name="T18" fmla="*/ 2880 w 2880"/>
                  <a:gd name="T19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80" h="122">
                    <a:moveTo>
                      <a:pt x="248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2289" y="13"/>
                      <a:pt x="2289" y="13"/>
                      <a:pt x="2289" y="13"/>
                    </a:cubicBezTo>
                    <a:cubicBezTo>
                      <a:pt x="2418" y="13"/>
                      <a:pt x="2459" y="10"/>
                      <a:pt x="2486" y="0"/>
                    </a:cubicBezTo>
                    <a:moveTo>
                      <a:pt x="2880" y="0"/>
                    </a:moveTo>
                    <a:cubicBezTo>
                      <a:pt x="2486" y="0"/>
                      <a:pt x="2486" y="0"/>
                      <a:pt x="2486" y="0"/>
                    </a:cubicBezTo>
                    <a:cubicBezTo>
                      <a:pt x="2554" y="56"/>
                      <a:pt x="2645" y="122"/>
                      <a:pt x="2813" y="122"/>
                    </a:cubicBezTo>
                    <a:cubicBezTo>
                      <a:pt x="2854" y="122"/>
                      <a:pt x="2880" y="122"/>
                      <a:pt x="2880" y="122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7" name="Freeform 10"/>
              <p:cNvSpPr>
                <a:spLocks/>
              </p:cNvSpPr>
              <p:nvPr userDrawn="1"/>
            </p:nvSpPr>
            <p:spPr bwMode="auto">
              <a:xfrm>
                <a:off x="1495" y="6110343"/>
                <a:ext cx="7891992" cy="298450"/>
              </a:xfrm>
              <a:custGeom>
                <a:avLst/>
                <a:gdLst>
                  <a:gd name="T0" fmla="*/ 2486 w 2486"/>
                  <a:gd name="T1" fmla="*/ 81 h 94"/>
                  <a:gd name="T2" fmla="*/ 2171 w 2486"/>
                  <a:gd name="T3" fmla="*/ 0 h 94"/>
                  <a:gd name="T4" fmla="*/ 0 w 2486"/>
                  <a:gd name="T5" fmla="*/ 0 h 94"/>
                  <a:gd name="T6" fmla="*/ 0 w 2486"/>
                  <a:gd name="T7" fmla="*/ 94 h 94"/>
                  <a:gd name="T8" fmla="*/ 2289 w 2486"/>
                  <a:gd name="T9" fmla="*/ 94 h 94"/>
                  <a:gd name="T10" fmla="*/ 2486 w 2486"/>
                  <a:gd name="T11" fmla="*/ 81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6" h="94">
                    <a:moveTo>
                      <a:pt x="2486" y="81"/>
                    </a:moveTo>
                    <a:cubicBezTo>
                      <a:pt x="2410" y="38"/>
                      <a:pt x="2306" y="0"/>
                      <a:pt x="217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2289" y="94"/>
                      <a:pt x="2289" y="94"/>
                      <a:pt x="2289" y="94"/>
                    </a:cubicBezTo>
                    <a:cubicBezTo>
                      <a:pt x="2418" y="94"/>
                      <a:pt x="2459" y="91"/>
                      <a:pt x="2486" y="8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38" name="Freeform 11"/>
              <p:cNvSpPr>
                <a:spLocks/>
              </p:cNvSpPr>
              <p:nvPr userDrawn="1"/>
            </p:nvSpPr>
            <p:spPr bwMode="auto">
              <a:xfrm>
                <a:off x="7893487" y="6110343"/>
                <a:ext cx="1251034" cy="601663"/>
              </a:xfrm>
              <a:custGeom>
                <a:avLst/>
                <a:gdLst>
                  <a:gd name="T0" fmla="*/ 331 w 394"/>
                  <a:gd name="T1" fmla="*/ 0 h 189"/>
                  <a:gd name="T2" fmla="*/ 0 w 394"/>
                  <a:gd name="T3" fmla="*/ 81 h 189"/>
                  <a:gd name="T4" fmla="*/ 327 w 394"/>
                  <a:gd name="T5" fmla="*/ 189 h 189"/>
                  <a:gd name="T6" fmla="*/ 394 w 394"/>
                  <a:gd name="T7" fmla="*/ 189 h 189"/>
                  <a:gd name="T8" fmla="*/ 394 w 394"/>
                  <a:gd name="T9" fmla="*/ 0 h 189"/>
                  <a:gd name="T10" fmla="*/ 331 w 394"/>
                  <a:gd name="T11" fmla="*/ 0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4" h="189">
                    <a:moveTo>
                      <a:pt x="331" y="0"/>
                    </a:moveTo>
                    <a:cubicBezTo>
                      <a:pt x="130" y="0"/>
                      <a:pt x="56" y="60"/>
                      <a:pt x="0" y="81"/>
                    </a:cubicBezTo>
                    <a:cubicBezTo>
                      <a:pt x="89" y="131"/>
                      <a:pt x="159" y="189"/>
                      <a:pt x="327" y="189"/>
                    </a:cubicBezTo>
                    <a:cubicBezTo>
                      <a:pt x="368" y="189"/>
                      <a:pt x="394" y="189"/>
                      <a:pt x="394" y="189"/>
                    </a:cubicBezTo>
                    <a:cubicBezTo>
                      <a:pt x="394" y="0"/>
                      <a:pt x="394" y="0"/>
                      <a:pt x="394" y="0"/>
                    </a:cubicBez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34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459788" y="6191250"/>
              <a:ext cx="454025" cy="454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0000" y="1276350"/>
            <a:ext cx="7477125" cy="4559301"/>
          </a:xfrm>
        </p:spPr>
        <p:txBody>
          <a:bodyPr/>
          <a:lstStyle>
            <a:lvl1pPr>
              <a:spcAft>
                <a:spcPts val="0"/>
              </a:spcAft>
              <a:buFontTx/>
              <a:buNone/>
              <a:defRPr sz="4400" b="1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1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77991" y="6504332"/>
            <a:ext cx="6083845" cy="124274"/>
          </a:xfrm>
        </p:spPr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41239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/>
          <p:cNvGrpSpPr/>
          <p:nvPr userDrawn="1"/>
        </p:nvGrpSpPr>
        <p:grpSpPr>
          <a:xfrm>
            <a:off x="608" y="5500319"/>
            <a:ext cx="9167813" cy="996950"/>
            <a:chOff x="608" y="5500319"/>
            <a:chExt cx="9167813" cy="996950"/>
          </a:xfrm>
        </p:grpSpPr>
        <p:grpSp>
          <p:nvGrpSpPr>
            <p:cNvPr id="4" name="Group 22"/>
            <p:cNvGrpSpPr>
              <a:grpSpLocks/>
            </p:cNvGrpSpPr>
            <p:nvPr userDrawn="1"/>
          </p:nvGrpSpPr>
          <p:grpSpPr bwMode="auto">
            <a:xfrm>
              <a:off x="608" y="5500319"/>
              <a:ext cx="9167813" cy="996950"/>
              <a:chOff x="-7938" y="5668963"/>
              <a:chExt cx="9167813" cy="996950"/>
            </a:xfrm>
          </p:grpSpPr>
          <p:sp>
            <p:nvSpPr>
              <p:cNvPr id="58" name="Freeform 11"/>
              <p:cNvSpPr>
                <a:spLocks noEditPoints="1"/>
              </p:cNvSpPr>
              <p:nvPr userDrawn="1"/>
            </p:nvSpPr>
            <p:spPr bwMode="auto">
              <a:xfrm>
                <a:off x="-7938" y="5668963"/>
                <a:ext cx="9167813" cy="996950"/>
              </a:xfrm>
              <a:custGeom>
                <a:avLst/>
                <a:gdLst>
                  <a:gd name="T0" fmla="*/ 2880 w 2880"/>
                  <a:gd name="T1" fmla="*/ 20 h 313"/>
                  <a:gd name="T2" fmla="*/ 2789 w 2880"/>
                  <a:gd name="T3" fmla="*/ 20 h 313"/>
                  <a:gd name="T4" fmla="*/ 2313 w 2880"/>
                  <a:gd name="T5" fmla="*/ 137 h 313"/>
                  <a:gd name="T6" fmla="*/ 2784 w 2880"/>
                  <a:gd name="T7" fmla="*/ 313 h 313"/>
                  <a:gd name="T8" fmla="*/ 2880 w 2880"/>
                  <a:gd name="T9" fmla="*/ 313 h 313"/>
                  <a:gd name="T10" fmla="*/ 2880 w 2880"/>
                  <a:gd name="T11" fmla="*/ 20 h 313"/>
                  <a:gd name="T12" fmla="*/ 1860 w 2880"/>
                  <a:gd name="T13" fmla="*/ 0 h 313"/>
                  <a:gd name="T14" fmla="*/ 0 w 2880"/>
                  <a:gd name="T15" fmla="*/ 0 h 313"/>
                  <a:gd name="T16" fmla="*/ 0 w 2880"/>
                  <a:gd name="T17" fmla="*/ 157 h 313"/>
                  <a:gd name="T18" fmla="*/ 2030 w 2880"/>
                  <a:gd name="T19" fmla="*/ 157 h 313"/>
                  <a:gd name="T20" fmla="*/ 2313 w 2880"/>
                  <a:gd name="T21" fmla="*/ 137 h 313"/>
                  <a:gd name="T22" fmla="*/ 2313 w 2880"/>
                  <a:gd name="T23" fmla="*/ 137 h 313"/>
                  <a:gd name="T24" fmla="*/ 2313 w 2880"/>
                  <a:gd name="T25" fmla="*/ 137 h 313"/>
                  <a:gd name="T26" fmla="*/ 1860 w 2880"/>
                  <a:gd name="T27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0" h="313">
                    <a:moveTo>
                      <a:pt x="2880" y="20"/>
                    </a:moveTo>
                    <a:cubicBezTo>
                      <a:pt x="2789" y="20"/>
                      <a:pt x="2789" y="20"/>
                      <a:pt x="2789" y="20"/>
                    </a:cubicBezTo>
                    <a:cubicBezTo>
                      <a:pt x="2500" y="20"/>
                      <a:pt x="2393" y="107"/>
                      <a:pt x="2313" y="137"/>
                    </a:cubicBezTo>
                    <a:cubicBezTo>
                      <a:pt x="2411" y="217"/>
                      <a:pt x="2542" y="313"/>
                      <a:pt x="2784" y="313"/>
                    </a:cubicBezTo>
                    <a:cubicBezTo>
                      <a:pt x="2842" y="313"/>
                      <a:pt x="2880" y="313"/>
                      <a:pt x="2880" y="313"/>
                    </a:cubicBezTo>
                    <a:cubicBezTo>
                      <a:pt x="2880" y="20"/>
                      <a:pt x="2880" y="20"/>
                      <a:pt x="2880" y="20"/>
                    </a:cubicBezTo>
                    <a:moveTo>
                      <a:pt x="186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030" y="157"/>
                      <a:pt x="2030" y="157"/>
                      <a:pt x="2030" y="157"/>
                    </a:cubicBezTo>
                    <a:cubicBezTo>
                      <a:pt x="2214" y="157"/>
                      <a:pt x="2274" y="152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216" y="57"/>
                      <a:pt x="2053" y="0"/>
                      <a:pt x="186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9" name="Freeform 24"/>
              <p:cNvSpPr>
                <a:spLocks/>
              </p:cNvSpPr>
              <p:nvPr userDrawn="1"/>
            </p:nvSpPr>
            <p:spPr bwMode="auto">
              <a:xfrm>
                <a:off x="-7938" y="5732463"/>
                <a:ext cx="7362826" cy="433387"/>
              </a:xfrm>
              <a:custGeom>
                <a:avLst/>
                <a:gdLst>
                  <a:gd name="T0" fmla="*/ 2313 w 2313"/>
                  <a:gd name="T1" fmla="*/ 117 h 136"/>
                  <a:gd name="T2" fmla="*/ 1860 w 2313"/>
                  <a:gd name="T3" fmla="*/ 0 h 136"/>
                  <a:gd name="T4" fmla="*/ 0 w 2313"/>
                  <a:gd name="T5" fmla="*/ 0 h 136"/>
                  <a:gd name="T6" fmla="*/ 0 w 2313"/>
                  <a:gd name="T7" fmla="*/ 136 h 136"/>
                  <a:gd name="T8" fmla="*/ 2030 w 2313"/>
                  <a:gd name="T9" fmla="*/ 136 h 136"/>
                  <a:gd name="T10" fmla="*/ 2313 w 2313"/>
                  <a:gd name="T11" fmla="*/ 11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3" h="136">
                    <a:moveTo>
                      <a:pt x="2313" y="117"/>
                    </a:moveTo>
                    <a:cubicBezTo>
                      <a:pt x="2204" y="55"/>
                      <a:pt x="2053" y="0"/>
                      <a:pt x="18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2030" y="136"/>
                      <a:pt x="2030" y="136"/>
                      <a:pt x="2030" y="136"/>
                    </a:cubicBezTo>
                    <a:cubicBezTo>
                      <a:pt x="2214" y="136"/>
                      <a:pt x="2274" y="132"/>
                      <a:pt x="2313" y="11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0" name="Freeform 25"/>
              <p:cNvSpPr>
                <a:spLocks/>
              </p:cNvSpPr>
              <p:nvPr userDrawn="1"/>
            </p:nvSpPr>
            <p:spPr bwMode="auto">
              <a:xfrm>
                <a:off x="7354888" y="5732463"/>
                <a:ext cx="1804987" cy="869950"/>
              </a:xfrm>
              <a:custGeom>
                <a:avLst/>
                <a:gdLst>
                  <a:gd name="T0" fmla="*/ 476 w 567"/>
                  <a:gd name="T1" fmla="*/ 0 h 273"/>
                  <a:gd name="T2" fmla="*/ 0 w 567"/>
                  <a:gd name="T3" fmla="*/ 117 h 273"/>
                  <a:gd name="T4" fmla="*/ 471 w 567"/>
                  <a:gd name="T5" fmla="*/ 273 h 273"/>
                  <a:gd name="T6" fmla="*/ 567 w 567"/>
                  <a:gd name="T7" fmla="*/ 273 h 273"/>
                  <a:gd name="T8" fmla="*/ 567 w 567"/>
                  <a:gd name="T9" fmla="*/ 0 h 273"/>
                  <a:gd name="T10" fmla="*/ 476 w 567"/>
                  <a:gd name="T11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7" h="273">
                    <a:moveTo>
                      <a:pt x="476" y="0"/>
                    </a:moveTo>
                    <a:cubicBezTo>
                      <a:pt x="187" y="0"/>
                      <a:pt x="80" y="87"/>
                      <a:pt x="0" y="117"/>
                    </a:cubicBezTo>
                    <a:cubicBezTo>
                      <a:pt x="128" y="190"/>
                      <a:pt x="229" y="273"/>
                      <a:pt x="471" y="273"/>
                    </a:cubicBezTo>
                    <a:cubicBezTo>
                      <a:pt x="529" y="273"/>
                      <a:pt x="567" y="273"/>
                      <a:pt x="567" y="273"/>
                    </a:cubicBezTo>
                    <a:cubicBezTo>
                      <a:pt x="567" y="0"/>
                      <a:pt x="567" y="0"/>
                      <a:pt x="567" y="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44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5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46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7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8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9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0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1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2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3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4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5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6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7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774" y="3717032"/>
            <a:ext cx="6121438" cy="1539200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bg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27" name="Text Placeholder 14"/>
          <p:cNvSpPr>
            <a:spLocks noGrp="1"/>
          </p:cNvSpPr>
          <p:nvPr userDrawn="1"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358776" y="2744924"/>
            <a:ext cx="8461374" cy="852487"/>
          </a:xfrm>
        </p:spPr>
        <p:txBody>
          <a:bodyPr>
            <a:noAutofit/>
          </a:bodyPr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30210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 userDrawn="1"/>
        </p:nvGrpSpPr>
        <p:grpSpPr>
          <a:xfrm>
            <a:off x="608" y="5500319"/>
            <a:ext cx="9167813" cy="996950"/>
            <a:chOff x="608" y="5500319"/>
            <a:chExt cx="9167813" cy="996950"/>
          </a:xfrm>
        </p:grpSpPr>
        <p:grpSp>
          <p:nvGrpSpPr>
            <p:cNvPr id="43" name="Group 22"/>
            <p:cNvGrpSpPr>
              <a:grpSpLocks/>
            </p:cNvGrpSpPr>
            <p:nvPr userDrawn="1"/>
          </p:nvGrpSpPr>
          <p:grpSpPr bwMode="auto">
            <a:xfrm>
              <a:off x="608" y="5500319"/>
              <a:ext cx="9167813" cy="996950"/>
              <a:chOff x="-7938" y="5668963"/>
              <a:chExt cx="9167813" cy="996950"/>
            </a:xfrm>
          </p:grpSpPr>
          <p:sp>
            <p:nvSpPr>
              <p:cNvPr id="58" name="Freeform 11"/>
              <p:cNvSpPr>
                <a:spLocks noEditPoints="1"/>
              </p:cNvSpPr>
              <p:nvPr userDrawn="1"/>
            </p:nvSpPr>
            <p:spPr bwMode="auto">
              <a:xfrm>
                <a:off x="-7938" y="5668963"/>
                <a:ext cx="9167813" cy="996950"/>
              </a:xfrm>
              <a:custGeom>
                <a:avLst/>
                <a:gdLst>
                  <a:gd name="T0" fmla="*/ 2880 w 2880"/>
                  <a:gd name="T1" fmla="*/ 20 h 313"/>
                  <a:gd name="T2" fmla="*/ 2789 w 2880"/>
                  <a:gd name="T3" fmla="*/ 20 h 313"/>
                  <a:gd name="T4" fmla="*/ 2313 w 2880"/>
                  <a:gd name="T5" fmla="*/ 137 h 313"/>
                  <a:gd name="T6" fmla="*/ 2784 w 2880"/>
                  <a:gd name="T7" fmla="*/ 313 h 313"/>
                  <a:gd name="T8" fmla="*/ 2880 w 2880"/>
                  <a:gd name="T9" fmla="*/ 313 h 313"/>
                  <a:gd name="T10" fmla="*/ 2880 w 2880"/>
                  <a:gd name="T11" fmla="*/ 20 h 313"/>
                  <a:gd name="T12" fmla="*/ 1860 w 2880"/>
                  <a:gd name="T13" fmla="*/ 0 h 313"/>
                  <a:gd name="T14" fmla="*/ 0 w 2880"/>
                  <a:gd name="T15" fmla="*/ 0 h 313"/>
                  <a:gd name="T16" fmla="*/ 0 w 2880"/>
                  <a:gd name="T17" fmla="*/ 157 h 313"/>
                  <a:gd name="T18" fmla="*/ 2030 w 2880"/>
                  <a:gd name="T19" fmla="*/ 157 h 313"/>
                  <a:gd name="T20" fmla="*/ 2313 w 2880"/>
                  <a:gd name="T21" fmla="*/ 137 h 313"/>
                  <a:gd name="T22" fmla="*/ 2313 w 2880"/>
                  <a:gd name="T23" fmla="*/ 137 h 313"/>
                  <a:gd name="T24" fmla="*/ 2313 w 2880"/>
                  <a:gd name="T25" fmla="*/ 137 h 313"/>
                  <a:gd name="T26" fmla="*/ 1860 w 2880"/>
                  <a:gd name="T27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0" h="313">
                    <a:moveTo>
                      <a:pt x="2880" y="20"/>
                    </a:moveTo>
                    <a:cubicBezTo>
                      <a:pt x="2789" y="20"/>
                      <a:pt x="2789" y="20"/>
                      <a:pt x="2789" y="20"/>
                    </a:cubicBezTo>
                    <a:cubicBezTo>
                      <a:pt x="2500" y="20"/>
                      <a:pt x="2393" y="107"/>
                      <a:pt x="2313" y="137"/>
                    </a:cubicBezTo>
                    <a:cubicBezTo>
                      <a:pt x="2411" y="217"/>
                      <a:pt x="2542" y="313"/>
                      <a:pt x="2784" y="313"/>
                    </a:cubicBezTo>
                    <a:cubicBezTo>
                      <a:pt x="2842" y="313"/>
                      <a:pt x="2880" y="313"/>
                      <a:pt x="2880" y="313"/>
                    </a:cubicBezTo>
                    <a:cubicBezTo>
                      <a:pt x="2880" y="20"/>
                      <a:pt x="2880" y="20"/>
                      <a:pt x="2880" y="20"/>
                    </a:cubicBezTo>
                    <a:moveTo>
                      <a:pt x="186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030" y="157"/>
                      <a:pt x="2030" y="157"/>
                      <a:pt x="2030" y="157"/>
                    </a:cubicBezTo>
                    <a:cubicBezTo>
                      <a:pt x="2214" y="157"/>
                      <a:pt x="2274" y="152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216" y="57"/>
                      <a:pt x="2053" y="0"/>
                      <a:pt x="186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9" name="Freeform 24"/>
              <p:cNvSpPr>
                <a:spLocks/>
              </p:cNvSpPr>
              <p:nvPr userDrawn="1"/>
            </p:nvSpPr>
            <p:spPr bwMode="auto">
              <a:xfrm>
                <a:off x="-7938" y="5732463"/>
                <a:ext cx="7362826" cy="433387"/>
              </a:xfrm>
              <a:custGeom>
                <a:avLst/>
                <a:gdLst>
                  <a:gd name="T0" fmla="*/ 2313 w 2313"/>
                  <a:gd name="T1" fmla="*/ 117 h 136"/>
                  <a:gd name="T2" fmla="*/ 1860 w 2313"/>
                  <a:gd name="T3" fmla="*/ 0 h 136"/>
                  <a:gd name="T4" fmla="*/ 0 w 2313"/>
                  <a:gd name="T5" fmla="*/ 0 h 136"/>
                  <a:gd name="T6" fmla="*/ 0 w 2313"/>
                  <a:gd name="T7" fmla="*/ 136 h 136"/>
                  <a:gd name="T8" fmla="*/ 2030 w 2313"/>
                  <a:gd name="T9" fmla="*/ 136 h 136"/>
                  <a:gd name="T10" fmla="*/ 2313 w 2313"/>
                  <a:gd name="T11" fmla="*/ 11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3" h="136">
                    <a:moveTo>
                      <a:pt x="2313" y="117"/>
                    </a:moveTo>
                    <a:cubicBezTo>
                      <a:pt x="2204" y="55"/>
                      <a:pt x="2053" y="0"/>
                      <a:pt x="18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2030" y="136"/>
                      <a:pt x="2030" y="136"/>
                      <a:pt x="2030" y="136"/>
                    </a:cubicBezTo>
                    <a:cubicBezTo>
                      <a:pt x="2214" y="136"/>
                      <a:pt x="2274" y="132"/>
                      <a:pt x="2313" y="11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0" name="Freeform 25"/>
              <p:cNvSpPr>
                <a:spLocks/>
              </p:cNvSpPr>
              <p:nvPr userDrawn="1"/>
            </p:nvSpPr>
            <p:spPr bwMode="auto">
              <a:xfrm>
                <a:off x="7354888" y="5732463"/>
                <a:ext cx="1804987" cy="869950"/>
              </a:xfrm>
              <a:custGeom>
                <a:avLst/>
                <a:gdLst>
                  <a:gd name="T0" fmla="*/ 476 w 567"/>
                  <a:gd name="T1" fmla="*/ 0 h 273"/>
                  <a:gd name="T2" fmla="*/ 0 w 567"/>
                  <a:gd name="T3" fmla="*/ 117 h 273"/>
                  <a:gd name="T4" fmla="*/ 471 w 567"/>
                  <a:gd name="T5" fmla="*/ 273 h 273"/>
                  <a:gd name="T6" fmla="*/ 567 w 567"/>
                  <a:gd name="T7" fmla="*/ 273 h 273"/>
                  <a:gd name="T8" fmla="*/ 567 w 567"/>
                  <a:gd name="T9" fmla="*/ 0 h 273"/>
                  <a:gd name="T10" fmla="*/ 476 w 567"/>
                  <a:gd name="T11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7" h="273">
                    <a:moveTo>
                      <a:pt x="476" y="0"/>
                    </a:moveTo>
                    <a:cubicBezTo>
                      <a:pt x="187" y="0"/>
                      <a:pt x="80" y="87"/>
                      <a:pt x="0" y="117"/>
                    </a:cubicBezTo>
                    <a:cubicBezTo>
                      <a:pt x="128" y="190"/>
                      <a:pt x="229" y="273"/>
                      <a:pt x="471" y="273"/>
                    </a:cubicBezTo>
                    <a:cubicBezTo>
                      <a:pt x="529" y="273"/>
                      <a:pt x="567" y="273"/>
                      <a:pt x="567" y="273"/>
                    </a:cubicBezTo>
                    <a:cubicBezTo>
                      <a:pt x="567" y="0"/>
                      <a:pt x="567" y="0"/>
                      <a:pt x="567" y="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44" name="Picture 78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5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46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7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8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49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0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1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2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3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4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5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6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57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8774" y="2168860"/>
            <a:ext cx="6121438" cy="3087372"/>
          </a:xfr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bg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27" name="Text Placeholder 14"/>
          <p:cNvSpPr>
            <a:spLocks noGrp="1"/>
          </p:cNvSpPr>
          <p:nvPr userDrawn="1"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buFontTx/>
              <a:buNone/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30210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60000" y="2866540"/>
            <a:ext cx="7469550" cy="7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85000"/>
              </a:lnSpc>
              <a:spcAft>
                <a:spcPts val="0"/>
              </a:spcAft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AU" smtClean="0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360000" y="3712540"/>
            <a:ext cx="2772000" cy="1530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</a:defRPr>
            </a:lvl1pPr>
            <a:lvl2pPr marL="0" indent="0">
              <a:lnSpc>
                <a:spcPct val="90000"/>
              </a:lnSpc>
              <a:spcAft>
                <a:spcPts val="567"/>
              </a:spcAft>
              <a:buNone/>
              <a:defRPr sz="1600">
                <a:solidFill>
                  <a:srgbClr val="FFFFFF"/>
                </a:solidFill>
              </a:defRPr>
            </a:lvl2pPr>
            <a:lvl3pPr marL="266700" indent="-266700">
              <a:lnSpc>
                <a:spcPct val="90000"/>
              </a:lnSpc>
              <a:spcAft>
                <a:spcPts val="0"/>
              </a:spcAft>
              <a:buNone/>
              <a:tabLst>
                <a:tab pos="266700" algn="l"/>
              </a:tabLst>
              <a:defRPr sz="1600">
                <a:solidFill>
                  <a:srgbClr val="FFFFFF"/>
                </a:solidFill>
              </a:defRPr>
            </a:lvl3pPr>
            <a:lvl4pPr>
              <a:defRPr sz="1600">
                <a:solidFill>
                  <a:srgbClr val="FFFFFF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3600000" y="3712540"/>
            <a:ext cx="2772000" cy="1530000"/>
          </a:xfrm>
        </p:spPr>
        <p:txBody>
          <a:bodyPr>
            <a:noAutofit/>
          </a:bodyPr>
          <a:lstStyle>
            <a:lvl1pPr marL="271463" indent="-271463">
              <a:lnSpc>
                <a:spcPct val="90000"/>
              </a:lnSpc>
              <a:spcAft>
                <a:spcPts val="0"/>
              </a:spcAft>
              <a:tabLst>
                <a:tab pos="355600" algn="l"/>
              </a:tabLst>
              <a:defRPr sz="1600" b="1">
                <a:solidFill>
                  <a:srgbClr val="FFFFFF"/>
                </a:solidFill>
              </a:defRPr>
            </a:lvl1pPr>
            <a:lvl2pPr marL="0" indent="0">
              <a:lnSpc>
                <a:spcPct val="90000"/>
              </a:lnSpc>
              <a:spcAft>
                <a:spcPts val="567"/>
              </a:spcAft>
              <a:buNone/>
              <a:defRPr sz="1600">
                <a:solidFill>
                  <a:srgbClr val="FFFFFF"/>
                </a:solidFill>
              </a:defRPr>
            </a:lvl2pPr>
            <a:lvl3pPr marL="271463" indent="-271463">
              <a:lnSpc>
                <a:spcPct val="90000"/>
              </a:lnSpc>
              <a:spcAft>
                <a:spcPts val="0"/>
              </a:spcAft>
              <a:buNone/>
              <a:tabLst>
                <a:tab pos="271463" algn="l"/>
              </a:tabLst>
              <a:defRPr lang="en-AU" sz="16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>
              <a:defRPr sz="1600">
                <a:solidFill>
                  <a:srgbClr val="FFFFFF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608" y="5500319"/>
            <a:ext cx="9167813" cy="996950"/>
            <a:chOff x="608" y="5500319"/>
            <a:chExt cx="9167813" cy="996950"/>
          </a:xfrm>
        </p:grpSpPr>
        <p:grpSp>
          <p:nvGrpSpPr>
            <p:cNvPr id="62" name="Group 22"/>
            <p:cNvGrpSpPr>
              <a:grpSpLocks/>
            </p:cNvGrpSpPr>
            <p:nvPr userDrawn="1"/>
          </p:nvGrpSpPr>
          <p:grpSpPr bwMode="auto">
            <a:xfrm>
              <a:off x="608" y="5500319"/>
              <a:ext cx="9167813" cy="996950"/>
              <a:chOff x="-7938" y="5668963"/>
              <a:chExt cx="9167813" cy="996950"/>
            </a:xfrm>
          </p:grpSpPr>
          <p:sp>
            <p:nvSpPr>
              <p:cNvPr id="63" name="Freeform 11"/>
              <p:cNvSpPr>
                <a:spLocks noEditPoints="1"/>
              </p:cNvSpPr>
              <p:nvPr userDrawn="1"/>
            </p:nvSpPr>
            <p:spPr bwMode="auto">
              <a:xfrm>
                <a:off x="-7938" y="5668963"/>
                <a:ext cx="9167813" cy="996950"/>
              </a:xfrm>
              <a:custGeom>
                <a:avLst/>
                <a:gdLst>
                  <a:gd name="T0" fmla="*/ 2880 w 2880"/>
                  <a:gd name="T1" fmla="*/ 20 h 313"/>
                  <a:gd name="T2" fmla="*/ 2789 w 2880"/>
                  <a:gd name="T3" fmla="*/ 20 h 313"/>
                  <a:gd name="T4" fmla="*/ 2313 w 2880"/>
                  <a:gd name="T5" fmla="*/ 137 h 313"/>
                  <a:gd name="T6" fmla="*/ 2784 w 2880"/>
                  <a:gd name="T7" fmla="*/ 313 h 313"/>
                  <a:gd name="T8" fmla="*/ 2880 w 2880"/>
                  <a:gd name="T9" fmla="*/ 313 h 313"/>
                  <a:gd name="T10" fmla="*/ 2880 w 2880"/>
                  <a:gd name="T11" fmla="*/ 20 h 313"/>
                  <a:gd name="T12" fmla="*/ 1860 w 2880"/>
                  <a:gd name="T13" fmla="*/ 0 h 313"/>
                  <a:gd name="T14" fmla="*/ 0 w 2880"/>
                  <a:gd name="T15" fmla="*/ 0 h 313"/>
                  <a:gd name="T16" fmla="*/ 0 w 2880"/>
                  <a:gd name="T17" fmla="*/ 157 h 313"/>
                  <a:gd name="T18" fmla="*/ 2030 w 2880"/>
                  <a:gd name="T19" fmla="*/ 157 h 313"/>
                  <a:gd name="T20" fmla="*/ 2313 w 2880"/>
                  <a:gd name="T21" fmla="*/ 137 h 313"/>
                  <a:gd name="T22" fmla="*/ 2313 w 2880"/>
                  <a:gd name="T23" fmla="*/ 137 h 313"/>
                  <a:gd name="T24" fmla="*/ 2313 w 2880"/>
                  <a:gd name="T25" fmla="*/ 137 h 313"/>
                  <a:gd name="T26" fmla="*/ 1860 w 2880"/>
                  <a:gd name="T27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0" h="313">
                    <a:moveTo>
                      <a:pt x="2880" y="20"/>
                    </a:moveTo>
                    <a:cubicBezTo>
                      <a:pt x="2789" y="20"/>
                      <a:pt x="2789" y="20"/>
                      <a:pt x="2789" y="20"/>
                    </a:cubicBezTo>
                    <a:cubicBezTo>
                      <a:pt x="2500" y="20"/>
                      <a:pt x="2393" y="107"/>
                      <a:pt x="2313" y="137"/>
                    </a:cubicBezTo>
                    <a:cubicBezTo>
                      <a:pt x="2411" y="217"/>
                      <a:pt x="2542" y="313"/>
                      <a:pt x="2784" y="313"/>
                    </a:cubicBezTo>
                    <a:cubicBezTo>
                      <a:pt x="2842" y="313"/>
                      <a:pt x="2880" y="313"/>
                      <a:pt x="2880" y="313"/>
                    </a:cubicBezTo>
                    <a:cubicBezTo>
                      <a:pt x="2880" y="20"/>
                      <a:pt x="2880" y="20"/>
                      <a:pt x="2880" y="20"/>
                    </a:cubicBezTo>
                    <a:moveTo>
                      <a:pt x="186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030" y="157"/>
                      <a:pt x="2030" y="157"/>
                      <a:pt x="2030" y="157"/>
                    </a:cubicBezTo>
                    <a:cubicBezTo>
                      <a:pt x="2214" y="157"/>
                      <a:pt x="2274" y="152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216" y="57"/>
                      <a:pt x="2053" y="0"/>
                      <a:pt x="186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4" name="Freeform 24"/>
              <p:cNvSpPr>
                <a:spLocks/>
              </p:cNvSpPr>
              <p:nvPr userDrawn="1"/>
            </p:nvSpPr>
            <p:spPr bwMode="auto">
              <a:xfrm>
                <a:off x="-7938" y="5732463"/>
                <a:ext cx="7362826" cy="433387"/>
              </a:xfrm>
              <a:custGeom>
                <a:avLst/>
                <a:gdLst>
                  <a:gd name="T0" fmla="*/ 2313 w 2313"/>
                  <a:gd name="T1" fmla="*/ 117 h 136"/>
                  <a:gd name="T2" fmla="*/ 1860 w 2313"/>
                  <a:gd name="T3" fmla="*/ 0 h 136"/>
                  <a:gd name="T4" fmla="*/ 0 w 2313"/>
                  <a:gd name="T5" fmla="*/ 0 h 136"/>
                  <a:gd name="T6" fmla="*/ 0 w 2313"/>
                  <a:gd name="T7" fmla="*/ 136 h 136"/>
                  <a:gd name="T8" fmla="*/ 2030 w 2313"/>
                  <a:gd name="T9" fmla="*/ 136 h 136"/>
                  <a:gd name="T10" fmla="*/ 2313 w 2313"/>
                  <a:gd name="T11" fmla="*/ 11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3" h="136">
                    <a:moveTo>
                      <a:pt x="2313" y="117"/>
                    </a:moveTo>
                    <a:cubicBezTo>
                      <a:pt x="2204" y="55"/>
                      <a:pt x="2053" y="0"/>
                      <a:pt x="18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2030" y="136"/>
                      <a:pt x="2030" y="136"/>
                      <a:pt x="2030" y="136"/>
                    </a:cubicBezTo>
                    <a:cubicBezTo>
                      <a:pt x="2214" y="136"/>
                      <a:pt x="2274" y="132"/>
                      <a:pt x="2313" y="11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5" name="Freeform 25"/>
              <p:cNvSpPr>
                <a:spLocks/>
              </p:cNvSpPr>
              <p:nvPr userDrawn="1"/>
            </p:nvSpPr>
            <p:spPr bwMode="auto">
              <a:xfrm>
                <a:off x="7354888" y="5732463"/>
                <a:ext cx="1804987" cy="869950"/>
              </a:xfrm>
              <a:custGeom>
                <a:avLst/>
                <a:gdLst>
                  <a:gd name="T0" fmla="*/ 476 w 567"/>
                  <a:gd name="T1" fmla="*/ 0 h 273"/>
                  <a:gd name="T2" fmla="*/ 0 w 567"/>
                  <a:gd name="T3" fmla="*/ 117 h 273"/>
                  <a:gd name="T4" fmla="*/ 471 w 567"/>
                  <a:gd name="T5" fmla="*/ 273 h 273"/>
                  <a:gd name="T6" fmla="*/ 567 w 567"/>
                  <a:gd name="T7" fmla="*/ 273 h 273"/>
                  <a:gd name="T8" fmla="*/ 567 w 567"/>
                  <a:gd name="T9" fmla="*/ 0 h 273"/>
                  <a:gd name="T10" fmla="*/ 476 w 567"/>
                  <a:gd name="T11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7" h="273">
                    <a:moveTo>
                      <a:pt x="476" y="0"/>
                    </a:moveTo>
                    <a:cubicBezTo>
                      <a:pt x="187" y="0"/>
                      <a:pt x="80" y="87"/>
                      <a:pt x="0" y="117"/>
                    </a:cubicBezTo>
                    <a:cubicBezTo>
                      <a:pt x="128" y="190"/>
                      <a:pt x="229" y="273"/>
                      <a:pt x="471" y="273"/>
                    </a:cubicBezTo>
                    <a:cubicBezTo>
                      <a:pt x="529" y="273"/>
                      <a:pt x="567" y="273"/>
                      <a:pt x="567" y="273"/>
                    </a:cubicBezTo>
                    <a:cubicBezTo>
                      <a:pt x="567" y="0"/>
                      <a:pt x="567" y="0"/>
                      <a:pt x="567" y="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80" name="Picture 78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1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82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3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4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5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6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7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8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9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0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1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2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3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94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478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9525" y="6051550"/>
            <a:ext cx="9169400" cy="849313"/>
            <a:chOff x="-9525" y="6051550"/>
            <a:chExt cx="9169400" cy="849313"/>
          </a:xfrm>
        </p:grpSpPr>
        <p:sp>
          <p:nvSpPr>
            <p:cNvPr id="8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-7938" y="6056313"/>
              <a:ext cx="9161463" cy="80168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9" name="Rectangle 6"/>
            <p:cNvSpPr>
              <a:spLocks noChangeArrowheads="1"/>
            </p:cNvSpPr>
            <p:nvPr userDrawn="1"/>
          </p:nvSpPr>
          <p:spPr bwMode="auto">
            <a:xfrm>
              <a:off x="1588" y="6367463"/>
              <a:ext cx="9142412" cy="4905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0" name="Rectangle 7"/>
            <p:cNvSpPr>
              <a:spLocks noChangeArrowheads="1"/>
            </p:cNvSpPr>
            <p:nvPr userDrawn="1"/>
          </p:nvSpPr>
          <p:spPr bwMode="auto">
            <a:xfrm>
              <a:off x="1588" y="6367463"/>
              <a:ext cx="9142412" cy="49053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1" name="Freeform 8"/>
            <p:cNvSpPr>
              <a:spLocks noEditPoints="1"/>
            </p:cNvSpPr>
            <p:nvPr userDrawn="1"/>
          </p:nvSpPr>
          <p:spPr bwMode="auto">
            <a:xfrm>
              <a:off x="1588" y="6065837"/>
              <a:ext cx="9142412" cy="690562"/>
            </a:xfrm>
            <a:custGeom>
              <a:avLst/>
              <a:gdLst>
                <a:gd name="T0" fmla="*/ 2880 w 2880"/>
                <a:gd name="T1" fmla="*/ 14 h 217"/>
                <a:gd name="T2" fmla="*/ 2817 w 2880"/>
                <a:gd name="T3" fmla="*/ 14 h 217"/>
                <a:gd name="T4" fmla="*/ 2486 w 2880"/>
                <a:gd name="T5" fmla="*/ 95 h 217"/>
                <a:gd name="T6" fmla="*/ 2486 w 2880"/>
                <a:gd name="T7" fmla="*/ 95 h 217"/>
                <a:gd name="T8" fmla="*/ 2880 w 2880"/>
                <a:gd name="T9" fmla="*/ 95 h 217"/>
                <a:gd name="T10" fmla="*/ 2880 w 2880"/>
                <a:gd name="T11" fmla="*/ 217 h 217"/>
                <a:gd name="T12" fmla="*/ 2880 w 2880"/>
                <a:gd name="T13" fmla="*/ 217 h 217"/>
                <a:gd name="T14" fmla="*/ 2880 w 2880"/>
                <a:gd name="T15" fmla="*/ 14 h 217"/>
                <a:gd name="T16" fmla="*/ 2171 w 2880"/>
                <a:gd name="T17" fmla="*/ 0 h 217"/>
                <a:gd name="T18" fmla="*/ 0 w 2880"/>
                <a:gd name="T19" fmla="*/ 0 h 217"/>
                <a:gd name="T20" fmla="*/ 0 w 2880"/>
                <a:gd name="T21" fmla="*/ 95 h 217"/>
                <a:gd name="T22" fmla="*/ 2486 w 2880"/>
                <a:gd name="T23" fmla="*/ 95 h 217"/>
                <a:gd name="T24" fmla="*/ 2486 w 2880"/>
                <a:gd name="T25" fmla="*/ 95 h 217"/>
                <a:gd name="T26" fmla="*/ 2486 w 2880"/>
                <a:gd name="T27" fmla="*/ 95 h 217"/>
                <a:gd name="T28" fmla="*/ 2486 w 2880"/>
                <a:gd name="T29" fmla="*/ 95 h 217"/>
                <a:gd name="T30" fmla="*/ 2171 w 2880"/>
                <a:gd name="T31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0" h="217">
                  <a:moveTo>
                    <a:pt x="2880" y="14"/>
                  </a:moveTo>
                  <a:cubicBezTo>
                    <a:pt x="2817" y="14"/>
                    <a:pt x="2817" y="14"/>
                    <a:pt x="2817" y="14"/>
                  </a:cubicBezTo>
                  <a:cubicBezTo>
                    <a:pt x="2616" y="14"/>
                    <a:pt x="2542" y="74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880" y="95"/>
                    <a:pt x="2880" y="95"/>
                    <a:pt x="2880" y="95"/>
                  </a:cubicBezTo>
                  <a:cubicBezTo>
                    <a:pt x="2880" y="217"/>
                    <a:pt x="2880" y="217"/>
                    <a:pt x="2880" y="217"/>
                  </a:cubicBezTo>
                  <a:cubicBezTo>
                    <a:pt x="2880" y="217"/>
                    <a:pt x="2880" y="217"/>
                    <a:pt x="2880" y="217"/>
                  </a:cubicBezTo>
                  <a:cubicBezTo>
                    <a:pt x="2880" y="14"/>
                    <a:pt x="2880" y="14"/>
                    <a:pt x="2880" y="14"/>
                  </a:cubicBezTo>
                  <a:moveTo>
                    <a:pt x="21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19" y="39"/>
                    <a:pt x="2306" y="0"/>
                    <a:pt x="2171" y="0"/>
                  </a:cubicBezTo>
                </a:path>
              </a:pathLst>
            </a:custGeom>
            <a:solidFill>
              <a:srgbClr val="BFBFBF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1588" y="6367463"/>
              <a:ext cx="9142412" cy="388937"/>
            </a:xfrm>
            <a:custGeom>
              <a:avLst/>
              <a:gdLst>
                <a:gd name="T0" fmla="*/ 2486 w 2880"/>
                <a:gd name="T1" fmla="*/ 0 h 122"/>
                <a:gd name="T2" fmla="*/ 0 w 2880"/>
                <a:gd name="T3" fmla="*/ 0 h 122"/>
                <a:gd name="T4" fmla="*/ 0 w 2880"/>
                <a:gd name="T5" fmla="*/ 13 h 122"/>
                <a:gd name="T6" fmla="*/ 2289 w 2880"/>
                <a:gd name="T7" fmla="*/ 13 h 122"/>
                <a:gd name="T8" fmla="*/ 2486 w 2880"/>
                <a:gd name="T9" fmla="*/ 0 h 122"/>
                <a:gd name="T10" fmla="*/ 2880 w 2880"/>
                <a:gd name="T11" fmla="*/ 0 h 122"/>
                <a:gd name="T12" fmla="*/ 2486 w 2880"/>
                <a:gd name="T13" fmla="*/ 0 h 122"/>
                <a:gd name="T14" fmla="*/ 2813 w 2880"/>
                <a:gd name="T15" fmla="*/ 122 h 122"/>
                <a:gd name="T16" fmla="*/ 2880 w 2880"/>
                <a:gd name="T17" fmla="*/ 122 h 122"/>
                <a:gd name="T18" fmla="*/ 2880 w 2880"/>
                <a:gd name="T19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0" h="122">
                  <a:moveTo>
                    <a:pt x="24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289" y="13"/>
                    <a:pt x="2289" y="13"/>
                    <a:pt x="2289" y="13"/>
                  </a:cubicBezTo>
                  <a:cubicBezTo>
                    <a:pt x="2418" y="13"/>
                    <a:pt x="2459" y="10"/>
                    <a:pt x="2486" y="0"/>
                  </a:cubicBezTo>
                  <a:moveTo>
                    <a:pt x="2880" y="0"/>
                  </a:moveTo>
                  <a:cubicBezTo>
                    <a:pt x="2486" y="0"/>
                    <a:pt x="2486" y="0"/>
                    <a:pt x="2486" y="0"/>
                  </a:cubicBezTo>
                  <a:cubicBezTo>
                    <a:pt x="2554" y="56"/>
                    <a:pt x="2645" y="122"/>
                    <a:pt x="2813" y="122"/>
                  </a:cubicBezTo>
                  <a:cubicBezTo>
                    <a:pt x="2854" y="122"/>
                    <a:pt x="2880" y="122"/>
                    <a:pt x="2880" y="122"/>
                  </a:cubicBezTo>
                  <a:cubicBezTo>
                    <a:pt x="2880" y="0"/>
                    <a:pt x="2880" y="0"/>
                    <a:pt x="288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1588" y="6110288"/>
              <a:ext cx="7891462" cy="298450"/>
            </a:xfrm>
            <a:custGeom>
              <a:avLst/>
              <a:gdLst>
                <a:gd name="T0" fmla="*/ 2486 w 2486"/>
                <a:gd name="T1" fmla="*/ 81 h 94"/>
                <a:gd name="T2" fmla="*/ 2171 w 2486"/>
                <a:gd name="T3" fmla="*/ 0 h 94"/>
                <a:gd name="T4" fmla="*/ 0 w 2486"/>
                <a:gd name="T5" fmla="*/ 0 h 94"/>
                <a:gd name="T6" fmla="*/ 0 w 2486"/>
                <a:gd name="T7" fmla="*/ 94 h 94"/>
                <a:gd name="T8" fmla="*/ 2289 w 2486"/>
                <a:gd name="T9" fmla="*/ 94 h 94"/>
                <a:gd name="T10" fmla="*/ 2486 w 2486"/>
                <a:gd name="T11" fmla="*/ 8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86" h="94">
                  <a:moveTo>
                    <a:pt x="2486" y="81"/>
                  </a:moveTo>
                  <a:cubicBezTo>
                    <a:pt x="2410" y="38"/>
                    <a:pt x="2306" y="0"/>
                    <a:pt x="217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2289" y="94"/>
                    <a:pt x="2289" y="94"/>
                    <a:pt x="2289" y="94"/>
                  </a:cubicBezTo>
                  <a:cubicBezTo>
                    <a:pt x="2418" y="94"/>
                    <a:pt x="2459" y="91"/>
                    <a:pt x="2486" y="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7893050" y="6110285"/>
              <a:ext cx="1250950" cy="601662"/>
            </a:xfrm>
            <a:custGeom>
              <a:avLst/>
              <a:gdLst>
                <a:gd name="T0" fmla="*/ 331 w 394"/>
                <a:gd name="T1" fmla="*/ 0 h 189"/>
                <a:gd name="T2" fmla="*/ 0 w 394"/>
                <a:gd name="T3" fmla="*/ 81 h 189"/>
                <a:gd name="T4" fmla="*/ 327 w 394"/>
                <a:gd name="T5" fmla="*/ 189 h 189"/>
                <a:gd name="T6" fmla="*/ 394 w 394"/>
                <a:gd name="T7" fmla="*/ 189 h 189"/>
                <a:gd name="T8" fmla="*/ 394 w 394"/>
                <a:gd name="T9" fmla="*/ 0 h 189"/>
                <a:gd name="T10" fmla="*/ 331 w 394"/>
                <a:gd name="T11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4" h="189">
                  <a:moveTo>
                    <a:pt x="331" y="0"/>
                  </a:moveTo>
                  <a:cubicBezTo>
                    <a:pt x="130" y="0"/>
                    <a:pt x="56" y="60"/>
                    <a:pt x="0" y="81"/>
                  </a:cubicBezTo>
                  <a:cubicBezTo>
                    <a:pt x="89" y="131"/>
                    <a:pt x="159" y="189"/>
                    <a:pt x="327" y="189"/>
                  </a:cubicBezTo>
                  <a:cubicBezTo>
                    <a:pt x="368" y="189"/>
                    <a:pt x="394" y="189"/>
                    <a:pt x="394" y="189"/>
                  </a:cubicBezTo>
                  <a:cubicBezTo>
                    <a:pt x="394" y="0"/>
                    <a:pt x="394" y="0"/>
                    <a:pt x="394" y="0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5" name="AutoShape 81"/>
            <p:cNvSpPr>
              <a:spLocks noChangeAspect="1" noChangeArrowheads="1" noTextEdit="1"/>
            </p:cNvSpPr>
            <p:nvPr/>
          </p:nvSpPr>
          <p:spPr bwMode="auto">
            <a:xfrm>
              <a:off x="-9525" y="6051550"/>
              <a:ext cx="9169400" cy="849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Rectangle 84"/>
            <p:cNvSpPr>
              <a:spLocks noChangeArrowheads="1"/>
            </p:cNvSpPr>
            <p:nvPr/>
          </p:nvSpPr>
          <p:spPr bwMode="auto">
            <a:xfrm>
              <a:off x="-9525" y="6356350"/>
              <a:ext cx="9167813" cy="544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7" name="Picture 78"/>
            <p:cNvPicPr>
              <a:picLocks noChangeAspect="1" noChangeArrowheads="1"/>
            </p:cNvPicPr>
            <p:nvPr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8459788" y="6191250"/>
              <a:ext cx="454025" cy="454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776" y="274638"/>
            <a:ext cx="8461374" cy="85248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AU" smtClean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775" y="1268413"/>
            <a:ext cx="8461375" cy="45728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991" y="6504332"/>
            <a:ext cx="6083845" cy="1242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AU" smtClean="0"/>
              <a:t>TimeseriesML update  |  Peter Taylor</a:t>
            </a:r>
            <a:endParaRPr lang="en-AU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330200" y="6504332"/>
            <a:ext cx="288789" cy="12734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ABE124A-B5C5-46E0-B944-45307B126769}" type="slidenum">
              <a:rPr lang="en-AU" smtClean="0"/>
              <a:pPr/>
              <a:t>‹#›</a:t>
            </a:fld>
            <a:r>
              <a:rPr lang="en-AU" dirty="0" smtClean="0"/>
              <a:t>  |</a:t>
            </a:r>
            <a:endParaRPr lang="en-AU" dirty="0"/>
          </a:p>
        </p:txBody>
      </p:sp>
      <p:sp>
        <p:nvSpPr>
          <p:cNvPr id="36" name="AutoShape 4"/>
          <p:cNvSpPr>
            <a:spLocks noChangeAspect="1" noChangeArrowheads="1" noTextEdit="1"/>
          </p:cNvSpPr>
          <p:nvPr/>
        </p:nvSpPr>
        <p:spPr bwMode="auto">
          <a:xfrm>
            <a:off x="3175" y="3326606"/>
            <a:ext cx="9161463" cy="80168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12701" y="3637756"/>
            <a:ext cx="9142412" cy="490537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>
              <a:defRPr/>
            </a:pPr>
            <a:endParaRPr lang="en-AU"/>
          </a:p>
        </p:txBody>
      </p:sp>
      <p:sp>
        <p:nvSpPr>
          <p:cNvPr id="43" name="AutoShape 81"/>
          <p:cNvSpPr>
            <a:spLocks noChangeAspect="1" noChangeArrowheads="1" noTextEdit="1"/>
          </p:cNvSpPr>
          <p:nvPr/>
        </p:nvSpPr>
        <p:spPr bwMode="auto">
          <a:xfrm>
            <a:off x="1588" y="3321843"/>
            <a:ext cx="9169400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" name="Rectangle 84"/>
          <p:cNvSpPr>
            <a:spLocks noChangeArrowheads="1"/>
          </p:cNvSpPr>
          <p:nvPr/>
        </p:nvSpPr>
        <p:spPr bwMode="auto">
          <a:xfrm>
            <a:off x="1588" y="3626643"/>
            <a:ext cx="9167813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35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80" r:id="rId6"/>
    <p:sldLayoutId id="2147483679" r:id="rId7"/>
    <p:sldLayoutId id="2147483661" r:id="rId8"/>
    <p:sldLayoutId id="2147483663" r:id="rId9"/>
    <p:sldLayoutId id="2147483664" r:id="rId10"/>
    <p:sldLayoutId id="2147483667" r:id="rId11"/>
    <p:sldLayoutId id="2147483665" r:id="rId12"/>
    <p:sldLayoutId id="2147483682" r:id="rId13"/>
    <p:sldLayoutId id="2147483681" r:id="rId14"/>
    <p:sldLayoutId id="2147483683" r:id="rId15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 pitchFamily="34" charset="0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ortal.opengeospatial.org/wiki/TimeSeriesMLswg/PublicCommentsAugust201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4" Type="http://schemas.openxmlformats.org/officeDocument/2006/relationships/comments" Target="../comments/comment1.xml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err="1" smtClean="0"/>
              <a:t>TimeseriesML</a:t>
            </a:r>
            <a:r>
              <a:rPr lang="en-AU" dirty="0" smtClean="0"/>
              <a:t> update</a:t>
            </a:r>
            <a:endParaRPr lang="en-AU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smtClean="0"/>
              <a:t>Data61</a:t>
            </a:r>
          </a:p>
        </p:txBody>
      </p:sp>
      <p:sp>
        <p:nvSpPr>
          <p:cNvPr id="22533" name="Footer Placeholder 2"/>
          <p:cNvSpPr txBox="1">
            <a:spLocks/>
          </p:cNvSpPr>
          <p:nvPr/>
        </p:nvSpPr>
        <p:spPr bwMode="auto">
          <a:xfrm>
            <a:off x="360363" y="4700964"/>
            <a:ext cx="8042275" cy="672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Peter </a:t>
            </a:r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Taylor</a:t>
            </a:r>
          </a:p>
          <a:p>
            <a:r>
              <a:rPr lang="en-AU" sz="1600" b="1" dirty="0" err="1" smtClean="0">
                <a:solidFill>
                  <a:schemeClr val="bg1"/>
                </a:solidFill>
                <a:latin typeface="Calibri" pitchFamily="34" charset="0"/>
              </a:rPr>
              <a:t>HydroDWG</a:t>
            </a:r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 Workshop, 21</a:t>
            </a:r>
            <a:r>
              <a:rPr lang="en-AU" sz="1600" b="1" baseline="30000" dirty="0" smtClean="0">
                <a:solidFill>
                  <a:schemeClr val="bg1"/>
                </a:solidFill>
                <a:latin typeface="Calibri" pitchFamily="34" charset="0"/>
              </a:rPr>
              <a:t>st</a:t>
            </a:r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 Sept 2015</a:t>
            </a:r>
            <a:endParaRPr lang="en-US" sz="16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2534" name="Footer Placeholder 2"/>
          <p:cNvSpPr txBox="1">
            <a:spLocks/>
          </p:cNvSpPr>
          <p:nvPr/>
        </p:nvSpPr>
        <p:spPr bwMode="auto">
          <a:xfrm>
            <a:off x="361950" y="4962901"/>
            <a:ext cx="8042275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6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468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30730" b="45629"/>
          <a:stretch/>
        </p:blipFill>
        <p:spPr>
          <a:xfrm>
            <a:off x="-2937" y="1664803"/>
            <a:ext cx="9147445" cy="162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05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Request for Comment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Request period has recently closed</a:t>
            </a:r>
          </a:p>
          <a:p>
            <a:r>
              <a:rPr lang="en-US" dirty="0" smtClean="0"/>
              <a:t>Summary of comments so far:</a:t>
            </a:r>
          </a:p>
          <a:p>
            <a:pPr lvl="1"/>
            <a:r>
              <a:rPr lang="en-US" dirty="0">
                <a:hlinkClick r:id="rId2"/>
              </a:rPr>
              <a:t>https://portal.opengeospatial.org/wiki/TimeSeriesMLswg/</a:t>
            </a:r>
            <a:r>
              <a:rPr lang="en-US" dirty="0" smtClean="0">
                <a:hlinkClick r:id="rId2"/>
              </a:rPr>
              <a:t>PublicCommentsAugust2015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Nothing too major received in terms of comments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2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35942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DE" dirty="0" err="1" smtClean="0">
                <a:cs typeface="+mj-cs"/>
              </a:rPr>
              <a:t>Two</a:t>
            </a:r>
            <a:r>
              <a:rPr lang="de-DE" dirty="0" smtClean="0">
                <a:cs typeface="+mj-cs"/>
              </a:rPr>
              <a:t> </a:t>
            </a:r>
            <a:r>
              <a:rPr lang="de-DE" dirty="0" err="1" smtClean="0">
                <a:cs typeface="+mj-cs"/>
              </a:rPr>
              <a:t>documents</a:t>
            </a:r>
            <a:endParaRPr lang="en-US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9219" name="Fußzeilenplatzhalter 3"/>
          <p:cNvSpPr>
            <a:spLocks noGrp="1"/>
          </p:cNvSpPr>
          <p:nvPr>
            <p:ph type="ftr" sz="quarter" idx="4294967295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900" b="0" smtClean="0">
                <a:solidFill>
                  <a:srgbClr val="092E5C"/>
                </a:solidFill>
                <a:latin typeface="Arial" charset="0"/>
              </a:rPr>
              <a:t>TimeseriesML update  |  Peter Taylor</a:t>
            </a:r>
            <a:endParaRPr lang="en-US" sz="900" b="0">
              <a:solidFill>
                <a:srgbClr val="092E5C"/>
              </a:solidFill>
              <a:latin typeface="Arial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46075" y="1600200"/>
          <a:ext cx="8458200" cy="4283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3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42222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differences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MonitoringFeature</a:t>
            </a:r>
            <a:r>
              <a:rPr lang="en-US" dirty="0" smtClean="0"/>
              <a:t> replaces </a:t>
            </a:r>
            <a:r>
              <a:rPr lang="en-US" dirty="0" err="1" smtClean="0"/>
              <a:t>MonitoringPoint</a:t>
            </a:r>
            <a:endParaRPr lang="en-US" dirty="0"/>
          </a:p>
          <a:p>
            <a:pPr lvl="1"/>
            <a:r>
              <a:rPr lang="en-US" dirty="0" smtClean="0"/>
              <a:t>Supports more complex spatial sampling</a:t>
            </a:r>
          </a:p>
          <a:p>
            <a:pPr lvl="1"/>
            <a:r>
              <a:rPr lang="en-US" dirty="0" smtClean="0"/>
              <a:t>‘</a:t>
            </a:r>
            <a:r>
              <a:rPr lang="en-US" dirty="0" err="1" smtClean="0"/>
              <a:t>representativePoint</a:t>
            </a:r>
            <a:r>
              <a:rPr lang="en-US" dirty="0" smtClean="0"/>
              <a:t>’ for using putting on a map</a:t>
            </a:r>
          </a:p>
          <a:p>
            <a:pPr lvl="1"/>
            <a:endParaRPr lang="en-US" dirty="0"/>
          </a:p>
          <a:p>
            <a:r>
              <a:rPr lang="en-US" dirty="0" smtClean="0"/>
              <a:t>Removal of some hydro-specific properties</a:t>
            </a:r>
          </a:p>
          <a:p>
            <a:endParaRPr lang="en-US" dirty="0"/>
          </a:p>
          <a:p>
            <a:r>
              <a:rPr lang="en-US" dirty="0" smtClean="0"/>
              <a:t>Loosening of some restrictions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Simplification of XML types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4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251251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5</a:t>
            </a:fld>
            <a:r>
              <a:rPr lang="en-AU" smtClean="0"/>
              <a:t>  |</a:t>
            </a:r>
            <a:endParaRPr lang="en-AU" dirty="0"/>
          </a:p>
        </p:txBody>
      </p:sp>
      <p:pic>
        <p:nvPicPr>
          <p:cNvPr id="7" name="Picture 6" descr="Timeseries - core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44724"/>
            <a:ext cx="8057642" cy="5076564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58776" y="274638"/>
            <a:ext cx="8461374" cy="852487"/>
          </a:xfrm>
        </p:spPr>
        <p:txBody>
          <a:bodyPr>
            <a:normAutofit/>
          </a:bodyPr>
          <a:lstStyle/>
          <a:p>
            <a:r>
              <a:rPr lang="de-DE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MS PGothic" charset="0"/>
              </a:rPr>
              <a:t>Conceptual</a:t>
            </a:r>
            <a:r>
              <a:rPr lang="de-DE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MS PGothic" charset="0"/>
              </a:rPr>
              <a:t> Model – </a:t>
            </a:r>
            <a:r>
              <a:rPr lang="de-DE" dirty="0" err="1" smtClean="0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MS PGothic" charset="0"/>
              </a:rPr>
              <a:t>Timeseries</a:t>
            </a: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6504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MS PGothic" charset="0"/>
              </a:rPr>
              <a:t>Conceptual</a:t>
            </a:r>
            <a:r>
              <a:rPr lang="de-DE" dirty="0"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MS PGothic" charset="0"/>
              </a:rPr>
              <a:t> Model – Monitoring Feature</a:t>
            </a: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MS PGothic" charset="0"/>
            </a:endParaRPr>
          </a:p>
        </p:txBody>
      </p:sp>
      <p:sp>
        <p:nvSpPr>
          <p:cNvPr id="18435" name="Fußzeilenplatzhalter 3"/>
          <p:cNvSpPr>
            <a:spLocks noGrp="1"/>
          </p:cNvSpPr>
          <p:nvPr>
            <p:ph type="ftr" sz="quarter" idx="4294967295"/>
          </p:nvPr>
        </p:nvSpPr>
        <p:spPr>
          <a:xfrm>
            <a:off x="2973388" y="6553200"/>
            <a:ext cx="3200400" cy="228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900" b="0" smtClean="0">
                <a:solidFill>
                  <a:srgbClr val="092E5C"/>
                </a:solidFill>
                <a:latin typeface="Arial" charset="0"/>
              </a:rPr>
              <a:t>TimeseriesML update  |  Peter Taylor</a:t>
            </a:r>
            <a:endParaRPr lang="en-US" sz="900" b="0">
              <a:solidFill>
                <a:srgbClr val="092E5C"/>
              </a:solidFill>
              <a:latin typeface="Arial" charset="0"/>
            </a:endParaRPr>
          </a:p>
        </p:txBody>
      </p:sp>
      <p:pic>
        <p:nvPicPr>
          <p:cNvPr id="3" name="Picture 2" descr="Monitoring Feature .e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8928100" cy="48641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6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8923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5" y="1268413"/>
            <a:ext cx="9127574" cy="49328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tsml:TimeseriesTVP</a:t>
            </a:r>
            <a:r>
              <a:rPr lang="en-US" sz="1200" dirty="0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200" dirty="0" err="1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gml:id</a:t>
            </a:r>
            <a:r>
              <a:rPr lang="en-US" sz="1200" dirty="0">
                <a:solidFill>
                  <a:srgbClr val="FF8040"/>
                </a:solidFill>
                <a:latin typeface="Consolas"/>
                <a:ea typeface="Times New Roman"/>
                <a:cs typeface="Times New Roman"/>
              </a:rPr>
              <a:t>=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"tsml.measurementimeseries.20001.met.soilmoist2"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tsml:TimeseriesMetadata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tsml:temporalExtent</a:t>
            </a:r>
            <a:r>
              <a:rPr lang="en-US" sz="1200" dirty="0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200" dirty="0" err="1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xlink:href</a:t>
            </a:r>
            <a:r>
              <a:rPr lang="en-US" sz="1200" dirty="0">
                <a:solidFill>
                  <a:srgbClr val="FF8040"/>
                </a:solidFill>
                <a:latin typeface="Consolas"/>
                <a:ea typeface="Times New Roman"/>
                <a:cs typeface="Times New Roman"/>
              </a:rPr>
              <a:t>=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"#om.phenomenontime.20001.met.soilmoist2"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/&gt;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tsml:TimeseriesMetadata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tsml:defaultPointMetadata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tsml:PointMetadata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tsml:uom</a:t>
            </a:r>
            <a:r>
              <a:rPr lang="en-US" sz="1200" dirty="0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200" dirty="0" err="1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xlink:href</a:t>
            </a:r>
            <a:r>
              <a:rPr lang="en-US" sz="1200" dirty="0">
                <a:solidFill>
                  <a:srgbClr val="FF8040"/>
                </a:solidFill>
                <a:latin typeface="Consolas"/>
                <a:ea typeface="Times New Roman"/>
                <a:cs typeface="Times New Roman"/>
              </a:rPr>
              <a:t>=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"http://</a:t>
            </a:r>
            <a:r>
              <a:rPr lang="en-US" sz="1200" dirty="0" err="1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www.opengis.net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/</a:t>
            </a:r>
            <a:r>
              <a:rPr lang="en-US" sz="1200" dirty="0" err="1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def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/</a:t>
            </a:r>
            <a:r>
              <a:rPr lang="en-US" sz="1200" dirty="0" err="1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uom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/UCUM/0/percent"</a:t>
            </a:r>
            <a:r>
              <a:rPr lang="en-US" sz="1200" dirty="0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 code</a:t>
            </a:r>
            <a:r>
              <a:rPr lang="en-US" sz="1200" dirty="0">
                <a:solidFill>
                  <a:srgbClr val="FF8040"/>
                </a:solidFill>
                <a:latin typeface="Consolas"/>
                <a:ea typeface="Times New Roman"/>
                <a:cs typeface="Times New Roman"/>
              </a:rPr>
              <a:t>=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"percent"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/&gt;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tsml:interpolationType</a:t>
            </a:r>
            <a:r>
              <a:rPr lang="en-US" sz="1200" dirty="0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200" dirty="0" err="1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xlink:href</a:t>
            </a:r>
            <a:r>
              <a:rPr lang="en-US" sz="1200" dirty="0">
                <a:solidFill>
                  <a:srgbClr val="FF8040"/>
                </a:solidFill>
                <a:latin typeface="Consolas"/>
                <a:ea typeface="Times New Roman"/>
                <a:cs typeface="Times New Roman"/>
              </a:rPr>
              <a:t>=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"http://</a:t>
            </a:r>
            <a:r>
              <a:rPr lang="en-US" sz="1200" dirty="0" err="1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www.opengis.net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/</a:t>
            </a:r>
            <a:r>
              <a:rPr lang="en-US" sz="1200" dirty="0" err="1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def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/</a:t>
            </a:r>
            <a:r>
              <a:rPr lang="en-US" sz="1200" dirty="0" err="1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timeseriesml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/1.0/</a:t>
            </a:r>
            <a:r>
              <a:rPr lang="en-US" sz="1200" dirty="0" err="1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interpolationType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/</a:t>
            </a:r>
            <a:r>
              <a:rPr lang="en-US" sz="1200" dirty="0" err="1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AveragePrec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"</a:t>
            </a:r>
            <a:r>
              <a:rPr lang="en-US" sz="1200" dirty="0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200" dirty="0" err="1">
                <a:solidFill>
                  <a:srgbClr val="F5844C"/>
                </a:solidFill>
                <a:latin typeface="Consolas"/>
                <a:ea typeface="Times New Roman"/>
                <a:cs typeface="Times New Roman"/>
              </a:rPr>
              <a:t>xlink:title</a:t>
            </a:r>
            <a:r>
              <a:rPr lang="en-US" sz="1200" dirty="0">
                <a:solidFill>
                  <a:srgbClr val="FF8040"/>
                </a:solidFill>
                <a:latin typeface="Consolas"/>
                <a:ea typeface="Times New Roman"/>
                <a:cs typeface="Times New Roman"/>
              </a:rPr>
              <a:t>=</a:t>
            </a:r>
            <a:r>
              <a:rPr lang="en-US" sz="1200" dirty="0">
                <a:solidFill>
                  <a:srgbClr val="993300"/>
                </a:solidFill>
                <a:latin typeface="Consolas"/>
                <a:ea typeface="Times New Roman"/>
                <a:cs typeface="Times New Roman"/>
              </a:rPr>
              <a:t>"Average in Preceding Interval"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/&gt;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tsml:PointMetadata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tsml:defaultPointMetadata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tsml:point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tsml:MeasurementTVP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tsml:PointMetadata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tsml:aggregationDuration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PT16M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tsml:aggregationDuration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tsml:PointMetadata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tsml:metadata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tsml:time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2012-06-13T00:25:00.000+12:00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tsml:time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tsml:value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39.97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tsml:value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tsml:MeasurementTVP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 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&lt;/</a:t>
            </a:r>
            <a:r>
              <a:rPr lang="en-US" sz="1200" dirty="0" err="1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tsml:point</a:t>
            </a:r>
            <a:r>
              <a:rPr lang="en-US" sz="1200" dirty="0">
                <a:solidFill>
                  <a:srgbClr val="000096"/>
                </a:solidFill>
                <a:latin typeface="Consolas"/>
                <a:ea typeface="Times New Roman"/>
                <a:cs typeface="Times New Roman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</a:br>
            <a:r>
              <a:rPr lang="en-US" sz="1200" dirty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nsolas"/>
                <a:ea typeface="Times New Roman"/>
                <a:cs typeface="Times New Roman"/>
              </a:rPr>
              <a:t>…</a:t>
            </a:r>
            <a:endParaRPr lang="en-AU" sz="1600" dirty="0">
              <a:effectLst/>
              <a:latin typeface="Arial"/>
              <a:ea typeface="Times New Roman"/>
              <a:cs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7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50706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WaterML2.0 part 1 remains a standard</a:t>
            </a:r>
          </a:p>
          <a:p>
            <a:endParaRPr lang="en-US" dirty="0"/>
          </a:p>
          <a:p>
            <a:r>
              <a:rPr lang="en-US" dirty="0" smtClean="0"/>
              <a:t>Should continue to be used</a:t>
            </a:r>
          </a:p>
          <a:p>
            <a:endParaRPr lang="en-US" dirty="0"/>
          </a:p>
          <a:p>
            <a:r>
              <a:rPr lang="en-US" dirty="0" smtClean="0"/>
              <a:t>A future version could be updated to use </a:t>
            </a:r>
            <a:r>
              <a:rPr lang="en-US" dirty="0" err="1" smtClean="0"/>
              <a:t>TimeseriesML</a:t>
            </a:r>
            <a:r>
              <a:rPr lang="en-US" dirty="0" smtClean="0"/>
              <a:t> and add extensions where required</a:t>
            </a:r>
          </a:p>
          <a:p>
            <a:endParaRPr lang="en-US" dirty="0"/>
          </a:p>
          <a:p>
            <a:r>
              <a:rPr lang="en-US" dirty="0" smtClean="0"/>
              <a:t>Translation/conversion between the two would be easy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8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16985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TimeseriesML update  |  Peter Taylor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BE124A-B5C5-46E0-B944-45307B126769}" type="slidenum">
              <a:rPr lang="en-AU" smtClean="0"/>
              <a:pPr/>
              <a:t>9</a:t>
            </a:fld>
            <a:r>
              <a:rPr lang="en-AU" smtClean="0"/>
              <a:t>  |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528490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ct val="0"/>
              </a:spcAft>
            </a:pPr>
            <a:r>
              <a:rPr lang="en-US" dirty="0" smtClean="0"/>
              <a:t>Thank you</a:t>
            </a:r>
          </a:p>
        </p:txBody>
      </p:sp>
      <p:sp>
        <p:nvSpPr>
          <p:cNvPr id="38914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eaLnBrk="1" hangingPunct="1">
              <a:spcAft>
                <a:spcPct val="0"/>
              </a:spcAft>
              <a:buNone/>
            </a:pPr>
            <a:r>
              <a:rPr lang="en-US" dirty="0" smtClean="0"/>
              <a:t>Data61</a:t>
            </a:r>
          </a:p>
          <a:p>
            <a:pPr lvl="1" eaLnBrk="1" hangingPunct="1">
              <a:spcAft>
                <a:spcPts val="563"/>
              </a:spcAft>
            </a:pPr>
            <a:r>
              <a:rPr lang="en-US" dirty="0" smtClean="0"/>
              <a:t>Peter Taylor</a:t>
            </a:r>
            <a:br>
              <a:rPr lang="en-US" dirty="0" smtClean="0"/>
            </a:br>
            <a:r>
              <a:rPr lang="en-US" dirty="0" smtClean="0"/>
              <a:t>Research Engineer</a:t>
            </a:r>
          </a:p>
          <a:p>
            <a:pPr lvl="2" eaLnBrk="1" hangingPunct="1">
              <a:spcAft>
                <a:spcPct val="0"/>
              </a:spcAft>
              <a:tabLst/>
            </a:pPr>
            <a:r>
              <a:rPr lang="en-US" b="1" dirty="0" smtClean="0"/>
              <a:t>t</a:t>
            </a:r>
            <a:r>
              <a:rPr lang="en-US" dirty="0" smtClean="0"/>
              <a:t>	+61 3 6237 5617</a:t>
            </a:r>
          </a:p>
          <a:p>
            <a:pPr lvl="2" eaLnBrk="1" hangingPunct="1">
              <a:spcAft>
                <a:spcPct val="0"/>
              </a:spcAft>
              <a:tabLst/>
            </a:pPr>
            <a:r>
              <a:rPr lang="en-US" b="1" dirty="0" smtClean="0"/>
              <a:t>e</a:t>
            </a:r>
            <a:r>
              <a:rPr lang="en-US" dirty="0" smtClean="0"/>
              <a:t>	</a:t>
            </a:r>
            <a:r>
              <a:rPr lang="en-US" dirty="0" err="1" smtClean="0"/>
              <a:t>peter.taylor@csiro.au</a:t>
            </a:r>
            <a:endParaRPr lang="en-US" dirty="0" smtClean="0"/>
          </a:p>
          <a:p>
            <a:pPr lvl="2" eaLnBrk="1" hangingPunct="1">
              <a:spcAft>
                <a:spcPct val="0"/>
              </a:spcAft>
              <a:tabLst/>
            </a:pPr>
            <a:r>
              <a:rPr lang="en-US" b="1" dirty="0" smtClean="0"/>
              <a:t>w</a:t>
            </a:r>
            <a:r>
              <a:rPr lang="en-US" dirty="0" smtClean="0"/>
              <a:t>	</a:t>
            </a:r>
            <a:r>
              <a:rPr lang="en-US" dirty="0" err="1" smtClean="0"/>
              <a:t>www.csiro.au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Data61</a:t>
            </a:r>
          </a:p>
        </p:txBody>
      </p:sp>
    </p:spTree>
    <p:extLst>
      <p:ext uri="{BB962C8B-B14F-4D97-AF65-F5344CB8AC3E}">
        <p14:creationId xmlns:p14="http://schemas.microsoft.com/office/powerpoint/2010/main" val="625315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owerPoint">
  <a:themeElements>
    <a:clrScheme name="CSIRO Midday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313C"/>
      </a:accent2>
      <a:accent3>
        <a:srgbClr val="78BE20"/>
      </a:accent3>
      <a:accent4>
        <a:srgbClr val="4A7729"/>
      </a:accent4>
      <a:accent5>
        <a:srgbClr val="9FAEE5"/>
      </a:accent5>
      <a:accent6>
        <a:srgbClr val="1E22AA"/>
      </a:accent6>
      <a:hlink>
        <a:srgbClr val="41B6E6"/>
      </a:hlink>
      <a:folHlink>
        <a:srgbClr val="004B87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PowerPoint.potx</Template>
  <TotalTime>14229</TotalTime>
  <Words>303</Words>
  <Application>Microsoft Macintosh PowerPoint</Application>
  <PresentationFormat>On-screen Show (4:3)</PresentationFormat>
  <Paragraphs>78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PowerPoint</vt:lpstr>
      <vt:lpstr>TimeseriesML update</vt:lpstr>
      <vt:lpstr>Request for Comment </vt:lpstr>
      <vt:lpstr>Two documents</vt:lpstr>
      <vt:lpstr>Main differences</vt:lpstr>
      <vt:lpstr>Conceptual Model – Timeseries</vt:lpstr>
      <vt:lpstr>Conceptual Model – Monitoring Feature</vt:lpstr>
      <vt:lpstr>Example XML</vt:lpstr>
      <vt:lpstr>Future</vt:lpstr>
      <vt:lpstr>Discussion</vt:lpstr>
      <vt:lpstr>Thank you</vt:lpstr>
    </vt:vector>
  </TitlesOfParts>
  <Company>CSIRO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CSIRO Presentation</dc:title>
  <dc:creator>Duffy, Siobhan (Comms, Campbell)</dc:creator>
  <cp:lastModifiedBy>Peter Taylor</cp:lastModifiedBy>
  <cp:revision>199</cp:revision>
  <dcterms:created xsi:type="dcterms:W3CDTF">2012-03-08T08:59:24Z</dcterms:created>
  <dcterms:modified xsi:type="dcterms:W3CDTF">2015-09-21T13:30:52Z</dcterms:modified>
</cp:coreProperties>
</file>