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>
      <p:cViewPr varScale="1">
        <p:scale>
          <a:sx n="91" d="100"/>
          <a:sy n="91" d="100"/>
        </p:scale>
        <p:origin x="170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tiff"/><Relationship Id="rId5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4106828" y="978289"/>
            <a:ext cx="904945" cy="27084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Event Sponsor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36800" y="1143000"/>
            <a:ext cx="4445000" cy="9525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4010679" y="1912651"/>
            <a:ext cx="1097243" cy="246221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Platinum Sponsor</a:t>
            </a:r>
          </a:p>
        </p:txBody>
      </p:sp>
      <p:pic>
        <p:nvPicPr>
          <p:cNvPr id="2" name="Picture 1" descr="NRCan-logo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050" y="2133600"/>
            <a:ext cx="306450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HydroDWG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572000"/>
            <a:ext cx="6400800" cy="1219200"/>
          </a:xfrm>
        </p:spPr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103rd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St. John’s, Newfoundland and Labrador, </a:t>
            </a:r>
            <a:r>
              <a:rPr lang="en-US" altLang="en-US" dirty="0" smtClean="0">
                <a:ea typeface="MS PGothic" charset="-128"/>
              </a:rPr>
              <a:t>Canada</a:t>
            </a:r>
          </a:p>
          <a:p>
            <a:r>
              <a:rPr lang="en-US" altLang="en-US" dirty="0" smtClean="0">
                <a:ea typeface="MS PGothic" charset="-128"/>
              </a:rPr>
              <a:t>Tony Boston, chair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smtClean="0">
                <a:ea typeface="MS PGothic" charset="-128"/>
              </a:rPr>
              <a:t>28 June 2017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1279525"/>
            <a:ext cx="7889875" cy="4891088"/>
          </a:xfrm>
        </p:spPr>
        <p:txBody>
          <a:bodyPr/>
          <a:lstStyle/>
          <a:p>
            <a:r>
              <a:rPr lang="en-US" dirty="0"/>
              <a:t>HydroDWG workshop outcomes </a:t>
            </a:r>
            <a:r>
              <a:rPr lang="en-US" dirty="0" smtClean="0"/>
              <a:t>(Tony Boston)</a:t>
            </a:r>
            <a:endParaRPr lang="en-US" dirty="0"/>
          </a:p>
          <a:p>
            <a:r>
              <a:rPr lang="en-US" dirty="0" err="1"/>
              <a:t>HY_Features</a:t>
            </a:r>
            <a:r>
              <a:rPr lang="en-US" dirty="0"/>
              <a:t> </a:t>
            </a:r>
            <a:r>
              <a:rPr lang="en-US" dirty="0" smtClean="0"/>
              <a:t>(Dave Blodgett)</a:t>
            </a:r>
            <a:endParaRPr lang="en-US" dirty="0"/>
          </a:p>
          <a:p>
            <a:r>
              <a:rPr lang="en-US" dirty="0" smtClean="0"/>
              <a:t>GroundWaterML2 </a:t>
            </a:r>
            <a:r>
              <a:rPr lang="en-US" dirty="0"/>
              <a:t>status update (</a:t>
            </a:r>
            <a:r>
              <a:rPr lang="en-US" dirty="0" err="1"/>
              <a:t>Boyan</a:t>
            </a:r>
            <a:r>
              <a:rPr lang="en-US" dirty="0"/>
              <a:t> </a:t>
            </a:r>
            <a:r>
              <a:rPr lang="en-US" dirty="0" err="1"/>
              <a:t>Brodaric</a:t>
            </a:r>
            <a:r>
              <a:rPr lang="en-US" dirty="0"/>
              <a:t>) </a:t>
            </a:r>
          </a:p>
          <a:p>
            <a:r>
              <a:rPr lang="en-US" dirty="0"/>
              <a:t>Texas Flood Response System (David </a:t>
            </a:r>
            <a:r>
              <a:rPr lang="en-US" dirty="0" err="1" smtClean="0"/>
              <a:t>Arctur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1249" y="2455101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1948080231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61</Words>
  <Application>Microsoft Macintosh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CG Times</vt:lpstr>
      <vt:lpstr>MS PGothic</vt:lpstr>
      <vt:lpstr>Times New Roman</vt:lpstr>
      <vt:lpstr>OGC_PowerPoint_Template</vt:lpstr>
      <vt:lpstr>HydroDWG</vt:lpstr>
      <vt:lpstr>Agenda</vt:lpstr>
    </vt:vector>
  </TitlesOfParts>
  <Company/>
  <LinksUpToDate>false</LinksUpToDate>
  <SharedDoc>false</SharedDoc>
  <HyperlinkBase/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Tony Boston</cp:lastModifiedBy>
  <cp:revision>43</cp:revision>
  <cp:lastPrinted>2003-02-03T21:59:32Z</cp:lastPrinted>
  <dcterms:created xsi:type="dcterms:W3CDTF">2015-09-08T23:47:11Z</dcterms:created>
  <dcterms:modified xsi:type="dcterms:W3CDTF">2017-06-19T18:48:53Z</dcterms:modified>
</cp:coreProperties>
</file>