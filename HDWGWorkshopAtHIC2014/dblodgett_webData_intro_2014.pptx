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1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3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4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15.xml" ContentType="application/vnd.openxmlformats-officedocument.theme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16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17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8.xml" ContentType="application/vnd.openxmlformats-officedocument.theme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theme/theme19.xml" ContentType="application/vnd.openxmlformats-officedocument.theme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20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4143" r:id="rId2"/>
    <p:sldMasterId id="2147484422" r:id="rId3"/>
    <p:sldMasterId id="2147484434" r:id="rId4"/>
    <p:sldMasterId id="2147484446" r:id="rId5"/>
    <p:sldMasterId id="2147484458" r:id="rId6"/>
    <p:sldMasterId id="2147484470" r:id="rId7"/>
    <p:sldMasterId id="2147484482" r:id="rId8"/>
    <p:sldMasterId id="2147484494" r:id="rId9"/>
    <p:sldMasterId id="2147484506" r:id="rId10"/>
    <p:sldMasterId id="2147484518" r:id="rId11"/>
    <p:sldMasterId id="2147484530" r:id="rId12"/>
    <p:sldMasterId id="2147484542" r:id="rId13"/>
    <p:sldMasterId id="2147484554" r:id="rId14"/>
    <p:sldMasterId id="2147484566" r:id="rId15"/>
    <p:sldMasterId id="2147484578" r:id="rId16"/>
    <p:sldMasterId id="2147484590" r:id="rId17"/>
    <p:sldMasterId id="2147484602" r:id="rId18"/>
    <p:sldMasterId id="2147484614" r:id="rId19"/>
    <p:sldMasterId id="2147484626" r:id="rId20"/>
    <p:sldMasterId id="2147484638" r:id="rId21"/>
  </p:sldMasterIdLst>
  <p:notesMasterIdLst>
    <p:notesMasterId r:id="rId28"/>
  </p:notesMasterIdLst>
  <p:handoutMasterIdLst>
    <p:handoutMasterId r:id="rId29"/>
  </p:handoutMasterIdLst>
  <p:sldIdLst>
    <p:sldId id="256" r:id="rId22"/>
    <p:sldId id="284" r:id="rId23"/>
    <p:sldId id="288" r:id="rId24"/>
    <p:sldId id="289" r:id="rId25"/>
    <p:sldId id="290" r:id="rId26"/>
    <p:sldId id="291" r:id="rId27"/>
  </p:sldIdLst>
  <p:sldSz cx="9144000" cy="6858000" type="screen4x3"/>
  <p:notesSz cx="6950075" cy="9236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13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259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39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519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5649" algn="l" defTabSz="457130" rtl="0" eaLnBrk="1" latinLnBrk="0" hangingPunct="1"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2780" algn="l" defTabSz="457130" rtl="0" eaLnBrk="1" latinLnBrk="0" hangingPunct="1"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199908" algn="l" defTabSz="457130" rtl="0" eaLnBrk="1" latinLnBrk="0" hangingPunct="1"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039" algn="l" defTabSz="457130" rtl="0" eaLnBrk="1" latinLnBrk="0" hangingPunct="1">
      <a:defRPr sz="40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84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Master" Target="slideMasters/slideMaster9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208CF-730E-2C4B-A309-44F92B8C9E48}" type="datetime1">
              <a:rPr lang="en-US" smtClean="0"/>
              <a:t>8/16/14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524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7000" y="8772524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D2901-10ED-9043-9E32-E9EC8D19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168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A411A-0971-2949-B4BD-4E7610A621C4}" type="datetime1">
              <a:rPr lang="en-US" smtClean="0"/>
              <a:t>8/16/14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1"/>
            <a:ext cx="5559425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524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4"/>
            <a:ext cx="3011488" cy="461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1F0AD-E9EB-7442-A96A-042279044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856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0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59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0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19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49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0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08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39" algn="l" defTabSz="4571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1F0AD-E9EB-7442-A96A-042279044A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0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95008" y="4387136"/>
            <a:ext cx="5560059" cy="4156234"/>
          </a:xfrm>
          <a:prstGeom prst="rect">
            <a:avLst/>
          </a:prstGeom>
        </p:spPr>
        <p:txBody>
          <a:bodyPr lIns="92476" tIns="92476" rIns="92476" bIns="92476" anchor="t" anchorCtr="0">
            <a:noAutofit/>
          </a:bodyPr>
          <a:lstStyle/>
          <a:p>
            <a:pPr>
              <a:lnSpc>
                <a:spcPct val="115000"/>
              </a:lnSpc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04814" y="6083301"/>
            <a:ext cx="2039199" cy="397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8887" tIns="44444" rIns="88887" bIns="44444">
            <a:spAutoFit/>
          </a:bodyPr>
          <a:lstStyle/>
          <a:p>
            <a:pPr defTabSz="885689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Department of the Interior</a:t>
            </a:r>
          </a:p>
          <a:p>
            <a:pPr defTabSz="885689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Geological Survey</a:t>
            </a:r>
          </a:p>
        </p:txBody>
      </p:sp>
      <p:pic>
        <p:nvPicPr>
          <p:cNvPr id="5" name="Picture 9" descr="D:\Vugraph Info\Vugraph Templates\Templates-NEW-NMP and Bureau\ident_4_onscreen_png.png"/>
          <p:cNvPicPr>
            <a:picLocks noChangeAspect="1" noChangeArrowheads="1"/>
          </p:cNvPicPr>
          <p:nvPr/>
        </p:nvPicPr>
        <p:blipFill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xfrm>
            <a:off x="457200" y="461966"/>
            <a:ext cx="20574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305800" cy="11430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886200"/>
            <a:ext cx="8305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30" indent="0">
              <a:buNone/>
              <a:defRPr sz="1800"/>
            </a:lvl2pPr>
            <a:lvl3pPr marL="914259" indent="0">
              <a:buNone/>
              <a:defRPr sz="1600"/>
            </a:lvl3pPr>
            <a:lvl4pPr marL="1371390" indent="0">
              <a:buNone/>
              <a:defRPr sz="1400"/>
            </a:lvl4pPr>
            <a:lvl5pPr marL="1828519" indent="0">
              <a:buNone/>
              <a:defRPr sz="1400"/>
            </a:lvl5pPr>
            <a:lvl6pPr marL="2285649" indent="0">
              <a:buNone/>
              <a:defRPr sz="1400"/>
            </a:lvl6pPr>
            <a:lvl7pPr marL="2742780" indent="0">
              <a:buNone/>
              <a:defRPr sz="1400"/>
            </a:lvl7pPr>
            <a:lvl8pPr marL="3199908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30" indent="0">
              <a:buNone/>
              <a:defRPr sz="2800"/>
            </a:lvl2pPr>
            <a:lvl3pPr marL="914259" indent="0">
              <a:buNone/>
              <a:defRPr sz="2400"/>
            </a:lvl3pPr>
            <a:lvl4pPr marL="1371390" indent="0">
              <a:buNone/>
              <a:defRPr sz="2000"/>
            </a:lvl4pPr>
            <a:lvl5pPr marL="1828519" indent="0">
              <a:buNone/>
              <a:defRPr sz="2000"/>
            </a:lvl5pPr>
            <a:lvl6pPr marL="2285649" indent="0">
              <a:buNone/>
              <a:defRPr sz="2000"/>
            </a:lvl6pPr>
            <a:lvl7pPr marL="2742780" indent="0">
              <a:buNone/>
              <a:defRPr sz="2000"/>
            </a:lvl7pPr>
            <a:lvl8pPr marL="3199908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2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3994500" cy="4967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1"/>
            <a:ext cx="3994500" cy="4967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7076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host\Shared Folders\LinuxDesktop\templates\ppt_image_081104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8" y="1588"/>
            <a:ext cx="9142412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" y="2286000"/>
            <a:ext cx="7772400" cy="1143000"/>
          </a:xfrm>
        </p:spPr>
        <p:txBody>
          <a:bodyPr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767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752975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58th OGC Technical Committee</a:t>
            </a:r>
          </a:p>
          <a:p>
            <a:r>
              <a:rPr lang="en-US"/>
              <a:t>Tysons Corners</a:t>
            </a:r>
          </a:p>
          <a:p>
            <a:r>
              <a:rPr lang="en-US"/>
              <a:t>&lt;Chair name here&gt;</a:t>
            </a:r>
          </a:p>
          <a:p>
            <a:r>
              <a:rPr lang="en-US"/>
              <a:t>October 5, 2006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EE5CE4-B3A5-784A-A49E-C1403025A1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30" indent="0">
              <a:buNone/>
              <a:defRPr sz="1800"/>
            </a:lvl2pPr>
            <a:lvl3pPr marL="914259" indent="0">
              <a:buNone/>
              <a:defRPr sz="1600"/>
            </a:lvl3pPr>
            <a:lvl4pPr marL="1371390" indent="0">
              <a:buNone/>
              <a:defRPr sz="1400"/>
            </a:lvl4pPr>
            <a:lvl5pPr marL="1828519" indent="0">
              <a:buNone/>
              <a:defRPr sz="1400"/>
            </a:lvl5pPr>
            <a:lvl6pPr marL="2285649" indent="0">
              <a:buNone/>
              <a:defRPr sz="1400"/>
            </a:lvl6pPr>
            <a:lvl7pPr marL="2742780" indent="0">
              <a:buNone/>
              <a:defRPr sz="1400"/>
            </a:lvl7pPr>
            <a:lvl8pPr marL="3199908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AF1EB1-7FDF-DB4A-B9D9-49500D06D9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8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6" y="1279528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C53F56-C3C9-E24C-9167-7A55860700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9174A-1193-0E4C-B770-DEE1C276B1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9AA80-4D25-744A-9925-11F4123F10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792B2A-907B-4147-9EE9-2163F46879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3F8CC8-6C72-8946-B183-F64CA2F25C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30" indent="0">
              <a:buNone/>
              <a:defRPr sz="2800"/>
            </a:lvl2pPr>
            <a:lvl3pPr marL="914259" indent="0">
              <a:buNone/>
              <a:defRPr sz="2400"/>
            </a:lvl3pPr>
            <a:lvl4pPr marL="1371390" indent="0">
              <a:buNone/>
              <a:defRPr sz="2000"/>
            </a:lvl4pPr>
            <a:lvl5pPr marL="1828519" indent="0">
              <a:buNone/>
              <a:defRPr sz="2000"/>
            </a:lvl5pPr>
            <a:lvl6pPr marL="2285649" indent="0">
              <a:buNone/>
              <a:defRPr sz="2000"/>
            </a:lvl6pPr>
            <a:lvl7pPr marL="2742780" indent="0">
              <a:buNone/>
              <a:defRPr sz="2000"/>
            </a:lvl7pPr>
            <a:lvl8pPr marL="3199908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A16A09-E712-144C-ACDA-A94D289B9A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D7375-0D8E-9440-926D-4947D29249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9725" y="319088"/>
            <a:ext cx="2114550" cy="5759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076" y="319088"/>
            <a:ext cx="6191250" cy="5759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DAE3D5-26E8-894C-A150-E2F83346B0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0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407" indent="0" algn="ctr">
              <a:buNone/>
              <a:defRPr/>
            </a:lvl2pPr>
            <a:lvl3pPr marL="642816" indent="0" algn="ctr">
              <a:buNone/>
              <a:defRPr/>
            </a:lvl3pPr>
            <a:lvl4pPr marL="964224" indent="0" algn="ctr">
              <a:buNone/>
              <a:defRPr/>
            </a:lvl4pPr>
            <a:lvl5pPr marL="1285631" indent="0" algn="ctr">
              <a:buNone/>
              <a:defRPr/>
            </a:lvl5pPr>
            <a:lvl6pPr marL="1607041" indent="0" algn="ctr">
              <a:buNone/>
              <a:defRPr/>
            </a:lvl6pPr>
            <a:lvl7pPr marL="1928447" indent="0" algn="ctr">
              <a:buNone/>
              <a:defRPr/>
            </a:lvl7pPr>
            <a:lvl8pPr marL="2249856" indent="0" algn="ctr">
              <a:buNone/>
              <a:defRPr/>
            </a:lvl8pPr>
            <a:lvl9pPr marL="25712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68295"/>
      </p:ext>
    </p:extLst>
  </p:cSld>
  <p:clrMapOvr>
    <a:masterClrMapping/>
  </p:clrMapOvr>
  <p:transition xmlns:p14="http://schemas.microsoft.com/office/powerpoint/2010/main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73176"/>
      </p:ext>
    </p:extLst>
  </p:cSld>
  <p:clrMapOvr>
    <a:masterClrMapping/>
  </p:clrMapOvr>
  <p:transition xmlns:p14="http://schemas.microsoft.com/office/powerpoint/2010/main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407" indent="0">
              <a:buNone/>
              <a:defRPr sz="1300"/>
            </a:lvl2pPr>
            <a:lvl3pPr marL="642816" indent="0">
              <a:buNone/>
              <a:defRPr sz="1100"/>
            </a:lvl3pPr>
            <a:lvl4pPr marL="964224" indent="0">
              <a:buNone/>
              <a:defRPr sz="1000"/>
            </a:lvl4pPr>
            <a:lvl5pPr marL="1285631" indent="0">
              <a:buNone/>
              <a:defRPr sz="1000"/>
            </a:lvl5pPr>
            <a:lvl6pPr marL="1607041" indent="0">
              <a:buNone/>
              <a:defRPr sz="1000"/>
            </a:lvl6pPr>
            <a:lvl7pPr marL="1928447" indent="0">
              <a:buNone/>
              <a:defRPr sz="1000"/>
            </a:lvl7pPr>
            <a:lvl8pPr marL="2249856" indent="0">
              <a:buNone/>
              <a:defRPr sz="1000"/>
            </a:lvl8pPr>
            <a:lvl9pPr marL="2571264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5285517"/>
      </p:ext>
    </p:extLst>
  </p:cSld>
  <p:clrMapOvr>
    <a:masterClrMapping/>
  </p:clrMapOvr>
  <p:transition xmlns:p14="http://schemas.microsoft.com/office/powerpoint/2010/main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0125" y="5527477"/>
            <a:ext cx="3652242" cy="1134070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9524" y="5527477"/>
            <a:ext cx="3652242" cy="1134070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50513"/>
      </p:ext>
    </p:extLst>
  </p:cSld>
  <p:clrMapOvr>
    <a:masterClrMapping/>
  </p:clrMapOvr>
  <p:transition xmlns:p14="http://schemas.microsoft.com/office/powerpoint/2010/main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07" indent="0">
              <a:buNone/>
              <a:defRPr sz="1400" b="1"/>
            </a:lvl2pPr>
            <a:lvl3pPr marL="642816" indent="0">
              <a:buNone/>
              <a:defRPr sz="1300" b="1"/>
            </a:lvl3pPr>
            <a:lvl4pPr marL="964224" indent="0">
              <a:buNone/>
              <a:defRPr sz="1100" b="1"/>
            </a:lvl4pPr>
            <a:lvl5pPr marL="1285631" indent="0">
              <a:buNone/>
              <a:defRPr sz="1100" b="1"/>
            </a:lvl5pPr>
            <a:lvl6pPr marL="1607041" indent="0">
              <a:buNone/>
              <a:defRPr sz="1100" b="1"/>
            </a:lvl6pPr>
            <a:lvl7pPr marL="1928447" indent="0">
              <a:buNone/>
              <a:defRPr sz="1100" b="1"/>
            </a:lvl7pPr>
            <a:lvl8pPr marL="2249856" indent="0">
              <a:buNone/>
              <a:defRPr sz="1100" b="1"/>
            </a:lvl8pPr>
            <a:lvl9pPr marL="257126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07" indent="0">
              <a:buNone/>
              <a:defRPr sz="1400" b="1"/>
            </a:lvl2pPr>
            <a:lvl3pPr marL="642816" indent="0">
              <a:buNone/>
              <a:defRPr sz="1300" b="1"/>
            </a:lvl3pPr>
            <a:lvl4pPr marL="964224" indent="0">
              <a:buNone/>
              <a:defRPr sz="1100" b="1"/>
            </a:lvl4pPr>
            <a:lvl5pPr marL="1285631" indent="0">
              <a:buNone/>
              <a:defRPr sz="1100" b="1"/>
            </a:lvl5pPr>
            <a:lvl6pPr marL="1607041" indent="0">
              <a:buNone/>
              <a:defRPr sz="1100" b="1"/>
            </a:lvl6pPr>
            <a:lvl7pPr marL="1928447" indent="0">
              <a:buNone/>
              <a:defRPr sz="1100" b="1"/>
            </a:lvl7pPr>
            <a:lvl8pPr marL="2249856" indent="0">
              <a:buNone/>
              <a:defRPr sz="1100" b="1"/>
            </a:lvl8pPr>
            <a:lvl9pPr marL="257126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84724"/>
      </p:ext>
    </p:extLst>
  </p:cSld>
  <p:clrMapOvr>
    <a:masterClrMapping/>
  </p:clrMapOvr>
  <p:transition xmlns:p14="http://schemas.microsoft.com/office/powerpoint/2010/main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26943"/>
      </p:ext>
    </p:extLst>
  </p:cSld>
  <p:clrMapOvr>
    <a:masterClrMapping/>
  </p:clrMapOvr>
  <p:transition xmlns:p14="http://schemas.microsoft.com/office/powerpoint/2010/main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331127"/>
      </p:ext>
    </p:extLst>
  </p:cSld>
  <p:clrMapOvr>
    <a:masterClrMapping/>
  </p:clrMapOvr>
  <p:transition xmlns:p14="http://schemas.microsoft.com/office/powerpoint/2010/main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0" y="273476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0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407" indent="0">
              <a:buNone/>
              <a:defRPr sz="800"/>
            </a:lvl2pPr>
            <a:lvl3pPr marL="642816" indent="0">
              <a:buNone/>
              <a:defRPr sz="700"/>
            </a:lvl3pPr>
            <a:lvl4pPr marL="964224" indent="0">
              <a:buNone/>
              <a:defRPr sz="600"/>
            </a:lvl4pPr>
            <a:lvl5pPr marL="1285631" indent="0">
              <a:buNone/>
              <a:defRPr sz="600"/>
            </a:lvl5pPr>
            <a:lvl6pPr marL="1607041" indent="0">
              <a:buNone/>
              <a:defRPr sz="600"/>
            </a:lvl6pPr>
            <a:lvl7pPr marL="1928447" indent="0">
              <a:buNone/>
              <a:defRPr sz="600"/>
            </a:lvl7pPr>
            <a:lvl8pPr marL="2249856" indent="0">
              <a:buNone/>
              <a:defRPr sz="600"/>
            </a:lvl8pPr>
            <a:lvl9pPr marL="257126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7130927"/>
      </p:ext>
    </p:extLst>
  </p:cSld>
  <p:clrMapOvr>
    <a:masterClrMapping/>
  </p:clrMapOvr>
  <p:transition xmlns:p14="http://schemas.microsoft.com/office/powerpoint/2010/main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38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38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407" indent="0">
              <a:buNone/>
              <a:defRPr sz="2000"/>
            </a:lvl2pPr>
            <a:lvl3pPr marL="642816" indent="0">
              <a:buNone/>
              <a:defRPr sz="1700"/>
            </a:lvl3pPr>
            <a:lvl4pPr marL="964224" indent="0">
              <a:buNone/>
              <a:defRPr sz="1400"/>
            </a:lvl4pPr>
            <a:lvl5pPr marL="1285631" indent="0">
              <a:buNone/>
              <a:defRPr sz="1400"/>
            </a:lvl5pPr>
            <a:lvl6pPr marL="1607041" indent="0">
              <a:buNone/>
              <a:defRPr sz="1400"/>
            </a:lvl6pPr>
            <a:lvl7pPr marL="1928447" indent="0">
              <a:buNone/>
              <a:defRPr sz="1400"/>
            </a:lvl7pPr>
            <a:lvl8pPr marL="2249856" indent="0">
              <a:buNone/>
              <a:defRPr sz="1400"/>
            </a:lvl8pPr>
            <a:lvl9pPr marL="2571264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38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407" indent="0">
              <a:buNone/>
              <a:defRPr sz="800"/>
            </a:lvl2pPr>
            <a:lvl3pPr marL="642816" indent="0">
              <a:buNone/>
              <a:defRPr sz="700"/>
            </a:lvl3pPr>
            <a:lvl4pPr marL="964224" indent="0">
              <a:buNone/>
              <a:defRPr sz="600"/>
            </a:lvl4pPr>
            <a:lvl5pPr marL="1285631" indent="0">
              <a:buNone/>
              <a:defRPr sz="600"/>
            </a:lvl5pPr>
            <a:lvl6pPr marL="1607041" indent="0">
              <a:buNone/>
              <a:defRPr sz="600"/>
            </a:lvl6pPr>
            <a:lvl7pPr marL="1928447" indent="0">
              <a:buNone/>
              <a:defRPr sz="600"/>
            </a:lvl7pPr>
            <a:lvl8pPr marL="2249856" indent="0">
              <a:buNone/>
              <a:defRPr sz="600"/>
            </a:lvl8pPr>
            <a:lvl9pPr marL="257126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403152"/>
      </p:ext>
    </p:extLst>
  </p:cSld>
  <p:clrMapOvr>
    <a:masterClrMapping/>
  </p:clrMapOvr>
  <p:transition xmlns:p14="http://schemas.microsoft.com/office/powerpoint/2010/main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51588"/>
      </p:ext>
    </p:extLst>
  </p:cSld>
  <p:clrMapOvr>
    <a:masterClrMapping/>
  </p:clrMapOvr>
  <p:transition xmlns:p14="http://schemas.microsoft.com/office/powerpoint/2010/main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8856" y="3687961"/>
            <a:ext cx="1852910" cy="297358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125" y="3687961"/>
            <a:ext cx="5451574" cy="297358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87631"/>
      </p:ext>
    </p:extLst>
  </p:cSld>
  <p:clrMapOvr>
    <a:masterClrMapping/>
  </p:clrMapOvr>
  <p:transition xmlns:p14="http://schemas.microsoft.com/office/powerpoint/2010/main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2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74" indent="0" algn="ctr">
              <a:buNone/>
              <a:defRPr/>
            </a:lvl2pPr>
            <a:lvl3pPr marL="642750" indent="0" algn="ctr">
              <a:buNone/>
              <a:defRPr/>
            </a:lvl3pPr>
            <a:lvl4pPr marL="964124" indent="0" algn="ctr">
              <a:buNone/>
              <a:defRPr/>
            </a:lvl4pPr>
            <a:lvl5pPr marL="1285500" indent="0" algn="ctr">
              <a:buNone/>
              <a:defRPr/>
            </a:lvl5pPr>
            <a:lvl6pPr marL="1606877" indent="0" algn="ctr">
              <a:buNone/>
              <a:defRPr/>
            </a:lvl6pPr>
            <a:lvl7pPr marL="1928250" indent="0" algn="ctr">
              <a:buNone/>
              <a:defRPr/>
            </a:lvl7pPr>
            <a:lvl8pPr marL="2249626" indent="0" algn="ctr">
              <a:buNone/>
              <a:defRPr/>
            </a:lvl8pPr>
            <a:lvl9pPr marL="25710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82297"/>
      </p:ext>
    </p:extLst>
  </p:cSld>
  <p:clrMapOvr>
    <a:masterClrMapping/>
  </p:clrMapOvr>
  <p:transition xmlns:p14="http://schemas.microsoft.com/office/powerpoint/2010/main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96519"/>
      </p:ext>
    </p:extLst>
  </p:cSld>
  <p:clrMapOvr>
    <a:masterClrMapping/>
  </p:clrMapOvr>
  <p:transition xmlns:p14="http://schemas.microsoft.com/office/powerpoint/2010/main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74" indent="0">
              <a:buNone/>
              <a:defRPr sz="1300"/>
            </a:lvl2pPr>
            <a:lvl3pPr marL="642750" indent="0">
              <a:buNone/>
              <a:defRPr sz="1100"/>
            </a:lvl3pPr>
            <a:lvl4pPr marL="964124" indent="0">
              <a:buNone/>
              <a:defRPr sz="1000"/>
            </a:lvl4pPr>
            <a:lvl5pPr marL="1285500" indent="0">
              <a:buNone/>
              <a:defRPr sz="1000"/>
            </a:lvl5pPr>
            <a:lvl6pPr marL="1606877" indent="0">
              <a:buNone/>
              <a:defRPr sz="1000"/>
            </a:lvl6pPr>
            <a:lvl7pPr marL="1928250" indent="0">
              <a:buNone/>
              <a:defRPr sz="1000"/>
            </a:lvl7pPr>
            <a:lvl8pPr marL="2249626" indent="0">
              <a:buNone/>
              <a:defRPr sz="1000"/>
            </a:lvl8pPr>
            <a:lvl9pPr marL="257100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821980"/>
      </p:ext>
    </p:extLst>
  </p:cSld>
  <p:clrMapOvr>
    <a:masterClrMapping/>
  </p:clrMapOvr>
  <p:transition xmlns:p14="http://schemas.microsoft.com/office/powerpoint/2010/main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4" y="1946677"/>
            <a:ext cx="3786188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946677"/>
            <a:ext cx="3786188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65798"/>
      </p:ext>
    </p:extLst>
  </p:cSld>
  <p:clrMapOvr>
    <a:masterClrMapping/>
  </p:clrMapOvr>
  <p:transition xmlns:p14="http://schemas.microsoft.com/office/powerpoint/2010/main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74" indent="0">
              <a:buNone/>
              <a:defRPr sz="1400" b="1"/>
            </a:lvl2pPr>
            <a:lvl3pPr marL="642750" indent="0">
              <a:buNone/>
              <a:defRPr sz="1300" b="1"/>
            </a:lvl3pPr>
            <a:lvl4pPr marL="964124" indent="0">
              <a:buNone/>
              <a:defRPr sz="1100" b="1"/>
            </a:lvl4pPr>
            <a:lvl5pPr marL="1285500" indent="0">
              <a:buNone/>
              <a:defRPr sz="1100" b="1"/>
            </a:lvl5pPr>
            <a:lvl6pPr marL="1606877" indent="0">
              <a:buNone/>
              <a:defRPr sz="1100" b="1"/>
            </a:lvl6pPr>
            <a:lvl7pPr marL="1928250" indent="0">
              <a:buNone/>
              <a:defRPr sz="1100" b="1"/>
            </a:lvl7pPr>
            <a:lvl8pPr marL="2249626" indent="0">
              <a:buNone/>
              <a:defRPr sz="1100" b="1"/>
            </a:lvl8pPr>
            <a:lvl9pPr marL="257100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74" indent="0">
              <a:buNone/>
              <a:defRPr sz="1400" b="1"/>
            </a:lvl2pPr>
            <a:lvl3pPr marL="642750" indent="0">
              <a:buNone/>
              <a:defRPr sz="1300" b="1"/>
            </a:lvl3pPr>
            <a:lvl4pPr marL="964124" indent="0">
              <a:buNone/>
              <a:defRPr sz="1100" b="1"/>
            </a:lvl4pPr>
            <a:lvl5pPr marL="1285500" indent="0">
              <a:buNone/>
              <a:defRPr sz="1100" b="1"/>
            </a:lvl5pPr>
            <a:lvl6pPr marL="1606877" indent="0">
              <a:buNone/>
              <a:defRPr sz="1100" b="1"/>
            </a:lvl6pPr>
            <a:lvl7pPr marL="1928250" indent="0">
              <a:buNone/>
              <a:defRPr sz="1100" b="1"/>
            </a:lvl7pPr>
            <a:lvl8pPr marL="2249626" indent="0">
              <a:buNone/>
              <a:defRPr sz="1100" b="1"/>
            </a:lvl8pPr>
            <a:lvl9pPr marL="257100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29084"/>
      </p:ext>
    </p:extLst>
  </p:cSld>
  <p:clrMapOvr>
    <a:masterClrMapping/>
  </p:clrMapOvr>
  <p:transition xmlns:p14="http://schemas.microsoft.com/office/powerpoint/2010/main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41489"/>
      </p:ext>
    </p:extLst>
  </p:cSld>
  <p:clrMapOvr>
    <a:masterClrMapping/>
  </p:clrMapOvr>
  <p:transition xmlns:p14="http://schemas.microsoft.com/office/powerpoint/2010/main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89335"/>
      </p:ext>
    </p:extLst>
  </p:cSld>
  <p:clrMapOvr>
    <a:masterClrMapping/>
  </p:clrMapOvr>
  <p:transition xmlns:p14="http://schemas.microsoft.com/office/powerpoint/2010/main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2" y="273478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2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74" indent="0">
              <a:buNone/>
              <a:defRPr sz="800"/>
            </a:lvl2pPr>
            <a:lvl3pPr marL="642750" indent="0">
              <a:buNone/>
              <a:defRPr sz="700"/>
            </a:lvl3pPr>
            <a:lvl4pPr marL="964124" indent="0">
              <a:buNone/>
              <a:defRPr sz="600"/>
            </a:lvl4pPr>
            <a:lvl5pPr marL="1285500" indent="0">
              <a:buNone/>
              <a:defRPr sz="600"/>
            </a:lvl5pPr>
            <a:lvl6pPr marL="1606877" indent="0">
              <a:buNone/>
              <a:defRPr sz="600"/>
            </a:lvl6pPr>
            <a:lvl7pPr marL="1928250" indent="0">
              <a:buNone/>
              <a:defRPr sz="600"/>
            </a:lvl7pPr>
            <a:lvl8pPr marL="2249626" indent="0">
              <a:buNone/>
              <a:defRPr sz="600"/>
            </a:lvl8pPr>
            <a:lvl9pPr marL="257100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529425"/>
      </p:ext>
    </p:extLst>
  </p:cSld>
  <p:clrMapOvr>
    <a:masterClrMapping/>
  </p:clrMapOvr>
  <p:transition xmlns:p14="http://schemas.microsoft.com/office/powerpoint/2010/main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0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0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74" indent="0">
              <a:buNone/>
              <a:defRPr sz="2000"/>
            </a:lvl2pPr>
            <a:lvl3pPr marL="642750" indent="0">
              <a:buNone/>
              <a:defRPr sz="1700"/>
            </a:lvl3pPr>
            <a:lvl4pPr marL="964124" indent="0">
              <a:buNone/>
              <a:defRPr sz="1400"/>
            </a:lvl4pPr>
            <a:lvl5pPr marL="1285500" indent="0">
              <a:buNone/>
              <a:defRPr sz="1400"/>
            </a:lvl5pPr>
            <a:lvl6pPr marL="1606877" indent="0">
              <a:buNone/>
              <a:defRPr sz="1400"/>
            </a:lvl6pPr>
            <a:lvl7pPr marL="1928250" indent="0">
              <a:buNone/>
              <a:defRPr sz="1400"/>
            </a:lvl7pPr>
            <a:lvl8pPr marL="2249626" indent="0">
              <a:buNone/>
              <a:defRPr sz="1400"/>
            </a:lvl8pPr>
            <a:lvl9pPr marL="2571001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0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74" indent="0">
              <a:buNone/>
              <a:defRPr sz="800"/>
            </a:lvl2pPr>
            <a:lvl3pPr marL="642750" indent="0">
              <a:buNone/>
              <a:defRPr sz="700"/>
            </a:lvl3pPr>
            <a:lvl4pPr marL="964124" indent="0">
              <a:buNone/>
              <a:defRPr sz="600"/>
            </a:lvl4pPr>
            <a:lvl5pPr marL="1285500" indent="0">
              <a:buNone/>
              <a:defRPr sz="600"/>
            </a:lvl5pPr>
            <a:lvl6pPr marL="1606877" indent="0">
              <a:buNone/>
              <a:defRPr sz="600"/>
            </a:lvl6pPr>
            <a:lvl7pPr marL="1928250" indent="0">
              <a:buNone/>
              <a:defRPr sz="600"/>
            </a:lvl7pPr>
            <a:lvl8pPr marL="2249626" indent="0">
              <a:buNone/>
              <a:defRPr sz="600"/>
            </a:lvl8pPr>
            <a:lvl9pPr marL="257100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5118136"/>
      </p:ext>
    </p:extLst>
  </p:cSld>
  <p:clrMapOvr>
    <a:masterClrMapping/>
  </p:clrMapOvr>
  <p:transition xmlns:p14="http://schemas.microsoft.com/office/powerpoint/2010/main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8158"/>
      </p:ext>
    </p:extLst>
  </p:cSld>
  <p:clrMapOvr>
    <a:masterClrMapping/>
  </p:clrMapOvr>
  <p:transition xmlns:p14="http://schemas.microsoft.com/office/powerpoint/2010/main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1883" y="178594"/>
            <a:ext cx="1919883" cy="5786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4" y="178594"/>
            <a:ext cx="5652492" cy="5786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1609"/>
      </p:ext>
    </p:extLst>
  </p:cSld>
  <p:clrMapOvr>
    <a:masterClrMapping/>
  </p:clrMapOvr>
  <p:transition xmlns:p14="http://schemas.microsoft.com/office/powerpoint/2010/main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3"/>
            <a:ext cx="6400354" cy="1752451"/>
          </a:xfrm>
          <a:prstGeom prst="rect">
            <a:avLst/>
          </a:prstGeom>
        </p:spPr>
        <p:txBody>
          <a:bodyPr vert="horz" lIns="64270" tIns="32135" rIns="64270" bIns="32135"/>
          <a:lstStyle>
            <a:lvl1pPr marL="0" indent="0" algn="ctr">
              <a:buNone/>
              <a:defRPr/>
            </a:lvl1pPr>
            <a:lvl2pPr marL="321357" indent="0" algn="ctr">
              <a:buNone/>
              <a:defRPr/>
            </a:lvl2pPr>
            <a:lvl3pPr marL="642717" indent="0" algn="ctr">
              <a:buNone/>
              <a:defRPr/>
            </a:lvl3pPr>
            <a:lvl4pPr marL="964075" indent="0" algn="ctr">
              <a:buNone/>
              <a:defRPr/>
            </a:lvl4pPr>
            <a:lvl5pPr marL="1285434" indent="0" algn="ctr">
              <a:buNone/>
              <a:defRPr/>
            </a:lvl5pPr>
            <a:lvl6pPr marL="1606794" indent="0" algn="ctr">
              <a:buNone/>
              <a:defRPr/>
            </a:lvl6pPr>
            <a:lvl7pPr marL="1928151" indent="0" algn="ctr">
              <a:buNone/>
              <a:defRPr/>
            </a:lvl7pPr>
            <a:lvl8pPr marL="2249511" indent="0" algn="ctr">
              <a:buNone/>
              <a:defRPr/>
            </a:lvl8pPr>
            <a:lvl9pPr marL="257087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48876"/>
      </p:ext>
    </p:extLst>
  </p:cSld>
  <p:clrMapOvr>
    <a:masterClrMapping/>
  </p:clrMapOvr>
  <p:transition xmlns:p14="http://schemas.microsoft.com/office/powerpoint/2010/main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47" y="1600653"/>
            <a:ext cx="8228707" cy="4525119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2056"/>
      </p:ext>
    </p:extLst>
  </p:cSld>
  <p:clrMapOvr>
    <a:masterClrMapping/>
  </p:clrMapOvr>
  <p:transition xmlns:p14="http://schemas.microsoft.com/office/powerpoint/2010/main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  <a:prstGeom prst="rect">
            <a:avLst/>
          </a:prstGeom>
        </p:spPr>
        <p:txBody>
          <a:bodyPr vert="horz" lIns="64270" tIns="32135" rIns="64270" bIns="32135"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marL="0" indent="0">
              <a:buNone/>
              <a:defRPr sz="1400"/>
            </a:lvl1pPr>
            <a:lvl2pPr marL="321357" indent="0">
              <a:buNone/>
              <a:defRPr sz="1300"/>
            </a:lvl2pPr>
            <a:lvl3pPr marL="642717" indent="0">
              <a:buNone/>
              <a:defRPr sz="1100"/>
            </a:lvl3pPr>
            <a:lvl4pPr marL="964075" indent="0">
              <a:buNone/>
              <a:defRPr sz="1000"/>
            </a:lvl4pPr>
            <a:lvl5pPr marL="1285434" indent="0">
              <a:buNone/>
              <a:defRPr sz="1000"/>
            </a:lvl5pPr>
            <a:lvl6pPr marL="1606794" indent="0">
              <a:buNone/>
              <a:defRPr sz="1000"/>
            </a:lvl6pPr>
            <a:lvl7pPr marL="1928151" indent="0">
              <a:buNone/>
              <a:defRPr sz="1000"/>
            </a:lvl7pPr>
            <a:lvl8pPr marL="2249511" indent="0">
              <a:buNone/>
              <a:defRPr sz="1000"/>
            </a:lvl8pPr>
            <a:lvl9pPr marL="257087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3088250"/>
      </p:ext>
    </p:extLst>
  </p:cSld>
  <p:clrMapOvr>
    <a:masterClrMapping/>
  </p:clrMapOvr>
  <p:transition xmlns:p14="http://schemas.microsoft.com/office/powerpoint/2010/main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648" y="1600653"/>
            <a:ext cx="4060775" cy="4525119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600653"/>
            <a:ext cx="4060775" cy="4525119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57589"/>
      </p:ext>
    </p:extLst>
  </p:cSld>
  <p:clrMapOvr>
    <a:masterClrMapping/>
  </p:clrMapOvr>
  <p:transition xmlns:p14="http://schemas.microsoft.com/office/powerpoint/2010/main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marL="0" indent="0">
              <a:buNone/>
              <a:defRPr sz="1700" b="1"/>
            </a:lvl1pPr>
            <a:lvl2pPr marL="321357" indent="0">
              <a:buNone/>
              <a:defRPr sz="1400" b="1"/>
            </a:lvl2pPr>
            <a:lvl3pPr marL="642717" indent="0">
              <a:buNone/>
              <a:defRPr sz="1300" b="1"/>
            </a:lvl3pPr>
            <a:lvl4pPr marL="964075" indent="0">
              <a:buNone/>
              <a:defRPr sz="1100" b="1"/>
            </a:lvl4pPr>
            <a:lvl5pPr marL="1285434" indent="0">
              <a:buNone/>
              <a:defRPr sz="1100" b="1"/>
            </a:lvl5pPr>
            <a:lvl6pPr marL="1606794" indent="0">
              <a:buNone/>
              <a:defRPr sz="1100" b="1"/>
            </a:lvl6pPr>
            <a:lvl7pPr marL="1928151" indent="0">
              <a:buNone/>
              <a:defRPr sz="1100" b="1"/>
            </a:lvl7pPr>
            <a:lvl8pPr marL="2249511" indent="0">
              <a:buNone/>
              <a:defRPr sz="1100" b="1"/>
            </a:lvl8pPr>
            <a:lvl9pPr marL="2570870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marL="0" indent="0">
              <a:buNone/>
              <a:defRPr sz="1700" b="1"/>
            </a:lvl1pPr>
            <a:lvl2pPr marL="321357" indent="0">
              <a:buNone/>
              <a:defRPr sz="1400" b="1"/>
            </a:lvl2pPr>
            <a:lvl3pPr marL="642717" indent="0">
              <a:buNone/>
              <a:defRPr sz="1300" b="1"/>
            </a:lvl3pPr>
            <a:lvl4pPr marL="964075" indent="0">
              <a:buNone/>
              <a:defRPr sz="1100" b="1"/>
            </a:lvl4pPr>
            <a:lvl5pPr marL="1285434" indent="0">
              <a:buNone/>
              <a:defRPr sz="1100" b="1"/>
            </a:lvl5pPr>
            <a:lvl6pPr marL="1606794" indent="0">
              <a:buNone/>
              <a:defRPr sz="1100" b="1"/>
            </a:lvl6pPr>
            <a:lvl7pPr marL="1928151" indent="0">
              <a:buNone/>
              <a:defRPr sz="1100" b="1"/>
            </a:lvl7pPr>
            <a:lvl8pPr marL="2249511" indent="0">
              <a:buNone/>
              <a:defRPr sz="1100" b="1"/>
            </a:lvl8pPr>
            <a:lvl9pPr marL="2570870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247"/>
      </p:ext>
    </p:extLst>
  </p:cSld>
  <p:clrMapOvr>
    <a:masterClrMapping/>
  </p:clrMapOvr>
  <p:transition xmlns:p14="http://schemas.microsoft.com/office/powerpoint/2010/main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3761"/>
      </p:ext>
    </p:extLst>
  </p:cSld>
  <p:clrMapOvr>
    <a:masterClrMapping/>
  </p:clrMapOvr>
  <p:transition xmlns:p14="http://schemas.microsoft.com/office/powerpoint/2010/main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81869"/>
      </p:ext>
    </p:extLst>
  </p:cSld>
  <p:clrMapOvr>
    <a:masterClrMapping/>
  </p:clrMapOvr>
  <p:transition xmlns:p14="http://schemas.microsoft.com/office/powerpoint/2010/main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3" y="273479"/>
            <a:ext cx="3008189" cy="1161975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3" y="1435448"/>
            <a:ext cx="3008189" cy="4690318"/>
          </a:xfrm>
          <a:prstGeom prst="rect">
            <a:avLst/>
          </a:prstGeom>
        </p:spPr>
        <p:txBody>
          <a:bodyPr vert="horz" lIns="64270" tIns="32135" rIns="64270" bIns="32135"/>
          <a:lstStyle>
            <a:lvl1pPr marL="0" indent="0">
              <a:buNone/>
              <a:defRPr sz="1000"/>
            </a:lvl1pPr>
            <a:lvl2pPr marL="321357" indent="0">
              <a:buNone/>
              <a:defRPr sz="800"/>
            </a:lvl2pPr>
            <a:lvl3pPr marL="642717" indent="0">
              <a:buNone/>
              <a:defRPr sz="700"/>
            </a:lvl3pPr>
            <a:lvl4pPr marL="964075" indent="0">
              <a:buNone/>
              <a:defRPr sz="600"/>
            </a:lvl4pPr>
            <a:lvl5pPr marL="1285434" indent="0">
              <a:buNone/>
              <a:defRPr sz="600"/>
            </a:lvl5pPr>
            <a:lvl6pPr marL="1606794" indent="0">
              <a:buNone/>
              <a:defRPr sz="600"/>
            </a:lvl6pPr>
            <a:lvl7pPr marL="1928151" indent="0">
              <a:buNone/>
              <a:defRPr sz="600"/>
            </a:lvl7pPr>
            <a:lvl8pPr marL="2249511" indent="0">
              <a:buNone/>
              <a:defRPr sz="600"/>
            </a:lvl8pPr>
            <a:lvl9pPr marL="257087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588838"/>
      </p:ext>
    </p:extLst>
  </p:cSld>
  <p:clrMapOvr>
    <a:masterClrMapping/>
  </p:clrMapOvr>
  <p:transition xmlns:p14="http://schemas.microsoft.com/office/powerpoint/2010/main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1" y="4800824"/>
            <a:ext cx="5486177" cy="567035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1" y="612800"/>
            <a:ext cx="5486177" cy="4114354"/>
          </a:xfrm>
          <a:prstGeom prst="rect">
            <a:avLst/>
          </a:prstGeom>
        </p:spPr>
        <p:txBody>
          <a:bodyPr vert="horz" lIns="64270" tIns="32135" rIns="64270" bIns="32135"/>
          <a:lstStyle>
            <a:lvl1pPr marL="0" indent="0">
              <a:buNone/>
              <a:defRPr sz="2200"/>
            </a:lvl1pPr>
            <a:lvl2pPr marL="321357" indent="0">
              <a:buNone/>
              <a:defRPr sz="2000"/>
            </a:lvl2pPr>
            <a:lvl3pPr marL="642717" indent="0">
              <a:buNone/>
              <a:defRPr sz="1700"/>
            </a:lvl3pPr>
            <a:lvl4pPr marL="964075" indent="0">
              <a:buNone/>
              <a:defRPr sz="1400"/>
            </a:lvl4pPr>
            <a:lvl5pPr marL="1285434" indent="0">
              <a:buNone/>
              <a:defRPr sz="1400"/>
            </a:lvl5pPr>
            <a:lvl6pPr marL="1606794" indent="0">
              <a:buNone/>
              <a:defRPr sz="1400"/>
            </a:lvl6pPr>
            <a:lvl7pPr marL="1928151" indent="0">
              <a:buNone/>
              <a:defRPr sz="1400"/>
            </a:lvl7pPr>
            <a:lvl8pPr marL="2249511" indent="0">
              <a:buNone/>
              <a:defRPr sz="1400"/>
            </a:lvl8pPr>
            <a:lvl9pPr marL="2570870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1" y="5367860"/>
            <a:ext cx="5486177" cy="804788"/>
          </a:xfrm>
          <a:prstGeom prst="rect">
            <a:avLst/>
          </a:prstGeom>
        </p:spPr>
        <p:txBody>
          <a:bodyPr vert="horz" lIns="64270" tIns="32135" rIns="64270" bIns="32135"/>
          <a:lstStyle>
            <a:lvl1pPr marL="0" indent="0">
              <a:buNone/>
              <a:defRPr sz="1000"/>
            </a:lvl1pPr>
            <a:lvl2pPr marL="321357" indent="0">
              <a:buNone/>
              <a:defRPr sz="800"/>
            </a:lvl2pPr>
            <a:lvl3pPr marL="642717" indent="0">
              <a:buNone/>
              <a:defRPr sz="700"/>
            </a:lvl3pPr>
            <a:lvl4pPr marL="964075" indent="0">
              <a:buNone/>
              <a:defRPr sz="600"/>
            </a:lvl4pPr>
            <a:lvl5pPr marL="1285434" indent="0">
              <a:buNone/>
              <a:defRPr sz="600"/>
            </a:lvl5pPr>
            <a:lvl6pPr marL="1606794" indent="0">
              <a:buNone/>
              <a:defRPr sz="600"/>
            </a:lvl6pPr>
            <a:lvl7pPr marL="1928151" indent="0">
              <a:buNone/>
              <a:defRPr sz="600"/>
            </a:lvl7pPr>
            <a:lvl8pPr marL="2249511" indent="0">
              <a:buNone/>
              <a:defRPr sz="600"/>
            </a:lvl8pPr>
            <a:lvl9pPr marL="257087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4221020"/>
      </p:ext>
    </p:extLst>
  </p:cSld>
  <p:clrMapOvr>
    <a:masterClrMapping/>
  </p:clrMapOvr>
  <p:transition xmlns:p14="http://schemas.microsoft.com/office/powerpoint/2010/main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53"/>
            <a:ext cx="8228707" cy="4525119"/>
          </a:xfrm>
          <a:prstGeom prst="rect">
            <a:avLst/>
          </a:prstGeom>
        </p:spPr>
        <p:txBody>
          <a:bodyPr vert="eaVert" lIns="64270" tIns="32135" rIns="64270" bIns="32135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7227"/>
      </p:ext>
    </p:extLst>
  </p:cSld>
  <p:clrMapOvr>
    <a:masterClrMapping/>
  </p:clrMapOvr>
  <p:transition xmlns:p14="http://schemas.microsoft.com/office/powerpoint/2010/main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177" y="274588"/>
            <a:ext cx="2057176" cy="5851178"/>
          </a:xfrm>
          <a:prstGeom prst="rect">
            <a:avLst/>
          </a:prstGeom>
        </p:spPr>
        <p:txBody>
          <a:bodyPr vert="eaVert" lIns="64270" tIns="32135" rIns="64270" bIns="321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274588"/>
            <a:ext cx="6064374" cy="5851178"/>
          </a:xfrm>
          <a:prstGeom prst="rect">
            <a:avLst/>
          </a:prstGeom>
        </p:spPr>
        <p:txBody>
          <a:bodyPr vert="eaVert" lIns="64270" tIns="32135" rIns="64270" bIns="32135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26685"/>
      </p:ext>
    </p:extLst>
  </p:cSld>
  <p:clrMapOvr>
    <a:masterClrMapping/>
  </p:clrMapOvr>
  <p:transition xmlns:p14="http://schemas.microsoft.com/office/powerpoint/2010/main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4"/>
            <a:ext cx="6400354" cy="1752451"/>
          </a:xfrm>
          <a:prstGeom prst="rect">
            <a:avLst/>
          </a:prstGeom>
        </p:spPr>
        <p:txBody>
          <a:bodyPr vert="horz" lIns="64267" tIns="32133" rIns="64267" bIns="32133"/>
          <a:lstStyle>
            <a:lvl1pPr marL="0" indent="0" algn="ctr">
              <a:buNone/>
              <a:defRPr/>
            </a:lvl1pPr>
            <a:lvl2pPr marL="321341" indent="0" algn="ctr">
              <a:buNone/>
              <a:defRPr/>
            </a:lvl2pPr>
            <a:lvl3pPr marL="642684" indent="0" algn="ctr">
              <a:buNone/>
              <a:defRPr/>
            </a:lvl3pPr>
            <a:lvl4pPr marL="964025" indent="0" algn="ctr">
              <a:buNone/>
              <a:defRPr/>
            </a:lvl4pPr>
            <a:lvl5pPr marL="1285368" indent="0" algn="ctr">
              <a:buNone/>
              <a:defRPr/>
            </a:lvl5pPr>
            <a:lvl6pPr marL="1606711" indent="0" algn="ctr">
              <a:buNone/>
              <a:defRPr/>
            </a:lvl6pPr>
            <a:lvl7pPr marL="1928052" indent="0" algn="ctr">
              <a:buNone/>
              <a:defRPr/>
            </a:lvl7pPr>
            <a:lvl8pPr marL="2249396" indent="0" algn="ctr">
              <a:buNone/>
              <a:defRPr/>
            </a:lvl8pPr>
            <a:lvl9pPr marL="257073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78658"/>
      </p:ext>
    </p:extLst>
  </p:cSld>
  <p:clrMapOvr>
    <a:masterClrMapping/>
  </p:clrMapOvr>
  <p:transition xmlns:p14="http://schemas.microsoft.com/office/powerpoint/2010/main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47" y="1600654"/>
            <a:ext cx="8228707" cy="4525119"/>
          </a:xfrm>
          <a:prstGeom prst="rect">
            <a:avLst/>
          </a:prstGeom>
        </p:spPr>
        <p:txBody>
          <a:bodyPr vert="horz" lIns="64267" tIns="32133" rIns="64267" bIns="32133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97776"/>
      </p:ext>
    </p:extLst>
  </p:cSld>
  <p:clrMapOvr>
    <a:masterClrMapping/>
  </p:clrMapOvr>
  <p:transition xmlns:p14="http://schemas.microsoft.com/office/powerpoint/2010/main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  <a:prstGeom prst="rect">
            <a:avLst/>
          </a:prstGeom>
        </p:spPr>
        <p:txBody>
          <a:bodyPr vert="horz" lIns="64267" tIns="32133" rIns="64267" bIns="32133" anchor="b"/>
          <a:lstStyle>
            <a:lvl1pPr marL="0" indent="0">
              <a:buNone/>
              <a:defRPr sz="1400"/>
            </a:lvl1pPr>
            <a:lvl2pPr marL="321341" indent="0">
              <a:buNone/>
              <a:defRPr sz="1300"/>
            </a:lvl2pPr>
            <a:lvl3pPr marL="642684" indent="0">
              <a:buNone/>
              <a:defRPr sz="1100"/>
            </a:lvl3pPr>
            <a:lvl4pPr marL="964025" indent="0">
              <a:buNone/>
              <a:defRPr sz="1000"/>
            </a:lvl4pPr>
            <a:lvl5pPr marL="1285368" indent="0">
              <a:buNone/>
              <a:defRPr sz="1000"/>
            </a:lvl5pPr>
            <a:lvl6pPr marL="1606711" indent="0">
              <a:buNone/>
              <a:defRPr sz="1000"/>
            </a:lvl6pPr>
            <a:lvl7pPr marL="1928052" indent="0">
              <a:buNone/>
              <a:defRPr sz="1000"/>
            </a:lvl7pPr>
            <a:lvl8pPr marL="2249396" indent="0">
              <a:buNone/>
              <a:defRPr sz="1000"/>
            </a:lvl8pPr>
            <a:lvl9pPr marL="257073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5591604"/>
      </p:ext>
    </p:extLst>
  </p:cSld>
  <p:clrMapOvr>
    <a:masterClrMapping/>
  </p:clrMapOvr>
  <p:transition xmlns:p14="http://schemas.microsoft.com/office/powerpoint/2010/main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648" y="1600654"/>
            <a:ext cx="4060775" cy="4525119"/>
          </a:xfrm>
          <a:prstGeom prst="rect">
            <a:avLst/>
          </a:prstGeom>
        </p:spPr>
        <p:txBody>
          <a:bodyPr vert="horz" lIns="64267" tIns="32133" rIns="64267" bIns="32133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600654"/>
            <a:ext cx="4060775" cy="4525119"/>
          </a:xfrm>
          <a:prstGeom prst="rect">
            <a:avLst/>
          </a:prstGeom>
        </p:spPr>
        <p:txBody>
          <a:bodyPr vert="horz" lIns="64267" tIns="32133" rIns="64267" bIns="32133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44813"/>
      </p:ext>
    </p:extLst>
  </p:cSld>
  <p:clrMapOvr>
    <a:masterClrMapping/>
  </p:clrMapOvr>
  <p:transition xmlns:p14="http://schemas.microsoft.com/office/powerpoint/2010/main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  <a:prstGeom prst="rect">
            <a:avLst/>
          </a:prstGeom>
        </p:spPr>
        <p:txBody>
          <a:bodyPr vert="horz" lIns="64267" tIns="32133" rIns="64267" bIns="32133" anchor="b"/>
          <a:lstStyle>
            <a:lvl1pPr marL="0" indent="0">
              <a:buNone/>
              <a:defRPr sz="1700" b="1"/>
            </a:lvl1pPr>
            <a:lvl2pPr marL="321341" indent="0">
              <a:buNone/>
              <a:defRPr sz="1400" b="1"/>
            </a:lvl2pPr>
            <a:lvl3pPr marL="642684" indent="0">
              <a:buNone/>
              <a:defRPr sz="1300" b="1"/>
            </a:lvl3pPr>
            <a:lvl4pPr marL="964025" indent="0">
              <a:buNone/>
              <a:defRPr sz="1100" b="1"/>
            </a:lvl4pPr>
            <a:lvl5pPr marL="1285368" indent="0">
              <a:buNone/>
              <a:defRPr sz="1100" b="1"/>
            </a:lvl5pPr>
            <a:lvl6pPr marL="1606711" indent="0">
              <a:buNone/>
              <a:defRPr sz="1100" b="1"/>
            </a:lvl6pPr>
            <a:lvl7pPr marL="1928052" indent="0">
              <a:buNone/>
              <a:defRPr sz="1100" b="1"/>
            </a:lvl7pPr>
            <a:lvl8pPr marL="2249396" indent="0">
              <a:buNone/>
              <a:defRPr sz="1100" b="1"/>
            </a:lvl8pPr>
            <a:lvl9pPr marL="2570738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  <a:prstGeom prst="rect">
            <a:avLst/>
          </a:prstGeom>
        </p:spPr>
        <p:txBody>
          <a:bodyPr vert="horz" lIns="64267" tIns="32133" rIns="64267" bIns="32133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  <a:prstGeom prst="rect">
            <a:avLst/>
          </a:prstGeom>
        </p:spPr>
        <p:txBody>
          <a:bodyPr vert="horz" lIns="64267" tIns="32133" rIns="64267" bIns="32133" anchor="b"/>
          <a:lstStyle>
            <a:lvl1pPr marL="0" indent="0">
              <a:buNone/>
              <a:defRPr sz="1700" b="1"/>
            </a:lvl1pPr>
            <a:lvl2pPr marL="321341" indent="0">
              <a:buNone/>
              <a:defRPr sz="1400" b="1"/>
            </a:lvl2pPr>
            <a:lvl3pPr marL="642684" indent="0">
              <a:buNone/>
              <a:defRPr sz="1300" b="1"/>
            </a:lvl3pPr>
            <a:lvl4pPr marL="964025" indent="0">
              <a:buNone/>
              <a:defRPr sz="1100" b="1"/>
            </a:lvl4pPr>
            <a:lvl5pPr marL="1285368" indent="0">
              <a:buNone/>
              <a:defRPr sz="1100" b="1"/>
            </a:lvl5pPr>
            <a:lvl6pPr marL="1606711" indent="0">
              <a:buNone/>
              <a:defRPr sz="1100" b="1"/>
            </a:lvl6pPr>
            <a:lvl7pPr marL="1928052" indent="0">
              <a:buNone/>
              <a:defRPr sz="1100" b="1"/>
            </a:lvl7pPr>
            <a:lvl8pPr marL="2249396" indent="0">
              <a:buNone/>
              <a:defRPr sz="1100" b="1"/>
            </a:lvl8pPr>
            <a:lvl9pPr marL="2570738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  <a:prstGeom prst="rect">
            <a:avLst/>
          </a:prstGeom>
        </p:spPr>
        <p:txBody>
          <a:bodyPr vert="horz" lIns="64267" tIns="32133" rIns="64267" bIns="32133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72724"/>
      </p:ext>
    </p:extLst>
  </p:cSld>
  <p:clrMapOvr>
    <a:masterClrMapping/>
  </p:clrMapOvr>
  <p:transition xmlns:p14="http://schemas.microsoft.com/office/powerpoint/2010/main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15625"/>
      </p:ext>
    </p:extLst>
  </p:cSld>
  <p:clrMapOvr>
    <a:masterClrMapping/>
  </p:clrMapOvr>
  <p:transition xmlns:p14="http://schemas.microsoft.com/office/powerpoint/2010/main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074897"/>
      </p:ext>
    </p:extLst>
  </p:cSld>
  <p:clrMapOvr>
    <a:masterClrMapping/>
  </p:clrMapOvr>
  <p:transition xmlns:p14="http://schemas.microsoft.com/office/powerpoint/2010/main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4" y="273480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  <a:prstGeom prst="rect">
            <a:avLst/>
          </a:prstGeom>
        </p:spPr>
        <p:txBody>
          <a:bodyPr vert="horz" lIns="64267" tIns="32133" rIns="64267" bIns="32133"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4" y="1435448"/>
            <a:ext cx="3008189" cy="4690318"/>
          </a:xfrm>
          <a:prstGeom prst="rect">
            <a:avLst/>
          </a:prstGeom>
        </p:spPr>
        <p:txBody>
          <a:bodyPr vert="horz" lIns="64267" tIns="32133" rIns="64267" bIns="32133"/>
          <a:lstStyle>
            <a:lvl1pPr marL="0" indent="0">
              <a:buNone/>
              <a:defRPr sz="1000"/>
            </a:lvl1pPr>
            <a:lvl2pPr marL="321341" indent="0">
              <a:buNone/>
              <a:defRPr sz="800"/>
            </a:lvl2pPr>
            <a:lvl3pPr marL="642684" indent="0">
              <a:buNone/>
              <a:defRPr sz="700"/>
            </a:lvl3pPr>
            <a:lvl4pPr marL="964025" indent="0">
              <a:buNone/>
              <a:defRPr sz="600"/>
            </a:lvl4pPr>
            <a:lvl5pPr marL="1285368" indent="0">
              <a:buNone/>
              <a:defRPr sz="600"/>
            </a:lvl5pPr>
            <a:lvl6pPr marL="1606711" indent="0">
              <a:buNone/>
              <a:defRPr sz="600"/>
            </a:lvl6pPr>
            <a:lvl7pPr marL="1928052" indent="0">
              <a:buNone/>
              <a:defRPr sz="600"/>
            </a:lvl7pPr>
            <a:lvl8pPr marL="2249396" indent="0">
              <a:buNone/>
              <a:defRPr sz="600"/>
            </a:lvl8pPr>
            <a:lvl9pPr marL="2570738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2977619"/>
      </p:ext>
    </p:extLst>
  </p:cSld>
  <p:clrMapOvr>
    <a:masterClrMapping/>
  </p:clrMapOvr>
  <p:transition xmlns:p14="http://schemas.microsoft.com/office/powerpoint/2010/main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2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2" y="612800"/>
            <a:ext cx="5486177" cy="4114354"/>
          </a:xfrm>
          <a:prstGeom prst="rect">
            <a:avLst/>
          </a:prstGeom>
        </p:spPr>
        <p:txBody>
          <a:bodyPr vert="horz" lIns="64267" tIns="32133" rIns="64267" bIns="32133"/>
          <a:lstStyle>
            <a:lvl1pPr marL="0" indent="0">
              <a:buNone/>
              <a:defRPr sz="2200"/>
            </a:lvl1pPr>
            <a:lvl2pPr marL="321341" indent="0">
              <a:buNone/>
              <a:defRPr sz="2000"/>
            </a:lvl2pPr>
            <a:lvl3pPr marL="642684" indent="0">
              <a:buNone/>
              <a:defRPr sz="1700"/>
            </a:lvl3pPr>
            <a:lvl4pPr marL="964025" indent="0">
              <a:buNone/>
              <a:defRPr sz="1400"/>
            </a:lvl4pPr>
            <a:lvl5pPr marL="1285368" indent="0">
              <a:buNone/>
              <a:defRPr sz="1400"/>
            </a:lvl5pPr>
            <a:lvl6pPr marL="1606711" indent="0">
              <a:buNone/>
              <a:defRPr sz="1400"/>
            </a:lvl6pPr>
            <a:lvl7pPr marL="1928052" indent="0">
              <a:buNone/>
              <a:defRPr sz="1400"/>
            </a:lvl7pPr>
            <a:lvl8pPr marL="2249396" indent="0">
              <a:buNone/>
              <a:defRPr sz="1400"/>
            </a:lvl8pPr>
            <a:lvl9pPr marL="2570738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2" y="5367860"/>
            <a:ext cx="5486177" cy="804788"/>
          </a:xfrm>
          <a:prstGeom prst="rect">
            <a:avLst/>
          </a:prstGeom>
        </p:spPr>
        <p:txBody>
          <a:bodyPr vert="horz" lIns="64267" tIns="32133" rIns="64267" bIns="32133"/>
          <a:lstStyle>
            <a:lvl1pPr marL="0" indent="0">
              <a:buNone/>
              <a:defRPr sz="1000"/>
            </a:lvl1pPr>
            <a:lvl2pPr marL="321341" indent="0">
              <a:buNone/>
              <a:defRPr sz="800"/>
            </a:lvl2pPr>
            <a:lvl3pPr marL="642684" indent="0">
              <a:buNone/>
              <a:defRPr sz="700"/>
            </a:lvl3pPr>
            <a:lvl4pPr marL="964025" indent="0">
              <a:buNone/>
              <a:defRPr sz="600"/>
            </a:lvl4pPr>
            <a:lvl5pPr marL="1285368" indent="0">
              <a:buNone/>
              <a:defRPr sz="600"/>
            </a:lvl5pPr>
            <a:lvl6pPr marL="1606711" indent="0">
              <a:buNone/>
              <a:defRPr sz="600"/>
            </a:lvl6pPr>
            <a:lvl7pPr marL="1928052" indent="0">
              <a:buNone/>
              <a:defRPr sz="600"/>
            </a:lvl7pPr>
            <a:lvl8pPr marL="2249396" indent="0">
              <a:buNone/>
              <a:defRPr sz="600"/>
            </a:lvl8pPr>
            <a:lvl9pPr marL="2570738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5231052"/>
      </p:ext>
    </p:extLst>
  </p:cSld>
  <p:clrMapOvr>
    <a:masterClrMapping/>
  </p:clrMapOvr>
  <p:transition xmlns:p14="http://schemas.microsoft.com/office/powerpoint/2010/main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54"/>
            <a:ext cx="8228707" cy="4525119"/>
          </a:xfrm>
          <a:prstGeom prst="rect">
            <a:avLst/>
          </a:prstGeom>
        </p:spPr>
        <p:txBody>
          <a:bodyPr vert="eaVert" lIns="64267" tIns="32133" rIns="64267" bIns="32133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30577"/>
      </p:ext>
    </p:extLst>
  </p:cSld>
  <p:clrMapOvr>
    <a:masterClrMapping/>
  </p:clrMapOvr>
  <p:transition xmlns:p14="http://schemas.microsoft.com/office/powerpoint/2010/main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177" y="178594"/>
            <a:ext cx="2057176" cy="594717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78594"/>
            <a:ext cx="6064374" cy="5947172"/>
          </a:xfrm>
          <a:prstGeom prst="rect">
            <a:avLst/>
          </a:prstGeom>
        </p:spPr>
        <p:txBody>
          <a:bodyPr vert="eaVert" lIns="64267" tIns="32133" rIns="64267" bIns="32133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32971"/>
      </p:ext>
    </p:extLst>
  </p:cSld>
  <p:clrMapOvr>
    <a:masterClrMapping/>
  </p:clrMapOvr>
  <p:transition xmlns:p14="http://schemas.microsoft.com/office/powerpoint/2010/main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5"/>
            <a:ext cx="6400354" cy="1752451"/>
          </a:xfrm>
          <a:prstGeom prst="rect">
            <a:avLst/>
          </a:prstGeom>
        </p:spPr>
        <p:txBody>
          <a:bodyPr vert="horz" lIns="64264" tIns="32132" rIns="64264" bIns="32132"/>
          <a:lstStyle>
            <a:lvl1pPr marL="0" indent="0" algn="ctr">
              <a:buNone/>
              <a:defRPr/>
            </a:lvl1pPr>
            <a:lvl2pPr marL="321324" indent="0" algn="ctr">
              <a:buNone/>
              <a:defRPr/>
            </a:lvl2pPr>
            <a:lvl3pPr marL="642651" indent="0" algn="ctr">
              <a:buNone/>
              <a:defRPr/>
            </a:lvl3pPr>
            <a:lvl4pPr marL="963975" indent="0" algn="ctr">
              <a:buNone/>
              <a:defRPr/>
            </a:lvl4pPr>
            <a:lvl5pPr marL="1285302" indent="0" algn="ctr">
              <a:buNone/>
              <a:defRPr/>
            </a:lvl5pPr>
            <a:lvl6pPr marL="1606628" indent="0" algn="ctr">
              <a:buNone/>
              <a:defRPr/>
            </a:lvl6pPr>
            <a:lvl7pPr marL="1927954" indent="0" algn="ctr">
              <a:buNone/>
              <a:defRPr/>
            </a:lvl7pPr>
            <a:lvl8pPr marL="2249281" indent="0" algn="ctr">
              <a:buNone/>
              <a:defRPr/>
            </a:lvl8pPr>
            <a:lvl9pPr marL="257060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4640"/>
      </p:ext>
    </p:extLst>
  </p:cSld>
  <p:clrMapOvr>
    <a:masterClrMapping/>
  </p:clrMapOvr>
  <p:transition xmlns:p14="http://schemas.microsoft.com/office/powerpoint/2010/main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47" y="1600655"/>
            <a:ext cx="8228707" cy="4525119"/>
          </a:xfrm>
          <a:prstGeom prst="rect">
            <a:avLst/>
          </a:prstGeom>
        </p:spPr>
        <p:txBody>
          <a:bodyPr vert="horz" lIns="64264" tIns="32132" rIns="64264" bIns="3213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78842"/>
      </p:ext>
    </p:extLst>
  </p:cSld>
  <p:clrMapOvr>
    <a:masterClrMapping/>
  </p:clrMapOvr>
  <p:transition xmlns:p14="http://schemas.microsoft.com/office/powerpoint/2010/main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  <a:prstGeom prst="rect">
            <a:avLst/>
          </a:prstGeom>
        </p:spPr>
        <p:txBody>
          <a:bodyPr vert="horz" lIns="64264" tIns="32132" rIns="64264" bIns="32132" anchor="b"/>
          <a:lstStyle>
            <a:lvl1pPr marL="0" indent="0">
              <a:buNone/>
              <a:defRPr sz="1400"/>
            </a:lvl1pPr>
            <a:lvl2pPr marL="321324" indent="0">
              <a:buNone/>
              <a:defRPr sz="1300"/>
            </a:lvl2pPr>
            <a:lvl3pPr marL="642651" indent="0">
              <a:buNone/>
              <a:defRPr sz="1100"/>
            </a:lvl3pPr>
            <a:lvl4pPr marL="963975" indent="0">
              <a:buNone/>
              <a:defRPr sz="1000"/>
            </a:lvl4pPr>
            <a:lvl5pPr marL="1285302" indent="0">
              <a:buNone/>
              <a:defRPr sz="1000"/>
            </a:lvl5pPr>
            <a:lvl6pPr marL="1606628" indent="0">
              <a:buNone/>
              <a:defRPr sz="1000"/>
            </a:lvl6pPr>
            <a:lvl7pPr marL="1927954" indent="0">
              <a:buNone/>
              <a:defRPr sz="1000"/>
            </a:lvl7pPr>
            <a:lvl8pPr marL="2249281" indent="0">
              <a:buNone/>
              <a:defRPr sz="1000"/>
            </a:lvl8pPr>
            <a:lvl9pPr marL="2570607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7363302"/>
      </p:ext>
    </p:extLst>
  </p:cSld>
  <p:clrMapOvr>
    <a:masterClrMapping/>
  </p:clrMapOvr>
  <p:transition xmlns:p14="http://schemas.microsoft.com/office/powerpoint/2010/main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648" y="1600655"/>
            <a:ext cx="4060775" cy="4525119"/>
          </a:xfrm>
          <a:prstGeom prst="rect">
            <a:avLst/>
          </a:prstGeom>
        </p:spPr>
        <p:txBody>
          <a:bodyPr vert="horz" lIns="64264" tIns="32132" rIns="64264" bIns="3213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600655"/>
            <a:ext cx="4060775" cy="4525119"/>
          </a:xfrm>
          <a:prstGeom prst="rect">
            <a:avLst/>
          </a:prstGeom>
        </p:spPr>
        <p:txBody>
          <a:bodyPr vert="horz" lIns="64264" tIns="32132" rIns="64264" bIns="3213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5065"/>
      </p:ext>
    </p:extLst>
  </p:cSld>
  <p:clrMapOvr>
    <a:masterClrMapping/>
  </p:clrMapOvr>
  <p:transition xmlns:p14="http://schemas.microsoft.com/office/powerpoint/2010/main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  <a:prstGeom prst="rect">
            <a:avLst/>
          </a:prstGeom>
        </p:spPr>
        <p:txBody>
          <a:bodyPr vert="horz" lIns="64264" tIns="32132" rIns="64264" bIns="32132" anchor="b"/>
          <a:lstStyle>
            <a:lvl1pPr marL="0" indent="0">
              <a:buNone/>
              <a:defRPr sz="1700" b="1"/>
            </a:lvl1pPr>
            <a:lvl2pPr marL="321324" indent="0">
              <a:buNone/>
              <a:defRPr sz="1400" b="1"/>
            </a:lvl2pPr>
            <a:lvl3pPr marL="642651" indent="0">
              <a:buNone/>
              <a:defRPr sz="1300" b="1"/>
            </a:lvl3pPr>
            <a:lvl4pPr marL="963975" indent="0">
              <a:buNone/>
              <a:defRPr sz="1100" b="1"/>
            </a:lvl4pPr>
            <a:lvl5pPr marL="1285302" indent="0">
              <a:buNone/>
              <a:defRPr sz="1100" b="1"/>
            </a:lvl5pPr>
            <a:lvl6pPr marL="1606628" indent="0">
              <a:buNone/>
              <a:defRPr sz="1100" b="1"/>
            </a:lvl6pPr>
            <a:lvl7pPr marL="1927954" indent="0">
              <a:buNone/>
              <a:defRPr sz="1100" b="1"/>
            </a:lvl7pPr>
            <a:lvl8pPr marL="2249281" indent="0">
              <a:buNone/>
              <a:defRPr sz="1100" b="1"/>
            </a:lvl8pPr>
            <a:lvl9pPr marL="257060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  <a:prstGeom prst="rect">
            <a:avLst/>
          </a:prstGeom>
        </p:spPr>
        <p:txBody>
          <a:bodyPr vert="horz" lIns="64264" tIns="32132" rIns="64264" bIns="32132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  <a:prstGeom prst="rect">
            <a:avLst/>
          </a:prstGeom>
        </p:spPr>
        <p:txBody>
          <a:bodyPr vert="horz" lIns="64264" tIns="32132" rIns="64264" bIns="32132" anchor="b"/>
          <a:lstStyle>
            <a:lvl1pPr marL="0" indent="0">
              <a:buNone/>
              <a:defRPr sz="1700" b="1"/>
            </a:lvl1pPr>
            <a:lvl2pPr marL="321324" indent="0">
              <a:buNone/>
              <a:defRPr sz="1400" b="1"/>
            </a:lvl2pPr>
            <a:lvl3pPr marL="642651" indent="0">
              <a:buNone/>
              <a:defRPr sz="1300" b="1"/>
            </a:lvl3pPr>
            <a:lvl4pPr marL="963975" indent="0">
              <a:buNone/>
              <a:defRPr sz="1100" b="1"/>
            </a:lvl4pPr>
            <a:lvl5pPr marL="1285302" indent="0">
              <a:buNone/>
              <a:defRPr sz="1100" b="1"/>
            </a:lvl5pPr>
            <a:lvl6pPr marL="1606628" indent="0">
              <a:buNone/>
              <a:defRPr sz="1100" b="1"/>
            </a:lvl6pPr>
            <a:lvl7pPr marL="1927954" indent="0">
              <a:buNone/>
              <a:defRPr sz="1100" b="1"/>
            </a:lvl7pPr>
            <a:lvl8pPr marL="2249281" indent="0">
              <a:buNone/>
              <a:defRPr sz="1100" b="1"/>
            </a:lvl8pPr>
            <a:lvl9pPr marL="257060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  <a:prstGeom prst="rect">
            <a:avLst/>
          </a:prstGeom>
        </p:spPr>
        <p:txBody>
          <a:bodyPr vert="horz" lIns="64264" tIns="32132" rIns="64264" bIns="32132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53413"/>
      </p:ext>
    </p:extLst>
  </p:cSld>
  <p:clrMapOvr>
    <a:masterClrMapping/>
  </p:clrMapOvr>
  <p:transition xmlns:p14="http://schemas.microsoft.com/office/powerpoint/2010/main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7302"/>
      </p:ext>
    </p:extLst>
  </p:cSld>
  <p:clrMapOvr>
    <a:masterClrMapping/>
  </p:clrMapOvr>
  <p:transition xmlns:p14="http://schemas.microsoft.com/office/powerpoint/2010/main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360766"/>
      </p:ext>
    </p:extLst>
  </p:cSld>
  <p:clrMapOvr>
    <a:masterClrMapping/>
  </p:clrMapOvr>
  <p:transition xmlns:p14="http://schemas.microsoft.com/office/powerpoint/2010/main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5" y="273481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  <a:prstGeom prst="rect">
            <a:avLst/>
          </a:prstGeom>
        </p:spPr>
        <p:txBody>
          <a:bodyPr vert="horz" lIns="64264" tIns="32132" rIns="64264" bIns="32132"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5" y="1435448"/>
            <a:ext cx="3008189" cy="4690318"/>
          </a:xfrm>
          <a:prstGeom prst="rect">
            <a:avLst/>
          </a:prstGeom>
        </p:spPr>
        <p:txBody>
          <a:bodyPr vert="horz" lIns="64264" tIns="32132" rIns="64264" bIns="32132"/>
          <a:lstStyle>
            <a:lvl1pPr marL="0" indent="0">
              <a:buNone/>
              <a:defRPr sz="1000"/>
            </a:lvl1pPr>
            <a:lvl2pPr marL="321324" indent="0">
              <a:buNone/>
              <a:defRPr sz="800"/>
            </a:lvl2pPr>
            <a:lvl3pPr marL="642651" indent="0">
              <a:buNone/>
              <a:defRPr sz="700"/>
            </a:lvl3pPr>
            <a:lvl4pPr marL="963975" indent="0">
              <a:buNone/>
              <a:defRPr sz="600"/>
            </a:lvl4pPr>
            <a:lvl5pPr marL="1285302" indent="0">
              <a:buNone/>
              <a:defRPr sz="600"/>
            </a:lvl5pPr>
            <a:lvl6pPr marL="1606628" indent="0">
              <a:buNone/>
              <a:defRPr sz="600"/>
            </a:lvl6pPr>
            <a:lvl7pPr marL="1927954" indent="0">
              <a:buNone/>
              <a:defRPr sz="600"/>
            </a:lvl7pPr>
            <a:lvl8pPr marL="2249281" indent="0">
              <a:buNone/>
              <a:defRPr sz="600"/>
            </a:lvl8pPr>
            <a:lvl9pPr marL="257060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514346"/>
      </p:ext>
    </p:extLst>
  </p:cSld>
  <p:clrMapOvr>
    <a:masterClrMapping/>
  </p:clrMapOvr>
  <p:transition xmlns:p14="http://schemas.microsoft.com/office/powerpoint/2010/main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3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3" y="612800"/>
            <a:ext cx="5486177" cy="4114354"/>
          </a:xfrm>
          <a:prstGeom prst="rect">
            <a:avLst/>
          </a:prstGeom>
        </p:spPr>
        <p:txBody>
          <a:bodyPr vert="horz" lIns="64264" tIns="32132" rIns="64264" bIns="32132"/>
          <a:lstStyle>
            <a:lvl1pPr marL="0" indent="0">
              <a:buNone/>
              <a:defRPr sz="2200"/>
            </a:lvl1pPr>
            <a:lvl2pPr marL="321324" indent="0">
              <a:buNone/>
              <a:defRPr sz="2000"/>
            </a:lvl2pPr>
            <a:lvl3pPr marL="642651" indent="0">
              <a:buNone/>
              <a:defRPr sz="1700"/>
            </a:lvl3pPr>
            <a:lvl4pPr marL="963975" indent="0">
              <a:buNone/>
              <a:defRPr sz="1400"/>
            </a:lvl4pPr>
            <a:lvl5pPr marL="1285302" indent="0">
              <a:buNone/>
              <a:defRPr sz="1400"/>
            </a:lvl5pPr>
            <a:lvl6pPr marL="1606628" indent="0">
              <a:buNone/>
              <a:defRPr sz="1400"/>
            </a:lvl6pPr>
            <a:lvl7pPr marL="1927954" indent="0">
              <a:buNone/>
              <a:defRPr sz="1400"/>
            </a:lvl7pPr>
            <a:lvl8pPr marL="2249281" indent="0">
              <a:buNone/>
              <a:defRPr sz="1400"/>
            </a:lvl8pPr>
            <a:lvl9pPr marL="2570607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3" y="5367860"/>
            <a:ext cx="5486177" cy="804788"/>
          </a:xfrm>
          <a:prstGeom prst="rect">
            <a:avLst/>
          </a:prstGeom>
        </p:spPr>
        <p:txBody>
          <a:bodyPr vert="horz" lIns="64264" tIns="32132" rIns="64264" bIns="32132"/>
          <a:lstStyle>
            <a:lvl1pPr marL="0" indent="0">
              <a:buNone/>
              <a:defRPr sz="1000"/>
            </a:lvl1pPr>
            <a:lvl2pPr marL="321324" indent="0">
              <a:buNone/>
              <a:defRPr sz="800"/>
            </a:lvl2pPr>
            <a:lvl3pPr marL="642651" indent="0">
              <a:buNone/>
              <a:defRPr sz="700"/>
            </a:lvl3pPr>
            <a:lvl4pPr marL="963975" indent="0">
              <a:buNone/>
              <a:defRPr sz="600"/>
            </a:lvl4pPr>
            <a:lvl5pPr marL="1285302" indent="0">
              <a:buNone/>
              <a:defRPr sz="600"/>
            </a:lvl5pPr>
            <a:lvl6pPr marL="1606628" indent="0">
              <a:buNone/>
              <a:defRPr sz="600"/>
            </a:lvl6pPr>
            <a:lvl7pPr marL="1927954" indent="0">
              <a:buNone/>
              <a:defRPr sz="600"/>
            </a:lvl7pPr>
            <a:lvl8pPr marL="2249281" indent="0">
              <a:buNone/>
              <a:defRPr sz="600"/>
            </a:lvl8pPr>
            <a:lvl9pPr marL="257060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812512"/>
      </p:ext>
    </p:extLst>
  </p:cSld>
  <p:clrMapOvr>
    <a:masterClrMapping/>
  </p:clrMapOvr>
  <p:transition xmlns:p14="http://schemas.microsoft.com/office/powerpoint/2010/main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55"/>
            <a:ext cx="8228707" cy="4525119"/>
          </a:xfrm>
          <a:prstGeom prst="rect">
            <a:avLst/>
          </a:prstGeom>
        </p:spPr>
        <p:txBody>
          <a:bodyPr vert="eaVert" lIns="64264" tIns="32132" rIns="64264" bIns="3213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68639"/>
      </p:ext>
    </p:extLst>
  </p:cSld>
  <p:clrMapOvr>
    <a:masterClrMapping/>
  </p:clrMapOvr>
  <p:transition xmlns:p14="http://schemas.microsoft.com/office/powerpoint/2010/main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177" y="1600655"/>
            <a:ext cx="2057176" cy="452511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55"/>
            <a:ext cx="6064374" cy="4525119"/>
          </a:xfrm>
          <a:prstGeom prst="rect">
            <a:avLst/>
          </a:prstGeom>
        </p:spPr>
        <p:txBody>
          <a:bodyPr vert="eaVert" lIns="64264" tIns="32132" rIns="64264" bIns="3213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44501"/>
      </p:ext>
    </p:extLst>
  </p:cSld>
  <p:clrMapOvr>
    <a:masterClrMapping/>
  </p:clrMapOvr>
  <p:transition xmlns:p14="http://schemas.microsoft.com/office/powerpoint/2010/main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6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08" indent="0" algn="ctr">
              <a:buNone/>
              <a:defRPr/>
            </a:lvl2pPr>
            <a:lvl3pPr marL="642618" indent="0" algn="ctr">
              <a:buNone/>
              <a:defRPr/>
            </a:lvl3pPr>
            <a:lvl4pPr marL="963925" indent="0" algn="ctr">
              <a:buNone/>
              <a:defRPr/>
            </a:lvl4pPr>
            <a:lvl5pPr marL="1285237" indent="0" algn="ctr">
              <a:buNone/>
              <a:defRPr/>
            </a:lvl5pPr>
            <a:lvl6pPr marL="1606546" indent="0" algn="ctr">
              <a:buNone/>
              <a:defRPr/>
            </a:lvl6pPr>
            <a:lvl7pPr marL="1927855" indent="0" algn="ctr">
              <a:buNone/>
              <a:defRPr/>
            </a:lvl7pPr>
            <a:lvl8pPr marL="2249166" indent="0" algn="ctr">
              <a:buNone/>
              <a:defRPr/>
            </a:lvl8pPr>
            <a:lvl9pPr marL="2570475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0389"/>
      </p:ext>
    </p:extLst>
  </p:cSld>
  <p:clrMapOvr>
    <a:masterClrMapping/>
  </p:clrMapOvr>
  <p:transition xmlns:p14="http://schemas.microsoft.com/office/powerpoint/2010/main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96854"/>
      </p:ext>
    </p:extLst>
  </p:cSld>
  <p:clrMapOvr>
    <a:masterClrMapping/>
  </p:clrMapOvr>
  <p:transition xmlns:p14="http://schemas.microsoft.com/office/powerpoint/2010/main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08" indent="0">
              <a:buNone/>
              <a:defRPr sz="1300"/>
            </a:lvl2pPr>
            <a:lvl3pPr marL="642618" indent="0">
              <a:buNone/>
              <a:defRPr sz="1100"/>
            </a:lvl3pPr>
            <a:lvl4pPr marL="963925" indent="0">
              <a:buNone/>
              <a:defRPr sz="1000"/>
            </a:lvl4pPr>
            <a:lvl5pPr marL="1285237" indent="0">
              <a:buNone/>
              <a:defRPr sz="1000"/>
            </a:lvl5pPr>
            <a:lvl6pPr marL="1606546" indent="0">
              <a:buNone/>
              <a:defRPr sz="1000"/>
            </a:lvl6pPr>
            <a:lvl7pPr marL="1927855" indent="0">
              <a:buNone/>
              <a:defRPr sz="1000"/>
            </a:lvl7pPr>
            <a:lvl8pPr marL="2249166" indent="0">
              <a:buNone/>
              <a:defRPr sz="1000"/>
            </a:lvl8pPr>
            <a:lvl9pPr marL="2570475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7207445"/>
      </p:ext>
    </p:extLst>
  </p:cSld>
  <p:clrMapOvr>
    <a:masterClrMapping/>
  </p:clrMapOvr>
  <p:transition xmlns:p14="http://schemas.microsoft.com/office/powerpoint/2010/main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1297" y="1946681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90110" y="1946681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1052"/>
      </p:ext>
    </p:extLst>
  </p:cSld>
  <p:clrMapOvr>
    <a:masterClrMapping/>
  </p:clrMapOvr>
  <p:transition xmlns:p14="http://schemas.microsoft.com/office/powerpoint/2010/main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08" indent="0">
              <a:buNone/>
              <a:defRPr sz="1400" b="1"/>
            </a:lvl2pPr>
            <a:lvl3pPr marL="642618" indent="0">
              <a:buNone/>
              <a:defRPr sz="1300" b="1"/>
            </a:lvl3pPr>
            <a:lvl4pPr marL="963925" indent="0">
              <a:buNone/>
              <a:defRPr sz="1100" b="1"/>
            </a:lvl4pPr>
            <a:lvl5pPr marL="1285237" indent="0">
              <a:buNone/>
              <a:defRPr sz="1100" b="1"/>
            </a:lvl5pPr>
            <a:lvl6pPr marL="1606546" indent="0">
              <a:buNone/>
              <a:defRPr sz="1100" b="1"/>
            </a:lvl6pPr>
            <a:lvl7pPr marL="1927855" indent="0">
              <a:buNone/>
              <a:defRPr sz="1100" b="1"/>
            </a:lvl7pPr>
            <a:lvl8pPr marL="2249166" indent="0">
              <a:buNone/>
              <a:defRPr sz="1100" b="1"/>
            </a:lvl8pPr>
            <a:lvl9pPr marL="2570475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08" indent="0">
              <a:buNone/>
              <a:defRPr sz="1400" b="1"/>
            </a:lvl2pPr>
            <a:lvl3pPr marL="642618" indent="0">
              <a:buNone/>
              <a:defRPr sz="1300" b="1"/>
            </a:lvl3pPr>
            <a:lvl4pPr marL="963925" indent="0">
              <a:buNone/>
              <a:defRPr sz="1100" b="1"/>
            </a:lvl4pPr>
            <a:lvl5pPr marL="1285237" indent="0">
              <a:buNone/>
              <a:defRPr sz="1100" b="1"/>
            </a:lvl5pPr>
            <a:lvl6pPr marL="1606546" indent="0">
              <a:buNone/>
              <a:defRPr sz="1100" b="1"/>
            </a:lvl6pPr>
            <a:lvl7pPr marL="1927855" indent="0">
              <a:buNone/>
              <a:defRPr sz="1100" b="1"/>
            </a:lvl7pPr>
            <a:lvl8pPr marL="2249166" indent="0">
              <a:buNone/>
              <a:defRPr sz="1100" b="1"/>
            </a:lvl8pPr>
            <a:lvl9pPr marL="2570475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20386"/>
      </p:ext>
    </p:extLst>
  </p:cSld>
  <p:clrMapOvr>
    <a:masterClrMapping/>
  </p:clrMapOvr>
  <p:transition xmlns:p14="http://schemas.microsoft.com/office/powerpoint/2010/main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34697"/>
      </p:ext>
    </p:extLst>
  </p:cSld>
  <p:clrMapOvr>
    <a:masterClrMapping/>
  </p:clrMapOvr>
  <p:transition xmlns:p14="http://schemas.microsoft.com/office/powerpoint/2010/main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164378"/>
      </p:ext>
    </p:extLst>
  </p:cSld>
  <p:clrMapOvr>
    <a:masterClrMapping/>
  </p:clrMapOvr>
  <p:transition xmlns:p14="http://schemas.microsoft.com/office/powerpoint/2010/main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6" y="273482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6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08" indent="0">
              <a:buNone/>
              <a:defRPr sz="800"/>
            </a:lvl2pPr>
            <a:lvl3pPr marL="642618" indent="0">
              <a:buNone/>
              <a:defRPr sz="700"/>
            </a:lvl3pPr>
            <a:lvl4pPr marL="963925" indent="0">
              <a:buNone/>
              <a:defRPr sz="600"/>
            </a:lvl4pPr>
            <a:lvl5pPr marL="1285237" indent="0">
              <a:buNone/>
              <a:defRPr sz="600"/>
            </a:lvl5pPr>
            <a:lvl6pPr marL="1606546" indent="0">
              <a:buNone/>
              <a:defRPr sz="600"/>
            </a:lvl6pPr>
            <a:lvl7pPr marL="1927855" indent="0">
              <a:buNone/>
              <a:defRPr sz="600"/>
            </a:lvl7pPr>
            <a:lvl8pPr marL="2249166" indent="0">
              <a:buNone/>
              <a:defRPr sz="600"/>
            </a:lvl8pPr>
            <a:lvl9pPr marL="2570475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245170"/>
      </p:ext>
    </p:extLst>
  </p:cSld>
  <p:clrMapOvr>
    <a:masterClrMapping/>
  </p:clrMapOvr>
  <p:transition xmlns:p14="http://schemas.microsoft.com/office/powerpoint/2010/main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4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4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08" indent="0">
              <a:buNone/>
              <a:defRPr sz="2000"/>
            </a:lvl2pPr>
            <a:lvl3pPr marL="642618" indent="0">
              <a:buNone/>
              <a:defRPr sz="1700"/>
            </a:lvl3pPr>
            <a:lvl4pPr marL="963925" indent="0">
              <a:buNone/>
              <a:defRPr sz="1400"/>
            </a:lvl4pPr>
            <a:lvl5pPr marL="1285237" indent="0">
              <a:buNone/>
              <a:defRPr sz="1400"/>
            </a:lvl5pPr>
            <a:lvl6pPr marL="1606546" indent="0">
              <a:buNone/>
              <a:defRPr sz="1400"/>
            </a:lvl6pPr>
            <a:lvl7pPr marL="1927855" indent="0">
              <a:buNone/>
              <a:defRPr sz="1400"/>
            </a:lvl7pPr>
            <a:lvl8pPr marL="2249166" indent="0">
              <a:buNone/>
              <a:defRPr sz="1400"/>
            </a:lvl8pPr>
            <a:lvl9pPr marL="2570475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4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08" indent="0">
              <a:buNone/>
              <a:defRPr sz="800"/>
            </a:lvl2pPr>
            <a:lvl3pPr marL="642618" indent="0">
              <a:buNone/>
              <a:defRPr sz="700"/>
            </a:lvl3pPr>
            <a:lvl4pPr marL="963925" indent="0">
              <a:buNone/>
              <a:defRPr sz="600"/>
            </a:lvl4pPr>
            <a:lvl5pPr marL="1285237" indent="0">
              <a:buNone/>
              <a:defRPr sz="600"/>
            </a:lvl5pPr>
            <a:lvl6pPr marL="1606546" indent="0">
              <a:buNone/>
              <a:defRPr sz="600"/>
            </a:lvl6pPr>
            <a:lvl7pPr marL="1927855" indent="0">
              <a:buNone/>
              <a:defRPr sz="600"/>
            </a:lvl7pPr>
            <a:lvl8pPr marL="2249166" indent="0">
              <a:buNone/>
              <a:defRPr sz="600"/>
            </a:lvl8pPr>
            <a:lvl9pPr marL="2570475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6697582"/>
      </p:ext>
    </p:extLst>
  </p:cSld>
  <p:clrMapOvr>
    <a:masterClrMapping/>
  </p:clrMapOvr>
  <p:transition xmlns:p14="http://schemas.microsoft.com/office/powerpoint/2010/main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36179"/>
      </p:ext>
    </p:extLst>
  </p:cSld>
  <p:clrMapOvr>
    <a:masterClrMapping/>
  </p:clrMapOvr>
  <p:transition xmlns:p14="http://schemas.microsoft.com/office/powerpoint/2010/main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1883" y="178594"/>
            <a:ext cx="1919883" cy="5786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4" y="178594"/>
            <a:ext cx="5652492" cy="5786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79244"/>
      </p:ext>
    </p:extLst>
  </p:cSld>
  <p:clrMapOvr>
    <a:masterClrMapping/>
  </p:clrMapOvr>
  <p:transition xmlns:p14="http://schemas.microsoft.com/office/powerpoint/2010/main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  <a:prstGeom prst="rect">
            <a:avLst/>
          </a:prstGeom>
        </p:spPr>
        <p:txBody>
          <a:bodyPr vert="horz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7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291" indent="0" algn="ctr">
              <a:buNone/>
              <a:defRPr/>
            </a:lvl2pPr>
            <a:lvl3pPr marL="642585" indent="0" algn="ctr">
              <a:buNone/>
              <a:defRPr/>
            </a:lvl3pPr>
            <a:lvl4pPr marL="963876" indent="0" algn="ctr">
              <a:buNone/>
              <a:defRPr/>
            </a:lvl4pPr>
            <a:lvl5pPr marL="1285171" indent="0" algn="ctr">
              <a:buNone/>
              <a:defRPr/>
            </a:lvl5pPr>
            <a:lvl6pPr marL="1606464" indent="0" algn="ctr">
              <a:buNone/>
              <a:defRPr/>
            </a:lvl6pPr>
            <a:lvl7pPr marL="1927756" indent="0" algn="ctr">
              <a:buNone/>
              <a:defRPr/>
            </a:lvl7pPr>
            <a:lvl8pPr marL="2249051" indent="0" algn="ctr">
              <a:buNone/>
              <a:defRPr/>
            </a:lvl8pPr>
            <a:lvl9pPr marL="2570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74414"/>
      </p:ext>
    </p:extLst>
  </p:cSld>
  <p:clrMapOvr>
    <a:masterClrMapping/>
  </p:clrMapOvr>
  <p:transition xmlns:p14="http://schemas.microsoft.com/office/powerpoint/2010/main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08818"/>
      </p:ext>
    </p:extLst>
  </p:cSld>
  <p:clrMapOvr>
    <a:masterClrMapping/>
  </p:clrMapOvr>
  <p:transition xmlns:p14="http://schemas.microsoft.com/office/powerpoint/2010/main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  <a:prstGeom prst="rect">
            <a:avLst/>
          </a:prstGeom>
        </p:spPr>
        <p:txBody>
          <a:bodyPr vert="horz" lIns="64258" tIns="32128" rIns="64258" bIns="32128"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291" indent="0">
              <a:buNone/>
              <a:defRPr sz="1300"/>
            </a:lvl2pPr>
            <a:lvl3pPr marL="642585" indent="0">
              <a:buNone/>
              <a:defRPr sz="1100"/>
            </a:lvl3pPr>
            <a:lvl4pPr marL="963876" indent="0">
              <a:buNone/>
              <a:defRPr sz="1000"/>
            </a:lvl4pPr>
            <a:lvl5pPr marL="1285171" indent="0">
              <a:buNone/>
              <a:defRPr sz="1000"/>
            </a:lvl5pPr>
            <a:lvl6pPr marL="1606464" indent="0">
              <a:buNone/>
              <a:defRPr sz="1000"/>
            </a:lvl6pPr>
            <a:lvl7pPr marL="1927756" indent="0">
              <a:buNone/>
              <a:defRPr sz="1000"/>
            </a:lvl7pPr>
            <a:lvl8pPr marL="2249051" indent="0">
              <a:buNone/>
              <a:defRPr sz="1000"/>
            </a:lvl8pPr>
            <a:lvl9pPr marL="2570344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206756"/>
      </p:ext>
    </p:extLst>
  </p:cSld>
  <p:clrMapOvr>
    <a:masterClrMapping/>
  </p:clrMapOvr>
  <p:transition xmlns:p14="http://schemas.microsoft.com/office/powerpoint/2010/main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4" y="1035854"/>
            <a:ext cx="3786188" cy="478631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035854"/>
            <a:ext cx="3786188" cy="478631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3611"/>
      </p:ext>
    </p:extLst>
  </p:cSld>
  <p:clrMapOvr>
    <a:masterClrMapping/>
  </p:clrMapOvr>
  <p:transition xmlns:p14="http://schemas.microsoft.com/office/powerpoint/2010/main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58" tIns="32128" rIns="64258" bIns="32128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91" indent="0">
              <a:buNone/>
              <a:defRPr sz="1400" b="1"/>
            </a:lvl2pPr>
            <a:lvl3pPr marL="642585" indent="0">
              <a:buNone/>
              <a:defRPr sz="1300" b="1"/>
            </a:lvl3pPr>
            <a:lvl4pPr marL="963876" indent="0">
              <a:buNone/>
              <a:defRPr sz="1100" b="1"/>
            </a:lvl4pPr>
            <a:lvl5pPr marL="1285171" indent="0">
              <a:buNone/>
              <a:defRPr sz="1100" b="1"/>
            </a:lvl5pPr>
            <a:lvl6pPr marL="1606464" indent="0">
              <a:buNone/>
              <a:defRPr sz="1100" b="1"/>
            </a:lvl6pPr>
            <a:lvl7pPr marL="1927756" indent="0">
              <a:buNone/>
              <a:defRPr sz="1100" b="1"/>
            </a:lvl7pPr>
            <a:lvl8pPr marL="2249051" indent="0">
              <a:buNone/>
              <a:defRPr sz="1100" b="1"/>
            </a:lvl8pPr>
            <a:lvl9pPr marL="257034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91" indent="0">
              <a:buNone/>
              <a:defRPr sz="1400" b="1"/>
            </a:lvl2pPr>
            <a:lvl3pPr marL="642585" indent="0">
              <a:buNone/>
              <a:defRPr sz="1300" b="1"/>
            </a:lvl3pPr>
            <a:lvl4pPr marL="963876" indent="0">
              <a:buNone/>
              <a:defRPr sz="1100" b="1"/>
            </a:lvl4pPr>
            <a:lvl5pPr marL="1285171" indent="0">
              <a:buNone/>
              <a:defRPr sz="1100" b="1"/>
            </a:lvl5pPr>
            <a:lvl6pPr marL="1606464" indent="0">
              <a:buNone/>
              <a:defRPr sz="1100" b="1"/>
            </a:lvl6pPr>
            <a:lvl7pPr marL="1927756" indent="0">
              <a:buNone/>
              <a:defRPr sz="1100" b="1"/>
            </a:lvl7pPr>
            <a:lvl8pPr marL="2249051" indent="0">
              <a:buNone/>
              <a:defRPr sz="1100" b="1"/>
            </a:lvl8pPr>
            <a:lvl9pPr marL="257034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10172"/>
      </p:ext>
    </p:extLst>
  </p:cSld>
  <p:clrMapOvr>
    <a:masterClrMapping/>
  </p:clrMapOvr>
  <p:transition xmlns:p14="http://schemas.microsoft.com/office/powerpoint/2010/main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32706"/>
      </p:ext>
    </p:extLst>
  </p:cSld>
  <p:clrMapOvr>
    <a:masterClrMapping/>
  </p:clrMapOvr>
  <p:transition xmlns:p14="http://schemas.microsoft.com/office/powerpoint/2010/main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374105"/>
      </p:ext>
    </p:extLst>
  </p:cSld>
  <p:clrMapOvr>
    <a:masterClrMapping/>
  </p:clrMapOvr>
  <p:transition xmlns:p14="http://schemas.microsoft.com/office/powerpoint/2010/main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7" y="273483"/>
            <a:ext cx="3008189" cy="1161975"/>
          </a:xfrm>
          <a:prstGeom prst="rect">
            <a:avLst/>
          </a:prstGeom>
        </p:spPr>
        <p:txBody>
          <a:bodyPr vert="horz" lIns="64258" tIns="32128" rIns="64258" bIns="32128"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7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291" indent="0">
              <a:buNone/>
              <a:defRPr sz="800"/>
            </a:lvl2pPr>
            <a:lvl3pPr marL="642585" indent="0">
              <a:buNone/>
              <a:defRPr sz="700"/>
            </a:lvl3pPr>
            <a:lvl4pPr marL="963876" indent="0">
              <a:buNone/>
              <a:defRPr sz="600"/>
            </a:lvl4pPr>
            <a:lvl5pPr marL="1285171" indent="0">
              <a:buNone/>
              <a:defRPr sz="600"/>
            </a:lvl5pPr>
            <a:lvl6pPr marL="1606464" indent="0">
              <a:buNone/>
              <a:defRPr sz="600"/>
            </a:lvl6pPr>
            <a:lvl7pPr marL="1927756" indent="0">
              <a:buNone/>
              <a:defRPr sz="600"/>
            </a:lvl7pPr>
            <a:lvl8pPr marL="2249051" indent="0">
              <a:buNone/>
              <a:defRPr sz="600"/>
            </a:lvl8pPr>
            <a:lvl9pPr marL="257034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811388"/>
      </p:ext>
    </p:extLst>
  </p:cSld>
  <p:clrMapOvr>
    <a:masterClrMapping/>
  </p:clrMapOvr>
  <p:transition xmlns:p14="http://schemas.microsoft.com/office/powerpoint/2010/main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5" y="4800824"/>
            <a:ext cx="5486177" cy="567035"/>
          </a:xfrm>
          <a:prstGeom prst="rect">
            <a:avLst/>
          </a:prstGeom>
        </p:spPr>
        <p:txBody>
          <a:bodyPr vert="horz" lIns="64258" tIns="32128" rIns="64258" bIns="32128"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5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291" indent="0">
              <a:buNone/>
              <a:defRPr sz="2000"/>
            </a:lvl2pPr>
            <a:lvl3pPr marL="642585" indent="0">
              <a:buNone/>
              <a:defRPr sz="1700"/>
            </a:lvl3pPr>
            <a:lvl4pPr marL="963876" indent="0">
              <a:buNone/>
              <a:defRPr sz="1400"/>
            </a:lvl4pPr>
            <a:lvl5pPr marL="1285171" indent="0">
              <a:buNone/>
              <a:defRPr sz="1400"/>
            </a:lvl5pPr>
            <a:lvl6pPr marL="1606464" indent="0">
              <a:buNone/>
              <a:defRPr sz="1400"/>
            </a:lvl6pPr>
            <a:lvl7pPr marL="1927756" indent="0">
              <a:buNone/>
              <a:defRPr sz="1400"/>
            </a:lvl7pPr>
            <a:lvl8pPr marL="2249051" indent="0">
              <a:buNone/>
              <a:defRPr sz="1400"/>
            </a:lvl8pPr>
            <a:lvl9pPr marL="2570344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5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291" indent="0">
              <a:buNone/>
              <a:defRPr sz="800"/>
            </a:lvl2pPr>
            <a:lvl3pPr marL="642585" indent="0">
              <a:buNone/>
              <a:defRPr sz="700"/>
            </a:lvl3pPr>
            <a:lvl4pPr marL="963876" indent="0">
              <a:buNone/>
              <a:defRPr sz="600"/>
            </a:lvl4pPr>
            <a:lvl5pPr marL="1285171" indent="0">
              <a:buNone/>
              <a:defRPr sz="600"/>
            </a:lvl5pPr>
            <a:lvl6pPr marL="1606464" indent="0">
              <a:buNone/>
              <a:defRPr sz="600"/>
            </a:lvl6pPr>
            <a:lvl7pPr marL="1927756" indent="0">
              <a:buNone/>
              <a:defRPr sz="600"/>
            </a:lvl7pPr>
            <a:lvl8pPr marL="2249051" indent="0">
              <a:buNone/>
              <a:defRPr sz="600"/>
            </a:lvl8pPr>
            <a:lvl9pPr marL="257034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2025662"/>
      </p:ext>
    </p:extLst>
  </p:cSld>
  <p:clrMapOvr>
    <a:masterClrMapping/>
  </p:clrMapOvr>
  <p:transition xmlns:p14="http://schemas.microsoft.com/office/powerpoint/2010/main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57910"/>
      </p:ext>
    </p:extLst>
  </p:cSld>
  <p:clrMapOvr>
    <a:masterClrMapping/>
  </p:clrMapOvr>
  <p:transition xmlns:p14="http://schemas.microsoft.com/office/powerpoint/2010/main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177" y="274588"/>
            <a:ext cx="2057176" cy="5547568"/>
          </a:xfrm>
          <a:prstGeom prst="rect">
            <a:avLst/>
          </a:prstGeom>
        </p:spPr>
        <p:txBody>
          <a:bodyPr vert="eaVert" lIns="64258" tIns="32128" rIns="64258" bIns="32128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274588"/>
            <a:ext cx="6064374" cy="554756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42434"/>
      </p:ext>
    </p:extLst>
  </p:cSld>
  <p:clrMapOvr>
    <a:masterClrMapping/>
  </p:clrMapOvr>
  <p:transition xmlns:p14="http://schemas.microsoft.com/office/powerpoint/2010/main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8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275" indent="0" algn="ctr">
              <a:buNone/>
              <a:defRPr/>
            </a:lvl2pPr>
            <a:lvl3pPr marL="642552" indent="0" algn="ctr">
              <a:buNone/>
              <a:defRPr/>
            </a:lvl3pPr>
            <a:lvl4pPr marL="963826" indent="0" algn="ctr">
              <a:buNone/>
              <a:defRPr/>
            </a:lvl4pPr>
            <a:lvl5pPr marL="1285105" indent="0" algn="ctr">
              <a:buNone/>
              <a:defRPr/>
            </a:lvl5pPr>
            <a:lvl6pPr marL="1606382" indent="0" algn="ctr">
              <a:buNone/>
              <a:defRPr/>
            </a:lvl6pPr>
            <a:lvl7pPr marL="1927658" indent="0" algn="ctr">
              <a:buNone/>
              <a:defRPr/>
            </a:lvl7pPr>
            <a:lvl8pPr marL="2248936" indent="0" algn="ctr">
              <a:buNone/>
              <a:defRPr/>
            </a:lvl8pPr>
            <a:lvl9pPr marL="2570212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48545"/>
      </p:ext>
    </p:extLst>
  </p:cSld>
  <p:clrMapOvr>
    <a:masterClrMapping/>
  </p:clrMapOvr>
  <p:transition xmlns:p14="http://schemas.microsoft.com/office/powerpoint/2010/main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69751"/>
      </p:ext>
    </p:extLst>
  </p:cSld>
  <p:clrMapOvr>
    <a:masterClrMapping/>
  </p:clrMapOvr>
  <p:transition xmlns:p14="http://schemas.microsoft.com/office/powerpoint/2010/main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275" indent="0">
              <a:buNone/>
              <a:defRPr sz="1300"/>
            </a:lvl2pPr>
            <a:lvl3pPr marL="642552" indent="0">
              <a:buNone/>
              <a:defRPr sz="1100"/>
            </a:lvl3pPr>
            <a:lvl4pPr marL="963826" indent="0">
              <a:buNone/>
              <a:defRPr sz="1000"/>
            </a:lvl4pPr>
            <a:lvl5pPr marL="1285105" indent="0">
              <a:buNone/>
              <a:defRPr sz="1000"/>
            </a:lvl5pPr>
            <a:lvl6pPr marL="1606382" indent="0">
              <a:buNone/>
              <a:defRPr sz="1000"/>
            </a:lvl6pPr>
            <a:lvl7pPr marL="1927658" indent="0">
              <a:buNone/>
              <a:defRPr sz="1000"/>
            </a:lvl7pPr>
            <a:lvl8pPr marL="2248936" indent="0">
              <a:buNone/>
              <a:defRPr sz="1000"/>
            </a:lvl8pPr>
            <a:lvl9pPr marL="2570212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9735147"/>
      </p:ext>
    </p:extLst>
  </p:cSld>
  <p:clrMapOvr>
    <a:masterClrMapping/>
  </p:clrMapOvr>
  <p:transition xmlns:p14="http://schemas.microsoft.com/office/powerpoint/2010/main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5" y="1946683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1047" y="1946683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7320"/>
      </p:ext>
    </p:extLst>
  </p:cSld>
  <p:clrMapOvr>
    <a:masterClrMapping/>
  </p:clrMapOvr>
  <p:transition xmlns:p14="http://schemas.microsoft.com/office/powerpoint/2010/main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75" indent="0">
              <a:buNone/>
              <a:defRPr sz="1400" b="1"/>
            </a:lvl2pPr>
            <a:lvl3pPr marL="642552" indent="0">
              <a:buNone/>
              <a:defRPr sz="1300" b="1"/>
            </a:lvl3pPr>
            <a:lvl4pPr marL="963826" indent="0">
              <a:buNone/>
              <a:defRPr sz="1100" b="1"/>
            </a:lvl4pPr>
            <a:lvl5pPr marL="1285105" indent="0">
              <a:buNone/>
              <a:defRPr sz="1100" b="1"/>
            </a:lvl5pPr>
            <a:lvl6pPr marL="1606382" indent="0">
              <a:buNone/>
              <a:defRPr sz="1100" b="1"/>
            </a:lvl6pPr>
            <a:lvl7pPr marL="1927658" indent="0">
              <a:buNone/>
              <a:defRPr sz="1100" b="1"/>
            </a:lvl7pPr>
            <a:lvl8pPr marL="2248936" indent="0">
              <a:buNone/>
              <a:defRPr sz="1100" b="1"/>
            </a:lvl8pPr>
            <a:lvl9pPr marL="2570212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75" indent="0">
              <a:buNone/>
              <a:defRPr sz="1400" b="1"/>
            </a:lvl2pPr>
            <a:lvl3pPr marL="642552" indent="0">
              <a:buNone/>
              <a:defRPr sz="1300" b="1"/>
            </a:lvl3pPr>
            <a:lvl4pPr marL="963826" indent="0">
              <a:buNone/>
              <a:defRPr sz="1100" b="1"/>
            </a:lvl4pPr>
            <a:lvl5pPr marL="1285105" indent="0">
              <a:buNone/>
              <a:defRPr sz="1100" b="1"/>
            </a:lvl5pPr>
            <a:lvl6pPr marL="1606382" indent="0">
              <a:buNone/>
              <a:defRPr sz="1100" b="1"/>
            </a:lvl6pPr>
            <a:lvl7pPr marL="1927658" indent="0">
              <a:buNone/>
              <a:defRPr sz="1100" b="1"/>
            </a:lvl7pPr>
            <a:lvl8pPr marL="2248936" indent="0">
              <a:buNone/>
              <a:defRPr sz="1100" b="1"/>
            </a:lvl8pPr>
            <a:lvl9pPr marL="2570212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66876"/>
      </p:ext>
    </p:extLst>
  </p:cSld>
  <p:clrMapOvr>
    <a:masterClrMapping/>
  </p:clrMapOvr>
  <p:transition xmlns:p14="http://schemas.microsoft.com/office/powerpoint/2010/main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78670"/>
      </p:ext>
    </p:extLst>
  </p:cSld>
  <p:clrMapOvr>
    <a:masterClrMapping/>
  </p:clrMapOvr>
  <p:transition xmlns:p14="http://schemas.microsoft.com/office/powerpoint/2010/main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75354"/>
      </p:ext>
    </p:extLst>
  </p:cSld>
  <p:clrMapOvr>
    <a:masterClrMapping/>
  </p:clrMapOvr>
  <p:transition xmlns:p14="http://schemas.microsoft.com/office/powerpoint/2010/main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8" y="273484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8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275" indent="0">
              <a:buNone/>
              <a:defRPr sz="800"/>
            </a:lvl2pPr>
            <a:lvl3pPr marL="642552" indent="0">
              <a:buNone/>
              <a:defRPr sz="700"/>
            </a:lvl3pPr>
            <a:lvl4pPr marL="963826" indent="0">
              <a:buNone/>
              <a:defRPr sz="600"/>
            </a:lvl4pPr>
            <a:lvl5pPr marL="1285105" indent="0">
              <a:buNone/>
              <a:defRPr sz="600"/>
            </a:lvl5pPr>
            <a:lvl6pPr marL="1606382" indent="0">
              <a:buNone/>
              <a:defRPr sz="600"/>
            </a:lvl6pPr>
            <a:lvl7pPr marL="1927658" indent="0">
              <a:buNone/>
              <a:defRPr sz="600"/>
            </a:lvl7pPr>
            <a:lvl8pPr marL="2248936" indent="0">
              <a:buNone/>
              <a:defRPr sz="600"/>
            </a:lvl8pPr>
            <a:lvl9pPr marL="2570212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048287"/>
      </p:ext>
    </p:extLst>
  </p:cSld>
  <p:clrMapOvr>
    <a:masterClrMapping/>
  </p:clrMapOvr>
  <p:transition xmlns:p14="http://schemas.microsoft.com/office/powerpoint/2010/main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6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6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275" indent="0">
              <a:buNone/>
              <a:defRPr sz="2000"/>
            </a:lvl2pPr>
            <a:lvl3pPr marL="642552" indent="0">
              <a:buNone/>
              <a:defRPr sz="1700"/>
            </a:lvl3pPr>
            <a:lvl4pPr marL="963826" indent="0">
              <a:buNone/>
              <a:defRPr sz="1400"/>
            </a:lvl4pPr>
            <a:lvl5pPr marL="1285105" indent="0">
              <a:buNone/>
              <a:defRPr sz="1400"/>
            </a:lvl5pPr>
            <a:lvl6pPr marL="1606382" indent="0">
              <a:buNone/>
              <a:defRPr sz="1400"/>
            </a:lvl6pPr>
            <a:lvl7pPr marL="1927658" indent="0">
              <a:buNone/>
              <a:defRPr sz="1400"/>
            </a:lvl7pPr>
            <a:lvl8pPr marL="2248936" indent="0">
              <a:buNone/>
              <a:defRPr sz="1400"/>
            </a:lvl8pPr>
            <a:lvl9pPr marL="2570212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6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275" indent="0">
              <a:buNone/>
              <a:defRPr sz="800"/>
            </a:lvl2pPr>
            <a:lvl3pPr marL="642552" indent="0">
              <a:buNone/>
              <a:defRPr sz="700"/>
            </a:lvl3pPr>
            <a:lvl4pPr marL="963826" indent="0">
              <a:buNone/>
              <a:defRPr sz="600"/>
            </a:lvl4pPr>
            <a:lvl5pPr marL="1285105" indent="0">
              <a:buNone/>
              <a:defRPr sz="600"/>
            </a:lvl5pPr>
            <a:lvl6pPr marL="1606382" indent="0">
              <a:buNone/>
              <a:defRPr sz="600"/>
            </a:lvl6pPr>
            <a:lvl7pPr marL="1927658" indent="0">
              <a:buNone/>
              <a:defRPr sz="600"/>
            </a:lvl7pPr>
            <a:lvl8pPr marL="2248936" indent="0">
              <a:buNone/>
              <a:defRPr sz="600"/>
            </a:lvl8pPr>
            <a:lvl9pPr marL="2570212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324873"/>
      </p:ext>
    </p:extLst>
  </p:cSld>
  <p:clrMapOvr>
    <a:masterClrMapping/>
  </p:clrMapOvr>
  <p:transition xmlns:p14="http://schemas.microsoft.com/office/powerpoint/2010/main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51270"/>
      </p:ext>
    </p:extLst>
  </p:cSld>
  <p:clrMapOvr>
    <a:masterClrMapping/>
  </p:clrMapOvr>
  <p:transition xmlns:p14="http://schemas.microsoft.com/office/powerpoint/2010/main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1883" y="178594"/>
            <a:ext cx="1919883" cy="5786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4" y="178594"/>
            <a:ext cx="5652492" cy="5786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32393"/>
      </p:ext>
    </p:extLst>
  </p:cSld>
  <p:clrMapOvr>
    <a:masterClrMapping/>
  </p:clrMapOvr>
  <p:transition xmlns:p14="http://schemas.microsoft.com/office/powerpoint/2010/main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59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258" indent="0" algn="ctr">
              <a:buNone/>
              <a:defRPr/>
            </a:lvl2pPr>
            <a:lvl3pPr marL="642519" indent="0" algn="ctr">
              <a:buNone/>
              <a:defRPr/>
            </a:lvl3pPr>
            <a:lvl4pPr marL="963776" indent="0" algn="ctr">
              <a:buNone/>
              <a:defRPr/>
            </a:lvl4pPr>
            <a:lvl5pPr marL="1285039" indent="0" algn="ctr">
              <a:buNone/>
              <a:defRPr/>
            </a:lvl5pPr>
            <a:lvl6pPr marL="1606299" indent="0" algn="ctr">
              <a:buNone/>
              <a:defRPr/>
            </a:lvl6pPr>
            <a:lvl7pPr marL="1927559" indent="0" algn="ctr">
              <a:buNone/>
              <a:defRPr/>
            </a:lvl7pPr>
            <a:lvl8pPr marL="2248821" indent="0" algn="ctr">
              <a:buNone/>
              <a:defRPr/>
            </a:lvl8pPr>
            <a:lvl9pPr marL="257008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92729"/>
      </p:ext>
    </p:extLst>
  </p:cSld>
  <p:clrMapOvr>
    <a:masterClrMapping/>
  </p:clrMapOvr>
  <p:transition xmlns:p14="http://schemas.microsoft.com/office/powerpoint/2010/main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912"/>
      </p:ext>
    </p:extLst>
  </p:cSld>
  <p:clrMapOvr>
    <a:masterClrMapping/>
  </p:clrMapOvr>
  <p:transition xmlns:p14="http://schemas.microsoft.com/office/powerpoint/2010/main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258" indent="0">
              <a:buNone/>
              <a:defRPr sz="1300"/>
            </a:lvl2pPr>
            <a:lvl3pPr marL="642519" indent="0">
              <a:buNone/>
              <a:defRPr sz="1100"/>
            </a:lvl3pPr>
            <a:lvl4pPr marL="963776" indent="0">
              <a:buNone/>
              <a:defRPr sz="1000"/>
            </a:lvl4pPr>
            <a:lvl5pPr marL="1285039" indent="0">
              <a:buNone/>
              <a:defRPr sz="1000"/>
            </a:lvl5pPr>
            <a:lvl6pPr marL="1606299" indent="0">
              <a:buNone/>
              <a:defRPr sz="1000"/>
            </a:lvl6pPr>
            <a:lvl7pPr marL="1927559" indent="0">
              <a:buNone/>
              <a:defRPr sz="1000"/>
            </a:lvl7pPr>
            <a:lvl8pPr marL="2248821" indent="0">
              <a:buNone/>
              <a:defRPr sz="1000"/>
            </a:lvl8pPr>
            <a:lvl9pPr marL="257008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8407432"/>
      </p:ext>
    </p:extLst>
  </p:cSld>
  <p:clrMapOvr>
    <a:masterClrMapping/>
  </p:clrMapOvr>
  <p:transition xmlns:p14="http://schemas.microsoft.com/office/powerpoint/2010/main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5" y="1946684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1047" y="1946684"/>
            <a:ext cx="1821656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91531"/>
      </p:ext>
    </p:extLst>
  </p:cSld>
  <p:clrMapOvr>
    <a:masterClrMapping/>
  </p:clrMapOvr>
  <p:transition xmlns:p14="http://schemas.microsoft.com/office/powerpoint/2010/main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58" indent="0">
              <a:buNone/>
              <a:defRPr sz="1400" b="1"/>
            </a:lvl2pPr>
            <a:lvl3pPr marL="642519" indent="0">
              <a:buNone/>
              <a:defRPr sz="1300" b="1"/>
            </a:lvl3pPr>
            <a:lvl4pPr marL="963776" indent="0">
              <a:buNone/>
              <a:defRPr sz="1100" b="1"/>
            </a:lvl4pPr>
            <a:lvl5pPr marL="1285039" indent="0">
              <a:buNone/>
              <a:defRPr sz="1100" b="1"/>
            </a:lvl5pPr>
            <a:lvl6pPr marL="1606299" indent="0">
              <a:buNone/>
              <a:defRPr sz="1100" b="1"/>
            </a:lvl6pPr>
            <a:lvl7pPr marL="1927559" indent="0">
              <a:buNone/>
              <a:defRPr sz="1100" b="1"/>
            </a:lvl7pPr>
            <a:lvl8pPr marL="2248821" indent="0">
              <a:buNone/>
              <a:defRPr sz="1100" b="1"/>
            </a:lvl8pPr>
            <a:lvl9pPr marL="257008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58" indent="0">
              <a:buNone/>
              <a:defRPr sz="1400" b="1"/>
            </a:lvl2pPr>
            <a:lvl3pPr marL="642519" indent="0">
              <a:buNone/>
              <a:defRPr sz="1300" b="1"/>
            </a:lvl3pPr>
            <a:lvl4pPr marL="963776" indent="0">
              <a:buNone/>
              <a:defRPr sz="1100" b="1"/>
            </a:lvl4pPr>
            <a:lvl5pPr marL="1285039" indent="0">
              <a:buNone/>
              <a:defRPr sz="1100" b="1"/>
            </a:lvl5pPr>
            <a:lvl6pPr marL="1606299" indent="0">
              <a:buNone/>
              <a:defRPr sz="1100" b="1"/>
            </a:lvl6pPr>
            <a:lvl7pPr marL="1927559" indent="0">
              <a:buNone/>
              <a:defRPr sz="1100" b="1"/>
            </a:lvl7pPr>
            <a:lvl8pPr marL="2248821" indent="0">
              <a:buNone/>
              <a:defRPr sz="1100" b="1"/>
            </a:lvl8pPr>
            <a:lvl9pPr marL="257008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92588"/>
      </p:ext>
    </p:extLst>
  </p:cSld>
  <p:clrMapOvr>
    <a:masterClrMapping/>
  </p:clrMapOvr>
  <p:transition xmlns:p14="http://schemas.microsoft.com/office/powerpoint/2010/main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51994"/>
      </p:ext>
    </p:extLst>
  </p:cSld>
  <p:clrMapOvr>
    <a:masterClrMapping/>
  </p:clrMapOvr>
  <p:transition xmlns:p14="http://schemas.microsoft.com/office/powerpoint/2010/main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35489"/>
      </p:ext>
    </p:extLst>
  </p:cSld>
  <p:clrMapOvr>
    <a:masterClrMapping/>
  </p:clrMapOvr>
  <p:transition xmlns:p14="http://schemas.microsoft.com/office/powerpoint/2010/main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59" y="273485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59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258" indent="0">
              <a:buNone/>
              <a:defRPr sz="800"/>
            </a:lvl2pPr>
            <a:lvl3pPr marL="642519" indent="0">
              <a:buNone/>
              <a:defRPr sz="700"/>
            </a:lvl3pPr>
            <a:lvl4pPr marL="963776" indent="0">
              <a:buNone/>
              <a:defRPr sz="600"/>
            </a:lvl4pPr>
            <a:lvl5pPr marL="1285039" indent="0">
              <a:buNone/>
              <a:defRPr sz="600"/>
            </a:lvl5pPr>
            <a:lvl6pPr marL="1606299" indent="0">
              <a:buNone/>
              <a:defRPr sz="600"/>
            </a:lvl6pPr>
            <a:lvl7pPr marL="1927559" indent="0">
              <a:buNone/>
              <a:defRPr sz="600"/>
            </a:lvl7pPr>
            <a:lvl8pPr marL="2248821" indent="0">
              <a:buNone/>
              <a:defRPr sz="600"/>
            </a:lvl8pPr>
            <a:lvl9pPr marL="257008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970911"/>
      </p:ext>
    </p:extLst>
  </p:cSld>
  <p:clrMapOvr>
    <a:masterClrMapping/>
  </p:clrMapOvr>
  <p:transition xmlns:p14="http://schemas.microsoft.com/office/powerpoint/2010/main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7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7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258" indent="0">
              <a:buNone/>
              <a:defRPr sz="2000"/>
            </a:lvl2pPr>
            <a:lvl3pPr marL="642519" indent="0">
              <a:buNone/>
              <a:defRPr sz="1700"/>
            </a:lvl3pPr>
            <a:lvl4pPr marL="963776" indent="0">
              <a:buNone/>
              <a:defRPr sz="1400"/>
            </a:lvl4pPr>
            <a:lvl5pPr marL="1285039" indent="0">
              <a:buNone/>
              <a:defRPr sz="1400"/>
            </a:lvl5pPr>
            <a:lvl6pPr marL="1606299" indent="0">
              <a:buNone/>
              <a:defRPr sz="1400"/>
            </a:lvl6pPr>
            <a:lvl7pPr marL="1927559" indent="0">
              <a:buNone/>
              <a:defRPr sz="1400"/>
            </a:lvl7pPr>
            <a:lvl8pPr marL="2248821" indent="0">
              <a:buNone/>
              <a:defRPr sz="1400"/>
            </a:lvl8pPr>
            <a:lvl9pPr marL="2570081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7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258" indent="0">
              <a:buNone/>
              <a:defRPr sz="800"/>
            </a:lvl2pPr>
            <a:lvl3pPr marL="642519" indent="0">
              <a:buNone/>
              <a:defRPr sz="700"/>
            </a:lvl3pPr>
            <a:lvl4pPr marL="963776" indent="0">
              <a:buNone/>
              <a:defRPr sz="600"/>
            </a:lvl4pPr>
            <a:lvl5pPr marL="1285039" indent="0">
              <a:buNone/>
              <a:defRPr sz="600"/>
            </a:lvl5pPr>
            <a:lvl6pPr marL="1606299" indent="0">
              <a:buNone/>
              <a:defRPr sz="600"/>
            </a:lvl6pPr>
            <a:lvl7pPr marL="1927559" indent="0">
              <a:buNone/>
              <a:defRPr sz="600"/>
            </a:lvl7pPr>
            <a:lvl8pPr marL="2248821" indent="0">
              <a:buNone/>
              <a:defRPr sz="600"/>
            </a:lvl8pPr>
            <a:lvl9pPr marL="257008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2541397"/>
      </p:ext>
    </p:extLst>
  </p:cSld>
  <p:clrMapOvr>
    <a:masterClrMapping/>
  </p:clrMapOvr>
  <p:transition xmlns:p14="http://schemas.microsoft.com/office/powerpoint/2010/main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97600"/>
      </p:ext>
    </p:extLst>
  </p:cSld>
  <p:clrMapOvr>
    <a:masterClrMapping/>
  </p:clrMapOvr>
  <p:transition xmlns:p14="http://schemas.microsoft.com/office/powerpoint/2010/main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1883" y="178594"/>
            <a:ext cx="1919883" cy="5786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4" y="178594"/>
            <a:ext cx="5652492" cy="5786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94727"/>
      </p:ext>
    </p:extLst>
  </p:cSld>
  <p:clrMapOvr>
    <a:masterClrMapping/>
  </p:clrMapOvr>
  <p:transition xmlns:p14="http://schemas.microsoft.com/office/powerpoint/2010/main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0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241" indent="0" algn="ctr">
              <a:buNone/>
              <a:defRPr/>
            </a:lvl2pPr>
            <a:lvl3pPr marL="642486" indent="0" algn="ctr">
              <a:buNone/>
              <a:defRPr/>
            </a:lvl3pPr>
            <a:lvl4pPr marL="963727" indent="0" algn="ctr">
              <a:buNone/>
              <a:defRPr/>
            </a:lvl4pPr>
            <a:lvl5pPr marL="1284973" indent="0" algn="ctr">
              <a:buNone/>
              <a:defRPr/>
            </a:lvl5pPr>
            <a:lvl6pPr marL="1606216" indent="0" algn="ctr">
              <a:buNone/>
              <a:defRPr/>
            </a:lvl6pPr>
            <a:lvl7pPr marL="1927460" indent="0" algn="ctr">
              <a:buNone/>
              <a:defRPr/>
            </a:lvl7pPr>
            <a:lvl8pPr marL="2248706" indent="0" algn="ctr">
              <a:buNone/>
              <a:defRPr/>
            </a:lvl8pPr>
            <a:lvl9pPr marL="256994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12153"/>
      </p:ext>
    </p:extLst>
  </p:cSld>
  <p:clrMapOvr>
    <a:masterClrMapping/>
  </p:clrMapOvr>
  <p:transition xmlns:p14="http://schemas.microsoft.com/office/powerpoint/2010/main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0281"/>
      </p:ext>
    </p:extLst>
  </p:cSld>
  <p:clrMapOvr>
    <a:masterClrMapping/>
  </p:clrMapOvr>
  <p:transition xmlns:p14="http://schemas.microsoft.com/office/powerpoint/2010/main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241" indent="0">
              <a:buNone/>
              <a:defRPr sz="1300"/>
            </a:lvl2pPr>
            <a:lvl3pPr marL="642486" indent="0">
              <a:buNone/>
              <a:defRPr sz="1100"/>
            </a:lvl3pPr>
            <a:lvl4pPr marL="963727" indent="0">
              <a:buNone/>
              <a:defRPr sz="1000"/>
            </a:lvl4pPr>
            <a:lvl5pPr marL="1284973" indent="0">
              <a:buNone/>
              <a:defRPr sz="1000"/>
            </a:lvl5pPr>
            <a:lvl6pPr marL="1606216" indent="0">
              <a:buNone/>
              <a:defRPr sz="1000"/>
            </a:lvl6pPr>
            <a:lvl7pPr marL="1927460" indent="0">
              <a:buNone/>
              <a:defRPr sz="1000"/>
            </a:lvl7pPr>
            <a:lvl8pPr marL="2248706" indent="0">
              <a:buNone/>
              <a:defRPr sz="1000"/>
            </a:lvl8pPr>
            <a:lvl9pPr marL="256994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5435616"/>
      </p:ext>
    </p:extLst>
  </p:cSld>
  <p:clrMapOvr>
    <a:masterClrMapping/>
  </p:clrMapOvr>
  <p:transition xmlns:p14="http://schemas.microsoft.com/office/powerpoint/2010/main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5" y="3429000"/>
            <a:ext cx="1821656" cy="2009180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1047" y="3429000"/>
            <a:ext cx="1821656" cy="2009180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98775"/>
      </p:ext>
    </p:extLst>
  </p:cSld>
  <p:clrMapOvr>
    <a:masterClrMapping/>
  </p:clrMapOvr>
  <p:transition xmlns:p14="http://schemas.microsoft.com/office/powerpoint/2010/main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41" indent="0">
              <a:buNone/>
              <a:defRPr sz="1400" b="1"/>
            </a:lvl2pPr>
            <a:lvl3pPr marL="642486" indent="0">
              <a:buNone/>
              <a:defRPr sz="1300" b="1"/>
            </a:lvl3pPr>
            <a:lvl4pPr marL="963727" indent="0">
              <a:buNone/>
              <a:defRPr sz="1100" b="1"/>
            </a:lvl4pPr>
            <a:lvl5pPr marL="1284973" indent="0">
              <a:buNone/>
              <a:defRPr sz="1100" b="1"/>
            </a:lvl5pPr>
            <a:lvl6pPr marL="1606216" indent="0">
              <a:buNone/>
              <a:defRPr sz="1100" b="1"/>
            </a:lvl6pPr>
            <a:lvl7pPr marL="1927460" indent="0">
              <a:buNone/>
              <a:defRPr sz="1100" b="1"/>
            </a:lvl7pPr>
            <a:lvl8pPr marL="2248706" indent="0">
              <a:buNone/>
              <a:defRPr sz="1100" b="1"/>
            </a:lvl8pPr>
            <a:lvl9pPr marL="2569949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41" indent="0">
              <a:buNone/>
              <a:defRPr sz="1400" b="1"/>
            </a:lvl2pPr>
            <a:lvl3pPr marL="642486" indent="0">
              <a:buNone/>
              <a:defRPr sz="1300" b="1"/>
            </a:lvl3pPr>
            <a:lvl4pPr marL="963727" indent="0">
              <a:buNone/>
              <a:defRPr sz="1100" b="1"/>
            </a:lvl4pPr>
            <a:lvl5pPr marL="1284973" indent="0">
              <a:buNone/>
              <a:defRPr sz="1100" b="1"/>
            </a:lvl5pPr>
            <a:lvl6pPr marL="1606216" indent="0">
              <a:buNone/>
              <a:defRPr sz="1100" b="1"/>
            </a:lvl6pPr>
            <a:lvl7pPr marL="1927460" indent="0">
              <a:buNone/>
              <a:defRPr sz="1100" b="1"/>
            </a:lvl7pPr>
            <a:lvl8pPr marL="2248706" indent="0">
              <a:buNone/>
              <a:defRPr sz="1100" b="1"/>
            </a:lvl8pPr>
            <a:lvl9pPr marL="2569949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41429"/>
      </p:ext>
    </p:extLst>
  </p:cSld>
  <p:clrMapOvr>
    <a:masterClrMapping/>
  </p:clrMapOvr>
  <p:transition xmlns:p14="http://schemas.microsoft.com/office/powerpoint/2010/main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73823"/>
      </p:ext>
    </p:extLst>
  </p:cSld>
  <p:clrMapOvr>
    <a:masterClrMapping/>
  </p:clrMapOvr>
  <p:transition xmlns:p14="http://schemas.microsoft.com/office/powerpoint/2010/main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200894"/>
      </p:ext>
    </p:extLst>
  </p:cSld>
  <p:clrMapOvr>
    <a:masterClrMapping/>
  </p:clrMapOvr>
  <p:transition xmlns:p14="http://schemas.microsoft.com/office/powerpoint/2010/main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0" y="273486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0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241" indent="0">
              <a:buNone/>
              <a:defRPr sz="800"/>
            </a:lvl2pPr>
            <a:lvl3pPr marL="642486" indent="0">
              <a:buNone/>
              <a:defRPr sz="700"/>
            </a:lvl3pPr>
            <a:lvl4pPr marL="963727" indent="0">
              <a:buNone/>
              <a:defRPr sz="600"/>
            </a:lvl4pPr>
            <a:lvl5pPr marL="1284973" indent="0">
              <a:buNone/>
              <a:defRPr sz="600"/>
            </a:lvl5pPr>
            <a:lvl6pPr marL="1606216" indent="0">
              <a:buNone/>
              <a:defRPr sz="600"/>
            </a:lvl6pPr>
            <a:lvl7pPr marL="1927460" indent="0">
              <a:buNone/>
              <a:defRPr sz="600"/>
            </a:lvl7pPr>
            <a:lvl8pPr marL="2248706" indent="0">
              <a:buNone/>
              <a:defRPr sz="600"/>
            </a:lvl8pPr>
            <a:lvl9pPr marL="2569949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782926"/>
      </p:ext>
    </p:extLst>
  </p:cSld>
  <p:clrMapOvr>
    <a:masterClrMapping/>
  </p:clrMapOvr>
  <p:transition xmlns:p14="http://schemas.microsoft.com/office/powerpoint/2010/main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8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8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241" indent="0">
              <a:buNone/>
              <a:defRPr sz="2000"/>
            </a:lvl2pPr>
            <a:lvl3pPr marL="642486" indent="0">
              <a:buNone/>
              <a:defRPr sz="1700"/>
            </a:lvl3pPr>
            <a:lvl4pPr marL="963727" indent="0">
              <a:buNone/>
              <a:defRPr sz="1400"/>
            </a:lvl4pPr>
            <a:lvl5pPr marL="1284973" indent="0">
              <a:buNone/>
              <a:defRPr sz="1400"/>
            </a:lvl5pPr>
            <a:lvl6pPr marL="1606216" indent="0">
              <a:buNone/>
              <a:defRPr sz="1400"/>
            </a:lvl6pPr>
            <a:lvl7pPr marL="1927460" indent="0">
              <a:buNone/>
              <a:defRPr sz="1400"/>
            </a:lvl7pPr>
            <a:lvl8pPr marL="2248706" indent="0">
              <a:buNone/>
              <a:defRPr sz="1400"/>
            </a:lvl8pPr>
            <a:lvl9pPr marL="2569949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8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241" indent="0">
              <a:buNone/>
              <a:defRPr sz="800"/>
            </a:lvl2pPr>
            <a:lvl3pPr marL="642486" indent="0">
              <a:buNone/>
              <a:defRPr sz="700"/>
            </a:lvl3pPr>
            <a:lvl4pPr marL="963727" indent="0">
              <a:buNone/>
              <a:defRPr sz="600"/>
            </a:lvl4pPr>
            <a:lvl5pPr marL="1284973" indent="0">
              <a:buNone/>
              <a:defRPr sz="600"/>
            </a:lvl5pPr>
            <a:lvl6pPr marL="1606216" indent="0">
              <a:buNone/>
              <a:defRPr sz="600"/>
            </a:lvl6pPr>
            <a:lvl7pPr marL="1927460" indent="0">
              <a:buNone/>
              <a:defRPr sz="600"/>
            </a:lvl7pPr>
            <a:lvl8pPr marL="2248706" indent="0">
              <a:buNone/>
              <a:defRPr sz="600"/>
            </a:lvl8pPr>
            <a:lvl9pPr marL="2569949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6407316"/>
      </p:ext>
    </p:extLst>
  </p:cSld>
  <p:clrMapOvr>
    <a:masterClrMapping/>
  </p:clrMapOvr>
  <p:transition xmlns:p14="http://schemas.microsoft.com/office/powerpoint/2010/main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7456"/>
      </p:ext>
    </p:extLst>
  </p:cSld>
  <p:clrMapOvr>
    <a:masterClrMapping/>
  </p:clrMapOvr>
  <p:transition xmlns:p14="http://schemas.microsoft.com/office/powerpoint/2010/main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45087" y="1419834"/>
            <a:ext cx="937617" cy="401835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5" y="1419834"/>
            <a:ext cx="2705695" cy="401835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79835"/>
      </p:ext>
    </p:extLst>
  </p:cSld>
  <p:clrMapOvr>
    <a:masterClrMapping/>
  </p:clrMapOvr>
  <p:transition xmlns:p14="http://schemas.microsoft.com/office/powerpoint/2010/main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1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225" indent="0" algn="ctr">
              <a:buNone/>
              <a:defRPr/>
            </a:lvl2pPr>
            <a:lvl3pPr marL="642453" indent="0" algn="ctr">
              <a:buNone/>
              <a:defRPr/>
            </a:lvl3pPr>
            <a:lvl4pPr marL="963678" indent="0" algn="ctr">
              <a:buNone/>
              <a:defRPr/>
            </a:lvl4pPr>
            <a:lvl5pPr marL="1284908" indent="0" algn="ctr">
              <a:buNone/>
              <a:defRPr/>
            </a:lvl5pPr>
            <a:lvl6pPr marL="1606134" indent="0" algn="ctr">
              <a:buNone/>
              <a:defRPr/>
            </a:lvl6pPr>
            <a:lvl7pPr marL="1927362" indent="0" algn="ctr">
              <a:buNone/>
              <a:defRPr/>
            </a:lvl7pPr>
            <a:lvl8pPr marL="2248591" indent="0" algn="ctr">
              <a:buNone/>
              <a:defRPr/>
            </a:lvl8pPr>
            <a:lvl9pPr marL="25698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94371"/>
      </p:ext>
    </p:extLst>
  </p:cSld>
  <p:clrMapOvr>
    <a:masterClrMapping/>
  </p:clrMapOvr>
  <p:transition xmlns:p14="http://schemas.microsoft.com/office/powerpoint/2010/main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952"/>
      </p:ext>
    </p:extLst>
  </p:cSld>
  <p:clrMapOvr>
    <a:masterClrMapping/>
  </p:clrMapOvr>
  <p:transition xmlns:p14="http://schemas.microsoft.com/office/powerpoint/2010/main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225" indent="0">
              <a:buNone/>
              <a:defRPr sz="1300"/>
            </a:lvl2pPr>
            <a:lvl3pPr marL="642453" indent="0">
              <a:buNone/>
              <a:defRPr sz="1100"/>
            </a:lvl3pPr>
            <a:lvl4pPr marL="963678" indent="0">
              <a:buNone/>
              <a:defRPr sz="1000"/>
            </a:lvl4pPr>
            <a:lvl5pPr marL="1284908" indent="0">
              <a:buNone/>
              <a:defRPr sz="1000"/>
            </a:lvl5pPr>
            <a:lvl6pPr marL="1606134" indent="0">
              <a:buNone/>
              <a:defRPr sz="1000"/>
            </a:lvl6pPr>
            <a:lvl7pPr marL="1927362" indent="0">
              <a:buNone/>
              <a:defRPr sz="1000"/>
            </a:lvl7pPr>
            <a:lvl8pPr marL="2248591" indent="0">
              <a:buNone/>
              <a:defRPr sz="1000"/>
            </a:lvl8pPr>
            <a:lvl9pPr marL="2569817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17200"/>
      </p:ext>
    </p:extLst>
  </p:cSld>
  <p:clrMapOvr>
    <a:masterClrMapping/>
  </p:clrMapOvr>
  <p:transition xmlns:p14="http://schemas.microsoft.com/office/powerpoint/2010/main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234" y="1946686"/>
            <a:ext cx="3786188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946686"/>
            <a:ext cx="3786188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50559"/>
      </p:ext>
    </p:extLst>
  </p:cSld>
  <p:clrMapOvr>
    <a:masterClrMapping/>
  </p:clrMapOvr>
  <p:transition xmlns:p14="http://schemas.microsoft.com/office/powerpoint/2010/main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25" indent="0">
              <a:buNone/>
              <a:defRPr sz="1400" b="1"/>
            </a:lvl2pPr>
            <a:lvl3pPr marL="642453" indent="0">
              <a:buNone/>
              <a:defRPr sz="1300" b="1"/>
            </a:lvl3pPr>
            <a:lvl4pPr marL="963678" indent="0">
              <a:buNone/>
              <a:defRPr sz="1100" b="1"/>
            </a:lvl4pPr>
            <a:lvl5pPr marL="1284908" indent="0">
              <a:buNone/>
              <a:defRPr sz="1100" b="1"/>
            </a:lvl5pPr>
            <a:lvl6pPr marL="1606134" indent="0">
              <a:buNone/>
              <a:defRPr sz="1100" b="1"/>
            </a:lvl6pPr>
            <a:lvl7pPr marL="1927362" indent="0">
              <a:buNone/>
              <a:defRPr sz="1100" b="1"/>
            </a:lvl7pPr>
            <a:lvl8pPr marL="2248591" indent="0">
              <a:buNone/>
              <a:defRPr sz="1100" b="1"/>
            </a:lvl8pPr>
            <a:lvl9pPr marL="256981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225" indent="0">
              <a:buNone/>
              <a:defRPr sz="1400" b="1"/>
            </a:lvl2pPr>
            <a:lvl3pPr marL="642453" indent="0">
              <a:buNone/>
              <a:defRPr sz="1300" b="1"/>
            </a:lvl3pPr>
            <a:lvl4pPr marL="963678" indent="0">
              <a:buNone/>
              <a:defRPr sz="1100" b="1"/>
            </a:lvl4pPr>
            <a:lvl5pPr marL="1284908" indent="0">
              <a:buNone/>
              <a:defRPr sz="1100" b="1"/>
            </a:lvl5pPr>
            <a:lvl6pPr marL="1606134" indent="0">
              <a:buNone/>
              <a:defRPr sz="1100" b="1"/>
            </a:lvl6pPr>
            <a:lvl7pPr marL="1927362" indent="0">
              <a:buNone/>
              <a:defRPr sz="1100" b="1"/>
            </a:lvl7pPr>
            <a:lvl8pPr marL="2248591" indent="0">
              <a:buNone/>
              <a:defRPr sz="1100" b="1"/>
            </a:lvl8pPr>
            <a:lvl9pPr marL="256981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7869"/>
      </p:ext>
    </p:extLst>
  </p:cSld>
  <p:clrMapOvr>
    <a:masterClrMapping/>
  </p:clrMapOvr>
  <p:transition xmlns:p14="http://schemas.microsoft.com/office/powerpoint/2010/main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89623"/>
      </p:ext>
    </p:extLst>
  </p:cSld>
  <p:clrMapOvr>
    <a:masterClrMapping/>
  </p:clrMapOvr>
  <p:transition xmlns:p14="http://schemas.microsoft.com/office/powerpoint/2010/main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836405"/>
      </p:ext>
    </p:extLst>
  </p:cSld>
  <p:clrMapOvr>
    <a:masterClrMapping/>
  </p:clrMapOvr>
  <p:transition xmlns:p14="http://schemas.microsoft.com/office/powerpoint/2010/main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1" y="273487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1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225" indent="0">
              <a:buNone/>
              <a:defRPr sz="800"/>
            </a:lvl2pPr>
            <a:lvl3pPr marL="642453" indent="0">
              <a:buNone/>
              <a:defRPr sz="700"/>
            </a:lvl3pPr>
            <a:lvl4pPr marL="963678" indent="0">
              <a:buNone/>
              <a:defRPr sz="600"/>
            </a:lvl4pPr>
            <a:lvl5pPr marL="1284908" indent="0">
              <a:buNone/>
              <a:defRPr sz="600"/>
            </a:lvl5pPr>
            <a:lvl6pPr marL="1606134" indent="0">
              <a:buNone/>
              <a:defRPr sz="600"/>
            </a:lvl6pPr>
            <a:lvl7pPr marL="1927362" indent="0">
              <a:buNone/>
              <a:defRPr sz="600"/>
            </a:lvl7pPr>
            <a:lvl8pPr marL="2248591" indent="0">
              <a:buNone/>
              <a:defRPr sz="600"/>
            </a:lvl8pPr>
            <a:lvl9pPr marL="256981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7959465"/>
      </p:ext>
    </p:extLst>
  </p:cSld>
  <p:clrMapOvr>
    <a:masterClrMapping/>
  </p:clrMapOvr>
  <p:transition xmlns:p14="http://schemas.microsoft.com/office/powerpoint/2010/main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49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49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225" indent="0">
              <a:buNone/>
              <a:defRPr sz="2000"/>
            </a:lvl2pPr>
            <a:lvl3pPr marL="642453" indent="0">
              <a:buNone/>
              <a:defRPr sz="1700"/>
            </a:lvl3pPr>
            <a:lvl4pPr marL="963678" indent="0">
              <a:buNone/>
              <a:defRPr sz="1400"/>
            </a:lvl4pPr>
            <a:lvl5pPr marL="1284908" indent="0">
              <a:buNone/>
              <a:defRPr sz="1400"/>
            </a:lvl5pPr>
            <a:lvl6pPr marL="1606134" indent="0">
              <a:buNone/>
              <a:defRPr sz="1400"/>
            </a:lvl6pPr>
            <a:lvl7pPr marL="1927362" indent="0">
              <a:buNone/>
              <a:defRPr sz="1400"/>
            </a:lvl7pPr>
            <a:lvl8pPr marL="2248591" indent="0">
              <a:buNone/>
              <a:defRPr sz="1400"/>
            </a:lvl8pPr>
            <a:lvl9pPr marL="2569817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49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225" indent="0">
              <a:buNone/>
              <a:defRPr sz="800"/>
            </a:lvl2pPr>
            <a:lvl3pPr marL="642453" indent="0">
              <a:buNone/>
              <a:defRPr sz="700"/>
            </a:lvl3pPr>
            <a:lvl4pPr marL="963678" indent="0">
              <a:buNone/>
              <a:defRPr sz="600"/>
            </a:lvl4pPr>
            <a:lvl5pPr marL="1284908" indent="0">
              <a:buNone/>
              <a:defRPr sz="600"/>
            </a:lvl5pPr>
            <a:lvl6pPr marL="1606134" indent="0">
              <a:buNone/>
              <a:defRPr sz="600"/>
            </a:lvl6pPr>
            <a:lvl7pPr marL="1927362" indent="0">
              <a:buNone/>
              <a:defRPr sz="600"/>
            </a:lvl7pPr>
            <a:lvl8pPr marL="2248591" indent="0">
              <a:buNone/>
              <a:defRPr sz="600"/>
            </a:lvl8pPr>
            <a:lvl9pPr marL="256981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161896"/>
      </p:ext>
    </p:extLst>
  </p:cSld>
  <p:clrMapOvr>
    <a:masterClrMapping/>
  </p:clrMapOvr>
  <p:transition xmlns:p14="http://schemas.microsoft.com/office/powerpoint/2010/main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6011"/>
      </p:ext>
    </p:extLst>
  </p:cSld>
  <p:clrMapOvr>
    <a:masterClrMapping/>
  </p:clrMapOvr>
  <p:transition xmlns:p14="http://schemas.microsoft.com/office/powerpoint/2010/main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1883" y="178594"/>
            <a:ext cx="1919883" cy="5786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234" y="178594"/>
            <a:ext cx="5652492" cy="5786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95950"/>
      </p:ext>
    </p:extLst>
  </p:cSld>
  <p:clrMapOvr>
    <a:masterClrMapping/>
  </p:clrMapOvr>
  <p:transition xmlns:p14="http://schemas.microsoft.com/office/powerpoint/2010/main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2"/>
            <a:ext cx="6400354" cy="1752451"/>
          </a:xfrm>
          <a:prstGeom prst="rect">
            <a:avLst/>
          </a:prstGeom>
        </p:spPr>
        <p:txBody>
          <a:bodyPr vert="horz" lIns="64242" tIns="32119" rIns="64242" bIns="32119"/>
          <a:lstStyle>
            <a:lvl1pPr marL="0" indent="0" algn="ctr">
              <a:buNone/>
              <a:defRPr/>
            </a:lvl1pPr>
            <a:lvl2pPr marL="321208" indent="0" algn="ctr">
              <a:buNone/>
              <a:defRPr/>
            </a:lvl2pPr>
            <a:lvl3pPr marL="642420" indent="0" algn="ctr">
              <a:buNone/>
              <a:defRPr/>
            </a:lvl3pPr>
            <a:lvl4pPr marL="963629" indent="0" algn="ctr">
              <a:buNone/>
              <a:defRPr/>
            </a:lvl4pPr>
            <a:lvl5pPr marL="1284842" indent="0" algn="ctr">
              <a:buNone/>
              <a:defRPr/>
            </a:lvl5pPr>
            <a:lvl6pPr marL="1606052" indent="0" algn="ctr">
              <a:buNone/>
              <a:defRPr/>
            </a:lvl6pPr>
            <a:lvl7pPr marL="1927263" indent="0" algn="ctr">
              <a:buNone/>
              <a:defRPr/>
            </a:lvl7pPr>
            <a:lvl8pPr marL="2248476" indent="0" algn="ctr">
              <a:buNone/>
              <a:defRPr/>
            </a:lvl8pPr>
            <a:lvl9pPr marL="2569686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08423"/>
      </p:ext>
    </p:extLst>
  </p:cSld>
  <p:clrMapOvr>
    <a:masterClrMapping/>
  </p:clrMapOvr>
  <p:transition xmlns:p14="http://schemas.microsoft.com/office/powerpoint/2010/main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47" y="1600662"/>
            <a:ext cx="8228707" cy="4525119"/>
          </a:xfrm>
          <a:prstGeom prst="rect">
            <a:avLst/>
          </a:prstGeom>
        </p:spPr>
        <p:txBody>
          <a:bodyPr vert="horz" lIns="64242" tIns="32119" rIns="64242" bIns="3211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72875"/>
      </p:ext>
    </p:extLst>
  </p:cSld>
  <p:clrMapOvr>
    <a:masterClrMapping/>
  </p:clrMapOvr>
  <p:transition xmlns:p14="http://schemas.microsoft.com/office/powerpoint/2010/main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  <a:prstGeom prst="rect">
            <a:avLst/>
          </a:prstGeom>
        </p:spPr>
        <p:txBody>
          <a:bodyPr vert="horz" lIns="64242" tIns="32119" rIns="64242" bIns="32119" anchor="b"/>
          <a:lstStyle>
            <a:lvl1pPr marL="0" indent="0">
              <a:buNone/>
              <a:defRPr sz="1400"/>
            </a:lvl1pPr>
            <a:lvl2pPr marL="321208" indent="0">
              <a:buNone/>
              <a:defRPr sz="1300"/>
            </a:lvl2pPr>
            <a:lvl3pPr marL="642420" indent="0">
              <a:buNone/>
              <a:defRPr sz="1100"/>
            </a:lvl3pPr>
            <a:lvl4pPr marL="963629" indent="0">
              <a:buNone/>
              <a:defRPr sz="1000"/>
            </a:lvl4pPr>
            <a:lvl5pPr marL="1284842" indent="0">
              <a:buNone/>
              <a:defRPr sz="1000"/>
            </a:lvl5pPr>
            <a:lvl6pPr marL="1606052" indent="0">
              <a:buNone/>
              <a:defRPr sz="1000"/>
            </a:lvl6pPr>
            <a:lvl7pPr marL="1927263" indent="0">
              <a:buNone/>
              <a:defRPr sz="1000"/>
            </a:lvl7pPr>
            <a:lvl8pPr marL="2248476" indent="0">
              <a:buNone/>
              <a:defRPr sz="1000"/>
            </a:lvl8pPr>
            <a:lvl9pPr marL="256968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666702"/>
      </p:ext>
    </p:extLst>
  </p:cSld>
  <p:clrMapOvr>
    <a:masterClrMapping/>
  </p:clrMapOvr>
  <p:transition xmlns:p14="http://schemas.microsoft.com/office/powerpoint/2010/main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648" y="1600662"/>
            <a:ext cx="4060775" cy="4525119"/>
          </a:xfrm>
          <a:prstGeom prst="rect">
            <a:avLst/>
          </a:prstGeom>
        </p:spPr>
        <p:txBody>
          <a:bodyPr vert="horz" lIns="64242" tIns="32119" rIns="64242" bIns="32119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9" y="1600662"/>
            <a:ext cx="4060775" cy="4525119"/>
          </a:xfrm>
          <a:prstGeom prst="rect">
            <a:avLst/>
          </a:prstGeom>
        </p:spPr>
        <p:txBody>
          <a:bodyPr vert="horz" lIns="64242" tIns="32119" rIns="64242" bIns="32119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97641"/>
      </p:ext>
    </p:extLst>
  </p:cSld>
  <p:clrMapOvr>
    <a:masterClrMapping/>
  </p:clrMapOvr>
  <p:transition xmlns:p14="http://schemas.microsoft.com/office/powerpoint/2010/main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  <a:prstGeom prst="rect">
            <a:avLst/>
          </a:prstGeom>
        </p:spPr>
        <p:txBody>
          <a:bodyPr vert="horz" lIns="64242" tIns="32119" rIns="64242" bIns="32119" anchor="b"/>
          <a:lstStyle>
            <a:lvl1pPr marL="0" indent="0">
              <a:buNone/>
              <a:defRPr sz="1700" b="1"/>
            </a:lvl1pPr>
            <a:lvl2pPr marL="321208" indent="0">
              <a:buNone/>
              <a:defRPr sz="1400" b="1"/>
            </a:lvl2pPr>
            <a:lvl3pPr marL="642420" indent="0">
              <a:buNone/>
              <a:defRPr sz="1300" b="1"/>
            </a:lvl3pPr>
            <a:lvl4pPr marL="963629" indent="0">
              <a:buNone/>
              <a:defRPr sz="1100" b="1"/>
            </a:lvl4pPr>
            <a:lvl5pPr marL="1284842" indent="0">
              <a:buNone/>
              <a:defRPr sz="1100" b="1"/>
            </a:lvl5pPr>
            <a:lvl6pPr marL="1606052" indent="0">
              <a:buNone/>
              <a:defRPr sz="1100" b="1"/>
            </a:lvl6pPr>
            <a:lvl7pPr marL="1927263" indent="0">
              <a:buNone/>
              <a:defRPr sz="1100" b="1"/>
            </a:lvl7pPr>
            <a:lvl8pPr marL="2248476" indent="0">
              <a:buNone/>
              <a:defRPr sz="1100" b="1"/>
            </a:lvl8pPr>
            <a:lvl9pPr marL="2569686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  <a:prstGeom prst="rect">
            <a:avLst/>
          </a:prstGeom>
        </p:spPr>
        <p:txBody>
          <a:bodyPr vert="horz" lIns="64242" tIns="32119" rIns="64242" bIns="32119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  <a:prstGeom prst="rect">
            <a:avLst/>
          </a:prstGeom>
        </p:spPr>
        <p:txBody>
          <a:bodyPr vert="horz" lIns="64242" tIns="32119" rIns="64242" bIns="32119" anchor="b"/>
          <a:lstStyle>
            <a:lvl1pPr marL="0" indent="0">
              <a:buNone/>
              <a:defRPr sz="1700" b="1"/>
            </a:lvl1pPr>
            <a:lvl2pPr marL="321208" indent="0">
              <a:buNone/>
              <a:defRPr sz="1400" b="1"/>
            </a:lvl2pPr>
            <a:lvl3pPr marL="642420" indent="0">
              <a:buNone/>
              <a:defRPr sz="1300" b="1"/>
            </a:lvl3pPr>
            <a:lvl4pPr marL="963629" indent="0">
              <a:buNone/>
              <a:defRPr sz="1100" b="1"/>
            </a:lvl4pPr>
            <a:lvl5pPr marL="1284842" indent="0">
              <a:buNone/>
              <a:defRPr sz="1100" b="1"/>
            </a:lvl5pPr>
            <a:lvl6pPr marL="1606052" indent="0">
              <a:buNone/>
              <a:defRPr sz="1100" b="1"/>
            </a:lvl6pPr>
            <a:lvl7pPr marL="1927263" indent="0">
              <a:buNone/>
              <a:defRPr sz="1100" b="1"/>
            </a:lvl7pPr>
            <a:lvl8pPr marL="2248476" indent="0">
              <a:buNone/>
              <a:defRPr sz="1100" b="1"/>
            </a:lvl8pPr>
            <a:lvl9pPr marL="2569686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  <a:prstGeom prst="rect">
            <a:avLst/>
          </a:prstGeom>
        </p:spPr>
        <p:txBody>
          <a:bodyPr vert="horz" lIns="64242" tIns="32119" rIns="64242" bIns="32119"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79629"/>
      </p:ext>
    </p:extLst>
  </p:cSld>
  <p:clrMapOvr>
    <a:masterClrMapping/>
  </p:clrMapOvr>
  <p:transition xmlns:p14="http://schemas.microsoft.com/office/powerpoint/2010/main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4664"/>
      </p:ext>
    </p:extLst>
  </p:cSld>
  <p:clrMapOvr>
    <a:masterClrMapping/>
  </p:clrMapOvr>
  <p:transition xmlns:p14="http://schemas.microsoft.com/office/powerpoint/2010/main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235989"/>
      </p:ext>
    </p:extLst>
  </p:cSld>
  <p:clrMapOvr>
    <a:masterClrMapping/>
  </p:clrMapOvr>
  <p:transition xmlns:p14="http://schemas.microsoft.com/office/powerpoint/2010/main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2" y="273488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  <a:prstGeom prst="rect">
            <a:avLst/>
          </a:prstGeom>
        </p:spPr>
        <p:txBody>
          <a:bodyPr vert="horz" lIns="64242" tIns="32119" rIns="64242" bIns="32119"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2" y="1435448"/>
            <a:ext cx="3008189" cy="4690318"/>
          </a:xfrm>
          <a:prstGeom prst="rect">
            <a:avLst/>
          </a:prstGeom>
        </p:spPr>
        <p:txBody>
          <a:bodyPr vert="horz" lIns="64242" tIns="32119" rIns="64242" bIns="32119"/>
          <a:lstStyle>
            <a:lvl1pPr marL="0" indent="0">
              <a:buNone/>
              <a:defRPr sz="1000"/>
            </a:lvl1pPr>
            <a:lvl2pPr marL="321208" indent="0">
              <a:buNone/>
              <a:defRPr sz="800"/>
            </a:lvl2pPr>
            <a:lvl3pPr marL="642420" indent="0">
              <a:buNone/>
              <a:defRPr sz="700"/>
            </a:lvl3pPr>
            <a:lvl4pPr marL="963629" indent="0">
              <a:buNone/>
              <a:defRPr sz="600"/>
            </a:lvl4pPr>
            <a:lvl5pPr marL="1284842" indent="0">
              <a:buNone/>
              <a:defRPr sz="600"/>
            </a:lvl5pPr>
            <a:lvl6pPr marL="1606052" indent="0">
              <a:buNone/>
              <a:defRPr sz="600"/>
            </a:lvl6pPr>
            <a:lvl7pPr marL="1927263" indent="0">
              <a:buNone/>
              <a:defRPr sz="600"/>
            </a:lvl7pPr>
            <a:lvl8pPr marL="2248476" indent="0">
              <a:buNone/>
              <a:defRPr sz="600"/>
            </a:lvl8pPr>
            <a:lvl9pPr marL="2569686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9537722"/>
      </p:ext>
    </p:extLst>
  </p:cSld>
  <p:clrMapOvr>
    <a:masterClrMapping/>
  </p:clrMapOvr>
  <p:transition xmlns:p14="http://schemas.microsoft.com/office/powerpoint/2010/main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0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0" y="612800"/>
            <a:ext cx="5486177" cy="4114354"/>
          </a:xfrm>
          <a:prstGeom prst="rect">
            <a:avLst/>
          </a:prstGeom>
        </p:spPr>
        <p:txBody>
          <a:bodyPr vert="horz" lIns="64242" tIns="32119" rIns="64242" bIns="32119"/>
          <a:lstStyle>
            <a:lvl1pPr marL="0" indent="0">
              <a:buNone/>
              <a:defRPr sz="2200"/>
            </a:lvl1pPr>
            <a:lvl2pPr marL="321208" indent="0">
              <a:buNone/>
              <a:defRPr sz="2000"/>
            </a:lvl2pPr>
            <a:lvl3pPr marL="642420" indent="0">
              <a:buNone/>
              <a:defRPr sz="1700"/>
            </a:lvl3pPr>
            <a:lvl4pPr marL="963629" indent="0">
              <a:buNone/>
              <a:defRPr sz="1400"/>
            </a:lvl4pPr>
            <a:lvl5pPr marL="1284842" indent="0">
              <a:buNone/>
              <a:defRPr sz="1400"/>
            </a:lvl5pPr>
            <a:lvl6pPr marL="1606052" indent="0">
              <a:buNone/>
              <a:defRPr sz="1400"/>
            </a:lvl6pPr>
            <a:lvl7pPr marL="1927263" indent="0">
              <a:buNone/>
              <a:defRPr sz="1400"/>
            </a:lvl7pPr>
            <a:lvl8pPr marL="2248476" indent="0">
              <a:buNone/>
              <a:defRPr sz="1400"/>
            </a:lvl8pPr>
            <a:lvl9pPr marL="2569686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0" y="5367860"/>
            <a:ext cx="5486177" cy="804788"/>
          </a:xfrm>
          <a:prstGeom prst="rect">
            <a:avLst/>
          </a:prstGeom>
        </p:spPr>
        <p:txBody>
          <a:bodyPr vert="horz" lIns="64242" tIns="32119" rIns="64242" bIns="32119"/>
          <a:lstStyle>
            <a:lvl1pPr marL="0" indent="0">
              <a:buNone/>
              <a:defRPr sz="1000"/>
            </a:lvl1pPr>
            <a:lvl2pPr marL="321208" indent="0">
              <a:buNone/>
              <a:defRPr sz="800"/>
            </a:lvl2pPr>
            <a:lvl3pPr marL="642420" indent="0">
              <a:buNone/>
              <a:defRPr sz="700"/>
            </a:lvl3pPr>
            <a:lvl4pPr marL="963629" indent="0">
              <a:buNone/>
              <a:defRPr sz="600"/>
            </a:lvl4pPr>
            <a:lvl5pPr marL="1284842" indent="0">
              <a:buNone/>
              <a:defRPr sz="600"/>
            </a:lvl5pPr>
            <a:lvl6pPr marL="1606052" indent="0">
              <a:buNone/>
              <a:defRPr sz="600"/>
            </a:lvl6pPr>
            <a:lvl7pPr marL="1927263" indent="0">
              <a:buNone/>
              <a:defRPr sz="600"/>
            </a:lvl7pPr>
            <a:lvl8pPr marL="2248476" indent="0">
              <a:buNone/>
              <a:defRPr sz="600"/>
            </a:lvl8pPr>
            <a:lvl9pPr marL="2569686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2344615"/>
      </p:ext>
    </p:extLst>
  </p:cSld>
  <p:clrMapOvr>
    <a:masterClrMapping/>
  </p:clrMapOvr>
  <p:transition xmlns:p14="http://schemas.microsoft.com/office/powerpoint/2010/main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62"/>
            <a:ext cx="8228707" cy="4525119"/>
          </a:xfrm>
          <a:prstGeom prst="rect">
            <a:avLst/>
          </a:prstGeom>
        </p:spPr>
        <p:txBody>
          <a:bodyPr vert="eaVert" lIns="64242" tIns="32119" rIns="64242" bIns="3211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51195"/>
      </p:ext>
    </p:extLst>
  </p:cSld>
  <p:clrMapOvr>
    <a:masterClrMapping/>
  </p:clrMapOvr>
  <p:transition xmlns:p14="http://schemas.microsoft.com/office/powerpoint/2010/main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177" y="1600662"/>
            <a:ext cx="2057176" cy="452511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647" y="1600662"/>
            <a:ext cx="6064374" cy="4525119"/>
          </a:xfrm>
          <a:prstGeom prst="rect">
            <a:avLst/>
          </a:prstGeom>
        </p:spPr>
        <p:txBody>
          <a:bodyPr vert="eaVert" lIns="64242" tIns="32119" rIns="64242" bIns="3211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52795"/>
      </p:ext>
    </p:extLst>
  </p:cSld>
  <p:clrMapOvr>
    <a:masterClrMapping/>
  </p:clrMapOvr>
  <p:transition xmlns:p14="http://schemas.microsoft.com/office/powerpoint/2010/main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3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92" indent="0" algn="ctr">
              <a:buNone/>
              <a:defRPr/>
            </a:lvl2pPr>
            <a:lvl3pPr marL="642387" indent="0" algn="ctr">
              <a:buNone/>
              <a:defRPr/>
            </a:lvl3pPr>
            <a:lvl4pPr marL="963580" indent="0" algn="ctr">
              <a:buNone/>
              <a:defRPr/>
            </a:lvl4pPr>
            <a:lvl5pPr marL="1284776" indent="0" algn="ctr">
              <a:buNone/>
              <a:defRPr/>
            </a:lvl5pPr>
            <a:lvl6pPr marL="1605970" indent="0" algn="ctr">
              <a:buNone/>
              <a:defRPr/>
            </a:lvl6pPr>
            <a:lvl7pPr marL="1927164" indent="0" algn="ctr">
              <a:buNone/>
              <a:defRPr/>
            </a:lvl7pPr>
            <a:lvl8pPr marL="2248361" indent="0" algn="ctr">
              <a:buNone/>
              <a:defRPr/>
            </a:lvl8pPr>
            <a:lvl9pPr marL="256955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81961"/>
      </p:ext>
    </p:extLst>
  </p:cSld>
  <p:clrMapOvr>
    <a:masterClrMapping/>
  </p:clrMapOvr>
  <p:transition xmlns:p14="http://schemas.microsoft.com/office/powerpoint/2010/main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10383"/>
      </p:ext>
    </p:extLst>
  </p:cSld>
  <p:clrMapOvr>
    <a:masterClrMapping/>
  </p:clrMapOvr>
  <p:transition xmlns:p14="http://schemas.microsoft.com/office/powerpoint/2010/main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92" indent="0">
              <a:buNone/>
              <a:defRPr sz="1300"/>
            </a:lvl2pPr>
            <a:lvl3pPr marL="642387" indent="0">
              <a:buNone/>
              <a:defRPr sz="1100"/>
            </a:lvl3pPr>
            <a:lvl4pPr marL="963580" indent="0">
              <a:buNone/>
              <a:defRPr sz="1000"/>
            </a:lvl4pPr>
            <a:lvl5pPr marL="1284776" indent="0">
              <a:buNone/>
              <a:defRPr sz="1000"/>
            </a:lvl5pPr>
            <a:lvl6pPr marL="1605970" indent="0">
              <a:buNone/>
              <a:defRPr sz="1000"/>
            </a:lvl6pPr>
            <a:lvl7pPr marL="1927164" indent="0">
              <a:buNone/>
              <a:defRPr sz="1000"/>
            </a:lvl7pPr>
            <a:lvl8pPr marL="2248361" indent="0">
              <a:buNone/>
              <a:defRPr sz="1000"/>
            </a:lvl8pPr>
            <a:lvl9pPr marL="2569554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1304056"/>
      </p:ext>
    </p:extLst>
  </p:cSld>
  <p:clrMapOvr>
    <a:masterClrMapping/>
  </p:clrMapOvr>
  <p:transition xmlns:p14="http://schemas.microsoft.com/office/powerpoint/2010/main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61" y="6340094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25517" y="6340094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02784"/>
      </p:ext>
    </p:extLst>
  </p:cSld>
  <p:clrMapOvr>
    <a:masterClrMapping/>
  </p:clrMapOvr>
  <p:transition xmlns:p14="http://schemas.microsoft.com/office/powerpoint/2010/main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92" indent="0">
              <a:buNone/>
              <a:defRPr sz="1400" b="1"/>
            </a:lvl2pPr>
            <a:lvl3pPr marL="642387" indent="0">
              <a:buNone/>
              <a:defRPr sz="1300" b="1"/>
            </a:lvl3pPr>
            <a:lvl4pPr marL="963580" indent="0">
              <a:buNone/>
              <a:defRPr sz="1100" b="1"/>
            </a:lvl4pPr>
            <a:lvl5pPr marL="1284776" indent="0">
              <a:buNone/>
              <a:defRPr sz="1100" b="1"/>
            </a:lvl5pPr>
            <a:lvl6pPr marL="1605970" indent="0">
              <a:buNone/>
              <a:defRPr sz="1100" b="1"/>
            </a:lvl6pPr>
            <a:lvl7pPr marL="1927164" indent="0">
              <a:buNone/>
              <a:defRPr sz="1100" b="1"/>
            </a:lvl7pPr>
            <a:lvl8pPr marL="2248361" indent="0">
              <a:buNone/>
              <a:defRPr sz="1100" b="1"/>
            </a:lvl8pPr>
            <a:lvl9pPr marL="256955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92" indent="0">
              <a:buNone/>
              <a:defRPr sz="1400" b="1"/>
            </a:lvl2pPr>
            <a:lvl3pPr marL="642387" indent="0">
              <a:buNone/>
              <a:defRPr sz="1300" b="1"/>
            </a:lvl3pPr>
            <a:lvl4pPr marL="963580" indent="0">
              <a:buNone/>
              <a:defRPr sz="1100" b="1"/>
            </a:lvl4pPr>
            <a:lvl5pPr marL="1284776" indent="0">
              <a:buNone/>
              <a:defRPr sz="1100" b="1"/>
            </a:lvl5pPr>
            <a:lvl6pPr marL="1605970" indent="0">
              <a:buNone/>
              <a:defRPr sz="1100" b="1"/>
            </a:lvl6pPr>
            <a:lvl7pPr marL="1927164" indent="0">
              <a:buNone/>
              <a:defRPr sz="1100" b="1"/>
            </a:lvl7pPr>
            <a:lvl8pPr marL="2248361" indent="0">
              <a:buNone/>
              <a:defRPr sz="1100" b="1"/>
            </a:lvl8pPr>
            <a:lvl9pPr marL="2569554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10876"/>
      </p:ext>
    </p:extLst>
  </p:cSld>
  <p:clrMapOvr>
    <a:masterClrMapping/>
  </p:clrMapOvr>
  <p:transition xmlns:p14="http://schemas.microsoft.com/office/powerpoint/2010/main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3973"/>
      </p:ext>
    </p:extLst>
  </p:cSld>
  <p:clrMapOvr>
    <a:masterClrMapping/>
  </p:clrMapOvr>
  <p:transition xmlns:p14="http://schemas.microsoft.com/office/powerpoint/2010/main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237968"/>
      </p:ext>
    </p:extLst>
  </p:cSld>
  <p:clrMapOvr>
    <a:masterClrMapping/>
  </p:clrMapOvr>
  <p:transition xmlns:p14="http://schemas.microsoft.com/office/powerpoint/2010/main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3" y="273489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3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92" indent="0">
              <a:buNone/>
              <a:defRPr sz="800"/>
            </a:lvl2pPr>
            <a:lvl3pPr marL="642387" indent="0">
              <a:buNone/>
              <a:defRPr sz="700"/>
            </a:lvl3pPr>
            <a:lvl4pPr marL="963580" indent="0">
              <a:buNone/>
              <a:defRPr sz="600"/>
            </a:lvl4pPr>
            <a:lvl5pPr marL="1284776" indent="0">
              <a:buNone/>
              <a:defRPr sz="600"/>
            </a:lvl5pPr>
            <a:lvl6pPr marL="1605970" indent="0">
              <a:buNone/>
              <a:defRPr sz="600"/>
            </a:lvl6pPr>
            <a:lvl7pPr marL="1927164" indent="0">
              <a:buNone/>
              <a:defRPr sz="600"/>
            </a:lvl7pPr>
            <a:lvl8pPr marL="2248361" indent="0">
              <a:buNone/>
              <a:defRPr sz="600"/>
            </a:lvl8pPr>
            <a:lvl9pPr marL="256955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289302"/>
      </p:ext>
    </p:extLst>
  </p:cSld>
  <p:clrMapOvr>
    <a:masterClrMapping/>
  </p:clrMapOvr>
  <p:transition xmlns:p14="http://schemas.microsoft.com/office/powerpoint/2010/main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1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1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92" indent="0">
              <a:buNone/>
              <a:defRPr sz="2000"/>
            </a:lvl2pPr>
            <a:lvl3pPr marL="642387" indent="0">
              <a:buNone/>
              <a:defRPr sz="1700"/>
            </a:lvl3pPr>
            <a:lvl4pPr marL="963580" indent="0">
              <a:buNone/>
              <a:defRPr sz="1400"/>
            </a:lvl4pPr>
            <a:lvl5pPr marL="1284776" indent="0">
              <a:buNone/>
              <a:defRPr sz="1400"/>
            </a:lvl5pPr>
            <a:lvl6pPr marL="1605970" indent="0">
              <a:buNone/>
              <a:defRPr sz="1400"/>
            </a:lvl6pPr>
            <a:lvl7pPr marL="1927164" indent="0">
              <a:buNone/>
              <a:defRPr sz="1400"/>
            </a:lvl7pPr>
            <a:lvl8pPr marL="2248361" indent="0">
              <a:buNone/>
              <a:defRPr sz="1400"/>
            </a:lvl8pPr>
            <a:lvl9pPr marL="2569554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1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92" indent="0">
              <a:buNone/>
              <a:defRPr sz="800"/>
            </a:lvl2pPr>
            <a:lvl3pPr marL="642387" indent="0">
              <a:buNone/>
              <a:defRPr sz="700"/>
            </a:lvl3pPr>
            <a:lvl4pPr marL="963580" indent="0">
              <a:buNone/>
              <a:defRPr sz="600"/>
            </a:lvl4pPr>
            <a:lvl5pPr marL="1284776" indent="0">
              <a:buNone/>
              <a:defRPr sz="600"/>
            </a:lvl5pPr>
            <a:lvl6pPr marL="1605970" indent="0">
              <a:buNone/>
              <a:defRPr sz="600"/>
            </a:lvl6pPr>
            <a:lvl7pPr marL="1927164" indent="0">
              <a:buNone/>
              <a:defRPr sz="600"/>
            </a:lvl7pPr>
            <a:lvl8pPr marL="2248361" indent="0">
              <a:buNone/>
              <a:defRPr sz="600"/>
            </a:lvl8pPr>
            <a:lvl9pPr marL="2569554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9536075"/>
      </p:ext>
    </p:extLst>
  </p:cSld>
  <p:clrMapOvr>
    <a:masterClrMapping/>
  </p:clrMapOvr>
  <p:transition xmlns:p14="http://schemas.microsoft.com/office/powerpoint/2010/main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08863"/>
      </p:ext>
    </p:extLst>
  </p:cSld>
  <p:clrMapOvr>
    <a:masterClrMapping/>
  </p:clrMapOvr>
  <p:transition xmlns:p14="http://schemas.microsoft.com/office/powerpoint/2010/main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8426" y="5884680"/>
            <a:ext cx="1906488" cy="7590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77" y="5884680"/>
            <a:ext cx="5612309" cy="7590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683"/>
      </p:ext>
    </p:extLst>
  </p:cSld>
  <p:clrMapOvr>
    <a:masterClrMapping/>
  </p:clrMapOvr>
  <p:transition xmlns:p14="http://schemas.microsoft.com/office/powerpoint/2010/main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4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75" indent="0" algn="ctr">
              <a:buNone/>
              <a:defRPr/>
            </a:lvl2pPr>
            <a:lvl3pPr marL="642354" indent="0" algn="ctr">
              <a:buNone/>
              <a:defRPr/>
            </a:lvl3pPr>
            <a:lvl4pPr marL="963530" indent="0" algn="ctr">
              <a:buNone/>
              <a:defRPr/>
            </a:lvl4pPr>
            <a:lvl5pPr marL="1284710" indent="0" algn="ctr">
              <a:buNone/>
              <a:defRPr/>
            </a:lvl5pPr>
            <a:lvl6pPr marL="1605888" indent="0" algn="ctr">
              <a:buNone/>
              <a:defRPr/>
            </a:lvl6pPr>
            <a:lvl7pPr marL="1927066" indent="0" algn="ctr">
              <a:buNone/>
              <a:defRPr/>
            </a:lvl7pPr>
            <a:lvl8pPr marL="2248246" indent="0" algn="ctr">
              <a:buNone/>
              <a:defRPr/>
            </a:lvl8pPr>
            <a:lvl9pPr marL="2569423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0318"/>
      </p:ext>
    </p:extLst>
  </p:cSld>
  <p:clrMapOvr>
    <a:masterClrMapping/>
  </p:clrMapOvr>
  <p:transition xmlns:p14="http://schemas.microsoft.com/office/powerpoint/2010/main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89222"/>
      </p:ext>
    </p:extLst>
  </p:cSld>
  <p:clrMapOvr>
    <a:masterClrMapping/>
  </p:clrMapOvr>
  <p:transition xmlns:p14="http://schemas.microsoft.com/office/powerpoint/2010/main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75" indent="0">
              <a:buNone/>
              <a:defRPr sz="1300"/>
            </a:lvl2pPr>
            <a:lvl3pPr marL="642354" indent="0">
              <a:buNone/>
              <a:defRPr sz="1100"/>
            </a:lvl3pPr>
            <a:lvl4pPr marL="963530" indent="0">
              <a:buNone/>
              <a:defRPr sz="1000"/>
            </a:lvl4pPr>
            <a:lvl5pPr marL="1284710" indent="0">
              <a:buNone/>
              <a:defRPr sz="1000"/>
            </a:lvl5pPr>
            <a:lvl6pPr marL="1605888" indent="0">
              <a:buNone/>
              <a:defRPr sz="1000"/>
            </a:lvl6pPr>
            <a:lvl7pPr marL="1927066" indent="0">
              <a:buNone/>
              <a:defRPr sz="1000"/>
            </a:lvl7pPr>
            <a:lvl8pPr marL="2248246" indent="0">
              <a:buNone/>
              <a:defRPr sz="1000"/>
            </a:lvl8pPr>
            <a:lvl9pPr marL="256942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081129"/>
      </p:ext>
    </p:extLst>
  </p:cSld>
  <p:clrMapOvr>
    <a:masterClrMapping/>
  </p:clrMapOvr>
  <p:transition xmlns:p14="http://schemas.microsoft.com/office/powerpoint/2010/main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61" y="6340095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25517" y="6340095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22880"/>
      </p:ext>
    </p:extLst>
  </p:cSld>
  <p:clrMapOvr>
    <a:masterClrMapping/>
  </p:clrMapOvr>
  <p:transition xmlns:p14="http://schemas.microsoft.com/office/powerpoint/2010/main"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75" indent="0">
              <a:buNone/>
              <a:defRPr sz="1400" b="1"/>
            </a:lvl2pPr>
            <a:lvl3pPr marL="642354" indent="0">
              <a:buNone/>
              <a:defRPr sz="1300" b="1"/>
            </a:lvl3pPr>
            <a:lvl4pPr marL="963530" indent="0">
              <a:buNone/>
              <a:defRPr sz="1100" b="1"/>
            </a:lvl4pPr>
            <a:lvl5pPr marL="1284710" indent="0">
              <a:buNone/>
              <a:defRPr sz="1100" b="1"/>
            </a:lvl5pPr>
            <a:lvl6pPr marL="1605888" indent="0">
              <a:buNone/>
              <a:defRPr sz="1100" b="1"/>
            </a:lvl6pPr>
            <a:lvl7pPr marL="1927066" indent="0">
              <a:buNone/>
              <a:defRPr sz="1100" b="1"/>
            </a:lvl7pPr>
            <a:lvl8pPr marL="2248246" indent="0">
              <a:buNone/>
              <a:defRPr sz="1100" b="1"/>
            </a:lvl8pPr>
            <a:lvl9pPr marL="2569423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75" indent="0">
              <a:buNone/>
              <a:defRPr sz="1400" b="1"/>
            </a:lvl2pPr>
            <a:lvl3pPr marL="642354" indent="0">
              <a:buNone/>
              <a:defRPr sz="1300" b="1"/>
            </a:lvl3pPr>
            <a:lvl4pPr marL="963530" indent="0">
              <a:buNone/>
              <a:defRPr sz="1100" b="1"/>
            </a:lvl4pPr>
            <a:lvl5pPr marL="1284710" indent="0">
              <a:buNone/>
              <a:defRPr sz="1100" b="1"/>
            </a:lvl5pPr>
            <a:lvl6pPr marL="1605888" indent="0">
              <a:buNone/>
              <a:defRPr sz="1100" b="1"/>
            </a:lvl6pPr>
            <a:lvl7pPr marL="1927066" indent="0">
              <a:buNone/>
              <a:defRPr sz="1100" b="1"/>
            </a:lvl7pPr>
            <a:lvl8pPr marL="2248246" indent="0">
              <a:buNone/>
              <a:defRPr sz="1100" b="1"/>
            </a:lvl8pPr>
            <a:lvl9pPr marL="2569423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84805"/>
      </p:ext>
    </p:extLst>
  </p:cSld>
  <p:clrMapOvr>
    <a:masterClrMapping/>
  </p:clrMapOvr>
  <p:transition xmlns:p14="http://schemas.microsoft.com/office/powerpoint/2010/main"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79980"/>
      </p:ext>
    </p:extLst>
  </p:cSld>
  <p:clrMapOvr>
    <a:masterClrMapping/>
  </p:clrMapOvr>
  <p:transition xmlns:p14="http://schemas.microsoft.com/office/powerpoint/2010/main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011418"/>
      </p:ext>
    </p:extLst>
  </p:cSld>
  <p:clrMapOvr>
    <a:masterClrMapping/>
  </p:clrMapOvr>
  <p:transition xmlns:p14="http://schemas.microsoft.com/office/powerpoint/2010/main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4" y="273490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4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75" indent="0">
              <a:buNone/>
              <a:defRPr sz="800"/>
            </a:lvl2pPr>
            <a:lvl3pPr marL="642354" indent="0">
              <a:buNone/>
              <a:defRPr sz="700"/>
            </a:lvl3pPr>
            <a:lvl4pPr marL="963530" indent="0">
              <a:buNone/>
              <a:defRPr sz="600"/>
            </a:lvl4pPr>
            <a:lvl5pPr marL="1284710" indent="0">
              <a:buNone/>
              <a:defRPr sz="600"/>
            </a:lvl5pPr>
            <a:lvl6pPr marL="1605888" indent="0">
              <a:buNone/>
              <a:defRPr sz="600"/>
            </a:lvl6pPr>
            <a:lvl7pPr marL="1927066" indent="0">
              <a:buNone/>
              <a:defRPr sz="600"/>
            </a:lvl7pPr>
            <a:lvl8pPr marL="2248246" indent="0">
              <a:buNone/>
              <a:defRPr sz="600"/>
            </a:lvl8pPr>
            <a:lvl9pPr marL="2569423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653987"/>
      </p:ext>
    </p:extLst>
  </p:cSld>
  <p:clrMapOvr>
    <a:masterClrMapping/>
  </p:clrMapOvr>
  <p:transition xmlns:p14="http://schemas.microsoft.com/office/powerpoint/2010/main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2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2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75" indent="0">
              <a:buNone/>
              <a:defRPr sz="2000"/>
            </a:lvl2pPr>
            <a:lvl3pPr marL="642354" indent="0">
              <a:buNone/>
              <a:defRPr sz="1700"/>
            </a:lvl3pPr>
            <a:lvl4pPr marL="963530" indent="0">
              <a:buNone/>
              <a:defRPr sz="1400"/>
            </a:lvl4pPr>
            <a:lvl5pPr marL="1284710" indent="0">
              <a:buNone/>
              <a:defRPr sz="1400"/>
            </a:lvl5pPr>
            <a:lvl6pPr marL="1605888" indent="0">
              <a:buNone/>
              <a:defRPr sz="1400"/>
            </a:lvl6pPr>
            <a:lvl7pPr marL="1927066" indent="0">
              <a:buNone/>
              <a:defRPr sz="1400"/>
            </a:lvl7pPr>
            <a:lvl8pPr marL="2248246" indent="0">
              <a:buNone/>
              <a:defRPr sz="1400"/>
            </a:lvl8pPr>
            <a:lvl9pPr marL="2569423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2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75" indent="0">
              <a:buNone/>
              <a:defRPr sz="800"/>
            </a:lvl2pPr>
            <a:lvl3pPr marL="642354" indent="0">
              <a:buNone/>
              <a:defRPr sz="700"/>
            </a:lvl3pPr>
            <a:lvl4pPr marL="963530" indent="0">
              <a:buNone/>
              <a:defRPr sz="600"/>
            </a:lvl4pPr>
            <a:lvl5pPr marL="1284710" indent="0">
              <a:buNone/>
              <a:defRPr sz="600"/>
            </a:lvl5pPr>
            <a:lvl6pPr marL="1605888" indent="0">
              <a:buNone/>
              <a:defRPr sz="600"/>
            </a:lvl6pPr>
            <a:lvl7pPr marL="1927066" indent="0">
              <a:buNone/>
              <a:defRPr sz="600"/>
            </a:lvl7pPr>
            <a:lvl8pPr marL="2248246" indent="0">
              <a:buNone/>
              <a:defRPr sz="600"/>
            </a:lvl8pPr>
            <a:lvl9pPr marL="2569423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8482329"/>
      </p:ext>
    </p:extLst>
  </p:cSld>
  <p:clrMapOvr>
    <a:masterClrMapping/>
  </p:clrMapOvr>
  <p:transition xmlns:p14="http://schemas.microsoft.com/office/powerpoint/2010/main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1111"/>
      </p:ext>
    </p:extLst>
  </p:cSld>
  <p:clrMapOvr>
    <a:masterClrMapping/>
  </p:clrMapOvr>
  <p:transition xmlns:p14="http://schemas.microsoft.com/office/powerpoint/2010/main"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8426" y="5884681"/>
            <a:ext cx="1906488" cy="7590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78" y="5884681"/>
            <a:ext cx="5612309" cy="7590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60202"/>
      </p:ext>
    </p:extLst>
  </p:cSld>
  <p:clrMapOvr>
    <a:masterClrMapping/>
  </p:clrMapOvr>
  <p:transition xmlns:p14="http://schemas.microsoft.com/office/powerpoint/2010/main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5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59" indent="0" algn="ctr">
              <a:buNone/>
              <a:defRPr/>
            </a:lvl2pPr>
            <a:lvl3pPr marL="642321" indent="0" algn="ctr">
              <a:buNone/>
              <a:defRPr/>
            </a:lvl3pPr>
            <a:lvl4pPr marL="963480" indent="0" algn="ctr">
              <a:buNone/>
              <a:defRPr/>
            </a:lvl4pPr>
            <a:lvl5pPr marL="1284645" indent="0" algn="ctr">
              <a:buNone/>
              <a:defRPr/>
            </a:lvl5pPr>
            <a:lvl6pPr marL="1605806" indent="0" algn="ctr">
              <a:buNone/>
              <a:defRPr/>
            </a:lvl6pPr>
            <a:lvl7pPr marL="1926967" indent="0" algn="ctr">
              <a:buNone/>
              <a:defRPr/>
            </a:lvl7pPr>
            <a:lvl8pPr marL="2248131" indent="0" algn="ctr">
              <a:buNone/>
              <a:defRPr/>
            </a:lvl8pPr>
            <a:lvl9pPr marL="256929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71790"/>
      </p:ext>
    </p:extLst>
  </p:cSld>
  <p:clrMapOvr>
    <a:masterClrMapping/>
  </p:clrMapOvr>
  <p:transition xmlns:p14="http://schemas.microsoft.com/office/powerpoint/2010/main"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86710"/>
      </p:ext>
    </p:extLst>
  </p:cSld>
  <p:clrMapOvr>
    <a:masterClrMapping/>
  </p:clrMapOvr>
  <p:transition xmlns:p14="http://schemas.microsoft.com/office/powerpoint/2010/main"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59" indent="0">
              <a:buNone/>
              <a:defRPr sz="1300"/>
            </a:lvl2pPr>
            <a:lvl3pPr marL="642321" indent="0">
              <a:buNone/>
              <a:defRPr sz="1100"/>
            </a:lvl3pPr>
            <a:lvl4pPr marL="963480" indent="0">
              <a:buNone/>
              <a:defRPr sz="1000"/>
            </a:lvl4pPr>
            <a:lvl5pPr marL="1284645" indent="0">
              <a:buNone/>
              <a:defRPr sz="1000"/>
            </a:lvl5pPr>
            <a:lvl6pPr marL="1605806" indent="0">
              <a:buNone/>
              <a:defRPr sz="1000"/>
            </a:lvl6pPr>
            <a:lvl7pPr marL="1926967" indent="0">
              <a:buNone/>
              <a:defRPr sz="1000"/>
            </a:lvl7pPr>
            <a:lvl8pPr marL="2248131" indent="0">
              <a:buNone/>
              <a:defRPr sz="1000"/>
            </a:lvl8pPr>
            <a:lvl9pPr marL="256929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51579"/>
      </p:ext>
    </p:extLst>
  </p:cSld>
  <p:clrMapOvr>
    <a:masterClrMapping/>
  </p:clrMapOvr>
  <p:transition xmlns:p14="http://schemas.microsoft.com/office/powerpoint/2010/main"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61" y="6340096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25517" y="6340096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84793"/>
      </p:ext>
    </p:extLst>
  </p:cSld>
  <p:clrMapOvr>
    <a:masterClrMapping/>
  </p:clrMapOvr>
  <p:transition xmlns:p14="http://schemas.microsoft.com/office/powerpoint/2010/main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59" indent="0">
              <a:buNone/>
              <a:defRPr sz="1400" b="1"/>
            </a:lvl2pPr>
            <a:lvl3pPr marL="642321" indent="0">
              <a:buNone/>
              <a:defRPr sz="1300" b="1"/>
            </a:lvl3pPr>
            <a:lvl4pPr marL="963480" indent="0">
              <a:buNone/>
              <a:defRPr sz="1100" b="1"/>
            </a:lvl4pPr>
            <a:lvl5pPr marL="1284645" indent="0">
              <a:buNone/>
              <a:defRPr sz="1100" b="1"/>
            </a:lvl5pPr>
            <a:lvl6pPr marL="1605806" indent="0">
              <a:buNone/>
              <a:defRPr sz="1100" b="1"/>
            </a:lvl6pPr>
            <a:lvl7pPr marL="1926967" indent="0">
              <a:buNone/>
              <a:defRPr sz="1100" b="1"/>
            </a:lvl7pPr>
            <a:lvl8pPr marL="2248131" indent="0">
              <a:buNone/>
              <a:defRPr sz="1100" b="1"/>
            </a:lvl8pPr>
            <a:lvl9pPr marL="256929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59" indent="0">
              <a:buNone/>
              <a:defRPr sz="1400" b="1"/>
            </a:lvl2pPr>
            <a:lvl3pPr marL="642321" indent="0">
              <a:buNone/>
              <a:defRPr sz="1300" b="1"/>
            </a:lvl3pPr>
            <a:lvl4pPr marL="963480" indent="0">
              <a:buNone/>
              <a:defRPr sz="1100" b="1"/>
            </a:lvl4pPr>
            <a:lvl5pPr marL="1284645" indent="0">
              <a:buNone/>
              <a:defRPr sz="1100" b="1"/>
            </a:lvl5pPr>
            <a:lvl6pPr marL="1605806" indent="0">
              <a:buNone/>
              <a:defRPr sz="1100" b="1"/>
            </a:lvl6pPr>
            <a:lvl7pPr marL="1926967" indent="0">
              <a:buNone/>
              <a:defRPr sz="1100" b="1"/>
            </a:lvl7pPr>
            <a:lvl8pPr marL="2248131" indent="0">
              <a:buNone/>
              <a:defRPr sz="1100" b="1"/>
            </a:lvl8pPr>
            <a:lvl9pPr marL="2569291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85837"/>
      </p:ext>
    </p:extLst>
  </p:cSld>
  <p:clrMapOvr>
    <a:masterClrMapping/>
  </p:clrMapOvr>
  <p:transition xmlns:p14="http://schemas.microsoft.com/office/powerpoint/2010/main"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33783"/>
      </p:ext>
    </p:extLst>
  </p:cSld>
  <p:clrMapOvr>
    <a:masterClrMapping/>
  </p:clrMapOvr>
  <p:transition xmlns:p14="http://schemas.microsoft.com/office/powerpoint/2010/main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217300"/>
      </p:ext>
    </p:extLst>
  </p:cSld>
  <p:clrMapOvr>
    <a:masterClrMapping/>
  </p:clrMapOvr>
  <p:transition xmlns:p14="http://schemas.microsoft.com/office/powerpoint/2010/main"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5" y="273491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5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59" indent="0">
              <a:buNone/>
              <a:defRPr sz="800"/>
            </a:lvl2pPr>
            <a:lvl3pPr marL="642321" indent="0">
              <a:buNone/>
              <a:defRPr sz="700"/>
            </a:lvl3pPr>
            <a:lvl4pPr marL="963480" indent="0">
              <a:buNone/>
              <a:defRPr sz="600"/>
            </a:lvl4pPr>
            <a:lvl5pPr marL="1284645" indent="0">
              <a:buNone/>
              <a:defRPr sz="600"/>
            </a:lvl5pPr>
            <a:lvl6pPr marL="1605806" indent="0">
              <a:buNone/>
              <a:defRPr sz="600"/>
            </a:lvl6pPr>
            <a:lvl7pPr marL="1926967" indent="0">
              <a:buNone/>
              <a:defRPr sz="600"/>
            </a:lvl7pPr>
            <a:lvl8pPr marL="2248131" indent="0">
              <a:buNone/>
              <a:defRPr sz="600"/>
            </a:lvl8pPr>
            <a:lvl9pPr marL="256929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5183969"/>
      </p:ext>
    </p:extLst>
  </p:cSld>
  <p:clrMapOvr>
    <a:masterClrMapping/>
  </p:clrMapOvr>
  <p:transition xmlns:p14="http://schemas.microsoft.com/office/powerpoint/2010/main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3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3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59" indent="0">
              <a:buNone/>
              <a:defRPr sz="2000"/>
            </a:lvl2pPr>
            <a:lvl3pPr marL="642321" indent="0">
              <a:buNone/>
              <a:defRPr sz="1700"/>
            </a:lvl3pPr>
            <a:lvl4pPr marL="963480" indent="0">
              <a:buNone/>
              <a:defRPr sz="1400"/>
            </a:lvl4pPr>
            <a:lvl5pPr marL="1284645" indent="0">
              <a:buNone/>
              <a:defRPr sz="1400"/>
            </a:lvl5pPr>
            <a:lvl6pPr marL="1605806" indent="0">
              <a:buNone/>
              <a:defRPr sz="1400"/>
            </a:lvl6pPr>
            <a:lvl7pPr marL="1926967" indent="0">
              <a:buNone/>
              <a:defRPr sz="1400"/>
            </a:lvl7pPr>
            <a:lvl8pPr marL="2248131" indent="0">
              <a:buNone/>
              <a:defRPr sz="1400"/>
            </a:lvl8pPr>
            <a:lvl9pPr marL="2569291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3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59" indent="0">
              <a:buNone/>
              <a:defRPr sz="800"/>
            </a:lvl2pPr>
            <a:lvl3pPr marL="642321" indent="0">
              <a:buNone/>
              <a:defRPr sz="700"/>
            </a:lvl3pPr>
            <a:lvl4pPr marL="963480" indent="0">
              <a:buNone/>
              <a:defRPr sz="600"/>
            </a:lvl4pPr>
            <a:lvl5pPr marL="1284645" indent="0">
              <a:buNone/>
              <a:defRPr sz="600"/>
            </a:lvl5pPr>
            <a:lvl6pPr marL="1605806" indent="0">
              <a:buNone/>
              <a:defRPr sz="600"/>
            </a:lvl6pPr>
            <a:lvl7pPr marL="1926967" indent="0">
              <a:buNone/>
              <a:defRPr sz="600"/>
            </a:lvl7pPr>
            <a:lvl8pPr marL="2248131" indent="0">
              <a:buNone/>
              <a:defRPr sz="600"/>
            </a:lvl8pPr>
            <a:lvl9pPr marL="2569291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2125"/>
      </p:ext>
    </p:extLst>
  </p:cSld>
  <p:clrMapOvr>
    <a:masterClrMapping/>
  </p:clrMapOvr>
  <p:transition xmlns:p14="http://schemas.microsoft.com/office/powerpoint/2010/main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02319"/>
      </p:ext>
    </p:extLst>
  </p:cSld>
  <p:clrMapOvr>
    <a:masterClrMapping/>
  </p:clrMapOvr>
  <p:transition xmlns:p14="http://schemas.microsoft.com/office/powerpoint/2010/main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8426" y="5884682"/>
            <a:ext cx="1906488" cy="7590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79" y="5884682"/>
            <a:ext cx="5612309" cy="7590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77821"/>
      </p:ext>
    </p:extLst>
  </p:cSld>
  <p:clrMapOvr>
    <a:masterClrMapping/>
  </p:clrMapOvr>
  <p:transition xmlns:p14="http://schemas.microsoft.com/office/powerpoint/2010/main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6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42" indent="0" algn="ctr">
              <a:buNone/>
              <a:defRPr/>
            </a:lvl2pPr>
            <a:lvl3pPr marL="642288" indent="0" algn="ctr">
              <a:buNone/>
              <a:defRPr/>
            </a:lvl3pPr>
            <a:lvl4pPr marL="963431" indent="0" algn="ctr">
              <a:buNone/>
              <a:defRPr/>
            </a:lvl4pPr>
            <a:lvl5pPr marL="1284579" indent="0" algn="ctr">
              <a:buNone/>
              <a:defRPr/>
            </a:lvl5pPr>
            <a:lvl6pPr marL="1605724" indent="0" algn="ctr">
              <a:buNone/>
              <a:defRPr/>
            </a:lvl6pPr>
            <a:lvl7pPr marL="1926868" indent="0" algn="ctr">
              <a:buNone/>
              <a:defRPr/>
            </a:lvl7pPr>
            <a:lvl8pPr marL="2248016" indent="0" algn="ctr">
              <a:buNone/>
              <a:defRPr/>
            </a:lvl8pPr>
            <a:lvl9pPr marL="256916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2751"/>
      </p:ext>
    </p:extLst>
  </p:cSld>
  <p:clrMapOvr>
    <a:masterClrMapping/>
  </p:clrMapOvr>
  <p:transition xmlns:p14="http://schemas.microsoft.com/office/powerpoint/2010/main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519"/>
      </p:ext>
    </p:extLst>
  </p:cSld>
  <p:clrMapOvr>
    <a:masterClrMapping/>
  </p:clrMapOvr>
  <p:transition xmlns:p14="http://schemas.microsoft.com/office/powerpoint/2010/main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42" indent="0">
              <a:buNone/>
              <a:defRPr sz="1300"/>
            </a:lvl2pPr>
            <a:lvl3pPr marL="642288" indent="0">
              <a:buNone/>
              <a:defRPr sz="1100"/>
            </a:lvl3pPr>
            <a:lvl4pPr marL="963431" indent="0">
              <a:buNone/>
              <a:defRPr sz="1000"/>
            </a:lvl4pPr>
            <a:lvl5pPr marL="1284579" indent="0">
              <a:buNone/>
              <a:defRPr sz="1000"/>
            </a:lvl5pPr>
            <a:lvl6pPr marL="1605724" indent="0">
              <a:buNone/>
              <a:defRPr sz="1000"/>
            </a:lvl6pPr>
            <a:lvl7pPr marL="1926868" indent="0">
              <a:buNone/>
              <a:defRPr sz="1000"/>
            </a:lvl7pPr>
            <a:lvl8pPr marL="2248016" indent="0">
              <a:buNone/>
              <a:defRPr sz="1000"/>
            </a:lvl8pPr>
            <a:lvl9pPr marL="256916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083270"/>
      </p:ext>
    </p:extLst>
  </p:cSld>
  <p:clrMapOvr>
    <a:masterClrMapping/>
  </p:clrMapOvr>
  <p:transition xmlns:p14="http://schemas.microsoft.com/office/powerpoint/2010/main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61" y="6340097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25517" y="6340097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96612"/>
      </p:ext>
    </p:extLst>
  </p:cSld>
  <p:clrMapOvr>
    <a:masterClrMapping/>
  </p:clrMapOvr>
  <p:transition xmlns:p14="http://schemas.microsoft.com/office/powerpoint/2010/main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42" indent="0">
              <a:buNone/>
              <a:defRPr sz="1400" b="1"/>
            </a:lvl2pPr>
            <a:lvl3pPr marL="642288" indent="0">
              <a:buNone/>
              <a:defRPr sz="1300" b="1"/>
            </a:lvl3pPr>
            <a:lvl4pPr marL="963431" indent="0">
              <a:buNone/>
              <a:defRPr sz="1100" b="1"/>
            </a:lvl4pPr>
            <a:lvl5pPr marL="1284579" indent="0">
              <a:buNone/>
              <a:defRPr sz="1100" b="1"/>
            </a:lvl5pPr>
            <a:lvl6pPr marL="1605724" indent="0">
              <a:buNone/>
              <a:defRPr sz="1100" b="1"/>
            </a:lvl6pPr>
            <a:lvl7pPr marL="1926868" indent="0">
              <a:buNone/>
              <a:defRPr sz="1100" b="1"/>
            </a:lvl7pPr>
            <a:lvl8pPr marL="2248016" indent="0">
              <a:buNone/>
              <a:defRPr sz="1100" b="1"/>
            </a:lvl8pPr>
            <a:lvl9pPr marL="2569160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42" indent="0">
              <a:buNone/>
              <a:defRPr sz="1400" b="1"/>
            </a:lvl2pPr>
            <a:lvl3pPr marL="642288" indent="0">
              <a:buNone/>
              <a:defRPr sz="1300" b="1"/>
            </a:lvl3pPr>
            <a:lvl4pPr marL="963431" indent="0">
              <a:buNone/>
              <a:defRPr sz="1100" b="1"/>
            </a:lvl4pPr>
            <a:lvl5pPr marL="1284579" indent="0">
              <a:buNone/>
              <a:defRPr sz="1100" b="1"/>
            </a:lvl5pPr>
            <a:lvl6pPr marL="1605724" indent="0">
              <a:buNone/>
              <a:defRPr sz="1100" b="1"/>
            </a:lvl6pPr>
            <a:lvl7pPr marL="1926868" indent="0">
              <a:buNone/>
              <a:defRPr sz="1100" b="1"/>
            </a:lvl7pPr>
            <a:lvl8pPr marL="2248016" indent="0">
              <a:buNone/>
              <a:defRPr sz="1100" b="1"/>
            </a:lvl8pPr>
            <a:lvl9pPr marL="2569160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33015"/>
      </p:ext>
    </p:extLst>
  </p:cSld>
  <p:clrMapOvr>
    <a:masterClrMapping/>
  </p:clrMapOvr>
  <p:transition xmlns:p14="http://schemas.microsoft.com/office/powerpoint/2010/main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74406"/>
      </p:ext>
    </p:extLst>
  </p:cSld>
  <p:clrMapOvr>
    <a:masterClrMapping/>
  </p:clrMapOvr>
  <p:transition xmlns:p14="http://schemas.microsoft.com/office/powerpoint/2010/main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137326"/>
      </p:ext>
    </p:extLst>
  </p:cSld>
  <p:clrMapOvr>
    <a:masterClrMapping/>
  </p:clrMapOvr>
  <p:transition xmlns:p14="http://schemas.microsoft.com/office/powerpoint/2010/main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6" y="273492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6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42" indent="0">
              <a:buNone/>
              <a:defRPr sz="800"/>
            </a:lvl2pPr>
            <a:lvl3pPr marL="642288" indent="0">
              <a:buNone/>
              <a:defRPr sz="700"/>
            </a:lvl3pPr>
            <a:lvl4pPr marL="963431" indent="0">
              <a:buNone/>
              <a:defRPr sz="600"/>
            </a:lvl4pPr>
            <a:lvl5pPr marL="1284579" indent="0">
              <a:buNone/>
              <a:defRPr sz="600"/>
            </a:lvl5pPr>
            <a:lvl6pPr marL="1605724" indent="0">
              <a:buNone/>
              <a:defRPr sz="600"/>
            </a:lvl6pPr>
            <a:lvl7pPr marL="1926868" indent="0">
              <a:buNone/>
              <a:defRPr sz="600"/>
            </a:lvl7pPr>
            <a:lvl8pPr marL="2248016" indent="0">
              <a:buNone/>
              <a:defRPr sz="600"/>
            </a:lvl8pPr>
            <a:lvl9pPr marL="256916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651042"/>
      </p:ext>
    </p:extLst>
  </p:cSld>
  <p:clrMapOvr>
    <a:masterClrMapping/>
  </p:clrMapOvr>
  <p:transition xmlns:p14="http://schemas.microsoft.com/office/powerpoint/2010/main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4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4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42" indent="0">
              <a:buNone/>
              <a:defRPr sz="2000"/>
            </a:lvl2pPr>
            <a:lvl3pPr marL="642288" indent="0">
              <a:buNone/>
              <a:defRPr sz="1700"/>
            </a:lvl3pPr>
            <a:lvl4pPr marL="963431" indent="0">
              <a:buNone/>
              <a:defRPr sz="1400"/>
            </a:lvl4pPr>
            <a:lvl5pPr marL="1284579" indent="0">
              <a:buNone/>
              <a:defRPr sz="1400"/>
            </a:lvl5pPr>
            <a:lvl6pPr marL="1605724" indent="0">
              <a:buNone/>
              <a:defRPr sz="1400"/>
            </a:lvl6pPr>
            <a:lvl7pPr marL="1926868" indent="0">
              <a:buNone/>
              <a:defRPr sz="1400"/>
            </a:lvl7pPr>
            <a:lvl8pPr marL="2248016" indent="0">
              <a:buNone/>
              <a:defRPr sz="1400"/>
            </a:lvl8pPr>
            <a:lvl9pPr marL="2569160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4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42" indent="0">
              <a:buNone/>
              <a:defRPr sz="800"/>
            </a:lvl2pPr>
            <a:lvl3pPr marL="642288" indent="0">
              <a:buNone/>
              <a:defRPr sz="700"/>
            </a:lvl3pPr>
            <a:lvl4pPr marL="963431" indent="0">
              <a:buNone/>
              <a:defRPr sz="600"/>
            </a:lvl4pPr>
            <a:lvl5pPr marL="1284579" indent="0">
              <a:buNone/>
              <a:defRPr sz="600"/>
            </a:lvl5pPr>
            <a:lvl6pPr marL="1605724" indent="0">
              <a:buNone/>
              <a:defRPr sz="600"/>
            </a:lvl6pPr>
            <a:lvl7pPr marL="1926868" indent="0">
              <a:buNone/>
              <a:defRPr sz="600"/>
            </a:lvl7pPr>
            <a:lvl8pPr marL="2248016" indent="0">
              <a:buNone/>
              <a:defRPr sz="600"/>
            </a:lvl8pPr>
            <a:lvl9pPr marL="256916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4972109"/>
      </p:ext>
    </p:extLst>
  </p:cSld>
  <p:clrMapOvr>
    <a:masterClrMapping/>
  </p:clrMapOvr>
  <p:transition xmlns:p14="http://schemas.microsoft.com/office/powerpoint/2010/main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2194"/>
      </p:ext>
    </p:extLst>
  </p:cSld>
  <p:clrMapOvr>
    <a:masterClrMapping/>
  </p:clrMapOvr>
  <p:transition xmlns:p14="http://schemas.microsoft.com/office/powerpoint/2010/main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8426" y="5884683"/>
            <a:ext cx="1906488" cy="7590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80" y="5884683"/>
            <a:ext cx="5612309" cy="7590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20033"/>
      </p:ext>
    </p:extLst>
  </p:cSld>
  <p:clrMapOvr>
    <a:masterClrMapping/>
  </p:clrMapOvr>
  <p:transition xmlns:p14="http://schemas.microsoft.com/office/powerpoint/2010/main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7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25" indent="0" algn="ctr">
              <a:buNone/>
              <a:defRPr/>
            </a:lvl2pPr>
            <a:lvl3pPr marL="642255" indent="0" algn="ctr">
              <a:buNone/>
              <a:defRPr/>
            </a:lvl3pPr>
            <a:lvl4pPr marL="963382" indent="0" algn="ctr">
              <a:buNone/>
              <a:defRPr/>
            </a:lvl4pPr>
            <a:lvl5pPr marL="1284513" indent="0" algn="ctr">
              <a:buNone/>
              <a:defRPr/>
            </a:lvl5pPr>
            <a:lvl6pPr marL="1605642" indent="0" algn="ctr">
              <a:buNone/>
              <a:defRPr/>
            </a:lvl6pPr>
            <a:lvl7pPr marL="1926770" indent="0" algn="ctr">
              <a:buNone/>
              <a:defRPr/>
            </a:lvl7pPr>
            <a:lvl8pPr marL="2247901" indent="0" algn="ctr">
              <a:buNone/>
              <a:defRPr/>
            </a:lvl8pPr>
            <a:lvl9pPr marL="256902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0990"/>
      </p:ext>
    </p:extLst>
  </p:cSld>
  <p:clrMapOvr>
    <a:masterClrMapping/>
  </p:clrMapOvr>
  <p:transition xmlns:p14="http://schemas.microsoft.com/office/powerpoint/2010/main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68901"/>
      </p:ext>
    </p:extLst>
  </p:cSld>
  <p:clrMapOvr>
    <a:masterClrMapping/>
  </p:clrMapOvr>
  <p:transition xmlns:p14="http://schemas.microsoft.com/office/powerpoint/2010/main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25" indent="0">
              <a:buNone/>
              <a:defRPr sz="1300"/>
            </a:lvl2pPr>
            <a:lvl3pPr marL="642255" indent="0">
              <a:buNone/>
              <a:defRPr sz="1100"/>
            </a:lvl3pPr>
            <a:lvl4pPr marL="963382" indent="0">
              <a:buNone/>
              <a:defRPr sz="1000"/>
            </a:lvl4pPr>
            <a:lvl5pPr marL="1284513" indent="0">
              <a:buNone/>
              <a:defRPr sz="1000"/>
            </a:lvl5pPr>
            <a:lvl6pPr marL="1605642" indent="0">
              <a:buNone/>
              <a:defRPr sz="1000"/>
            </a:lvl6pPr>
            <a:lvl7pPr marL="1926770" indent="0">
              <a:buNone/>
              <a:defRPr sz="1000"/>
            </a:lvl7pPr>
            <a:lvl8pPr marL="2247901" indent="0">
              <a:buNone/>
              <a:defRPr sz="1000"/>
            </a:lvl8pPr>
            <a:lvl9pPr marL="256902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5257232"/>
      </p:ext>
    </p:extLst>
  </p:cSld>
  <p:clrMapOvr>
    <a:masterClrMapping/>
  </p:clrMapOvr>
  <p:transition xmlns:p14="http://schemas.microsoft.com/office/powerpoint/2010/main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0125" y="5706070"/>
            <a:ext cx="3759398" cy="5268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6681" y="5706070"/>
            <a:ext cx="3759398" cy="5268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12224"/>
      </p:ext>
    </p:extLst>
  </p:cSld>
  <p:clrMapOvr>
    <a:masterClrMapping/>
  </p:clrMapOvr>
  <p:transition xmlns:p14="http://schemas.microsoft.com/office/powerpoint/2010/main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25" indent="0">
              <a:buNone/>
              <a:defRPr sz="1400" b="1"/>
            </a:lvl2pPr>
            <a:lvl3pPr marL="642255" indent="0">
              <a:buNone/>
              <a:defRPr sz="1300" b="1"/>
            </a:lvl3pPr>
            <a:lvl4pPr marL="963382" indent="0">
              <a:buNone/>
              <a:defRPr sz="1100" b="1"/>
            </a:lvl4pPr>
            <a:lvl5pPr marL="1284513" indent="0">
              <a:buNone/>
              <a:defRPr sz="1100" b="1"/>
            </a:lvl5pPr>
            <a:lvl6pPr marL="1605642" indent="0">
              <a:buNone/>
              <a:defRPr sz="1100" b="1"/>
            </a:lvl6pPr>
            <a:lvl7pPr marL="1926770" indent="0">
              <a:buNone/>
              <a:defRPr sz="1100" b="1"/>
            </a:lvl7pPr>
            <a:lvl8pPr marL="2247901" indent="0">
              <a:buNone/>
              <a:defRPr sz="1100" b="1"/>
            </a:lvl8pPr>
            <a:lvl9pPr marL="2569028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25" indent="0">
              <a:buNone/>
              <a:defRPr sz="1400" b="1"/>
            </a:lvl2pPr>
            <a:lvl3pPr marL="642255" indent="0">
              <a:buNone/>
              <a:defRPr sz="1300" b="1"/>
            </a:lvl3pPr>
            <a:lvl4pPr marL="963382" indent="0">
              <a:buNone/>
              <a:defRPr sz="1100" b="1"/>
            </a:lvl4pPr>
            <a:lvl5pPr marL="1284513" indent="0">
              <a:buNone/>
              <a:defRPr sz="1100" b="1"/>
            </a:lvl5pPr>
            <a:lvl6pPr marL="1605642" indent="0">
              <a:buNone/>
              <a:defRPr sz="1100" b="1"/>
            </a:lvl6pPr>
            <a:lvl7pPr marL="1926770" indent="0">
              <a:buNone/>
              <a:defRPr sz="1100" b="1"/>
            </a:lvl7pPr>
            <a:lvl8pPr marL="2247901" indent="0">
              <a:buNone/>
              <a:defRPr sz="1100" b="1"/>
            </a:lvl8pPr>
            <a:lvl9pPr marL="2569028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65396"/>
      </p:ext>
    </p:extLst>
  </p:cSld>
  <p:clrMapOvr>
    <a:masterClrMapping/>
  </p:clrMapOvr>
  <p:transition xmlns:p14="http://schemas.microsoft.com/office/powerpoint/2010/main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86282"/>
      </p:ext>
    </p:extLst>
  </p:cSld>
  <p:clrMapOvr>
    <a:masterClrMapping/>
  </p:clrMapOvr>
  <p:transition xmlns:p14="http://schemas.microsoft.com/office/powerpoint/2010/main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952526"/>
      </p:ext>
    </p:extLst>
  </p:cSld>
  <p:clrMapOvr>
    <a:masterClrMapping/>
  </p:clrMapOvr>
  <p:transition xmlns:p14="http://schemas.microsoft.com/office/powerpoint/2010/main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7" y="273493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7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25" indent="0">
              <a:buNone/>
              <a:defRPr sz="800"/>
            </a:lvl2pPr>
            <a:lvl3pPr marL="642255" indent="0">
              <a:buNone/>
              <a:defRPr sz="700"/>
            </a:lvl3pPr>
            <a:lvl4pPr marL="963382" indent="0">
              <a:buNone/>
              <a:defRPr sz="600"/>
            </a:lvl4pPr>
            <a:lvl5pPr marL="1284513" indent="0">
              <a:buNone/>
              <a:defRPr sz="600"/>
            </a:lvl5pPr>
            <a:lvl6pPr marL="1605642" indent="0">
              <a:buNone/>
              <a:defRPr sz="600"/>
            </a:lvl6pPr>
            <a:lvl7pPr marL="1926770" indent="0">
              <a:buNone/>
              <a:defRPr sz="600"/>
            </a:lvl7pPr>
            <a:lvl8pPr marL="2247901" indent="0">
              <a:buNone/>
              <a:defRPr sz="600"/>
            </a:lvl8pPr>
            <a:lvl9pPr marL="2569028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0402597"/>
      </p:ext>
    </p:extLst>
  </p:cSld>
  <p:clrMapOvr>
    <a:masterClrMapping/>
  </p:clrMapOvr>
  <p:transition xmlns:p14="http://schemas.microsoft.com/office/powerpoint/2010/main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5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5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25" indent="0">
              <a:buNone/>
              <a:defRPr sz="2000"/>
            </a:lvl2pPr>
            <a:lvl3pPr marL="642255" indent="0">
              <a:buNone/>
              <a:defRPr sz="1700"/>
            </a:lvl3pPr>
            <a:lvl4pPr marL="963382" indent="0">
              <a:buNone/>
              <a:defRPr sz="1400"/>
            </a:lvl4pPr>
            <a:lvl5pPr marL="1284513" indent="0">
              <a:buNone/>
              <a:defRPr sz="1400"/>
            </a:lvl5pPr>
            <a:lvl6pPr marL="1605642" indent="0">
              <a:buNone/>
              <a:defRPr sz="1400"/>
            </a:lvl6pPr>
            <a:lvl7pPr marL="1926770" indent="0">
              <a:buNone/>
              <a:defRPr sz="1400"/>
            </a:lvl7pPr>
            <a:lvl8pPr marL="2247901" indent="0">
              <a:buNone/>
              <a:defRPr sz="1400"/>
            </a:lvl8pPr>
            <a:lvl9pPr marL="2569028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5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25" indent="0">
              <a:buNone/>
              <a:defRPr sz="800"/>
            </a:lvl2pPr>
            <a:lvl3pPr marL="642255" indent="0">
              <a:buNone/>
              <a:defRPr sz="700"/>
            </a:lvl3pPr>
            <a:lvl4pPr marL="963382" indent="0">
              <a:buNone/>
              <a:defRPr sz="600"/>
            </a:lvl4pPr>
            <a:lvl5pPr marL="1284513" indent="0">
              <a:buNone/>
              <a:defRPr sz="600"/>
            </a:lvl5pPr>
            <a:lvl6pPr marL="1605642" indent="0">
              <a:buNone/>
              <a:defRPr sz="600"/>
            </a:lvl6pPr>
            <a:lvl7pPr marL="1926770" indent="0">
              <a:buNone/>
              <a:defRPr sz="600"/>
            </a:lvl7pPr>
            <a:lvl8pPr marL="2247901" indent="0">
              <a:buNone/>
              <a:defRPr sz="600"/>
            </a:lvl8pPr>
            <a:lvl9pPr marL="2569028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3797709"/>
      </p:ext>
    </p:extLst>
  </p:cSld>
  <p:clrMapOvr>
    <a:masterClrMapping/>
  </p:clrMapOvr>
  <p:transition xmlns:p14="http://schemas.microsoft.com/office/powerpoint/2010/main"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32654"/>
      </p:ext>
    </p:extLst>
  </p:cSld>
  <p:clrMapOvr>
    <a:masterClrMapping/>
  </p:clrMapOvr>
  <p:transition xmlns:p14="http://schemas.microsoft.com/office/powerpoint/2010/main"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9590" y="4991715"/>
            <a:ext cx="1906488" cy="124122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145" y="4991715"/>
            <a:ext cx="5612309" cy="12412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40008"/>
      </p:ext>
    </p:extLst>
  </p:cSld>
  <p:clrMapOvr>
    <a:masterClrMapping/>
  </p:clrMapOvr>
  <p:transition xmlns:p14="http://schemas.microsoft.com/office/powerpoint/2010/main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8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109" indent="0" algn="ctr">
              <a:buNone/>
              <a:defRPr/>
            </a:lvl2pPr>
            <a:lvl3pPr marL="642222" indent="0" algn="ctr">
              <a:buNone/>
              <a:defRPr/>
            </a:lvl3pPr>
            <a:lvl4pPr marL="963333" indent="0" algn="ctr">
              <a:buNone/>
              <a:defRPr/>
            </a:lvl4pPr>
            <a:lvl5pPr marL="1284447" indent="0" algn="ctr">
              <a:buNone/>
              <a:defRPr/>
            </a:lvl5pPr>
            <a:lvl6pPr marL="1605560" indent="0" algn="ctr">
              <a:buNone/>
              <a:defRPr/>
            </a:lvl6pPr>
            <a:lvl7pPr marL="1926671" indent="0" algn="ctr">
              <a:buNone/>
              <a:defRPr/>
            </a:lvl7pPr>
            <a:lvl8pPr marL="2247786" indent="0" algn="ctr">
              <a:buNone/>
              <a:defRPr/>
            </a:lvl8pPr>
            <a:lvl9pPr marL="25688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95953"/>
      </p:ext>
    </p:extLst>
  </p:cSld>
  <p:clrMapOvr>
    <a:masterClrMapping/>
  </p:clrMapOvr>
  <p:transition xmlns:p14="http://schemas.microsoft.com/office/powerpoint/2010/main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04893"/>
      </p:ext>
    </p:extLst>
  </p:cSld>
  <p:clrMapOvr>
    <a:masterClrMapping/>
  </p:clrMapOvr>
  <p:transition xmlns:p14="http://schemas.microsoft.com/office/powerpoint/2010/main"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109" indent="0">
              <a:buNone/>
              <a:defRPr sz="1300"/>
            </a:lvl2pPr>
            <a:lvl3pPr marL="642222" indent="0">
              <a:buNone/>
              <a:defRPr sz="1100"/>
            </a:lvl3pPr>
            <a:lvl4pPr marL="963333" indent="0">
              <a:buNone/>
              <a:defRPr sz="1000"/>
            </a:lvl4pPr>
            <a:lvl5pPr marL="1284447" indent="0">
              <a:buNone/>
              <a:defRPr sz="1000"/>
            </a:lvl5pPr>
            <a:lvl6pPr marL="1605560" indent="0">
              <a:buNone/>
              <a:defRPr sz="1000"/>
            </a:lvl6pPr>
            <a:lvl7pPr marL="1926671" indent="0">
              <a:buNone/>
              <a:defRPr sz="1000"/>
            </a:lvl7pPr>
            <a:lvl8pPr marL="2247786" indent="0">
              <a:buNone/>
              <a:defRPr sz="1000"/>
            </a:lvl8pPr>
            <a:lvl9pPr marL="2568897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8511430"/>
      </p:ext>
    </p:extLst>
  </p:cSld>
  <p:clrMapOvr>
    <a:masterClrMapping/>
  </p:clrMapOvr>
  <p:transition xmlns:p14="http://schemas.microsoft.com/office/powerpoint/2010/main"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0125" y="5706070"/>
            <a:ext cx="3759398" cy="5268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6681" y="5706070"/>
            <a:ext cx="3759398" cy="52685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7755"/>
      </p:ext>
    </p:extLst>
  </p:cSld>
  <p:clrMapOvr>
    <a:masterClrMapping/>
  </p:clrMapOvr>
  <p:transition xmlns:p14="http://schemas.microsoft.com/office/powerpoint/2010/main"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09" indent="0">
              <a:buNone/>
              <a:defRPr sz="1400" b="1"/>
            </a:lvl2pPr>
            <a:lvl3pPr marL="642222" indent="0">
              <a:buNone/>
              <a:defRPr sz="1300" b="1"/>
            </a:lvl3pPr>
            <a:lvl4pPr marL="963333" indent="0">
              <a:buNone/>
              <a:defRPr sz="1100" b="1"/>
            </a:lvl4pPr>
            <a:lvl5pPr marL="1284447" indent="0">
              <a:buNone/>
              <a:defRPr sz="1100" b="1"/>
            </a:lvl5pPr>
            <a:lvl6pPr marL="1605560" indent="0">
              <a:buNone/>
              <a:defRPr sz="1100" b="1"/>
            </a:lvl6pPr>
            <a:lvl7pPr marL="1926671" indent="0">
              <a:buNone/>
              <a:defRPr sz="1100" b="1"/>
            </a:lvl7pPr>
            <a:lvl8pPr marL="2247786" indent="0">
              <a:buNone/>
              <a:defRPr sz="1100" b="1"/>
            </a:lvl8pPr>
            <a:lvl9pPr marL="256889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109" indent="0">
              <a:buNone/>
              <a:defRPr sz="1400" b="1"/>
            </a:lvl2pPr>
            <a:lvl3pPr marL="642222" indent="0">
              <a:buNone/>
              <a:defRPr sz="1300" b="1"/>
            </a:lvl3pPr>
            <a:lvl4pPr marL="963333" indent="0">
              <a:buNone/>
              <a:defRPr sz="1100" b="1"/>
            </a:lvl4pPr>
            <a:lvl5pPr marL="1284447" indent="0">
              <a:buNone/>
              <a:defRPr sz="1100" b="1"/>
            </a:lvl5pPr>
            <a:lvl6pPr marL="1605560" indent="0">
              <a:buNone/>
              <a:defRPr sz="1100" b="1"/>
            </a:lvl6pPr>
            <a:lvl7pPr marL="1926671" indent="0">
              <a:buNone/>
              <a:defRPr sz="1100" b="1"/>
            </a:lvl7pPr>
            <a:lvl8pPr marL="2247786" indent="0">
              <a:buNone/>
              <a:defRPr sz="1100" b="1"/>
            </a:lvl8pPr>
            <a:lvl9pPr marL="2568897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36085"/>
      </p:ext>
    </p:extLst>
  </p:cSld>
  <p:clrMapOvr>
    <a:masterClrMapping/>
  </p:clrMapOvr>
  <p:transition xmlns:p14="http://schemas.microsoft.com/office/powerpoint/2010/main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38794"/>
      </p:ext>
    </p:extLst>
  </p:cSld>
  <p:clrMapOvr>
    <a:masterClrMapping/>
  </p:clrMapOvr>
  <p:transition xmlns:p14="http://schemas.microsoft.com/office/powerpoint/2010/main"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993019"/>
      </p:ext>
    </p:extLst>
  </p:cSld>
  <p:clrMapOvr>
    <a:masterClrMapping/>
  </p:clrMapOvr>
  <p:transition xmlns:p14="http://schemas.microsoft.com/office/powerpoint/2010/main"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8" y="273494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8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109" indent="0">
              <a:buNone/>
              <a:defRPr sz="800"/>
            </a:lvl2pPr>
            <a:lvl3pPr marL="642222" indent="0">
              <a:buNone/>
              <a:defRPr sz="700"/>
            </a:lvl3pPr>
            <a:lvl4pPr marL="963333" indent="0">
              <a:buNone/>
              <a:defRPr sz="600"/>
            </a:lvl4pPr>
            <a:lvl5pPr marL="1284447" indent="0">
              <a:buNone/>
              <a:defRPr sz="600"/>
            </a:lvl5pPr>
            <a:lvl6pPr marL="1605560" indent="0">
              <a:buNone/>
              <a:defRPr sz="600"/>
            </a:lvl6pPr>
            <a:lvl7pPr marL="1926671" indent="0">
              <a:buNone/>
              <a:defRPr sz="600"/>
            </a:lvl7pPr>
            <a:lvl8pPr marL="2247786" indent="0">
              <a:buNone/>
              <a:defRPr sz="600"/>
            </a:lvl8pPr>
            <a:lvl9pPr marL="256889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7131176"/>
      </p:ext>
    </p:extLst>
  </p:cSld>
  <p:clrMapOvr>
    <a:masterClrMapping/>
  </p:clrMapOvr>
  <p:transition xmlns:p14="http://schemas.microsoft.com/office/powerpoint/2010/main"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6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6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109" indent="0">
              <a:buNone/>
              <a:defRPr sz="2000"/>
            </a:lvl2pPr>
            <a:lvl3pPr marL="642222" indent="0">
              <a:buNone/>
              <a:defRPr sz="1700"/>
            </a:lvl3pPr>
            <a:lvl4pPr marL="963333" indent="0">
              <a:buNone/>
              <a:defRPr sz="1400"/>
            </a:lvl4pPr>
            <a:lvl5pPr marL="1284447" indent="0">
              <a:buNone/>
              <a:defRPr sz="1400"/>
            </a:lvl5pPr>
            <a:lvl6pPr marL="1605560" indent="0">
              <a:buNone/>
              <a:defRPr sz="1400"/>
            </a:lvl6pPr>
            <a:lvl7pPr marL="1926671" indent="0">
              <a:buNone/>
              <a:defRPr sz="1400"/>
            </a:lvl7pPr>
            <a:lvl8pPr marL="2247786" indent="0">
              <a:buNone/>
              <a:defRPr sz="1400"/>
            </a:lvl8pPr>
            <a:lvl9pPr marL="2568897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6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109" indent="0">
              <a:buNone/>
              <a:defRPr sz="800"/>
            </a:lvl2pPr>
            <a:lvl3pPr marL="642222" indent="0">
              <a:buNone/>
              <a:defRPr sz="700"/>
            </a:lvl3pPr>
            <a:lvl4pPr marL="963333" indent="0">
              <a:buNone/>
              <a:defRPr sz="600"/>
            </a:lvl4pPr>
            <a:lvl5pPr marL="1284447" indent="0">
              <a:buNone/>
              <a:defRPr sz="600"/>
            </a:lvl5pPr>
            <a:lvl6pPr marL="1605560" indent="0">
              <a:buNone/>
              <a:defRPr sz="600"/>
            </a:lvl6pPr>
            <a:lvl7pPr marL="1926671" indent="0">
              <a:buNone/>
              <a:defRPr sz="600"/>
            </a:lvl7pPr>
            <a:lvl8pPr marL="2247786" indent="0">
              <a:buNone/>
              <a:defRPr sz="600"/>
            </a:lvl8pPr>
            <a:lvl9pPr marL="2568897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7996033"/>
      </p:ext>
    </p:extLst>
  </p:cSld>
  <p:clrMapOvr>
    <a:masterClrMapping/>
  </p:clrMapOvr>
  <p:transition xmlns:p14="http://schemas.microsoft.com/office/powerpoint/2010/main"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4788"/>
      </p:ext>
    </p:extLst>
  </p:cSld>
  <p:clrMapOvr>
    <a:masterClrMapping/>
  </p:clrMapOvr>
  <p:transition xmlns:p14="http://schemas.microsoft.com/office/powerpoint/2010/main"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9590" y="4991716"/>
            <a:ext cx="1906488" cy="124122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146" y="4991716"/>
            <a:ext cx="5612309" cy="12412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37118"/>
      </p:ext>
    </p:extLst>
  </p:cSld>
  <p:clrMapOvr>
    <a:masterClrMapping/>
  </p:clrMapOvr>
  <p:transition xmlns:p14="http://schemas.microsoft.com/office/powerpoint/2010/main"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824" y="3886669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092" indent="0" algn="ctr">
              <a:buNone/>
              <a:defRPr/>
            </a:lvl2pPr>
            <a:lvl3pPr marL="642189" indent="0" algn="ctr">
              <a:buNone/>
              <a:defRPr/>
            </a:lvl3pPr>
            <a:lvl4pPr marL="963284" indent="0" algn="ctr">
              <a:buNone/>
              <a:defRPr/>
            </a:lvl4pPr>
            <a:lvl5pPr marL="1284382" indent="0" algn="ctr">
              <a:buNone/>
              <a:defRPr/>
            </a:lvl5pPr>
            <a:lvl6pPr marL="1605478" indent="0" algn="ctr">
              <a:buNone/>
              <a:defRPr/>
            </a:lvl6pPr>
            <a:lvl7pPr marL="1926572" indent="0" algn="ctr">
              <a:buNone/>
              <a:defRPr/>
            </a:lvl7pPr>
            <a:lvl8pPr marL="2247671" indent="0" algn="ctr">
              <a:buNone/>
              <a:defRPr/>
            </a:lvl8pPr>
            <a:lvl9pPr marL="2568765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81929"/>
      </p:ext>
    </p:extLst>
  </p:cSld>
  <p:clrMapOvr>
    <a:masterClrMapping/>
  </p:clrMapOvr>
  <p:transition xmlns:p14="http://schemas.microsoft.com/office/powerpoint/2010/main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01161"/>
      </p:ext>
    </p:extLst>
  </p:cSld>
  <p:clrMapOvr>
    <a:masterClrMapping/>
  </p:clrMapOvr>
  <p:transition xmlns:p14="http://schemas.microsoft.com/office/powerpoint/2010/main"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092" indent="0">
              <a:buNone/>
              <a:defRPr sz="1300"/>
            </a:lvl2pPr>
            <a:lvl3pPr marL="642189" indent="0">
              <a:buNone/>
              <a:defRPr sz="1100"/>
            </a:lvl3pPr>
            <a:lvl4pPr marL="963284" indent="0">
              <a:buNone/>
              <a:defRPr sz="1000"/>
            </a:lvl4pPr>
            <a:lvl5pPr marL="1284382" indent="0">
              <a:buNone/>
              <a:defRPr sz="1000"/>
            </a:lvl5pPr>
            <a:lvl6pPr marL="1605478" indent="0">
              <a:buNone/>
              <a:defRPr sz="1000"/>
            </a:lvl6pPr>
            <a:lvl7pPr marL="1926572" indent="0">
              <a:buNone/>
              <a:defRPr sz="1000"/>
            </a:lvl7pPr>
            <a:lvl8pPr marL="2247671" indent="0">
              <a:buNone/>
              <a:defRPr sz="1000"/>
            </a:lvl8pPr>
            <a:lvl9pPr marL="2568765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5534181"/>
      </p:ext>
    </p:extLst>
  </p:cSld>
  <p:clrMapOvr>
    <a:masterClrMapping/>
  </p:clrMapOvr>
  <p:transition xmlns:p14="http://schemas.microsoft.com/office/powerpoint/2010/main"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61" y="6340100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25517" y="6340100"/>
            <a:ext cx="3759398" cy="30360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94879"/>
      </p:ext>
    </p:extLst>
  </p:cSld>
  <p:clrMapOvr>
    <a:masterClrMapping/>
  </p:clrMapOvr>
  <p:transition xmlns:p14="http://schemas.microsoft.com/office/powerpoint/2010/main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092" indent="0">
              <a:buNone/>
              <a:defRPr sz="1400" b="1"/>
            </a:lvl2pPr>
            <a:lvl3pPr marL="642189" indent="0">
              <a:buNone/>
              <a:defRPr sz="1300" b="1"/>
            </a:lvl3pPr>
            <a:lvl4pPr marL="963284" indent="0">
              <a:buNone/>
              <a:defRPr sz="1100" b="1"/>
            </a:lvl4pPr>
            <a:lvl5pPr marL="1284382" indent="0">
              <a:buNone/>
              <a:defRPr sz="1100" b="1"/>
            </a:lvl5pPr>
            <a:lvl6pPr marL="1605478" indent="0">
              <a:buNone/>
              <a:defRPr sz="1100" b="1"/>
            </a:lvl6pPr>
            <a:lvl7pPr marL="1926572" indent="0">
              <a:buNone/>
              <a:defRPr sz="1100" b="1"/>
            </a:lvl7pPr>
            <a:lvl8pPr marL="2247671" indent="0">
              <a:buNone/>
              <a:defRPr sz="1100" b="1"/>
            </a:lvl8pPr>
            <a:lvl9pPr marL="2568765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092" indent="0">
              <a:buNone/>
              <a:defRPr sz="1400" b="1"/>
            </a:lvl2pPr>
            <a:lvl3pPr marL="642189" indent="0">
              <a:buNone/>
              <a:defRPr sz="1300" b="1"/>
            </a:lvl3pPr>
            <a:lvl4pPr marL="963284" indent="0">
              <a:buNone/>
              <a:defRPr sz="1100" b="1"/>
            </a:lvl4pPr>
            <a:lvl5pPr marL="1284382" indent="0">
              <a:buNone/>
              <a:defRPr sz="1100" b="1"/>
            </a:lvl5pPr>
            <a:lvl6pPr marL="1605478" indent="0">
              <a:buNone/>
              <a:defRPr sz="1100" b="1"/>
            </a:lvl6pPr>
            <a:lvl7pPr marL="1926572" indent="0">
              <a:buNone/>
              <a:defRPr sz="1100" b="1"/>
            </a:lvl7pPr>
            <a:lvl8pPr marL="2247671" indent="0">
              <a:buNone/>
              <a:defRPr sz="1100" b="1"/>
            </a:lvl8pPr>
            <a:lvl9pPr marL="2568765" indent="0">
              <a:buNone/>
              <a:defRPr sz="1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79041"/>
      </p:ext>
    </p:extLst>
  </p:cSld>
  <p:clrMapOvr>
    <a:masterClrMapping/>
  </p:clrMapOvr>
  <p:transition xmlns:p14="http://schemas.microsoft.com/office/powerpoint/2010/main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12308"/>
      </p:ext>
    </p:extLst>
  </p:cSld>
  <p:clrMapOvr>
    <a:masterClrMapping/>
  </p:clrMapOvr>
  <p:transition xmlns:p14="http://schemas.microsoft.com/office/powerpoint/2010/main"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568362"/>
      </p:ext>
    </p:extLst>
  </p:cSld>
  <p:clrMapOvr>
    <a:masterClrMapping/>
  </p:clrMapOvr>
  <p:transition xmlns:p14="http://schemas.microsoft.com/office/powerpoint/2010/main"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669" y="273495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669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092" indent="0">
              <a:buNone/>
              <a:defRPr sz="800"/>
            </a:lvl2pPr>
            <a:lvl3pPr marL="642189" indent="0">
              <a:buNone/>
              <a:defRPr sz="700"/>
            </a:lvl3pPr>
            <a:lvl4pPr marL="963284" indent="0">
              <a:buNone/>
              <a:defRPr sz="600"/>
            </a:lvl4pPr>
            <a:lvl5pPr marL="1284382" indent="0">
              <a:buNone/>
              <a:defRPr sz="600"/>
            </a:lvl5pPr>
            <a:lvl6pPr marL="1605478" indent="0">
              <a:buNone/>
              <a:defRPr sz="600"/>
            </a:lvl6pPr>
            <a:lvl7pPr marL="1926572" indent="0">
              <a:buNone/>
              <a:defRPr sz="600"/>
            </a:lvl7pPr>
            <a:lvl8pPr marL="2247671" indent="0">
              <a:buNone/>
              <a:defRPr sz="600"/>
            </a:lvl8pPr>
            <a:lvl9pPr marL="2568765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978856"/>
      </p:ext>
    </p:extLst>
  </p:cSld>
  <p:clrMapOvr>
    <a:masterClrMapping/>
  </p:clrMapOvr>
  <p:transition xmlns:p14="http://schemas.microsoft.com/office/powerpoint/2010/main"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7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657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092" indent="0">
              <a:buNone/>
              <a:defRPr sz="2000"/>
            </a:lvl2pPr>
            <a:lvl3pPr marL="642189" indent="0">
              <a:buNone/>
              <a:defRPr sz="1700"/>
            </a:lvl3pPr>
            <a:lvl4pPr marL="963284" indent="0">
              <a:buNone/>
              <a:defRPr sz="1400"/>
            </a:lvl4pPr>
            <a:lvl5pPr marL="1284382" indent="0">
              <a:buNone/>
              <a:defRPr sz="1400"/>
            </a:lvl5pPr>
            <a:lvl6pPr marL="1605478" indent="0">
              <a:buNone/>
              <a:defRPr sz="1400"/>
            </a:lvl6pPr>
            <a:lvl7pPr marL="1926572" indent="0">
              <a:buNone/>
              <a:defRPr sz="1400"/>
            </a:lvl7pPr>
            <a:lvl8pPr marL="2247671" indent="0">
              <a:buNone/>
              <a:defRPr sz="1400"/>
            </a:lvl8pPr>
            <a:lvl9pPr marL="2568765" indent="0">
              <a:buNone/>
              <a:defRPr sz="1400"/>
            </a:lvl9pPr>
          </a:lstStyle>
          <a:p>
            <a:pPr lvl="0"/>
            <a:r>
              <a:rPr lang="en-US" noProof="0" smtClean="0">
                <a:sym typeface="Helvetica Neue Bold Condensed" charset="0"/>
              </a:rP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657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092" indent="0">
              <a:buNone/>
              <a:defRPr sz="800"/>
            </a:lvl2pPr>
            <a:lvl3pPr marL="642189" indent="0">
              <a:buNone/>
              <a:defRPr sz="700"/>
            </a:lvl3pPr>
            <a:lvl4pPr marL="963284" indent="0">
              <a:buNone/>
              <a:defRPr sz="600"/>
            </a:lvl4pPr>
            <a:lvl5pPr marL="1284382" indent="0">
              <a:buNone/>
              <a:defRPr sz="600"/>
            </a:lvl5pPr>
            <a:lvl6pPr marL="1605478" indent="0">
              <a:buNone/>
              <a:defRPr sz="600"/>
            </a:lvl6pPr>
            <a:lvl7pPr marL="1926572" indent="0">
              <a:buNone/>
              <a:defRPr sz="600"/>
            </a:lvl7pPr>
            <a:lvl8pPr marL="2247671" indent="0">
              <a:buNone/>
              <a:defRPr sz="600"/>
            </a:lvl8pPr>
            <a:lvl9pPr marL="2568765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9309897"/>
      </p:ext>
    </p:extLst>
  </p:cSld>
  <p:clrMapOvr>
    <a:masterClrMapping/>
  </p:clrMapOvr>
  <p:transition xmlns:p14="http://schemas.microsoft.com/office/powerpoint/2010/main"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02099"/>
      </p:ext>
    </p:extLst>
  </p:cSld>
  <p:clrMapOvr>
    <a:masterClrMapping/>
  </p:clrMapOvr>
  <p:transition xmlns:p14="http://schemas.microsoft.com/office/powerpoint/2010/main"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8426" y="5884686"/>
            <a:ext cx="1906488" cy="7590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83" y="5884686"/>
            <a:ext cx="5612309" cy="7590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40771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13" Type="http://schemas.openxmlformats.org/officeDocument/2006/relationships/image" Target="../media/image8.jpeg"/><Relationship Id="rId14" Type="http://schemas.openxmlformats.org/officeDocument/2006/relationships/image" Target="../media/image9.png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13" Type="http://schemas.openxmlformats.org/officeDocument/2006/relationships/image" Target="../media/image8.jpeg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13" Type="http://schemas.openxmlformats.org/officeDocument/2006/relationships/image" Target="../media/image8.jpeg"/><Relationship Id="rId14" Type="http://schemas.openxmlformats.org/officeDocument/2006/relationships/image" Target="../media/image10.png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13" Type="http://schemas.openxmlformats.org/officeDocument/2006/relationships/image" Target="../media/image8.jpeg"/><Relationship Id="rId14" Type="http://schemas.openxmlformats.org/officeDocument/2006/relationships/image" Target="../media/image9.png"/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89.xml"/><Relationship Id="rId12" Type="http://schemas.openxmlformats.org/officeDocument/2006/relationships/theme" Target="../theme/theme8.xml"/><Relationship Id="rId13" Type="http://schemas.openxmlformats.org/officeDocument/2006/relationships/image" Target="../media/image8.jpeg"/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00.xml"/><Relationship Id="rId12" Type="http://schemas.openxmlformats.org/officeDocument/2006/relationships/theme" Target="../theme/theme9.xml"/><Relationship Id="rId13" Type="http://schemas.openxmlformats.org/officeDocument/2006/relationships/image" Target="../media/image8.jpeg"/><Relationship Id="rId14" Type="http://schemas.openxmlformats.org/officeDocument/2006/relationships/image" Target="../media/image9.png"/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1.xml"/><Relationship Id="rId12" Type="http://schemas.openxmlformats.org/officeDocument/2006/relationships/theme" Target="../theme/theme10.xml"/><Relationship Id="rId13" Type="http://schemas.openxmlformats.org/officeDocument/2006/relationships/image" Target="../media/image8.jpeg"/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/Relationships>
</file>

<file path=ppt/slideMasters/_rels/slideMaster1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22.xml"/><Relationship Id="rId12" Type="http://schemas.openxmlformats.org/officeDocument/2006/relationships/theme" Target="../theme/theme11.xml"/><Relationship Id="rId13" Type="http://schemas.openxmlformats.org/officeDocument/2006/relationships/image" Target="../media/image8.jpeg"/><Relationship Id="rId1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21.xml"/></Relationships>
</file>

<file path=ppt/slideMasters/_rels/slideMaster1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33.xml"/><Relationship Id="rId12" Type="http://schemas.openxmlformats.org/officeDocument/2006/relationships/theme" Target="../theme/theme12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2.xml"/></Relationships>
</file>

<file path=ppt/slideMasters/_rels/slideMaster1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44.xml"/><Relationship Id="rId12" Type="http://schemas.openxmlformats.org/officeDocument/2006/relationships/theme" Target="../theme/theme13.xml"/><Relationship Id="rId13" Type="http://schemas.openxmlformats.org/officeDocument/2006/relationships/image" Target="../media/image8.jpeg"/><Relationship Id="rId14" Type="http://schemas.openxmlformats.org/officeDocument/2006/relationships/image" Target="../media/image9.png"/><Relationship Id="rId1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3.xml"/></Relationships>
</file>

<file path=ppt/slideMasters/_rels/slideMaster1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55.xml"/><Relationship Id="rId12" Type="http://schemas.openxmlformats.org/officeDocument/2006/relationships/theme" Target="../theme/theme14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4.xml"/></Relationships>
</file>

<file path=ppt/slideMasters/_rels/slideMaster1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66.xml"/><Relationship Id="rId12" Type="http://schemas.openxmlformats.org/officeDocument/2006/relationships/theme" Target="../theme/theme15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/Relationships>
</file>

<file path=ppt/slideMasters/_rels/slideMaster1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77.xml"/><Relationship Id="rId12" Type="http://schemas.openxmlformats.org/officeDocument/2006/relationships/theme" Target="../theme/theme16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6.xml"/></Relationships>
</file>

<file path=ppt/slideMasters/_rels/slideMaster1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88.xml"/><Relationship Id="rId12" Type="http://schemas.openxmlformats.org/officeDocument/2006/relationships/theme" Target="../theme/theme17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4.xml"/><Relationship Id="rId8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87.xml"/></Relationships>
</file>

<file path=ppt/slideMasters/_rels/slideMaster1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99.xml"/><Relationship Id="rId12" Type="http://schemas.openxmlformats.org/officeDocument/2006/relationships/theme" Target="../theme/theme18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4.xml"/><Relationship Id="rId7" Type="http://schemas.openxmlformats.org/officeDocument/2006/relationships/slideLayout" Target="../slideLayouts/slideLayout195.xml"/><Relationship Id="rId8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198.xml"/></Relationships>
</file>

<file path=ppt/slideMasters/_rels/slideMaster1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10.xml"/><Relationship Id="rId12" Type="http://schemas.openxmlformats.org/officeDocument/2006/relationships/theme" Target="../theme/theme19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6.xml"/><Relationship Id="rId8" Type="http://schemas.openxmlformats.org/officeDocument/2006/relationships/slideLayout" Target="../slideLayouts/slideLayout207.xml"/><Relationship Id="rId9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09.xml"/></Relationships>
</file>

<file path=ppt/slideMasters/_rels/slideMaster2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1.xml"/><Relationship Id="rId12" Type="http://schemas.openxmlformats.org/officeDocument/2006/relationships/theme" Target="../theme/theme20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14.xml"/><Relationship Id="rId5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17.xml"/><Relationship Id="rId8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20.xml"/></Relationships>
</file>

<file path=ppt/slideMasters/_rels/slideMaster2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2.xml"/><Relationship Id="rId12" Type="http://schemas.openxmlformats.org/officeDocument/2006/relationships/theme" Target="../theme/theme21.xml"/><Relationship Id="rId13" Type="http://schemas.openxmlformats.org/officeDocument/2006/relationships/image" Target="../media/image7.jpeg"/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74" tIns="44444" rIns="90474" bIns="444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05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74" tIns="44444" rIns="90474" bIns="444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11" descr="D:\Vugraph Info\Vugraph Templates\Templates-NEW-NMP and Bureau\ident-small_4_onscreen_png.png"/>
          <p:cNvPicPr>
            <a:picLocks noChangeAspect="1" noChangeArrowheads="1"/>
          </p:cNvPicPr>
          <p:nvPr/>
        </p:nvPicPr>
        <p:blipFill>
          <a:blip r:embed="rId14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xfrm>
            <a:off x="457200" y="6094415"/>
            <a:ext cx="11430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399" r:id="rId2"/>
    <p:sldLayoutId id="2147484400" r:id="rId3"/>
    <p:sldLayoutId id="2147484401" r:id="rId4"/>
    <p:sldLayoutId id="2147484402" r:id="rId5"/>
    <p:sldLayoutId id="2147484403" r:id="rId6"/>
    <p:sldLayoutId id="2147484404" r:id="rId7"/>
    <p:sldLayoutId id="2147484405" r:id="rId8"/>
    <p:sldLayoutId id="2147484406" r:id="rId9"/>
    <p:sldLayoutId id="2147484407" r:id="rId10"/>
    <p:sldLayoutId id="2147484408" r:id="rId11"/>
    <p:sldLayoutId id="2147484650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5pPr>
      <a:lvl6pPr marL="45713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6pPr>
      <a:lvl7pPr marL="914259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7pPr>
      <a:lvl8pPr marL="137139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8pPr>
      <a:lvl9pPr marL="1828519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9pPr>
    </p:titleStyle>
    <p:bodyStyle>
      <a:lvl1pPr marL="342848" indent="-342848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800" b="1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836" indent="-285707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400" b="1">
          <a:solidFill>
            <a:schemeClr val="bg1"/>
          </a:solidFill>
          <a:latin typeface="+mn-lt"/>
          <a:ea typeface="+mn-ea"/>
        </a:defRPr>
      </a:lvl2pPr>
      <a:lvl3pPr marL="114282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000" b="1">
          <a:solidFill>
            <a:schemeClr val="bg1"/>
          </a:solidFill>
          <a:latin typeface="+mn-lt"/>
          <a:ea typeface="+mn-ea"/>
        </a:defRPr>
      </a:lvl3pPr>
      <a:lvl4pPr marL="159995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4pPr>
      <a:lvl5pPr marL="205708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5pPr>
      <a:lvl6pPr marL="251421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6pPr>
      <a:lvl7pPr marL="297134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7pPr>
      <a:lvl8pPr marL="342847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8pPr>
      <a:lvl9pPr marL="3885603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319088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295403"/>
            <a:ext cx="8458200" cy="47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-1539875" y="3059116"/>
            <a:ext cx="184663" cy="30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25" tIns="45713" rIns="91425" bIns="45713">
            <a:spAutoFit/>
          </a:bodyPr>
          <a:lstStyle/>
          <a:p>
            <a:pPr>
              <a:defRPr/>
            </a:pPr>
            <a:endParaRPr lang="en-US" sz="1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92E5C"/>
                </a:solidFill>
                <a:ea typeface="Arial" charset="0"/>
                <a:cs typeface="Arial" charset="0"/>
              </a:defRPr>
            </a:lvl1pPr>
          </a:lstStyle>
          <a:p>
            <a:fld id="{BB63A184-EDCF-1443-92AC-8755ECB8005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1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5" tIns="45713" rIns="91425" bIns="45713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6845300" y="6340475"/>
            <a:ext cx="2031058" cy="37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00" i="1" smtClean="0">
                <a:solidFill>
                  <a:srgbClr val="003399"/>
                </a:solidFill>
                <a:cs typeface="Arial" charset="0"/>
              </a:rPr>
              <a:t>Helping the World to Communicate</a:t>
            </a:r>
          </a:p>
          <a:p>
            <a:pPr>
              <a:defRPr/>
            </a:pPr>
            <a:r>
              <a:rPr lang="en-US" sz="900" i="1" smtClean="0">
                <a:solidFill>
                  <a:srgbClr val="003399"/>
                </a:solidFill>
                <a:cs typeface="Arial" charset="0"/>
              </a:rPr>
              <a:t>Geographically</a:t>
            </a:r>
          </a:p>
        </p:txBody>
      </p:sp>
      <p:pic>
        <p:nvPicPr>
          <p:cNvPr id="3080" name="Picture 10" descr="hexagons.png                                                   0005D1B2JeffToo                        ABA78158: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1" y="762000"/>
            <a:ext cx="88392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11" descr="C:\Documents and Settings\Greg Buehler.JUMBO\Desktop\OGC_Logo_No_Border_Blue_3D.bmp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248400"/>
            <a:ext cx="1403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09" r:id="rId2"/>
    <p:sldLayoutId id="2147484410" r:id="rId3"/>
    <p:sldLayoutId id="2147484411" r:id="rId4"/>
    <p:sldLayoutId id="2147484412" r:id="rId5"/>
    <p:sldLayoutId id="2147484413" r:id="rId6"/>
    <p:sldLayoutId id="2147484414" r:id="rId7"/>
    <p:sldLayoutId id="2147484415" r:id="rId8"/>
    <p:sldLayoutId id="2147484416" r:id="rId9"/>
    <p:sldLayoutId id="2147484417" r:id="rId10"/>
    <p:sldLayoutId id="2147484418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ＭＳ Ｐゴシック" charset="-128"/>
          <a:cs typeface="ＭＳ Ｐゴシック" charset="-128"/>
        </a:defRPr>
      </a:lvl5pPr>
      <a:lvl6pPr marL="45713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25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39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51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33327" indent="-233327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569826" indent="-222215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912673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1"/>
          </a:solidFill>
          <a:latin typeface="+mn-lt"/>
          <a:ea typeface="ＭＳ Ｐゴシック" charset="-128"/>
        </a:defRPr>
      </a:lvl3pPr>
      <a:lvl4pPr marL="1255521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1598367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055498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6pPr>
      <a:lvl7pPr marL="2512628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7pPr>
      <a:lvl8pPr marL="2969757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8pPr>
      <a:lvl9pPr marL="3426888" indent="-228564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00128" y="3687963"/>
            <a:ext cx="7411641" cy="184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11" tIns="35711" rIns="35711" bIns="357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00128" y="5527477"/>
            <a:ext cx="7411641" cy="113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11" tIns="35711" rIns="35711" bIns="35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24" r:id="rId2"/>
    <p:sldLayoutId id="2147484425" r:id="rId3"/>
    <p:sldLayoutId id="2147484426" r:id="rId4"/>
    <p:sldLayoutId id="2147484427" r:id="rId5"/>
    <p:sldLayoutId id="2147484428" r:id="rId6"/>
    <p:sldLayoutId id="2147484429" r:id="rId7"/>
    <p:sldLayoutId id="2147484430" r:id="rId8"/>
    <p:sldLayoutId id="2147484431" r:id="rId9"/>
    <p:sldLayoutId id="2147484432" r:id="rId10"/>
    <p:sldLayoutId id="2147484433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407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816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4224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5631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1056" indent="-241056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2287" indent="-20088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3520" indent="-16070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930" indent="-16070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6336" indent="-16070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407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816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422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5631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7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16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24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31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41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47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56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64" algn="l" defTabSz="32140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9" tIns="35709" rIns="35709" bIns="3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5" y="1946676"/>
            <a:ext cx="7679531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9" tIns="35709" rIns="35709" bIns="3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  <p:pic>
        <p:nvPicPr>
          <p:cNvPr id="2053" name="Picture 4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611" y="6143625"/>
            <a:ext cx="1203275" cy="44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35" r:id="rId1"/>
    <p:sldLayoutId id="2147484436" r:id="rId2"/>
    <p:sldLayoutId id="2147484437" r:id="rId3"/>
    <p:sldLayoutId id="2147484438" r:id="rId4"/>
    <p:sldLayoutId id="2147484439" r:id="rId5"/>
    <p:sldLayoutId id="2147484440" r:id="rId6"/>
    <p:sldLayoutId id="2147484441" r:id="rId7"/>
    <p:sldLayoutId id="2147484442" r:id="rId8"/>
    <p:sldLayoutId id="2147484443" r:id="rId9"/>
    <p:sldLayoutId id="2147484444" r:id="rId10"/>
    <p:sldLayoutId id="2147484445" r:id="rId11"/>
  </p:sldLayoutIdLst>
  <p:transition xmlns:p14="http://schemas.microsoft.com/office/powerpoint/2010/main"/>
  <p:hf hdr="0" ftr="0"/>
  <p:txStyles>
    <p:titleStyle>
      <a:lvl1pPr marL="251087" indent="-25108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1087" indent="-25108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1087" indent="-25108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1087" indent="-25108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1087" indent="-25108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47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87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526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65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537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290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756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5217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7682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9074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60465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1857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3248" indent="-30353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1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83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74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65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59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48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41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33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  <p:sldLayoutId id="2147484454" r:id="rId8"/>
    <p:sldLayoutId id="2147484455" r:id="rId9"/>
    <p:sldLayoutId id="2147484456" r:id="rId10"/>
    <p:sldLayoutId id="2147484457" r:id="rId11"/>
  </p:sldLayoutIdLst>
  <p:transition xmlns:p14="http://schemas.microsoft.com/office/powerpoint/2010/main"/>
  <p:hf hdr="0" ftr="0"/>
  <p:txStyles>
    <p:titleStyle>
      <a:lvl1pPr marL="286783" indent="-2867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86783" indent="-2867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86783" indent="-2867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86783" indent="-2867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86783" indent="-2867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60815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92953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509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7228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521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615971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928418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40863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53312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74688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96064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517437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38813" indent="-303521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74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5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24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0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877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25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626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001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5" tIns="35705" rIns="35705" bIns="357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81" y="6257479"/>
            <a:ext cx="992311" cy="3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9" r:id="rId1"/>
    <p:sldLayoutId id="2147484460" r:id="rId2"/>
    <p:sldLayoutId id="2147484461" r:id="rId3"/>
    <p:sldLayoutId id="2147484462" r:id="rId4"/>
    <p:sldLayoutId id="2147484463" r:id="rId5"/>
    <p:sldLayoutId id="2147484464" r:id="rId6"/>
    <p:sldLayoutId id="2147484465" r:id="rId7"/>
    <p:sldLayoutId id="2147484466" r:id="rId8"/>
    <p:sldLayoutId id="2147484467" r:id="rId9"/>
    <p:sldLayoutId id="2147484468" r:id="rId10"/>
    <p:sldLayoutId id="2147484469" r:id="rId11"/>
  </p:sldLayoutIdLst>
  <p:transition xmlns:p14="http://schemas.microsoft.com/office/powerpoint/2010/main"/>
  <p:hf hdr="0" ftr="0"/>
  <p:txStyles>
    <p:titleStyle>
      <a:lvl1pPr marL="251061" indent="-2510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1061" indent="-2510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1061" indent="-2510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1061" indent="-2510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1061" indent="-2510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4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78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506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615940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928370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40799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53232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74592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95951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517308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38668" indent="-303506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57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17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75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434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94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151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511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870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2571750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3" tIns="35703" rIns="35703" bIns="3570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611" y="6143625"/>
            <a:ext cx="1203275" cy="44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1" r:id="rId1"/>
    <p:sldLayoutId id="2147484472" r:id="rId2"/>
    <p:sldLayoutId id="2147484473" r:id="rId3"/>
    <p:sldLayoutId id="2147484474" r:id="rId4"/>
    <p:sldLayoutId id="2147484475" r:id="rId5"/>
    <p:sldLayoutId id="2147484476" r:id="rId6"/>
    <p:sldLayoutId id="2147484477" r:id="rId7"/>
    <p:sldLayoutId id="2147484478" r:id="rId8"/>
    <p:sldLayoutId id="2147484479" r:id="rId9"/>
    <p:sldLayoutId id="2147484480" r:id="rId10"/>
    <p:sldLayoutId id="2147484481" r:id="rId11"/>
  </p:sldLayoutIdLst>
  <p:transition xmlns:p14="http://schemas.microsoft.com/office/powerpoint/2010/main"/>
  <p:hf hdr="0" ftr="0"/>
  <p:txStyles>
    <p:titleStyle>
      <a:lvl1pPr marL="251048" indent="-2510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1048" indent="-2510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1048" indent="-2510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1048" indent="-2510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1048" indent="-2510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39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7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507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41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490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615909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928323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40735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53153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74496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95839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517179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38523" indent="-303490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1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84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25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68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11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52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396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38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1" tIns="35701" rIns="35701" bIns="357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1297" y="1946680"/>
            <a:ext cx="3750469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701" tIns="35701" rIns="35701" bIns="357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3" r:id="rId1"/>
    <p:sldLayoutId id="2147484484" r:id="rId2"/>
    <p:sldLayoutId id="2147484485" r:id="rId3"/>
    <p:sldLayoutId id="2147484486" r:id="rId4"/>
    <p:sldLayoutId id="2147484487" r:id="rId5"/>
    <p:sldLayoutId id="2147484488" r:id="rId6"/>
    <p:sldLayoutId id="2147484489" r:id="rId7"/>
    <p:sldLayoutId id="2147484490" r:id="rId8"/>
    <p:sldLayoutId id="2147484491" r:id="rId9"/>
    <p:sldLayoutId id="2147484492" r:id="rId10"/>
    <p:sldLayoutId id="2147484493" r:id="rId11"/>
  </p:sldLayoutIdLst>
  <p:transition xmlns:p14="http://schemas.microsoft.com/office/powerpoint/2010/main"/>
  <p:hf hdr="0" ftr="0"/>
  <p:txStyles>
    <p:titleStyle>
      <a:lvl1pPr marL="251035" indent="-251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1035" indent="-251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1035" indent="-251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1035" indent="-251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1035" indent="-251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3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69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501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3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474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170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576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4971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7371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8698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60022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1349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2673" indent="-303474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4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1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5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2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28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4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1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7" algn="l" defTabSz="32132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5" y="1035853"/>
            <a:ext cx="7679531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9" tIns="35699" rIns="35699" bIns="3569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611" y="6143625"/>
            <a:ext cx="1203275" cy="44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5" r:id="rId1"/>
    <p:sldLayoutId id="2147484496" r:id="rId2"/>
    <p:sldLayoutId id="2147484497" r:id="rId3"/>
    <p:sldLayoutId id="2147484498" r:id="rId4"/>
    <p:sldLayoutId id="2147484499" r:id="rId5"/>
    <p:sldLayoutId id="2147484500" r:id="rId6"/>
    <p:sldLayoutId id="2147484501" r:id="rId7"/>
    <p:sldLayoutId id="2147484502" r:id="rId8"/>
    <p:sldLayoutId id="2147484503" r:id="rId9"/>
    <p:sldLayoutId id="2147484504" r:id="rId10"/>
    <p:sldLayoutId id="2147484505" r:id="rId11"/>
  </p:sldLayoutIdLst>
  <p:transition xmlns:p14="http://schemas.microsoft.com/office/powerpoint/2010/main"/>
  <p:hf hdr="0" ftr="0"/>
  <p:txStyles>
    <p:titleStyle>
      <a:lvl1pPr marL="286723" indent="-2867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86723" indent="-2867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86723" indent="-2867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86723" indent="-2867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86723" indent="-2867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60803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92934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5065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719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459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140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531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4910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7293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8604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59911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1222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2530" indent="-303459" algn="l" rtl="0" eaLnBrk="1" fontAlgn="base" hangingPunct="1">
        <a:spcBef>
          <a:spcPts val="3375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08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18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25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37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546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855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166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475" algn="l" defTabSz="3213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7" tIns="35697" rIns="35697" bIns="356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4" y="1946682"/>
            <a:ext cx="3750469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7" tIns="35697" rIns="35697" bIns="356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transition xmlns:p14="http://schemas.microsoft.com/office/powerpoint/2010/main"/>
  <p:hf hdr="0" ftr="0"/>
  <p:txStyles>
    <p:titleStyle>
      <a:lvl1pPr marL="251009" indent="-2510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1009" indent="-2510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1009" indent="-2510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1009" indent="-2510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1009" indent="-2510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30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6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489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18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443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110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486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4848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7215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8510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59800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1095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2386" indent="-303443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91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585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876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171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464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756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051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344" algn="l" defTabSz="3212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5" tIns="35695" rIns="35695" bIns="356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4" y="1946683"/>
            <a:ext cx="3750469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5" tIns="35695" rIns="35695" bIns="356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ransition xmlns:p14="http://schemas.microsoft.com/office/powerpoint/2010/main"/>
  <p:hf hdr="0" ftr="0"/>
  <p:txStyles>
    <p:titleStyle>
      <a:lvl1pPr marL="250996" indent="-25099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0996" indent="-25099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0996" indent="-25099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0996" indent="-25099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0996" indent="-25099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27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55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48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61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428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080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441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4786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7137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8416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59690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0968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2242" indent="-303428" algn="l" rtl="0" eaLnBrk="1" fontAlgn="base" hangingPunct="1">
        <a:spcBef>
          <a:spcPts val="2250"/>
        </a:spcBef>
        <a:spcAft>
          <a:spcPct val="0"/>
        </a:spcAft>
        <a:buSzPct val="77000"/>
        <a:buChar char="•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75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552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826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105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382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658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936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212" algn="l" defTabSz="3212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4" y="1419833"/>
            <a:ext cx="3750469" cy="201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3" tIns="35693" rIns="35693" bIns="3569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4" y="3429000"/>
            <a:ext cx="3750469" cy="200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3" tIns="35693" rIns="35693" bIns="356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  <p:sldLayoutId id="2147484537" r:id="rId7"/>
    <p:sldLayoutId id="2147484538" r:id="rId8"/>
    <p:sldLayoutId id="2147484539" r:id="rId9"/>
    <p:sldLayoutId id="2147484540" r:id="rId10"/>
    <p:sldLayoutId id="2147484541" r:id="rId11"/>
  </p:sldLayoutIdLst>
  <p:transition xmlns:p14="http://schemas.microsoft.com/office/powerpoint/2010/main"/>
  <p:hf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25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51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7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50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947" indent="-240947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2049" indent="-200786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3151" indent="-160631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409" indent="-160631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670" indent="-160631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25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519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776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5039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58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519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776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039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299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559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821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081" algn="l" defTabSz="32125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2235" y="178594"/>
            <a:ext cx="7679531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1" tIns="35691" rIns="35691" bIns="35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Light" charset="0"/>
              </a:rPr>
              <a:t>Click to edit Master title style</a:t>
            </a:r>
            <a:endParaRPr lang="en-US">
              <a:sym typeface="Helvetica Neue Light" charset="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2235" y="1946685"/>
            <a:ext cx="7679531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91" tIns="35691" rIns="35691" bIns="35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  <a:endParaRPr lang="en-US">
              <a:sym typeface="Helvetica Neue" charset="0"/>
            </a:endParaRPr>
          </a:p>
        </p:txBody>
      </p:sp>
      <p:pic>
        <p:nvPicPr>
          <p:cNvPr id="10245" name="Picture 4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611" y="6143625"/>
            <a:ext cx="1203275" cy="44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43" r:id="rId1"/>
    <p:sldLayoutId id="2147484544" r:id="rId2"/>
    <p:sldLayoutId id="2147484545" r:id="rId3"/>
    <p:sldLayoutId id="2147484546" r:id="rId4"/>
    <p:sldLayoutId id="2147484547" r:id="rId5"/>
    <p:sldLayoutId id="2147484548" r:id="rId6"/>
    <p:sldLayoutId id="2147484549" r:id="rId7"/>
    <p:sldLayoutId id="2147484550" r:id="rId8"/>
    <p:sldLayoutId id="2147484551" r:id="rId9"/>
    <p:sldLayoutId id="2147484552" r:id="rId10"/>
    <p:sldLayoutId id="2147484553" r:id="rId11"/>
  </p:sldLayoutIdLst>
  <p:transition xmlns:p14="http://schemas.microsoft.com/office/powerpoint/2010/main"/>
  <p:hf hdr="0" ftr="0"/>
  <p:txStyles>
    <p:titleStyle>
      <a:lvl1pPr marL="250970" indent="-25097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+mj-lt"/>
          <a:ea typeface="+mj-ea"/>
          <a:cs typeface="+mj-cs"/>
          <a:sym typeface="Helvetica Neue Light" charset="0"/>
        </a:defRPr>
      </a:lvl1pPr>
      <a:lvl2pPr marL="250970" indent="-25097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2pPr>
      <a:lvl3pPr marL="250970" indent="-25097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3pPr>
      <a:lvl4pPr marL="250970" indent="-25097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4pPr>
      <a:lvl5pPr marL="250970" indent="-25097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5pPr>
      <a:lvl6pPr marL="5722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6pPr>
      <a:lvl7pPr marL="89346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7pPr>
      <a:lvl8pPr marL="12147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8pPr>
      <a:lvl9pPr marL="153594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Helvetica Neue Light" charset="0"/>
          <a:ea typeface="ヒラギノ角ゴ ProN W3" charset="0"/>
          <a:cs typeface="ヒラギノ角ゴ ProN W3" charset="0"/>
          <a:sym typeface="Helvetica Neue Light" charset="0"/>
        </a:defRPr>
      </a:lvl9pPr>
    </p:titleStyle>
    <p:bodyStyle>
      <a:lvl1pPr marL="303397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1pPr>
      <a:lvl2pPr marL="580020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2pPr>
      <a:lvl3pPr marL="892351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3pPr>
      <a:lvl4pPr marL="1204663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4pPr>
      <a:lvl5pPr marL="1516981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5pPr>
      <a:lvl6pPr marL="1838228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6pPr>
      <a:lvl7pPr marL="2159468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7pPr>
      <a:lvl8pPr marL="2480714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8pPr>
      <a:lvl9pPr marL="2801955" indent="-303397" algn="l" rtl="0" eaLnBrk="1" fontAlgn="base" hangingPunct="1">
        <a:spcBef>
          <a:spcPts val="2250"/>
        </a:spcBef>
        <a:spcAft>
          <a:spcPct val="0"/>
        </a:spcAft>
        <a:buSzPct val="100000"/>
        <a:buFont typeface="Zapf Dingbats" charset="0"/>
        <a:buChar char="❖"/>
        <a:defRPr sz="2500">
          <a:solidFill>
            <a:srgbClr val="646461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41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486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727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973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216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460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706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949" algn="l" defTabSz="3212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00139" y="2509242"/>
            <a:ext cx="7411641" cy="184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9" tIns="35689" rIns="35689" bIns="356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225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453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678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908" algn="l" rtl="0" eaLnBrk="1" fontAlgn="base" hangingPunct="1">
        <a:spcBef>
          <a:spcPct val="0"/>
        </a:spcBef>
        <a:spcAft>
          <a:spcPct val="0"/>
        </a:spcAft>
        <a:defRPr sz="53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923" indent="-24092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996" indent="-200766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3069" indent="-16061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293" indent="-16061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522" indent="-16061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22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45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678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4908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25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453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678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908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134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362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591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817" algn="l" defTabSz="3212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1" name="Line 2"/>
          <p:cNvSpPr>
            <a:spLocks noChangeShapeType="1"/>
          </p:cNvSpPr>
          <p:nvPr/>
        </p:nvSpPr>
        <p:spPr bwMode="auto">
          <a:xfrm>
            <a:off x="195352" y="5875734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62" y="6340093"/>
            <a:ext cx="7625953" cy="30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7" tIns="35687" rIns="35687" bIns="3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229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58962" y="5884664"/>
            <a:ext cx="7625953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7" tIns="35687" rIns="35687" bIns="35687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74" r:id="rId8"/>
    <p:sldLayoutId id="2147484575" r:id="rId9"/>
    <p:sldLayoutId id="2147484576" r:id="rId10"/>
    <p:sldLayoutId id="2147484577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208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42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629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842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911" indent="-240911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969" indent="-200755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3028" indent="-160606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236" indent="-160606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448" indent="-160606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208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420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629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4842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208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420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629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842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052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263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476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686" algn="l" defTabSz="32120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5" name="Line 2"/>
          <p:cNvSpPr>
            <a:spLocks noChangeShapeType="1"/>
          </p:cNvSpPr>
          <p:nvPr/>
        </p:nvSpPr>
        <p:spPr bwMode="auto">
          <a:xfrm>
            <a:off x="195353" y="5875734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62" y="6340094"/>
            <a:ext cx="7625953" cy="30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5" tIns="35685" rIns="35685" bIns="35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58962" y="5884664"/>
            <a:ext cx="7625953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5" tIns="35685" rIns="35685" bIns="3568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9" r:id="rId1"/>
    <p:sldLayoutId id="2147484580" r:id="rId2"/>
    <p:sldLayoutId id="2147484581" r:id="rId3"/>
    <p:sldLayoutId id="2147484582" r:id="rId4"/>
    <p:sldLayoutId id="2147484583" r:id="rId5"/>
    <p:sldLayoutId id="2147484584" r:id="rId6"/>
    <p:sldLayoutId id="2147484585" r:id="rId7"/>
    <p:sldLayoutId id="2147484586" r:id="rId8"/>
    <p:sldLayoutId id="2147484587" r:id="rId9"/>
    <p:sldLayoutId id="2147484588" r:id="rId10"/>
    <p:sldLayoutId id="2147484589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92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387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58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776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99" indent="-240899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942" indent="-200745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2987" indent="-160598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178" indent="-160598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374" indent="-160598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192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38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580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4776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92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387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580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776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970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164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361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554" algn="l" defTabSz="32119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39" name="Line 2"/>
          <p:cNvSpPr>
            <a:spLocks noChangeShapeType="1"/>
          </p:cNvSpPr>
          <p:nvPr/>
        </p:nvSpPr>
        <p:spPr bwMode="auto">
          <a:xfrm>
            <a:off x="195354" y="5875734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62" y="6340095"/>
            <a:ext cx="7625953" cy="30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3" tIns="35683" rIns="35683" bIns="356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58962" y="5884664"/>
            <a:ext cx="7625953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3" tIns="35683" rIns="35683" bIns="3568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1" r:id="rId1"/>
    <p:sldLayoutId id="2147484592" r:id="rId2"/>
    <p:sldLayoutId id="2147484593" r:id="rId3"/>
    <p:sldLayoutId id="2147484594" r:id="rId4"/>
    <p:sldLayoutId id="2147484595" r:id="rId5"/>
    <p:sldLayoutId id="2147484596" r:id="rId6"/>
    <p:sldLayoutId id="2147484597" r:id="rId7"/>
    <p:sldLayoutId id="2147484598" r:id="rId8"/>
    <p:sldLayoutId id="2147484599" r:id="rId9"/>
    <p:sldLayoutId id="2147484600" r:id="rId10"/>
    <p:sldLayoutId id="2147484601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75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354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53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71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87" indent="-24088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915" indent="-200735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2pPr>
      <a:lvl3pPr marL="802946" indent="-160589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3pPr>
      <a:lvl4pPr marL="1124120" indent="-160589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4pPr>
      <a:lvl5pPr marL="1445300" indent="-160589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5pPr>
      <a:lvl6pPr marL="321175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6pPr>
      <a:lvl7pPr marL="642354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7pPr>
      <a:lvl8pPr marL="963530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8pPr>
      <a:lvl9pPr marL="1284710" algn="l" rtl="0" eaLnBrk="1" fontAlgn="base" hangingPunct="1">
        <a:spcBef>
          <a:spcPct val="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75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354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530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710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888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066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246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423" algn="l" defTabSz="32117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3" name="Line 2"/>
          <p:cNvSpPr>
            <a:spLocks noChangeShapeType="1"/>
          </p:cNvSpPr>
          <p:nvPr/>
        </p:nvSpPr>
        <p:spPr bwMode="auto">
          <a:xfrm>
            <a:off x="195355" y="5875734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62" y="6340096"/>
            <a:ext cx="7625953" cy="30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1" tIns="35681" rIns="35681" bIns="356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5365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58962" y="5884664"/>
            <a:ext cx="7625953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1" tIns="35681" rIns="35681" bIns="3568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7" r:id="rId5"/>
    <p:sldLayoutId id="2147484608" r:id="rId6"/>
    <p:sldLayoutId id="2147484609" r:id="rId7"/>
    <p:sldLayoutId id="2147484610" r:id="rId8"/>
    <p:sldLayoutId id="2147484611" r:id="rId9"/>
    <p:sldLayoutId id="2147484612" r:id="rId10"/>
    <p:sldLayoutId id="2147484613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59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321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48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645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74" indent="-240874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889" indent="-200725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2905" indent="-160581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4062" indent="-160581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226" indent="-160581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159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321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480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4645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59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321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480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645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806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6967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131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291" algn="l" defTabSz="32115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00126" y="5706070"/>
            <a:ext cx="7625953" cy="52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0" tIns="35680" rIns="35680" bIns="3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6387" name="Rectangle 2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88" name="Line 3"/>
          <p:cNvSpPr>
            <a:spLocks noChangeShapeType="1"/>
          </p:cNvSpPr>
          <p:nvPr/>
        </p:nvSpPr>
        <p:spPr bwMode="auto">
          <a:xfrm>
            <a:off x="195356" y="6268641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 flipH="1">
            <a:off x="3695775" y="6259713"/>
            <a:ext cx="0" cy="419695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195356" y="5054203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9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00126" y="4991695"/>
            <a:ext cx="7625953" cy="72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80" tIns="35680" rIns="35680" bIns="3568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5" r:id="rId1"/>
    <p:sldLayoutId id="2147484616" r:id="rId2"/>
    <p:sldLayoutId id="2147484617" r:id="rId3"/>
    <p:sldLayoutId id="2147484618" r:id="rId4"/>
    <p:sldLayoutId id="2147484619" r:id="rId5"/>
    <p:sldLayoutId id="2147484620" r:id="rId6"/>
    <p:sldLayoutId id="2147484621" r:id="rId7"/>
    <p:sldLayoutId id="2147484622" r:id="rId8"/>
    <p:sldLayoutId id="2147484623" r:id="rId9"/>
    <p:sldLayoutId id="2147484624" r:id="rId10"/>
    <p:sldLayoutId id="2147484625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42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288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431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579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62" indent="-240862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1pPr>
      <a:lvl2pPr marL="521863" indent="-20071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2pPr>
      <a:lvl3pPr marL="802864" indent="-16057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3pPr>
      <a:lvl4pPr marL="1124004" indent="-16057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4pPr>
      <a:lvl5pPr marL="1445152" indent="-16057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5pPr>
      <a:lvl6pPr marL="321142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6pPr>
      <a:lvl7pPr marL="642288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7pPr>
      <a:lvl8pPr marL="963431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8pPr>
      <a:lvl9pPr marL="1284579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42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288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431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579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724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6868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8016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160" algn="l" defTabSz="32114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00126" y="5706070"/>
            <a:ext cx="7625953" cy="52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78" tIns="35678" rIns="35678" bIns="3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7411" name="Rectangle 2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2" name="Line 3"/>
          <p:cNvSpPr>
            <a:spLocks noChangeShapeType="1"/>
          </p:cNvSpPr>
          <p:nvPr/>
        </p:nvSpPr>
        <p:spPr bwMode="auto">
          <a:xfrm>
            <a:off x="195357" y="6268641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 flipH="1">
            <a:off x="3695775" y="6259713"/>
            <a:ext cx="0" cy="419695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195357" y="5054203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5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00126" y="4991695"/>
            <a:ext cx="7625953" cy="72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78" tIns="35678" rIns="35678" bIns="3567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27" r:id="rId1"/>
    <p:sldLayoutId id="2147484628" r:id="rId2"/>
    <p:sldLayoutId id="2147484629" r:id="rId3"/>
    <p:sldLayoutId id="2147484630" r:id="rId4"/>
    <p:sldLayoutId id="2147484631" r:id="rId5"/>
    <p:sldLayoutId id="2147484632" r:id="rId6"/>
    <p:sldLayoutId id="2147484633" r:id="rId7"/>
    <p:sldLayoutId id="2147484634" r:id="rId8"/>
    <p:sldLayoutId id="2147484635" r:id="rId9"/>
    <p:sldLayoutId id="2147484636" r:id="rId10"/>
    <p:sldLayoutId id="2147484637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25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255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382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513" algn="l" rtl="0" eaLnBrk="1" fontAlgn="base" hangingPunct="1">
        <a:spcBef>
          <a:spcPct val="0"/>
        </a:spcBef>
        <a:spcAft>
          <a:spcPct val="0"/>
        </a:spcAft>
        <a:defRPr sz="52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50" indent="-24085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1pPr>
      <a:lvl2pPr marL="521837" indent="-20070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2pPr>
      <a:lvl3pPr marL="802823" indent="-16056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3pPr>
      <a:lvl4pPr marL="1123946" indent="-16056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4pPr>
      <a:lvl5pPr marL="1445078" indent="-16056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5pPr>
      <a:lvl6pPr marL="32112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6pPr>
      <a:lvl7pPr marL="642255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7pPr>
      <a:lvl8pPr marL="963382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8pPr>
      <a:lvl9pPr marL="1284513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D5D4D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25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255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382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513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642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6770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7901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9028" algn="l" defTabSz="32112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98685" y="196453"/>
            <a:ext cx="8751094" cy="6482953"/>
          </a:xfrm>
          <a:prstGeom prst="rect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35" name="Line 2"/>
          <p:cNvSpPr>
            <a:spLocks noChangeShapeType="1"/>
          </p:cNvSpPr>
          <p:nvPr/>
        </p:nvSpPr>
        <p:spPr bwMode="auto">
          <a:xfrm>
            <a:off x="195358" y="5875734"/>
            <a:ext cx="8760023" cy="0"/>
          </a:xfrm>
          <a:prstGeom prst="line">
            <a:avLst/>
          </a:prstGeom>
          <a:noFill/>
          <a:ln w="25400">
            <a:solidFill>
              <a:srgbClr val="908F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62" y="6340099"/>
            <a:ext cx="7625953" cy="30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76" tIns="35676" rIns="35676" bIns="356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 Bold Condensed" charset="0"/>
              </a:rPr>
              <a:t>Second level</a:t>
            </a:r>
          </a:p>
          <a:p>
            <a:pPr lvl="2"/>
            <a:r>
              <a:rPr lang="en-US" smtClean="0">
                <a:sym typeface="Helvetica Neue Bold Condensed" charset="0"/>
              </a:rPr>
              <a:t>Third level</a:t>
            </a:r>
          </a:p>
          <a:p>
            <a:pPr lvl="3"/>
            <a:r>
              <a:rPr lang="en-US" smtClean="0">
                <a:sym typeface="Helvetica Neue Bold Condensed" charset="0"/>
              </a:rPr>
              <a:t>Fourth level</a:t>
            </a:r>
          </a:p>
          <a:p>
            <a:pPr lvl="4"/>
            <a:r>
              <a:rPr lang="en-US" smtClean="0">
                <a:sym typeface="Helvetica Neue Bold Condensed" charset="0"/>
              </a:rPr>
              <a:t>Fifth level</a:t>
            </a:r>
            <a:endParaRPr lang="en-US">
              <a:sym typeface="Helvetica Neue Bold Condensed" charset="0"/>
            </a:endParaRPr>
          </a:p>
        </p:txBody>
      </p:sp>
      <p:sp>
        <p:nvSpPr>
          <p:cNvPr id="1843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58962" y="5884664"/>
            <a:ext cx="7625953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35676" tIns="35676" rIns="35676" bIns="3567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Bold Condensed" charset="0"/>
              </a:rPr>
              <a:t>Click to edit Master title style</a:t>
            </a:r>
            <a:endParaRPr lang="en-US">
              <a:sym typeface="Helvetica Neue Bold Condense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</p:sldLayoutIdLst>
  <p:transition xmlns:p14="http://schemas.microsoft.com/office/powerpoint/2010/main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+mj-lt"/>
          <a:ea typeface="+mj-ea"/>
          <a:cs typeface="+mj-cs"/>
          <a:sym typeface="Helvetica Neue Bold Condensed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5pPr>
      <a:lvl6pPr marL="321109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6pPr>
      <a:lvl7pPr marL="642222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7pPr>
      <a:lvl8pPr marL="963333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8pPr>
      <a:lvl9pPr marL="1284447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D5D4D6"/>
          </a:solidFill>
          <a:latin typeface="Helvetica Neue Bold Condensed" charset="0"/>
          <a:ea typeface="ヒラギノ角ゴ ProN W6" charset="0"/>
          <a:cs typeface="ヒラギノ角ゴ ProN W6" charset="0"/>
          <a:sym typeface="Helvetica Neue Bold Condensed" charset="0"/>
        </a:defRPr>
      </a:lvl9pPr>
    </p:titleStyle>
    <p:bodyStyle>
      <a:lvl1pPr marL="240838" indent="-240838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1pPr>
      <a:lvl2pPr marL="521811" indent="-200695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2pPr>
      <a:lvl3pPr marL="802782" indent="-16055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3pPr>
      <a:lvl4pPr marL="1123888" indent="-16055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4pPr>
      <a:lvl5pPr marL="1445004" indent="-16055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5pPr>
      <a:lvl6pPr marL="321109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6pPr>
      <a:lvl7pPr marL="642222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7pPr>
      <a:lvl8pPr marL="963333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8pPr>
      <a:lvl9pPr marL="1284447" algn="l" rtl="0" eaLnBrk="1" fontAlgn="base" hangingPunct="1">
        <a:spcBef>
          <a:spcPct val="0"/>
        </a:spcBef>
        <a:spcAft>
          <a:spcPct val="0"/>
        </a:spcAft>
        <a:defRPr sz="1700">
          <a:solidFill>
            <a:srgbClr val="5483A6"/>
          </a:solidFill>
          <a:latin typeface="+mn-lt"/>
          <a:ea typeface="+mn-ea"/>
          <a:cs typeface="+mn-cs"/>
          <a:sym typeface="Helvetica Neue Bold Condensed" charset="0"/>
        </a:defRPr>
      </a:lvl9pPr>
    </p:bodyStyle>
    <p:otherStyle>
      <a:defPPr>
        <a:defRPr lang="en-US"/>
      </a:defPPr>
      <a:lvl1pPr marL="0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109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222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333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4447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5560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6671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7786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68897" algn="l" defTabSz="3211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385309"/>
            <a:ext cx="8305800" cy="2943781"/>
          </a:xfrm>
        </p:spPr>
        <p:txBody>
          <a:bodyPr/>
          <a:lstStyle/>
          <a:p>
            <a:pPr algn="ctr"/>
            <a:r>
              <a:rPr lang="en-US" sz="4500" dirty="0" smtClean="0"/>
              <a:t>Water Data Sharing Using OGC Standards and the Internet</a:t>
            </a:r>
            <a:br>
              <a:rPr lang="en-US" sz="4500" dirty="0" smtClean="0"/>
            </a:br>
            <a:endParaRPr lang="en-US" sz="3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David Blodgett</a:t>
            </a:r>
          </a:p>
          <a:p>
            <a:r>
              <a:rPr lang="en-US" sz="2400" dirty="0" smtClean="0"/>
              <a:t>USGS Center </a:t>
            </a:r>
            <a:r>
              <a:rPr lang="en-US" sz="2400" dirty="0"/>
              <a:t>for Integrated Data </a:t>
            </a:r>
            <a:r>
              <a:rPr lang="en-US" sz="2400" dirty="0" smtClean="0"/>
              <a:t>Analytics</a:t>
            </a:r>
          </a:p>
          <a:p>
            <a:r>
              <a:rPr lang="en-US" sz="2400" dirty="0" smtClean="0"/>
              <a:t>8/16/2014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11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264676"/>
            <a:ext cx="8623198" cy="1143000"/>
          </a:xfrm>
        </p:spPr>
        <p:txBody>
          <a:bodyPr/>
          <a:lstStyle/>
          <a:p>
            <a:r>
              <a:rPr lang="en-US" dirty="0" smtClean="0"/>
              <a:t>			The System Components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57"/>
            <a:ext cx="3089862" cy="6633128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89862" y="555171"/>
            <a:ext cx="5914336" cy="6204614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Catalog Service for the Web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Web Map Service</a:t>
            </a:r>
          </a:p>
          <a:p>
            <a:pPr marL="0" indent="0">
              <a:buNone/>
            </a:pPr>
            <a:r>
              <a:rPr lang="en-US" dirty="0" smtClean="0"/>
              <a:t>Web Feature Service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Web Coverage Service</a:t>
            </a:r>
          </a:p>
          <a:p>
            <a:pPr marL="0" indent="0">
              <a:buNone/>
            </a:pPr>
            <a:r>
              <a:rPr lang="en-US" dirty="0" smtClean="0"/>
              <a:t>Sensor Observation Service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WaterML2 Time Series</a:t>
            </a:r>
          </a:p>
          <a:p>
            <a:pPr marL="0" indent="0">
              <a:buNone/>
            </a:pPr>
            <a:r>
              <a:rPr lang="en-US" dirty="0" smtClean="0"/>
              <a:t>Observations and Measurements</a:t>
            </a:r>
          </a:p>
          <a:p>
            <a:pPr marL="0" indent="0">
              <a:buNone/>
            </a:pPr>
            <a:r>
              <a:rPr lang="en-US" dirty="0" smtClean="0"/>
              <a:t>Geography Markup Language</a:t>
            </a:r>
          </a:p>
          <a:p>
            <a:pPr marL="0" indent="0">
              <a:buNone/>
            </a:pPr>
            <a:r>
              <a:rPr lang="en-US" dirty="0" smtClean="0"/>
              <a:t>OGC Web Services - Core</a:t>
            </a:r>
          </a:p>
        </p:txBody>
      </p:sp>
    </p:spTree>
    <p:extLst>
      <p:ext uri="{BB962C8B-B14F-4D97-AF65-F5344CB8AC3E}">
        <p14:creationId xmlns:p14="http://schemas.microsoft.com/office/powerpoint/2010/main" val="4083177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0716" y="279112"/>
            <a:ext cx="5289442" cy="10036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76758" y="102355"/>
            <a:ext cx="8229600" cy="11432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dirty="0">
                <a:solidFill>
                  <a:schemeClr val="bg1"/>
                </a:solidFill>
              </a:rPr>
              <a:t>Toledo, OH Water Ban</a:t>
            </a:r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62293" y="1429767"/>
            <a:ext cx="3892224" cy="1611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1800" b="1" dirty="0"/>
              <a:t>Issue</a:t>
            </a:r>
            <a:r>
              <a:rPr lang="en" sz="1800" dirty="0"/>
              <a:t>: Excess nutrient loading to Lake Erie from Maumee River causes toxin-producing harmful algal blooms</a:t>
            </a:r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92237" y="1429767"/>
            <a:ext cx="4136980" cy="19223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1800" b="1" dirty="0"/>
              <a:t>Locate relevant data</a:t>
            </a:r>
            <a:r>
              <a:rPr lang="en" sz="1800" dirty="0"/>
              <a:t>: Maumee watershed discharge and phosphorus concentration identified on </a:t>
            </a:r>
            <a:r>
              <a:rPr lang="en-US" sz="1800" dirty="0" smtClean="0"/>
              <a:t>NWIS Mapper</a:t>
            </a:r>
            <a:endParaRPr lang="en" sz="1800" dirty="0"/>
          </a:p>
        </p:txBody>
      </p:sp>
      <p:grpSp>
        <p:nvGrpSpPr>
          <p:cNvPr id="26" name="Shape 26"/>
          <p:cNvGrpSpPr/>
          <p:nvPr/>
        </p:nvGrpSpPr>
        <p:grpSpPr>
          <a:xfrm>
            <a:off x="162293" y="3188367"/>
            <a:ext cx="3892224" cy="3669632"/>
            <a:chOff x="262200" y="2391275"/>
            <a:chExt cx="3892224" cy="2752224"/>
          </a:xfrm>
        </p:grpSpPr>
        <p:pic>
          <p:nvPicPr>
            <p:cNvPr id="27" name="Shape 27"/>
            <p:cNvPicPr preferRelativeResize="0"/>
            <p:nvPr/>
          </p:nvPicPr>
          <p:blipFill rotWithShape="1">
            <a:blip r:embed="rId3">
              <a:alphaModFix/>
            </a:blip>
            <a:srcRect t="22725" b="28042"/>
            <a:stretch/>
          </p:blipFill>
          <p:spPr>
            <a:xfrm>
              <a:off x="349025" y="2391275"/>
              <a:ext cx="3805399" cy="2426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Shape 28"/>
            <p:cNvSpPr txBox="1"/>
            <p:nvPr/>
          </p:nvSpPr>
          <p:spPr>
            <a:xfrm>
              <a:off x="262200" y="4722000"/>
              <a:ext cx="3885599" cy="4214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en" sz="1000"/>
                <a:t>Photo Credit: International Joint Commission 2014 LEEP Report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8150485" y="3730789"/>
            <a:ext cx="544296" cy="437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wis_mapper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865" y="3351052"/>
            <a:ext cx="4787926" cy="252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6531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55171"/>
            <a:ext cx="8305800" cy="4495800"/>
          </a:xfrm>
        </p:spPr>
        <p:txBody>
          <a:bodyPr/>
          <a:lstStyle/>
          <a:p>
            <a:r>
              <a:rPr lang="en-US" dirty="0" smtClean="0"/>
              <a:t>Demo #1</a:t>
            </a:r>
          </a:p>
          <a:p>
            <a:endParaRPr lang="en-US" dirty="0"/>
          </a:p>
          <a:p>
            <a:r>
              <a:rPr lang="en-US" dirty="0" smtClean="0"/>
              <a:t>Use R-Studio ‘</a:t>
            </a:r>
            <a:r>
              <a:rPr lang="en-US" dirty="0" err="1" smtClean="0"/>
              <a:t>dataRetrieval</a:t>
            </a:r>
            <a:r>
              <a:rPr lang="en-US" dirty="0" smtClean="0"/>
              <a:t>’ and ‘</a:t>
            </a:r>
            <a:r>
              <a:rPr lang="en-US" dirty="0"/>
              <a:t>Exploration and Graphics for </a:t>
            </a:r>
            <a:r>
              <a:rPr lang="en-US" dirty="0" err="1"/>
              <a:t>RivEr</a:t>
            </a:r>
            <a:r>
              <a:rPr lang="en-US" dirty="0"/>
              <a:t> </a:t>
            </a:r>
            <a:r>
              <a:rPr lang="en-US" dirty="0" smtClean="0"/>
              <a:t>Trends’ (EGRET) to look at flow and phosphorous trends.</a:t>
            </a:r>
          </a:p>
          <a:p>
            <a:endParaRPr lang="en-US" dirty="0"/>
          </a:p>
          <a:p>
            <a:r>
              <a:rPr lang="en-US" dirty="0" smtClean="0"/>
              <a:t>See </a:t>
            </a:r>
            <a:r>
              <a:rPr lang="en-US" dirty="0" err="1" smtClean="0"/>
              <a:t>github.com</a:t>
            </a:r>
            <a:r>
              <a:rPr lang="en-US" dirty="0" smtClean="0"/>
              <a:t> USGS-R for packages.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313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Demo # 2</a:t>
            </a:r>
          </a:p>
          <a:p>
            <a:endParaRPr lang="en-US" dirty="0"/>
          </a:p>
          <a:p>
            <a:r>
              <a:rPr lang="en-US" dirty="0" smtClean="0"/>
              <a:t>Web and R access to tabular </a:t>
            </a:r>
            <a:r>
              <a:rPr lang="en-US" dirty="0" err="1" smtClean="0"/>
              <a:t>streamflow</a:t>
            </a:r>
            <a:r>
              <a:rPr lang="en-US" dirty="0" smtClean="0"/>
              <a:t> statistics calculated on the server or locally.</a:t>
            </a:r>
          </a:p>
          <a:p>
            <a:endParaRPr lang="en-US" dirty="0"/>
          </a:p>
          <a:p>
            <a:r>
              <a:rPr lang="en-US" dirty="0" smtClean="0"/>
              <a:t>National Water Census Data Portal</a:t>
            </a:r>
          </a:p>
          <a:p>
            <a:r>
              <a:rPr lang="en-US" dirty="0" smtClean="0"/>
              <a:t>See </a:t>
            </a:r>
            <a:r>
              <a:rPr lang="en-US" dirty="0" err="1" smtClean="0"/>
              <a:t>github.com</a:t>
            </a:r>
            <a:r>
              <a:rPr lang="en-US" dirty="0" smtClean="0"/>
              <a:t> </a:t>
            </a:r>
            <a:r>
              <a:rPr lang="en-US" dirty="0" err="1" smtClean="0"/>
              <a:t>EFlowStats</a:t>
            </a:r>
            <a:r>
              <a:rPr lang="en-US" dirty="0" smtClean="0"/>
              <a:t> package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3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Demo # 3</a:t>
            </a:r>
          </a:p>
          <a:p>
            <a:endParaRPr lang="en-US" dirty="0"/>
          </a:p>
          <a:p>
            <a:r>
              <a:rPr lang="en-US" dirty="0" smtClean="0"/>
              <a:t>Web and script access to a web processing service that can provide subsets of gridded weather data. Interpret in Python.</a:t>
            </a:r>
          </a:p>
          <a:p>
            <a:endParaRPr lang="en-US" dirty="0"/>
          </a:p>
          <a:p>
            <a:r>
              <a:rPr lang="en-US" dirty="0" smtClean="0"/>
              <a:t>Geo Data Portal Web Processing Service.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11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USG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sktop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sk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kto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walker_usgs_theme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&amp; Bullets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FFFF66"/>
      </a:accent1>
      <a:accent2>
        <a:srgbClr val="333399"/>
      </a:accent2>
      <a:accent3>
        <a:srgbClr val="D7C4BA"/>
      </a:accent3>
      <a:accent4>
        <a:srgbClr val="3E637E"/>
      </a:accent4>
      <a:accent5>
        <a:srgbClr val="FFFFB8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Blank">
  <a:themeElements>
    <a:clrScheme name="">
      <a:dk1>
        <a:srgbClr val="4A7594"/>
      </a:dk1>
      <a:lt1>
        <a:srgbClr val="B58A6B"/>
      </a:lt1>
      <a:dk2>
        <a:srgbClr val="000000"/>
      </a:dk2>
      <a:lt2>
        <a:srgbClr val="004080"/>
      </a:lt2>
      <a:accent1>
        <a:srgbClr val="FFFFFF"/>
      </a:accent1>
      <a:accent2>
        <a:srgbClr val="333399"/>
      </a:accent2>
      <a:accent3>
        <a:srgbClr val="D7C4BA"/>
      </a:accent3>
      <a:accent4>
        <a:srgbClr val="3E637E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Title - Top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itle - Center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Title &amp; Bullets - Right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Bullets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Title &amp; Bullets - Left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Title, Bullets &amp; Photo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Photo - Vertical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Title &amp; Bullets - 2 Column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Helvetica Neue Light"/>
        <a:ea typeface="ヒラギノ角ゴ ProN W3"/>
        <a:cs typeface="ヒラギノ角ゴ ProN W3"/>
      </a:majorFont>
      <a:minorFont>
        <a:latin typeface="Helvetica Neu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Title - Center Alt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 Alt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Title - Center A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Photo - 6 Up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6 Up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6 U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Photo - 3 Up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3 Up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3 U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Photo - Big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Big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B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Photo - 2 Up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2 Up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2 U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Photo - Horizontal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Photo - Horizontal Big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Big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Horizontal B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Photo - 4 Up">
  <a:themeElements>
    <a:clrScheme name="">
      <a:dk1>
        <a:srgbClr val="4A7594"/>
      </a:dk1>
      <a:lt1>
        <a:srgbClr val="B58A6B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C4BA"/>
      </a:accent3>
      <a:accent4>
        <a:srgbClr val="3E637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4 Up">
      <a:majorFont>
        <a:latin typeface="Helvetica Neue Bold Condensed"/>
        <a:ea typeface="ヒラギノ角ゴ ProN W6"/>
        <a:cs typeface="ヒラギノ角ゴ ProN W6"/>
      </a:majorFont>
      <a:minorFont>
        <a:latin typeface="Helvetica Neue Bold Condense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rgbClr val="4A7594"/>
            </a:solidFill>
            <a:effectLst/>
            <a:latin typeface="Helvetica Neue Bold Condensed" charset="0"/>
            <a:ea typeface="ヒラギノ角ゴ ProN W6" charset="0"/>
            <a:cs typeface="ヒラギノ角ゴ ProN W6" charset="0"/>
            <a:sym typeface="Helvetica Neue Bold Condensed" charset="0"/>
          </a:defRPr>
        </a:defPPr>
      </a:lstStyle>
    </a:lnDef>
  </a:objectDefaults>
  <a:extraClrSchemeLst>
    <a:extraClrScheme>
      <a:clrScheme name="Photo - 4 U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USGS.thmx</Template>
  <TotalTime>6236</TotalTime>
  <Words>195</Words>
  <Application>Microsoft Macintosh PowerPoint</Application>
  <PresentationFormat>On-screen Show (4:3)</PresentationFormat>
  <Paragraphs>37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21</vt:i4>
      </vt:variant>
      <vt:variant>
        <vt:lpstr>Slide Titles</vt:lpstr>
      </vt:variant>
      <vt:variant>
        <vt:i4>6</vt:i4>
      </vt:variant>
    </vt:vector>
  </HeadingPairs>
  <TitlesOfParts>
    <vt:vector size="27" baseType="lpstr">
      <vt:lpstr>USGS</vt:lpstr>
      <vt:lpstr>Default Design</vt:lpstr>
      <vt:lpstr>walker_usgs_theme</vt:lpstr>
      <vt:lpstr>Title &amp; Bullets</vt:lpstr>
      <vt:lpstr>Blank</vt:lpstr>
      <vt:lpstr>Title - Top</vt:lpstr>
      <vt:lpstr>Title - Center</vt:lpstr>
      <vt:lpstr>Title &amp; Bullets - Right</vt:lpstr>
      <vt:lpstr>Bullets</vt:lpstr>
      <vt:lpstr>Title &amp; Bullets - Left</vt:lpstr>
      <vt:lpstr>Title, Bullets &amp; Photo</vt:lpstr>
      <vt:lpstr>Photo - Vertical</vt:lpstr>
      <vt:lpstr>Title &amp; Bullets - 2 Column</vt:lpstr>
      <vt:lpstr>Title - Center Alt</vt:lpstr>
      <vt:lpstr>Photo - 6 Up</vt:lpstr>
      <vt:lpstr>Photo - 3 Up</vt:lpstr>
      <vt:lpstr>Photo - Big</vt:lpstr>
      <vt:lpstr>Photo - 2 Up</vt:lpstr>
      <vt:lpstr>Photo - Horizontal</vt:lpstr>
      <vt:lpstr>Photo - Horizontal Big</vt:lpstr>
      <vt:lpstr>Photo - 4 Up</vt:lpstr>
      <vt:lpstr>Water Data Sharing Using OGC Standards and the Internet </vt:lpstr>
      <vt:lpstr>   The System Components</vt:lpstr>
      <vt:lpstr>Toledo, OH Water Ban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Architecture for the Hydrologic Modeling Decision Support Lifecycle </dc:title>
  <dc:creator>David</dc:creator>
  <cp:lastModifiedBy>David</cp:lastModifiedBy>
  <cp:revision>81</cp:revision>
  <cp:lastPrinted>2014-05-12T13:57:16Z</cp:lastPrinted>
  <dcterms:created xsi:type="dcterms:W3CDTF">2013-04-23T18:20:28Z</dcterms:created>
  <dcterms:modified xsi:type="dcterms:W3CDTF">2014-08-16T12:44:36Z</dcterms:modified>
</cp:coreProperties>
</file>