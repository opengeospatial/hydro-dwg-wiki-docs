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  <p:sldMasterId id="2147484107" r:id="rId2"/>
    <p:sldMasterId id="2147484111" r:id="rId3"/>
  </p:sldMasterIdLst>
  <p:notesMasterIdLst>
    <p:notesMasterId r:id="rId20"/>
  </p:notesMasterIdLst>
  <p:handoutMasterIdLst>
    <p:handoutMasterId r:id="rId21"/>
  </p:handoutMasterIdLst>
  <p:sldIdLst>
    <p:sldId id="256" r:id="rId4"/>
    <p:sldId id="262" r:id="rId5"/>
    <p:sldId id="283" r:id="rId6"/>
    <p:sldId id="272" r:id="rId7"/>
    <p:sldId id="278" r:id="rId8"/>
    <p:sldId id="281" r:id="rId9"/>
    <p:sldId id="282" r:id="rId10"/>
    <p:sldId id="280" r:id="rId11"/>
    <p:sldId id="270" r:id="rId12"/>
    <p:sldId id="269" r:id="rId13"/>
    <p:sldId id="276" r:id="rId14"/>
    <p:sldId id="277" r:id="rId15"/>
    <p:sldId id="273" r:id="rId16"/>
    <p:sldId id="274" r:id="rId17"/>
    <p:sldId id="279" r:id="rId18"/>
    <p:sldId id="271" r:id="rId19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E5C"/>
    <a:srgbClr val="677FF9"/>
    <a:srgbClr val="7E93FA"/>
    <a:srgbClr val="6699FF"/>
    <a:srgbClr val="6666FF"/>
    <a:srgbClr val="FF0000"/>
    <a:srgbClr val="006600"/>
    <a:srgbClr val="000066"/>
    <a:srgbClr val="FFFF99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4131"/>
    <p:restoredTop sz="94640"/>
  </p:normalViewPr>
  <p:slideViewPr>
    <p:cSldViewPr>
      <p:cViewPr>
        <p:scale>
          <a:sx n="96" d="100"/>
          <a:sy n="96" d="100"/>
        </p:scale>
        <p:origin x="-1110" y="54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A7BE06E9-63A0-1D45-8154-BCA4746C94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0094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5D6FCE8D-FBBA-E446-B289-3826A45143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4509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FCE8D-FBBA-E446-B289-3826A451437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900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FCE8D-FBBA-E446-B289-3826A451437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7615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FCE8D-FBBA-E446-B289-3826A451437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424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 smtClean="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3505200" y="1219200"/>
            <a:ext cx="8540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Sponsored by</a:t>
            </a:r>
          </a:p>
        </p:txBody>
      </p:sp>
      <p:pic>
        <p:nvPicPr>
          <p:cNvPr id="8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38400" y="1600200"/>
            <a:ext cx="2763838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53163" y="1681163"/>
            <a:ext cx="833437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 userDrawn="1"/>
        </p:nvSpPr>
        <p:spPr bwMode="auto">
          <a:xfrm>
            <a:off x="6350000" y="1219200"/>
            <a:ext cx="61912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Hosted by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2100556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6C63A-EE41-D04F-93E7-ED8248DA26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225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49B53-799E-B445-B68A-9BE4EFDE2A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7366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99D2E-B9DA-944D-BC89-D56CABEC93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31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955E05-AE87-9041-9F40-76DEB96F2D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010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D1265-EABD-7E45-B4D1-D53A2D17CD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668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E1BE04-465F-E04A-AE9E-DAB4863B22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45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57DA05-9289-5742-B840-D4859931CF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29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A5BBA2-5B27-9744-8B6F-5D93F34FEA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114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BDCFE-32BC-1444-B935-5646EF73E6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7473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6D206-2C08-2F47-99A6-C7EFC6C525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090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682"/>
          <p:cNvSpPr>
            <a:spLocks/>
          </p:cNvSpPr>
          <p:nvPr/>
        </p:nvSpPr>
        <p:spPr bwMode="auto">
          <a:xfrm flipH="1">
            <a:off x="6380163" y="615952"/>
            <a:ext cx="1014412" cy="1895475"/>
          </a:xfrm>
          <a:custGeom>
            <a:avLst/>
            <a:gdLst>
              <a:gd name="T0" fmla="*/ 0 w 638"/>
              <a:gd name="T1" fmla="*/ 0 h 1194"/>
              <a:gd name="T2" fmla="*/ 2147483647 w 638"/>
              <a:gd name="T3" fmla="*/ 2147483647 h 1194"/>
              <a:gd name="T4" fmla="*/ 2147483647 w 638"/>
              <a:gd name="T5" fmla="*/ 2147483647 h 1194"/>
              <a:gd name="T6" fmla="*/ 2147483647 w 638"/>
              <a:gd name="T7" fmla="*/ 2147483647 h 1194"/>
              <a:gd name="T8" fmla="*/ 2147483647 w 638"/>
              <a:gd name="T9" fmla="*/ 2147483647 h 1194"/>
              <a:gd name="T10" fmla="*/ 2147483647 w 638"/>
              <a:gd name="T11" fmla="*/ 2147483647 h 1194"/>
              <a:gd name="T12" fmla="*/ 2147483647 w 638"/>
              <a:gd name="T13" fmla="*/ 2147483647 h 1194"/>
              <a:gd name="T14" fmla="*/ 2147483647 w 638"/>
              <a:gd name="T15" fmla="*/ 2147483647 h 1194"/>
              <a:gd name="T16" fmla="*/ 2147483647 w 638"/>
              <a:gd name="T17" fmla="*/ 2147483647 h 1194"/>
              <a:gd name="T18" fmla="*/ 2147483647 w 638"/>
              <a:gd name="T19" fmla="*/ 2147483647 h 1194"/>
              <a:gd name="T20" fmla="*/ 2147483647 w 638"/>
              <a:gd name="T21" fmla="*/ 2147483647 h 1194"/>
              <a:gd name="T22" fmla="*/ 2147483647 w 638"/>
              <a:gd name="T23" fmla="*/ 2147483647 h 1194"/>
              <a:gd name="T24" fmla="*/ 2147483647 w 638"/>
              <a:gd name="T25" fmla="*/ 2147483647 h 1194"/>
              <a:gd name="T26" fmla="*/ 2147483647 w 638"/>
              <a:gd name="T27" fmla="*/ 2147483647 h 1194"/>
              <a:gd name="T28" fmla="*/ 2147483647 w 638"/>
              <a:gd name="T29" fmla="*/ 2147483647 h 1194"/>
              <a:gd name="T30" fmla="*/ 2147483647 w 638"/>
              <a:gd name="T31" fmla="*/ 2147483647 h 1194"/>
              <a:gd name="T32" fmla="*/ 2147483647 w 638"/>
              <a:gd name="T33" fmla="*/ 2147483647 h 1194"/>
              <a:gd name="T34" fmla="*/ 2147483647 w 638"/>
              <a:gd name="T35" fmla="*/ 2147483647 h 1194"/>
              <a:gd name="T36" fmla="*/ 2147483647 w 638"/>
              <a:gd name="T37" fmla="*/ 2147483647 h 1194"/>
              <a:gd name="T38" fmla="*/ 2147483647 w 638"/>
              <a:gd name="T39" fmla="*/ 2147483647 h 1194"/>
              <a:gd name="T40" fmla="*/ 2147483647 w 638"/>
              <a:gd name="T41" fmla="*/ 2147483647 h 1194"/>
              <a:gd name="T42" fmla="*/ 2147483647 w 638"/>
              <a:gd name="T43" fmla="*/ 2147483647 h 1194"/>
              <a:gd name="T44" fmla="*/ 2147483647 w 638"/>
              <a:gd name="T45" fmla="*/ 2147483647 h 1194"/>
              <a:gd name="T46" fmla="*/ 2147483647 w 638"/>
              <a:gd name="T47" fmla="*/ 2147483647 h 1194"/>
              <a:gd name="T48" fmla="*/ 2147483647 w 638"/>
              <a:gd name="T49" fmla="*/ 2147483647 h 1194"/>
              <a:gd name="T50" fmla="*/ 2147483647 w 638"/>
              <a:gd name="T51" fmla="*/ 2147483647 h 1194"/>
              <a:gd name="T52" fmla="*/ 2147483647 w 638"/>
              <a:gd name="T53" fmla="*/ 2147483647 h 1194"/>
              <a:gd name="T54" fmla="*/ 2147483647 w 638"/>
              <a:gd name="T55" fmla="*/ 2147483647 h 1194"/>
              <a:gd name="T56" fmla="*/ 0 w 638"/>
              <a:gd name="T57" fmla="*/ 0 h 1194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38" h="1194">
                <a:moveTo>
                  <a:pt x="0" y="0"/>
                </a:moveTo>
                <a:lnTo>
                  <a:pt x="38" y="110"/>
                </a:lnTo>
                <a:lnTo>
                  <a:pt x="78" y="216"/>
                </a:lnTo>
                <a:lnTo>
                  <a:pt x="106" y="304"/>
                </a:lnTo>
                <a:lnTo>
                  <a:pt x="136" y="398"/>
                </a:lnTo>
                <a:lnTo>
                  <a:pt x="164" y="506"/>
                </a:lnTo>
                <a:lnTo>
                  <a:pt x="206" y="672"/>
                </a:lnTo>
                <a:lnTo>
                  <a:pt x="236" y="788"/>
                </a:lnTo>
                <a:lnTo>
                  <a:pt x="272" y="990"/>
                </a:lnTo>
                <a:lnTo>
                  <a:pt x="286" y="1086"/>
                </a:lnTo>
                <a:lnTo>
                  <a:pt x="302" y="1194"/>
                </a:lnTo>
                <a:lnTo>
                  <a:pt x="638" y="1194"/>
                </a:lnTo>
                <a:lnTo>
                  <a:pt x="624" y="1142"/>
                </a:lnTo>
                <a:lnTo>
                  <a:pt x="598" y="1060"/>
                </a:lnTo>
                <a:lnTo>
                  <a:pt x="572" y="980"/>
                </a:lnTo>
                <a:lnTo>
                  <a:pt x="548" y="912"/>
                </a:lnTo>
                <a:lnTo>
                  <a:pt x="494" y="784"/>
                </a:lnTo>
                <a:lnTo>
                  <a:pt x="456" y="698"/>
                </a:lnTo>
                <a:lnTo>
                  <a:pt x="424" y="626"/>
                </a:lnTo>
                <a:lnTo>
                  <a:pt x="378" y="532"/>
                </a:lnTo>
                <a:lnTo>
                  <a:pt x="340" y="470"/>
                </a:lnTo>
                <a:lnTo>
                  <a:pt x="306" y="414"/>
                </a:lnTo>
                <a:lnTo>
                  <a:pt x="268" y="342"/>
                </a:lnTo>
                <a:lnTo>
                  <a:pt x="228" y="286"/>
                </a:lnTo>
                <a:lnTo>
                  <a:pt x="174" y="210"/>
                </a:lnTo>
                <a:lnTo>
                  <a:pt x="122" y="140"/>
                </a:lnTo>
                <a:lnTo>
                  <a:pt x="58" y="52"/>
                </a:lnTo>
                <a:lnTo>
                  <a:pt x="30" y="2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Freeform 1683"/>
          <p:cNvSpPr>
            <a:spLocks/>
          </p:cNvSpPr>
          <p:nvPr/>
        </p:nvSpPr>
        <p:spPr bwMode="auto">
          <a:xfrm flipH="1">
            <a:off x="7410450" y="3175"/>
            <a:ext cx="712788" cy="584200"/>
          </a:xfrm>
          <a:custGeom>
            <a:avLst/>
            <a:gdLst>
              <a:gd name="T0" fmla="*/ 2147483647 w 448"/>
              <a:gd name="T1" fmla="*/ 2147483647 h 372"/>
              <a:gd name="T2" fmla="*/ 2147483647 w 448"/>
              <a:gd name="T3" fmla="*/ 2147483647 h 372"/>
              <a:gd name="T4" fmla="*/ 2147483647 w 448"/>
              <a:gd name="T5" fmla="*/ 2147483647 h 372"/>
              <a:gd name="T6" fmla="*/ 2147483647 w 448"/>
              <a:gd name="T7" fmla="*/ 2147483647 h 372"/>
              <a:gd name="T8" fmla="*/ 2147483647 w 448"/>
              <a:gd name="T9" fmla="*/ 2147483647 h 372"/>
              <a:gd name="T10" fmla="*/ 2147483647 w 448"/>
              <a:gd name="T11" fmla="*/ 2147483647 h 372"/>
              <a:gd name="T12" fmla="*/ 0 w 448"/>
              <a:gd name="T13" fmla="*/ 0 h 372"/>
              <a:gd name="T14" fmla="*/ 2147483647 w 448"/>
              <a:gd name="T15" fmla="*/ 0 h 372"/>
              <a:gd name="T16" fmla="*/ 2147483647 w 448"/>
              <a:gd name="T17" fmla="*/ 2147483647 h 372"/>
              <a:gd name="T18" fmla="*/ 2147483647 w 448"/>
              <a:gd name="T19" fmla="*/ 2147483647 h 372"/>
              <a:gd name="T20" fmla="*/ 2147483647 w 448"/>
              <a:gd name="T21" fmla="*/ 2147483647 h 372"/>
              <a:gd name="T22" fmla="*/ 2147483647 w 448"/>
              <a:gd name="T23" fmla="*/ 2147483647 h 372"/>
              <a:gd name="T24" fmla="*/ 2147483647 w 448"/>
              <a:gd name="T25" fmla="*/ 2147483647 h 372"/>
              <a:gd name="T26" fmla="*/ 2147483647 w 448"/>
              <a:gd name="T27" fmla="*/ 2147483647 h 372"/>
              <a:gd name="T28" fmla="*/ 2147483647 w 448"/>
              <a:gd name="T29" fmla="*/ 2147483647 h 3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8" h="372">
                <a:moveTo>
                  <a:pt x="448" y="372"/>
                </a:moveTo>
                <a:lnTo>
                  <a:pt x="388" y="302"/>
                </a:lnTo>
                <a:lnTo>
                  <a:pt x="280" y="208"/>
                </a:lnTo>
                <a:lnTo>
                  <a:pt x="210" y="142"/>
                </a:lnTo>
                <a:lnTo>
                  <a:pt x="140" y="94"/>
                </a:lnTo>
                <a:lnTo>
                  <a:pt x="64" y="44"/>
                </a:lnTo>
                <a:lnTo>
                  <a:pt x="0" y="0"/>
                </a:lnTo>
                <a:lnTo>
                  <a:pt x="280" y="0"/>
                </a:lnTo>
                <a:lnTo>
                  <a:pt x="300" y="36"/>
                </a:lnTo>
                <a:lnTo>
                  <a:pt x="324" y="82"/>
                </a:lnTo>
                <a:lnTo>
                  <a:pt x="346" y="134"/>
                </a:lnTo>
                <a:lnTo>
                  <a:pt x="378" y="206"/>
                </a:lnTo>
                <a:lnTo>
                  <a:pt x="408" y="264"/>
                </a:lnTo>
                <a:lnTo>
                  <a:pt x="434" y="334"/>
                </a:lnTo>
                <a:lnTo>
                  <a:pt x="448" y="37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Line 1086"/>
          <p:cNvSpPr>
            <a:spLocks noChangeShapeType="1"/>
          </p:cNvSpPr>
          <p:nvPr/>
        </p:nvSpPr>
        <p:spPr bwMode="auto">
          <a:xfrm>
            <a:off x="484189" y="617540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Line 1087"/>
          <p:cNvSpPr>
            <a:spLocks noChangeShapeType="1"/>
          </p:cNvSpPr>
          <p:nvPr/>
        </p:nvSpPr>
        <p:spPr bwMode="auto">
          <a:xfrm>
            <a:off x="484189" y="617540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Rectangle 1088"/>
          <p:cNvSpPr>
            <a:spLocks noChangeArrowheads="1"/>
          </p:cNvSpPr>
          <p:nvPr/>
        </p:nvSpPr>
        <p:spPr bwMode="auto">
          <a:xfrm>
            <a:off x="484189" y="617540"/>
            <a:ext cx="1587" cy="158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9" name="Rectangle 1089"/>
          <p:cNvSpPr>
            <a:spLocks noChangeArrowheads="1"/>
          </p:cNvSpPr>
          <p:nvPr/>
        </p:nvSpPr>
        <p:spPr bwMode="auto">
          <a:xfrm>
            <a:off x="484189" y="617540"/>
            <a:ext cx="1587" cy="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10" name="Freeform 1098"/>
          <p:cNvSpPr>
            <a:spLocks/>
          </p:cNvSpPr>
          <p:nvPr/>
        </p:nvSpPr>
        <p:spPr bwMode="auto">
          <a:xfrm>
            <a:off x="487364" y="617540"/>
            <a:ext cx="3175" cy="1587"/>
          </a:xfrm>
          <a:custGeom>
            <a:avLst/>
            <a:gdLst>
              <a:gd name="T0" fmla="*/ 0 w 2"/>
              <a:gd name="T1" fmla="*/ 0 h 1587"/>
              <a:gd name="T2" fmla="*/ 2147483647 w 2"/>
              <a:gd name="T3" fmla="*/ 0 h 1587"/>
              <a:gd name="T4" fmla="*/ 2147483647 w 2"/>
              <a:gd name="T5" fmla="*/ 0 h 1587"/>
              <a:gd name="T6" fmla="*/ 2147483647 w 2"/>
              <a:gd name="T7" fmla="*/ 0 h 1587"/>
              <a:gd name="T8" fmla="*/ 0 w 2"/>
              <a:gd name="T9" fmla="*/ 0 h 1587"/>
              <a:gd name="T10" fmla="*/ 0 w 2"/>
              <a:gd name="T11" fmla="*/ 0 h 1587"/>
              <a:gd name="T12" fmla="*/ 0 w 2"/>
              <a:gd name="T13" fmla="*/ 0 h 1587"/>
              <a:gd name="T14" fmla="*/ 0 w 2"/>
              <a:gd name="T15" fmla="*/ 0 h 1587"/>
              <a:gd name="T16" fmla="*/ 0 w 2"/>
              <a:gd name="T17" fmla="*/ 0 h 1587"/>
              <a:gd name="T18" fmla="*/ 0 w 2"/>
              <a:gd name="T19" fmla="*/ 0 h 1587"/>
              <a:gd name="T20" fmla="*/ 0 w 2"/>
              <a:gd name="T21" fmla="*/ 0 h 1587"/>
              <a:gd name="T22" fmla="*/ 0 w 2"/>
              <a:gd name="T23" fmla="*/ 0 h 1587"/>
              <a:gd name="T24" fmla="*/ 0 w 2"/>
              <a:gd name="T25" fmla="*/ 0 h 1587"/>
              <a:gd name="T26" fmla="*/ 0 w 2"/>
              <a:gd name="T27" fmla="*/ 0 h 1587"/>
              <a:gd name="T28" fmla="*/ 0 w 2"/>
              <a:gd name="T29" fmla="*/ 0 h 1587"/>
              <a:gd name="T30" fmla="*/ 0 w 2"/>
              <a:gd name="T31" fmla="*/ 0 h 1587"/>
              <a:gd name="T32" fmla="*/ 0 w 2"/>
              <a:gd name="T33" fmla="*/ 0 h 1587"/>
              <a:gd name="T34" fmla="*/ 2147483647 w 2"/>
              <a:gd name="T35" fmla="*/ 0 h 1587"/>
              <a:gd name="T36" fmla="*/ 2147483647 w 2"/>
              <a:gd name="T37" fmla="*/ 0 h 1587"/>
              <a:gd name="T38" fmla="*/ 2147483647 w 2"/>
              <a:gd name="T39" fmla="*/ 0 h 1587"/>
              <a:gd name="T40" fmla="*/ 0 w 2"/>
              <a:gd name="T41" fmla="*/ 0 h 1587"/>
              <a:gd name="T42" fmla="*/ 0 w 2"/>
              <a:gd name="T43" fmla="*/ 0 h 1587"/>
              <a:gd name="T44" fmla="*/ 0 w 2"/>
              <a:gd name="T45" fmla="*/ 0 h 1587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" h="1587">
                <a:moveTo>
                  <a:pt x="0" y="0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1" name="Freeform 1115"/>
          <p:cNvSpPr>
            <a:spLocks/>
          </p:cNvSpPr>
          <p:nvPr/>
        </p:nvSpPr>
        <p:spPr bwMode="auto">
          <a:xfrm>
            <a:off x="458789" y="473075"/>
            <a:ext cx="3175" cy="3175"/>
          </a:xfrm>
          <a:custGeom>
            <a:avLst/>
            <a:gdLst>
              <a:gd name="T0" fmla="*/ 0 w 2"/>
              <a:gd name="T1" fmla="*/ 2147483647 h 2"/>
              <a:gd name="T2" fmla="*/ 0 w 2"/>
              <a:gd name="T3" fmla="*/ 2147483647 h 2"/>
              <a:gd name="T4" fmla="*/ 0 w 2"/>
              <a:gd name="T5" fmla="*/ 2147483647 h 2"/>
              <a:gd name="T6" fmla="*/ 0 w 2"/>
              <a:gd name="T7" fmla="*/ 2147483647 h 2"/>
              <a:gd name="T8" fmla="*/ 0 w 2"/>
              <a:gd name="T9" fmla="*/ 2147483647 h 2"/>
              <a:gd name="T10" fmla="*/ 0 w 2"/>
              <a:gd name="T11" fmla="*/ 2147483647 h 2"/>
              <a:gd name="T12" fmla="*/ 2147483647 w 2"/>
              <a:gd name="T13" fmla="*/ 2147483647 h 2"/>
              <a:gd name="T14" fmla="*/ 2147483647 w 2"/>
              <a:gd name="T15" fmla="*/ 2147483647 h 2"/>
              <a:gd name="T16" fmla="*/ 2147483647 w 2"/>
              <a:gd name="T17" fmla="*/ 0 h 2"/>
              <a:gd name="T18" fmla="*/ 0 w 2"/>
              <a:gd name="T19" fmla="*/ 2147483647 h 2"/>
              <a:gd name="T20" fmla="*/ 0 w 2"/>
              <a:gd name="T21" fmla="*/ 2147483647 h 2"/>
              <a:gd name="T22" fmla="*/ 0 w 2"/>
              <a:gd name="T23" fmla="*/ 2147483647 h 2"/>
              <a:gd name="T24" fmla="*/ 0 w 2"/>
              <a:gd name="T25" fmla="*/ 2147483647 h 2"/>
              <a:gd name="T26" fmla="*/ 0 w 2"/>
              <a:gd name="T27" fmla="*/ 2147483647 h 2"/>
              <a:gd name="T28" fmla="*/ 2147483647 w 2"/>
              <a:gd name="T29" fmla="*/ 2147483647 h 2"/>
              <a:gd name="T30" fmla="*/ 2147483647 w 2"/>
              <a:gd name="T31" fmla="*/ 2147483647 h 2"/>
              <a:gd name="T32" fmla="*/ 2147483647 w 2"/>
              <a:gd name="T33" fmla="*/ 2147483647 h 2"/>
              <a:gd name="T34" fmla="*/ 2147483647 w 2"/>
              <a:gd name="T35" fmla="*/ 2147483647 h 2"/>
              <a:gd name="T36" fmla="*/ 2147483647 w 2"/>
              <a:gd name="T37" fmla="*/ 2147483647 h 2"/>
              <a:gd name="T38" fmla="*/ 2147483647 w 2"/>
              <a:gd name="T39" fmla="*/ 2147483647 h 2"/>
              <a:gd name="T40" fmla="*/ 0 w 2"/>
              <a:gd name="T41" fmla="*/ 2147483647 h 2"/>
              <a:gd name="T42" fmla="*/ 0 w 2"/>
              <a:gd name="T43" fmla="*/ 2147483647 h 2"/>
              <a:gd name="T44" fmla="*/ 0 w 2"/>
              <a:gd name="T45" fmla="*/ 2147483647 h 2"/>
              <a:gd name="T46" fmla="*/ 0 w 2"/>
              <a:gd name="T47" fmla="*/ 2147483647 h 2"/>
              <a:gd name="T48" fmla="*/ 0 w 2"/>
              <a:gd name="T49" fmla="*/ 2147483647 h 2"/>
              <a:gd name="T50" fmla="*/ 0 w 2"/>
              <a:gd name="T51" fmla="*/ 2147483647 h 2"/>
              <a:gd name="T52" fmla="*/ 0 w 2"/>
              <a:gd name="T53" fmla="*/ 2147483647 h 2"/>
              <a:gd name="T54" fmla="*/ 2147483647 w 2"/>
              <a:gd name="T55" fmla="*/ 2147483647 h 2"/>
              <a:gd name="T56" fmla="*/ 0 w 2"/>
              <a:gd name="T57" fmla="*/ 2147483647 h 2"/>
              <a:gd name="T58" fmla="*/ 2147483647 w 2"/>
              <a:gd name="T59" fmla="*/ 2147483647 h 2"/>
              <a:gd name="T60" fmla="*/ 2147483647 w 2"/>
              <a:gd name="T61" fmla="*/ 2147483647 h 2"/>
              <a:gd name="T62" fmla="*/ 2147483647 w 2"/>
              <a:gd name="T63" fmla="*/ 2147483647 h 2"/>
              <a:gd name="T64" fmla="*/ 0 w 2"/>
              <a:gd name="T65" fmla="*/ 2147483647 h 2"/>
              <a:gd name="T66" fmla="*/ 0 w 2"/>
              <a:gd name="T67" fmla="*/ 2147483647 h 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Freeform 1120"/>
          <p:cNvSpPr>
            <a:spLocks/>
          </p:cNvSpPr>
          <p:nvPr/>
        </p:nvSpPr>
        <p:spPr bwMode="auto">
          <a:xfrm>
            <a:off x="458789" y="463552"/>
            <a:ext cx="3175" cy="3175"/>
          </a:xfrm>
          <a:custGeom>
            <a:avLst/>
            <a:gdLst>
              <a:gd name="T0" fmla="*/ 0 w 2"/>
              <a:gd name="T1" fmla="*/ 0 h 2"/>
              <a:gd name="T2" fmla="*/ 0 w 2"/>
              <a:gd name="T3" fmla="*/ 2147483647 h 2"/>
              <a:gd name="T4" fmla="*/ 0 w 2"/>
              <a:gd name="T5" fmla="*/ 2147483647 h 2"/>
              <a:gd name="T6" fmla="*/ 0 w 2"/>
              <a:gd name="T7" fmla="*/ 2147483647 h 2"/>
              <a:gd name="T8" fmla="*/ 2147483647 w 2"/>
              <a:gd name="T9" fmla="*/ 2147483647 h 2"/>
              <a:gd name="T10" fmla="*/ 2147483647 w 2"/>
              <a:gd name="T11" fmla="*/ 0 h 2"/>
              <a:gd name="T12" fmla="*/ 2147483647 w 2"/>
              <a:gd name="T13" fmla="*/ 0 h 2"/>
              <a:gd name="T14" fmla="*/ 2147483647 w 2"/>
              <a:gd name="T15" fmla="*/ 0 h 2"/>
              <a:gd name="T16" fmla="*/ 0 w 2"/>
              <a:gd name="T17" fmla="*/ 0 h 2"/>
              <a:gd name="T18" fmla="*/ 0 w 2"/>
              <a:gd name="T19" fmla="*/ 2147483647 h 2"/>
              <a:gd name="T20" fmla="*/ 0 w 2"/>
              <a:gd name="T21" fmla="*/ 2147483647 h 2"/>
              <a:gd name="T22" fmla="*/ 2147483647 w 2"/>
              <a:gd name="T23" fmla="*/ 0 h 2"/>
              <a:gd name="T24" fmla="*/ 2147483647 w 2"/>
              <a:gd name="T25" fmla="*/ 0 h 2"/>
              <a:gd name="T26" fmla="*/ 2147483647 w 2"/>
              <a:gd name="T27" fmla="*/ 0 h 2"/>
              <a:gd name="T28" fmla="*/ 2147483647 w 2"/>
              <a:gd name="T29" fmla="*/ 2147483647 h 2"/>
              <a:gd name="T30" fmla="*/ 0 w 2"/>
              <a:gd name="T31" fmla="*/ 2147483647 h 2"/>
              <a:gd name="T32" fmla="*/ 0 w 2"/>
              <a:gd name="T33" fmla="*/ 2147483647 h 2"/>
              <a:gd name="T34" fmla="*/ 0 w 2"/>
              <a:gd name="T35" fmla="*/ 2147483647 h 2"/>
              <a:gd name="T36" fmla="*/ 0 w 2"/>
              <a:gd name="T37" fmla="*/ 2147483647 h 2"/>
              <a:gd name="T38" fmla="*/ 0 w 2"/>
              <a:gd name="T39" fmla="*/ 2147483647 h 2"/>
              <a:gd name="T40" fmla="*/ 0 w 2"/>
              <a:gd name="T41" fmla="*/ 2147483647 h 2"/>
              <a:gd name="T42" fmla="*/ 0 w 2"/>
              <a:gd name="T43" fmla="*/ 2147483647 h 2"/>
              <a:gd name="T44" fmla="*/ 0 w 2"/>
              <a:gd name="T45" fmla="*/ 2147483647 h 2"/>
              <a:gd name="T46" fmla="*/ 2147483647 w 2"/>
              <a:gd name="T47" fmla="*/ 2147483647 h 2"/>
              <a:gd name="T48" fmla="*/ 0 w 2"/>
              <a:gd name="T49" fmla="*/ 2147483647 h 2"/>
              <a:gd name="T50" fmla="*/ 0 w 2"/>
              <a:gd name="T51" fmla="*/ 2147483647 h 2"/>
              <a:gd name="T52" fmla="*/ 2147483647 w 2"/>
              <a:gd name="T53" fmla="*/ 2147483647 h 2"/>
              <a:gd name="T54" fmla="*/ 2147483647 w 2"/>
              <a:gd name="T55" fmla="*/ 2147483647 h 2"/>
              <a:gd name="T56" fmla="*/ 2147483647 w 2"/>
              <a:gd name="T57" fmla="*/ 0 h 2"/>
              <a:gd name="T58" fmla="*/ 0 w 2"/>
              <a:gd name="T59" fmla="*/ 0 h 2"/>
              <a:gd name="T60" fmla="*/ 0 w 2"/>
              <a:gd name="T61" fmla="*/ 0 h 2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" name="Freeform 1134"/>
          <p:cNvSpPr>
            <a:spLocks/>
          </p:cNvSpPr>
          <p:nvPr/>
        </p:nvSpPr>
        <p:spPr bwMode="auto">
          <a:xfrm>
            <a:off x="703264" y="514350"/>
            <a:ext cx="3175" cy="6350"/>
          </a:xfrm>
          <a:custGeom>
            <a:avLst/>
            <a:gdLst>
              <a:gd name="T0" fmla="*/ 2147483647 w 2"/>
              <a:gd name="T1" fmla="*/ 2147483647 h 4"/>
              <a:gd name="T2" fmla="*/ 2147483647 w 2"/>
              <a:gd name="T3" fmla="*/ 2147483647 h 4"/>
              <a:gd name="T4" fmla="*/ 2147483647 w 2"/>
              <a:gd name="T5" fmla="*/ 2147483647 h 4"/>
              <a:gd name="T6" fmla="*/ 2147483647 w 2"/>
              <a:gd name="T7" fmla="*/ 2147483647 h 4"/>
              <a:gd name="T8" fmla="*/ 2147483647 w 2"/>
              <a:gd name="T9" fmla="*/ 0 h 4"/>
              <a:gd name="T10" fmla="*/ 2147483647 w 2"/>
              <a:gd name="T11" fmla="*/ 0 h 4"/>
              <a:gd name="T12" fmla="*/ 2147483647 w 2"/>
              <a:gd name="T13" fmla="*/ 0 h 4"/>
              <a:gd name="T14" fmla="*/ 0 w 2"/>
              <a:gd name="T15" fmla="*/ 2147483647 h 4"/>
              <a:gd name="T16" fmla="*/ 2147483647 w 2"/>
              <a:gd name="T17" fmla="*/ 2147483647 h 4"/>
              <a:gd name="T18" fmla="*/ 2147483647 w 2"/>
              <a:gd name="T19" fmla="*/ 2147483647 h 4"/>
              <a:gd name="T20" fmla="*/ 2147483647 w 2"/>
              <a:gd name="T21" fmla="*/ 2147483647 h 4"/>
              <a:gd name="T22" fmla="*/ 2147483647 w 2"/>
              <a:gd name="T23" fmla="*/ 0 h 4"/>
              <a:gd name="T24" fmla="*/ 2147483647 w 2"/>
              <a:gd name="T25" fmla="*/ 2147483647 h 4"/>
              <a:gd name="T26" fmla="*/ 2147483647 w 2"/>
              <a:gd name="T27" fmla="*/ 2147483647 h 4"/>
              <a:gd name="T28" fmla="*/ 2147483647 w 2"/>
              <a:gd name="T29" fmla="*/ 2147483647 h 4"/>
              <a:gd name="T30" fmla="*/ 2147483647 w 2"/>
              <a:gd name="T31" fmla="*/ 2147483647 h 4"/>
              <a:gd name="T32" fmla="*/ 2147483647 w 2"/>
              <a:gd name="T33" fmla="*/ 2147483647 h 4"/>
              <a:gd name="T34" fmla="*/ 2147483647 w 2"/>
              <a:gd name="T35" fmla="*/ 2147483647 h 4"/>
              <a:gd name="T36" fmla="*/ 2147483647 w 2"/>
              <a:gd name="T37" fmla="*/ 2147483647 h 4"/>
              <a:gd name="T38" fmla="*/ 2147483647 w 2"/>
              <a:gd name="T39" fmla="*/ 2147483647 h 4"/>
              <a:gd name="T40" fmla="*/ 2147483647 w 2"/>
              <a:gd name="T41" fmla="*/ 2147483647 h 4"/>
              <a:gd name="T42" fmla="*/ 2147483647 w 2"/>
              <a:gd name="T43" fmla="*/ 2147483647 h 4"/>
              <a:gd name="T44" fmla="*/ 2147483647 w 2"/>
              <a:gd name="T45" fmla="*/ 2147483647 h 4"/>
              <a:gd name="T46" fmla="*/ 2147483647 w 2"/>
              <a:gd name="T47" fmla="*/ 2147483647 h 4"/>
              <a:gd name="T48" fmla="*/ 2147483647 w 2"/>
              <a:gd name="T49" fmla="*/ 2147483647 h 4"/>
              <a:gd name="T50" fmla="*/ 2147483647 w 2"/>
              <a:gd name="T51" fmla="*/ 2147483647 h 4"/>
              <a:gd name="T52" fmla="*/ 0 w 2"/>
              <a:gd name="T53" fmla="*/ 2147483647 h 4"/>
              <a:gd name="T54" fmla="*/ 2147483647 w 2"/>
              <a:gd name="T55" fmla="*/ 2147483647 h 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2" h="4">
                <a:moveTo>
                  <a:pt x="2" y="4"/>
                </a:move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" name="Freeform 1141"/>
          <p:cNvSpPr>
            <a:spLocks/>
          </p:cNvSpPr>
          <p:nvPr/>
        </p:nvSpPr>
        <p:spPr bwMode="auto">
          <a:xfrm>
            <a:off x="706439" y="479425"/>
            <a:ext cx="1587" cy="6350"/>
          </a:xfrm>
          <a:custGeom>
            <a:avLst/>
            <a:gdLst>
              <a:gd name="T0" fmla="*/ 0 w 1587"/>
              <a:gd name="T1" fmla="*/ 2147483647 h 4"/>
              <a:gd name="T2" fmla="*/ 0 w 1587"/>
              <a:gd name="T3" fmla="*/ 2147483647 h 4"/>
              <a:gd name="T4" fmla="*/ 0 w 1587"/>
              <a:gd name="T5" fmla="*/ 0 h 4"/>
              <a:gd name="T6" fmla="*/ 0 w 1587"/>
              <a:gd name="T7" fmla="*/ 0 h 4"/>
              <a:gd name="T8" fmla="*/ 0 w 1587"/>
              <a:gd name="T9" fmla="*/ 2147483647 h 4"/>
              <a:gd name="T10" fmla="*/ 0 w 1587"/>
              <a:gd name="T11" fmla="*/ 2147483647 h 4"/>
              <a:gd name="T12" fmla="*/ 0 w 1587"/>
              <a:gd name="T13" fmla="*/ 2147483647 h 4"/>
              <a:gd name="T14" fmla="*/ 0 w 1587"/>
              <a:gd name="T15" fmla="*/ 2147483647 h 4"/>
              <a:gd name="T16" fmla="*/ 0 w 1587"/>
              <a:gd name="T17" fmla="*/ 2147483647 h 4"/>
              <a:gd name="T18" fmla="*/ 0 w 1587"/>
              <a:gd name="T19" fmla="*/ 2147483647 h 4"/>
              <a:gd name="T20" fmla="*/ 0 w 1587"/>
              <a:gd name="T21" fmla="*/ 2147483647 h 4"/>
              <a:gd name="T22" fmla="*/ 0 w 1587"/>
              <a:gd name="T23" fmla="*/ 2147483647 h 4"/>
              <a:gd name="T24" fmla="*/ 0 w 1587"/>
              <a:gd name="T25" fmla="*/ 2147483647 h 4"/>
              <a:gd name="T26" fmla="*/ 0 w 1587"/>
              <a:gd name="T27" fmla="*/ 2147483647 h 4"/>
              <a:gd name="T28" fmla="*/ 0 w 1587"/>
              <a:gd name="T29" fmla="*/ 2147483647 h 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587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5" name="Freeform 1148"/>
          <p:cNvSpPr>
            <a:spLocks/>
          </p:cNvSpPr>
          <p:nvPr/>
        </p:nvSpPr>
        <p:spPr bwMode="auto">
          <a:xfrm>
            <a:off x="693739" y="460376"/>
            <a:ext cx="3175" cy="3175"/>
          </a:xfrm>
          <a:custGeom>
            <a:avLst/>
            <a:gdLst>
              <a:gd name="T0" fmla="*/ 2147483647 w 2"/>
              <a:gd name="T1" fmla="*/ 2147483647 h 2"/>
              <a:gd name="T2" fmla="*/ 2147483647 w 2"/>
              <a:gd name="T3" fmla="*/ 0 h 2"/>
              <a:gd name="T4" fmla="*/ 2147483647 w 2"/>
              <a:gd name="T5" fmla="*/ 0 h 2"/>
              <a:gd name="T6" fmla="*/ 2147483647 w 2"/>
              <a:gd name="T7" fmla="*/ 0 h 2"/>
              <a:gd name="T8" fmla="*/ 2147483647 w 2"/>
              <a:gd name="T9" fmla="*/ 0 h 2"/>
              <a:gd name="T10" fmla="*/ 0 w 2"/>
              <a:gd name="T11" fmla="*/ 0 h 2"/>
              <a:gd name="T12" fmla="*/ 0 w 2"/>
              <a:gd name="T13" fmla="*/ 0 h 2"/>
              <a:gd name="T14" fmla="*/ 0 w 2"/>
              <a:gd name="T15" fmla="*/ 2147483647 h 2"/>
              <a:gd name="T16" fmla="*/ 0 w 2"/>
              <a:gd name="T17" fmla="*/ 2147483647 h 2"/>
              <a:gd name="T18" fmla="*/ 0 w 2"/>
              <a:gd name="T19" fmla="*/ 2147483647 h 2"/>
              <a:gd name="T20" fmla="*/ 2147483647 w 2"/>
              <a:gd name="T21" fmla="*/ 2147483647 h 2"/>
              <a:gd name="T22" fmla="*/ 2147483647 w 2"/>
              <a:gd name="T23" fmla="*/ 2147483647 h 2"/>
              <a:gd name="T24" fmla="*/ 2147483647 w 2"/>
              <a:gd name="T25" fmla="*/ 0 h 2"/>
              <a:gd name="T26" fmla="*/ 2147483647 w 2"/>
              <a:gd name="T27" fmla="*/ 0 h 2"/>
              <a:gd name="T28" fmla="*/ 2147483647 w 2"/>
              <a:gd name="T29" fmla="*/ 0 h 2"/>
              <a:gd name="T30" fmla="*/ 0 w 2"/>
              <a:gd name="T31" fmla="*/ 2147483647 h 2"/>
              <a:gd name="T32" fmla="*/ 2147483647 w 2"/>
              <a:gd name="T33" fmla="*/ 2147483647 h 2"/>
              <a:gd name="T34" fmla="*/ 2147483647 w 2"/>
              <a:gd name="T35" fmla="*/ 0 h 2"/>
              <a:gd name="T36" fmla="*/ 0 w 2"/>
              <a:gd name="T37" fmla="*/ 2147483647 h 2"/>
              <a:gd name="T38" fmla="*/ 2147483647 w 2"/>
              <a:gd name="T39" fmla="*/ 2147483647 h 2"/>
              <a:gd name="T40" fmla="*/ 0 w 2"/>
              <a:gd name="T41" fmla="*/ 2147483647 h 2"/>
              <a:gd name="T42" fmla="*/ 0 w 2"/>
              <a:gd name="T43" fmla="*/ 2147483647 h 2"/>
              <a:gd name="T44" fmla="*/ 0 w 2"/>
              <a:gd name="T45" fmla="*/ 2147483647 h 2"/>
              <a:gd name="T46" fmla="*/ 0 w 2"/>
              <a:gd name="T47" fmla="*/ 2147483647 h 2"/>
              <a:gd name="T48" fmla="*/ 0 w 2"/>
              <a:gd name="T49" fmla="*/ 2147483647 h 2"/>
              <a:gd name="T50" fmla="*/ 0 w 2"/>
              <a:gd name="T51" fmla="*/ 2147483647 h 2"/>
              <a:gd name="T52" fmla="*/ 0 w 2"/>
              <a:gd name="T53" fmla="*/ 2147483647 h 2"/>
              <a:gd name="T54" fmla="*/ 0 w 2"/>
              <a:gd name="T55" fmla="*/ 2147483647 h 2"/>
              <a:gd name="T56" fmla="*/ 0 w 2"/>
              <a:gd name="T57" fmla="*/ 2147483647 h 2"/>
              <a:gd name="T58" fmla="*/ 2147483647 w 2"/>
              <a:gd name="T59" fmla="*/ 2147483647 h 2"/>
              <a:gd name="T60" fmla="*/ 2147483647 w 2"/>
              <a:gd name="T61" fmla="*/ 2147483647 h 2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Freeform 1150"/>
          <p:cNvSpPr>
            <a:spLocks/>
          </p:cNvSpPr>
          <p:nvPr/>
        </p:nvSpPr>
        <p:spPr bwMode="auto">
          <a:xfrm>
            <a:off x="684214" y="447677"/>
            <a:ext cx="1587" cy="3175"/>
          </a:xfrm>
          <a:custGeom>
            <a:avLst/>
            <a:gdLst>
              <a:gd name="T0" fmla="*/ 0 w 1587"/>
              <a:gd name="T1" fmla="*/ 2147483647 h 2"/>
              <a:gd name="T2" fmla="*/ 0 w 1587"/>
              <a:gd name="T3" fmla="*/ 0 h 2"/>
              <a:gd name="T4" fmla="*/ 0 w 1587"/>
              <a:gd name="T5" fmla="*/ 2147483647 h 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87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Freeform 1152"/>
          <p:cNvSpPr>
            <a:spLocks/>
          </p:cNvSpPr>
          <p:nvPr/>
        </p:nvSpPr>
        <p:spPr bwMode="auto">
          <a:xfrm>
            <a:off x="684214" y="447677"/>
            <a:ext cx="3175" cy="3175"/>
          </a:xfrm>
          <a:custGeom>
            <a:avLst/>
            <a:gdLst>
              <a:gd name="T0" fmla="*/ 2147483647 w 2"/>
              <a:gd name="T1" fmla="*/ 0 h 2"/>
              <a:gd name="T2" fmla="*/ 0 w 2"/>
              <a:gd name="T3" fmla="*/ 0 h 2"/>
              <a:gd name="T4" fmla="*/ 0 w 2"/>
              <a:gd name="T5" fmla="*/ 0 h 2"/>
              <a:gd name="T6" fmla="*/ 0 w 2"/>
              <a:gd name="T7" fmla="*/ 0 h 2"/>
              <a:gd name="T8" fmla="*/ 0 w 2"/>
              <a:gd name="T9" fmla="*/ 2147483647 h 2"/>
              <a:gd name="T10" fmla="*/ 2147483647 w 2"/>
              <a:gd name="T11" fmla="*/ 2147483647 h 2"/>
              <a:gd name="T12" fmla="*/ 2147483647 w 2"/>
              <a:gd name="T13" fmla="*/ 0 h 2"/>
              <a:gd name="T14" fmla="*/ 0 w 2"/>
              <a:gd name="T15" fmla="*/ 0 h 2"/>
              <a:gd name="T16" fmla="*/ 0 w 2"/>
              <a:gd name="T17" fmla="*/ 0 h 2"/>
              <a:gd name="T18" fmla="*/ 0 w 2"/>
              <a:gd name="T19" fmla="*/ 0 h 2"/>
              <a:gd name="T20" fmla="*/ 0 w 2"/>
              <a:gd name="T21" fmla="*/ 2147483647 h 2"/>
              <a:gd name="T22" fmla="*/ 2147483647 w 2"/>
              <a:gd name="T23" fmla="*/ 2147483647 h 2"/>
              <a:gd name="T24" fmla="*/ 2147483647 w 2"/>
              <a:gd name="T25" fmla="*/ 0 h 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8" name="Freeform 1154"/>
          <p:cNvSpPr>
            <a:spLocks/>
          </p:cNvSpPr>
          <p:nvPr/>
        </p:nvSpPr>
        <p:spPr bwMode="auto">
          <a:xfrm>
            <a:off x="665164" y="434975"/>
            <a:ext cx="3175" cy="1588"/>
          </a:xfrm>
          <a:custGeom>
            <a:avLst/>
            <a:gdLst>
              <a:gd name="T0" fmla="*/ 2147483647 w 2"/>
              <a:gd name="T1" fmla="*/ 0 h 1588"/>
              <a:gd name="T2" fmla="*/ 0 w 2"/>
              <a:gd name="T3" fmla="*/ 0 h 1588"/>
              <a:gd name="T4" fmla="*/ 2147483647 w 2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" h="1588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9" name="Freeform 1156"/>
          <p:cNvSpPr>
            <a:spLocks/>
          </p:cNvSpPr>
          <p:nvPr/>
        </p:nvSpPr>
        <p:spPr bwMode="auto">
          <a:xfrm>
            <a:off x="665164" y="431801"/>
            <a:ext cx="3175" cy="3175"/>
          </a:xfrm>
          <a:custGeom>
            <a:avLst/>
            <a:gdLst>
              <a:gd name="T0" fmla="*/ 2147483647 w 2"/>
              <a:gd name="T1" fmla="*/ 2147483647 h 2"/>
              <a:gd name="T2" fmla="*/ 0 w 2"/>
              <a:gd name="T3" fmla="*/ 0 h 2"/>
              <a:gd name="T4" fmla="*/ 0 w 2"/>
              <a:gd name="T5" fmla="*/ 0 h 2"/>
              <a:gd name="T6" fmla="*/ 0 w 2"/>
              <a:gd name="T7" fmla="*/ 2147483647 h 2"/>
              <a:gd name="T8" fmla="*/ 2147483647 w 2"/>
              <a:gd name="T9" fmla="*/ 2147483647 h 2"/>
              <a:gd name="T10" fmla="*/ 2147483647 w 2"/>
              <a:gd name="T11" fmla="*/ 2147483647 h 2"/>
              <a:gd name="T12" fmla="*/ 2147483647 w 2"/>
              <a:gd name="T13" fmla="*/ 2147483647 h 2"/>
              <a:gd name="T14" fmla="*/ 0 w 2"/>
              <a:gd name="T15" fmla="*/ 0 h 2"/>
              <a:gd name="T16" fmla="*/ 0 w 2"/>
              <a:gd name="T17" fmla="*/ 0 h 2"/>
              <a:gd name="T18" fmla="*/ 0 w 2"/>
              <a:gd name="T19" fmla="*/ 2147483647 h 2"/>
              <a:gd name="T20" fmla="*/ 2147483647 w 2"/>
              <a:gd name="T21" fmla="*/ 2147483647 h 2"/>
              <a:gd name="T22" fmla="*/ 2147483647 w 2"/>
              <a:gd name="T23" fmla="*/ 2147483647 h 2"/>
              <a:gd name="T24" fmla="*/ 2147483647 w 2"/>
              <a:gd name="T25" fmla="*/ 2147483647 h 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" h="2">
                <a:moveTo>
                  <a:pt x="2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0" name="Freeform 1163"/>
          <p:cNvSpPr>
            <a:spLocks/>
          </p:cNvSpPr>
          <p:nvPr/>
        </p:nvSpPr>
        <p:spPr bwMode="auto">
          <a:xfrm>
            <a:off x="611188" y="415927"/>
            <a:ext cx="6350" cy="3175"/>
          </a:xfrm>
          <a:custGeom>
            <a:avLst/>
            <a:gdLst>
              <a:gd name="T0" fmla="*/ 2147483647 w 4"/>
              <a:gd name="T1" fmla="*/ 2147483647 h 2"/>
              <a:gd name="T2" fmla="*/ 2147483647 w 4"/>
              <a:gd name="T3" fmla="*/ 2147483647 h 2"/>
              <a:gd name="T4" fmla="*/ 2147483647 w 4"/>
              <a:gd name="T5" fmla="*/ 2147483647 h 2"/>
              <a:gd name="T6" fmla="*/ 2147483647 w 4"/>
              <a:gd name="T7" fmla="*/ 0 h 2"/>
              <a:gd name="T8" fmla="*/ 2147483647 w 4"/>
              <a:gd name="T9" fmla="*/ 0 h 2"/>
              <a:gd name="T10" fmla="*/ 2147483647 w 4"/>
              <a:gd name="T11" fmla="*/ 0 h 2"/>
              <a:gd name="T12" fmla="*/ 2147483647 w 4"/>
              <a:gd name="T13" fmla="*/ 0 h 2"/>
              <a:gd name="T14" fmla="*/ 0 w 4"/>
              <a:gd name="T15" fmla="*/ 2147483647 h 2"/>
              <a:gd name="T16" fmla="*/ 2147483647 w 4"/>
              <a:gd name="T17" fmla="*/ 2147483647 h 2"/>
              <a:gd name="T18" fmla="*/ 2147483647 w 4"/>
              <a:gd name="T19" fmla="*/ 0 h 2"/>
              <a:gd name="T20" fmla="*/ 2147483647 w 4"/>
              <a:gd name="T21" fmla="*/ 2147483647 h 2"/>
              <a:gd name="T22" fmla="*/ 2147483647 w 4"/>
              <a:gd name="T23" fmla="*/ 0 h 2"/>
              <a:gd name="T24" fmla="*/ 2147483647 w 4"/>
              <a:gd name="T25" fmla="*/ 0 h 2"/>
              <a:gd name="T26" fmla="*/ 2147483647 w 4"/>
              <a:gd name="T27" fmla="*/ 0 h 2"/>
              <a:gd name="T28" fmla="*/ 2147483647 w 4"/>
              <a:gd name="T29" fmla="*/ 0 h 2"/>
              <a:gd name="T30" fmla="*/ 0 w 4"/>
              <a:gd name="T31" fmla="*/ 0 h 2"/>
              <a:gd name="T32" fmla="*/ 2147483647 w 4"/>
              <a:gd name="T33" fmla="*/ 2147483647 h 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" h="2">
                <a:moveTo>
                  <a:pt x="2" y="2"/>
                </a:move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" name="Freeform 1172"/>
          <p:cNvSpPr>
            <a:spLocks/>
          </p:cNvSpPr>
          <p:nvPr/>
        </p:nvSpPr>
        <p:spPr bwMode="auto">
          <a:xfrm>
            <a:off x="582614" y="476252"/>
            <a:ext cx="3175" cy="3175"/>
          </a:xfrm>
          <a:custGeom>
            <a:avLst/>
            <a:gdLst>
              <a:gd name="T0" fmla="*/ 0 w 2"/>
              <a:gd name="T1" fmla="*/ 2147483647 h 2"/>
              <a:gd name="T2" fmla="*/ 0 w 2"/>
              <a:gd name="T3" fmla="*/ 2147483647 h 2"/>
              <a:gd name="T4" fmla="*/ 2147483647 w 2"/>
              <a:gd name="T5" fmla="*/ 2147483647 h 2"/>
              <a:gd name="T6" fmla="*/ 0 w 2"/>
              <a:gd name="T7" fmla="*/ 0 h 2"/>
              <a:gd name="T8" fmla="*/ 0 w 2"/>
              <a:gd name="T9" fmla="*/ 0 h 2"/>
              <a:gd name="T10" fmla="*/ 0 w 2"/>
              <a:gd name="T11" fmla="*/ 0 h 2"/>
              <a:gd name="T12" fmla="*/ 0 w 2"/>
              <a:gd name="T13" fmla="*/ 2147483647 h 2"/>
              <a:gd name="T14" fmla="*/ 0 w 2"/>
              <a:gd name="T15" fmla="*/ 2147483647 h 2"/>
              <a:gd name="T16" fmla="*/ 0 w 2"/>
              <a:gd name="T17" fmla="*/ 2147483647 h 2"/>
              <a:gd name="T18" fmla="*/ 0 w 2"/>
              <a:gd name="T19" fmla="*/ 2147483647 h 2"/>
              <a:gd name="T20" fmla="*/ 0 w 2"/>
              <a:gd name="T21" fmla="*/ 2147483647 h 2"/>
              <a:gd name="T22" fmla="*/ 0 w 2"/>
              <a:gd name="T23" fmla="*/ 2147483647 h 2"/>
              <a:gd name="T24" fmla="*/ 0 w 2"/>
              <a:gd name="T25" fmla="*/ 2147483647 h 2"/>
              <a:gd name="T26" fmla="*/ 0 w 2"/>
              <a:gd name="T27" fmla="*/ 2147483647 h 2"/>
              <a:gd name="T28" fmla="*/ 0 w 2"/>
              <a:gd name="T29" fmla="*/ 2147483647 h 2"/>
              <a:gd name="T30" fmla="*/ 0 w 2"/>
              <a:gd name="T31" fmla="*/ 2147483647 h 2"/>
              <a:gd name="T32" fmla="*/ 0 w 2"/>
              <a:gd name="T33" fmla="*/ 2147483647 h 2"/>
              <a:gd name="T34" fmla="*/ 0 w 2"/>
              <a:gd name="T35" fmla="*/ 2147483647 h 2"/>
              <a:gd name="T36" fmla="*/ 0 w 2"/>
              <a:gd name="T37" fmla="*/ 2147483647 h 2"/>
              <a:gd name="T38" fmla="*/ 0 w 2"/>
              <a:gd name="T39" fmla="*/ 2147483647 h 2"/>
              <a:gd name="T40" fmla="*/ 0 w 2"/>
              <a:gd name="T41" fmla="*/ 2147483647 h 2"/>
              <a:gd name="T42" fmla="*/ 0 w 2"/>
              <a:gd name="T43" fmla="*/ 2147483647 h 2"/>
              <a:gd name="T44" fmla="*/ 0 w 2"/>
              <a:gd name="T45" fmla="*/ 2147483647 h 2"/>
              <a:gd name="T46" fmla="*/ 0 w 2"/>
              <a:gd name="T47" fmla="*/ 2147483647 h 2"/>
              <a:gd name="T48" fmla="*/ 0 w 2"/>
              <a:gd name="T49" fmla="*/ 2147483647 h 2"/>
              <a:gd name="T50" fmla="*/ 0 w 2"/>
              <a:gd name="T51" fmla="*/ 2147483647 h 2"/>
              <a:gd name="T52" fmla="*/ 0 w 2"/>
              <a:gd name="T53" fmla="*/ 2147483647 h 2"/>
              <a:gd name="T54" fmla="*/ 0 w 2"/>
              <a:gd name="T55" fmla="*/ 2147483647 h 2"/>
              <a:gd name="T56" fmla="*/ 0 w 2"/>
              <a:gd name="T57" fmla="*/ 2147483647 h 2"/>
              <a:gd name="T58" fmla="*/ 0 w 2"/>
              <a:gd name="T59" fmla="*/ 2147483647 h 2"/>
              <a:gd name="T60" fmla="*/ 0 w 2"/>
              <a:gd name="T61" fmla="*/ 2147483647 h 2"/>
              <a:gd name="T62" fmla="*/ 0 w 2"/>
              <a:gd name="T63" fmla="*/ 2147483647 h 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2" name="Freeform 1177"/>
          <p:cNvSpPr>
            <a:spLocks/>
          </p:cNvSpPr>
          <p:nvPr/>
        </p:nvSpPr>
        <p:spPr bwMode="auto">
          <a:xfrm>
            <a:off x="557214" y="534990"/>
            <a:ext cx="3175" cy="3175"/>
          </a:xfrm>
          <a:custGeom>
            <a:avLst/>
            <a:gdLst>
              <a:gd name="T0" fmla="*/ 0 w 2"/>
              <a:gd name="T1" fmla="*/ 2147483647 h 2"/>
              <a:gd name="T2" fmla="*/ 2147483647 w 2"/>
              <a:gd name="T3" fmla="*/ 2147483647 h 2"/>
              <a:gd name="T4" fmla="*/ 2147483647 w 2"/>
              <a:gd name="T5" fmla="*/ 2147483647 h 2"/>
              <a:gd name="T6" fmla="*/ 2147483647 w 2"/>
              <a:gd name="T7" fmla="*/ 0 h 2"/>
              <a:gd name="T8" fmla="*/ 2147483647 w 2"/>
              <a:gd name="T9" fmla="*/ 0 h 2"/>
              <a:gd name="T10" fmla="*/ 2147483647 w 2"/>
              <a:gd name="T11" fmla="*/ 0 h 2"/>
              <a:gd name="T12" fmla="*/ 0 w 2"/>
              <a:gd name="T13" fmla="*/ 0 h 2"/>
              <a:gd name="T14" fmla="*/ 0 w 2"/>
              <a:gd name="T15" fmla="*/ 0 h 2"/>
              <a:gd name="T16" fmla="*/ 0 w 2"/>
              <a:gd name="T17" fmla="*/ 0 h 2"/>
              <a:gd name="T18" fmla="*/ 0 w 2"/>
              <a:gd name="T19" fmla="*/ 0 h 2"/>
              <a:gd name="T20" fmla="*/ 0 w 2"/>
              <a:gd name="T21" fmla="*/ 0 h 2"/>
              <a:gd name="T22" fmla="*/ 0 w 2"/>
              <a:gd name="T23" fmla="*/ 0 h 2"/>
              <a:gd name="T24" fmla="*/ 0 w 2"/>
              <a:gd name="T25" fmla="*/ 0 h 2"/>
              <a:gd name="T26" fmla="*/ 0 w 2"/>
              <a:gd name="T27" fmla="*/ 0 h 2"/>
              <a:gd name="T28" fmla="*/ 0 w 2"/>
              <a:gd name="T29" fmla="*/ 0 h 2"/>
              <a:gd name="T30" fmla="*/ 0 w 2"/>
              <a:gd name="T31" fmla="*/ 0 h 2"/>
              <a:gd name="T32" fmla="*/ 0 w 2"/>
              <a:gd name="T33" fmla="*/ 0 h 2"/>
              <a:gd name="T34" fmla="*/ 0 w 2"/>
              <a:gd name="T35" fmla="*/ 0 h 2"/>
              <a:gd name="T36" fmla="*/ 0 w 2"/>
              <a:gd name="T37" fmla="*/ 0 h 2"/>
              <a:gd name="T38" fmla="*/ 0 w 2"/>
              <a:gd name="T39" fmla="*/ 2147483647 h 2"/>
              <a:gd name="T40" fmla="*/ 0 w 2"/>
              <a:gd name="T41" fmla="*/ 2147483647 h 2"/>
              <a:gd name="T42" fmla="*/ 2147483647 w 2"/>
              <a:gd name="T43" fmla="*/ 2147483647 h 2"/>
              <a:gd name="T44" fmla="*/ 2147483647 w 2"/>
              <a:gd name="T45" fmla="*/ 0 h 2"/>
              <a:gd name="T46" fmla="*/ 2147483647 w 2"/>
              <a:gd name="T47" fmla="*/ 0 h 2"/>
              <a:gd name="T48" fmla="*/ 2147483647 w 2"/>
              <a:gd name="T49" fmla="*/ 0 h 2"/>
              <a:gd name="T50" fmla="*/ 2147483647 w 2"/>
              <a:gd name="T51" fmla="*/ 0 h 2"/>
              <a:gd name="T52" fmla="*/ 2147483647 w 2"/>
              <a:gd name="T53" fmla="*/ 0 h 2"/>
              <a:gd name="T54" fmla="*/ 2147483647 w 2"/>
              <a:gd name="T55" fmla="*/ 0 h 2"/>
              <a:gd name="T56" fmla="*/ 2147483647 w 2"/>
              <a:gd name="T57" fmla="*/ 0 h 2"/>
              <a:gd name="T58" fmla="*/ 2147483647 w 2"/>
              <a:gd name="T59" fmla="*/ 0 h 2"/>
              <a:gd name="T60" fmla="*/ 2147483647 w 2"/>
              <a:gd name="T61" fmla="*/ 0 h 2"/>
              <a:gd name="T62" fmla="*/ 2147483647 w 2"/>
              <a:gd name="T63" fmla="*/ 0 h 2"/>
              <a:gd name="T64" fmla="*/ 2147483647 w 2"/>
              <a:gd name="T65" fmla="*/ 0 h 2"/>
              <a:gd name="T66" fmla="*/ 2147483647 w 2"/>
              <a:gd name="T67" fmla="*/ 2147483647 h 2"/>
              <a:gd name="T68" fmla="*/ 2147483647 w 2"/>
              <a:gd name="T69" fmla="*/ 0 h 2"/>
              <a:gd name="T70" fmla="*/ 2147483647 w 2"/>
              <a:gd name="T71" fmla="*/ 0 h 2"/>
              <a:gd name="T72" fmla="*/ 0 w 2"/>
              <a:gd name="T73" fmla="*/ 0 h 2"/>
              <a:gd name="T74" fmla="*/ 0 w 2"/>
              <a:gd name="T75" fmla="*/ 0 h 2"/>
              <a:gd name="T76" fmla="*/ 0 w 2"/>
              <a:gd name="T77" fmla="*/ 2147483647 h 2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3" name="Freeform 1180"/>
          <p:cNvSpPr>
            <a:spLocks/>
          </p:cNvSpPr>
          <p:nvPr/>
        </p:nvSpPr>
        <p:spPr bwMode="auto">
          <a:xfrm>
            <a:off x="560389" y="530227"/>
            <a:ext cx="3175" cy="4763"/>
          </a:xfrm>
          <a:custGeom>
            <a:avLst/>
            <a:gdLst>
              <a:gd name="T0" fmla="*/ 0 w 2"/>
              <a:gd name="T1" fmla="*/ 2147483647 h 3"/>
              <a:gd name="T2" fmla="*/ 0 w 2"/>
              <a:gd name="T3" fmla="*/ 2147483647 h 3"/>
              <a:gd name="T4" fmla="*/ 2147483647 w 2"/>
              <a:gd name="T5" fmla="*/ 2147483647 h 3"/>
              <a:gd name="T6" fmla="*/ 2147483647 w 2"/>
              <a:gd name="T7" fmla="*/ 2147483647 h 3"/>
              <a:gd name="T8" fmla="*/ 0 w 2"/>
              <a:gd name="T9" fmla="*/ 0 h 3"/>
              <a:gd name="T10" fmla="*/ 0 w 2"/>
              <a:gd name="T11" fmla="*/ 0 h 3"/>
              <a:gd name="T12" fmla="*/ 0 w 2"/>
              <a:gd name="T13" fmla="*/ 0 h 3"/>
              <a:gd name="T14" fmla="*/ 0 w 2"/>
              <a:gd name="T15" fmla="*/ 2147483647 h 3"/>
              <a:gd name="T16" fmla="*/ 0 w 2"/>
              <a:gd name="T17" fmla="*/ 2147483647 h 3"/>
              <a:gd name="T18" fmla="*/ 0 w 2"/>
              <a:gd name="T19" fmla="*/ 2147483647 h 3"/>
              <a:gd name="T20" fmla="*/ 0 w 2"/>
              <a:gd name="T21" fmla="*/ 2147483647 h 3"/>
              <a:gd name="T22" fmla="*/ 0 w 2"/>
              <a:gd name="T23" fmla="*/ 0 h 3"/>
              <a:gd name="T24" fmla="*/ 0 w 2"/>
              <a:gd name="T25" fmla="*/ 2147483647 h 3"/>
              <a:gd name="T26" fmla="*/ 0 w 2"/>
              <a:gd name="T27" fmla="*/ 2147483647 h 3"/>
              <a:gd name="T28" fmla="*/ 0 w 2"/>
              <a:gd name="T29" fmla="*/ 2147483647 h 3"/>
              <a:gd name="T30" fmla="*/ 0 w 2"/>
              <a:gd name="T31" fmla="*/ 2147483647 h 3"/>
              <a:gd name="T32" fmla="*/ 0 w 2"/>
              <a:gd name="T33" fmla="*/ 2147483647 h 3"/>
              <a:gd name="T34" fmla="*/ 0 w 2"/>
              <a:gd name="T35" fmla="*/ 2147483647 h 3"/>
              <a:gd name="T36" fmla="*/ 0 w 2"/>
              <a:gd name="T37" fmla="*/ 2147483647 h 3"/>
              <a:gd name="T38" fmla="*/ 0 w 2"/>
              <a:gd name="T39" fmla="*/ 2147483647 h 3"/>
              <a:gd name="T40" fmla="*/ 0 w 2"/>
              <a:gd name="T41" fmla="*/ 2147483647 h 3"/>
              <a:gd name="T42" fmla="*/ 0 w 2"/>
              <a:gd name="T43" fmla="*/ 2147483647 h 3"/>
              <a:gd name="T44" fmla="*/ 0 w 2"/>
              <a:gd name="T45" fmla="*/ 2147483647 h 3"/>
              <a:gd name="T46" fmla="*/ 0 w 2"/>
              <a:gd name="T47" fmla="*/ 2147483647 h 3"/>
              <a:gd name="T48" fmla="*/ 0 w 2"/>
              <a:gd name="T49" fmla="*/ 2147483647 h 3"/>
              <a:gd name="T50" fmla="*/ 0 w 2"/>
              <a:gd name="T51" fmla="*/ 2147483647 h 3"/>
              <a:gd name="T52" fmla="*/ 0 w 2"/>
              <a:gd name="T53" fmla="*/ 2147483647 h 3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2" h="3">
                <a:moveTo>
                  <a:pt x="0" y="3"/>
                </a:moveTo>
                <a:lnTo>
                  <a:pt x="0" y="3"/>
                </a:lnTo>
                <a:lnTo>
                  <a:pt x="2" y="3"/>
                </a:lnTo>
                <a:lnTo>
                  <a:pt x="0" y="0"/>
                </a:lnTo>
                <a:lnTo>
                  <a:pt x="0" y="3"/>
                </a:lnTo>
                <a:lnTo>
                  <a:pt x="0" y="0"/>
                </a:lnTo>
                <a:lnTo>
                  <a:pt x="0" y="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" name="Line 1187"/>
          <p:cNvSpPr>
            <a:spLocks noChangeShapeType="1"/>
          </p:cNvSpPr>
          <p:nvPr/>
        </p:nvSpPr>
        <p:spPr bwMode="auto">
          <a:xfrm>
            <a:off x="569914" y="520700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" name="Line 1188"/>
          <p:cNvSpPr>
            <a:spLocks noChangeShapeType="1"/>
          </p:cNvSpPr>
          <p:nvPr/>
        </p:nvSpPr>
        <p:spPr bwMode="auto">
          <a:xfrm>
            <a:off x="569914" y="520700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" name="Freeform 1208"/>
          <p:cNvSpPr>
            <a:spLocks/>
          </p:cNvSpPr>
          <p:nvPr/>
        </p:nvSpPr>
        <p:spPr bwMode="auto">
          <a:xfrm>
            <a:off x="595313" y="557215"/>
            <a:ext cx="1587" cy="1587"/>
          </a:xfrm>
          <a:custGeom>
            <a:avLst/>
            <a:gdLst>
              <a:gd name="T0" fmla="*/ 0 w 1587"/>
              <a:gd name="T1" fmla="*/ 0 h 1587"/>
              <a:gd name="T2" fmla="*/ 0 w 1587"/>
              <a:gd name="T3" fmla="*/ 0 h 1587"/>
              <a:gd name="T4" fmla="*/ 0 w 1587"/>
              <a:gd name="T5" fmla="*/ 0 h 15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87" h="1587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7" name="Freeform 1210"/>
          <p:cNvSpPr>
            <a:spLocks/>
          </p:cNvSpPr>
          <p:nvPr/>
        </p:nvSpPr>
        <p:spPr bwMode="auto">
          <a:xfrm>
            <a:off x="595314" y="557215"/>
            <a:ext cx="3175" cy="3175"/>
          </a:xfrm>
          <a:custGeom>
            <a:avLst/>
            <a:gdLst>
              <a:gd name="T0" fmla="*/ 0 w 2"/>
              <a:gd name="T1" fmla="*/ 2147483647 h 2"/>
              <a:gd name="T2" fmla="*/ 0 w 2"/>
              <a:gd name="T3" fmla="*/ 2147483647 h 2"/>
              <a:gd name="T4" fmla="*/ 2147483647 w 2"/>
              <a:gd name="T5" fmla="*/ 2147483647 h 2"/>
              <a:gd name="T6" fmla="*/ 2147483647 w 2"/>
              <a:gd name="T7" fmla="*/ 0 h 2"/>
              <a:gd name="T8" fmla="*/ 2147483647 w 2"/>
              <a:gd name="T9" fmla="*/ 0 h 2"/>
              <a:gd name="T10" fmla="*/ 0 w 2"/>
              <a:gd name="T11" fmla="*/ 0 h 2"/>
              <a:gd name="T12" fmla="*/ 0 w 2"/>
              <a:gd name="T13" fmla="*/ 0 h 2"/>
              <a:gd name="T14" fmla="*/ 0 w 2"/>
              <a:gd name="T15" fmla="*/ 0 h 2"/>
              <a:gd name="T16" fmla="*/ 0 w 2"/>
              <a:gd name="T17" fmla="*/ 2147483647 h 2"/>
              <a:gd name="T18" fmla="*/ 0 w 2"/>
              <a:gd name="T19" fmla="*/ 2147483647 h 2"/>
              <a:gd name="T20" fmla="*/ 2147483647 w 2"/>
              <a:gd name="T21" fmla="*/ 2147483647 h 2"/>
              <a:gd name="T22" fmla="*/ 2147483647 w 2"/>
              <a:gd name="T23" fmla="*/ 0 h 2"/>
              <a:gd name="T24" fmla="*/ 2147483647 w 2"/>
              <a:gd name="T25" fmla="*/ 0 h 2"/>
              <a:gd name="T26" fmla="*/ 0 w 2"/>
              <a:gd name="T27" fmla="*/ 0 h 2"/>
              <a:gd name="T28" fmla="*/ 0 w 2"/>
              <a:gd name="T29" fmla="*/ 0 h 2"/>
              <a:gd name="T30" fmla="*/ 0 w 2"/>
              <a:gd name="T31" fmla="*/ 0 h 2"/>
              <a:gd name="T32" fmla="*/ 0 w 2"/>
              <a:gd name="T33" fmla="*/ 2147483647 h 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8" name="Freeform 1214"/>
          <p:cNvSpPr>
            <a:spLocks/>
          </p:cNvSpPr>
          <p:nvPr/>
        </p:nvSpPr>
        <p:spPr bwMode="auto">
          <a:xfrm>
            <a:off x="595314" y="557215"/>
            <a:ext cx="3175" cy="3175"/>
          </a:xfrm>
          <a:custGeom>
            <a:avLst/>
            <a:gdLst>
              <a:gd name="T0" fmla="*/ 0 w 2"/>
              <a:gd name="T1" fmla="*/ 2147483647 h 2"/>
              <a:gd name="T2" fmla="*/ 2147483647 w 2"/>
              <a:gd name="T3" fmla="*/ 2147483647 h 2"/>
              <a:gd name="T4" fmla="*/ 0 w 2"/>
              <a:gd name="T5" fmla="*/ 0 h 2"/>
              <a:gd name="T6" fmla="*/ 0 w 2"/>
              <a:gd name="T7" fmla="*/ 2147483647 h 2"/>
              <a:gd name="T8" fmla="*/ 0 w 2"/>
              <a:gd name="T9" fmla="*/ 2147483647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9" name="Rectangle 1215"/>
          <p:cNvSpPr>
            <a:spLocks noChangeArrowheads="1"/>
          </p:cNvSpPr>
          <p:nvPr/>
        </p:nvSpPr>
        <p:spPr bwMode="auto">
          <a:xfrm>
            <a:off x="595313" y="627065"/>
            <a:ext cx="1587" cy="158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30" name="Freeform 1217"/>
          <p:cNvSpPr>
            <a:spLocks/>
          </p:cNvSpPr>
          <p:nvPr/>
        </p:nvSpPr>
        <p:spPr bwMode="auto">
          <a:xfrm>
            <a:off x="595313" y="627065"/>
            <a:ext cx="1587" cy="1587"/>
          </a:xfrm>
          <a:custGeom>
            <a:avLst/>
            <a:gdLst>
              <a:gd name="T0" fmla="*/ 0 w 1587"/>
              <a:gd name="T1" fmla="*/ 0 h 1587"/>
              <a:gd name="T2" fmla="*/ 0 w 1587"/>
              <a:gd name="T3" fmla="*/ 0 h 1587"/>
              <a:gd name="T4" fmla="*/ 0 w 1587"/>
              <a:gd name="T5" fmla="*/ 0 h 1587"/>
              <a:gd name="T6" fmla="*/ 0 w 1587"/>
              <a:gd name="T7" fmla="*/ 0 h 1587"/>
              <a:gd name="T8" fmla="*/ 0 w 1587"/>
              <a:gd name="T9" fmla="*/ 0 h 1587"/>
              <a:gd name="T10" fmla="*/ 0 w 1587"/>
              <a:gd name="T11" fmla="*/ 0 h 1587"/>
              <a:gd name="T12" fmla="*/ 0 w 1587"/>
              <a:gd name="T13" fmla="*/ 0 h 1587"/>
              <a:gd name="T14" fmla="*/ 0 w 1587"/>
              <a:gd name="T15" fmla="*/ 0 h 1587"/>
              <a:gd name="T16" fmla="*/ 0 w 1587"/>
              <a:gd name="T17" fmla="*/ 0 h 1587"/>
              <a:gd name="T18" fmla="*/ 0 w 1587"/>
              <a:gd name="T19" fmla="*/ 0 h 1587"/>
              <a:gd name="T20" fmla="*/ 0 w 1587"/>
              <a:gd name="T21" fmla="*/ 0 h 1587"/>
              <a:gd name="T22" fmla="*/ 0 w 1587"/>
              <a:gd name="T23" fmla="*/ 0 h 1587"/>
              <a:gd name="T24" fmla="*/ 0 w 1587"/>
              <a:gd name="T25" fmla="*/ 0 h 1587"/>
              <a:gd name="T26" fmla="*/ 0 w 1587"/>
              <a:gd name="T27" fmla="*/ 0 h 1587"/>
              <a:gd name="T28" fmla="*/ 0 w 1587"/>
              <a:gd name="T29" fmla="*/ 0 h 1587"/>
              <a:gd name="T30" fmla="*/ 0 w 1587"/>
              <a:gd name="T31" fmla="*/ 0 h 1587"/>
              <a:gd name="T32" fmla="*/ 0 w 1587"/>
              <a:gd name="T33" fmla="*/ 0 h 1587"/>
              <a:gd name="T34" fmla="*/ 0 w 1587"/>
              <a:gd name="T35" fmla="*/ 0 h 1587"/>
              <a:gd name="T36" fmla="*/ 0 w 1587"/>
              <a:gd name="T37" fmla="*/ 0 h 1587"/>
              <a:gd name="T38" fmla="*/ 0 w 1587"/>
              <a:gd name="T39" fmla="*/ 0 h 1587"/>
              <a:gd name="T40" fmla="*/ 0 w 1587"/>
              <a:gd name="T41" fmla="*/ 0 h 1587"/>
              <a:gd name="T42" fmla="*/ 0 w 1587"/>
              <a:gd name="T43" fmla="*/ 0 h 1587"/>
              <a:gd name="T44" fmla="*/ 0 w 1587"/>
              <a:gd name="T45" fmla="*/ 0 h 1587"/>
              <a:gd name="T46" fmla="*/ 0 w 1587"/>
              <a:gd name="T47" fmla="*/ 0 h 1587"/>
              <a:gd name="T48" fmla="*/ 0 w 1587"/>
              <a:gd name="T49" fmla="*/ 0 h 1587"/>
              <a:gd name="T50" fmla="*/ 0 w 1587"/>
              <a:gd name="T51" fmla="*/ 0 h 1587"/>
              <a:gd name="T52" fmla="*/ 0 w 1587"/>
              <a:gd name="T53" fmla="*/ 0 h 1587"/>
              <a:gd name="T54" fmla="*/ 0 w 1587"/>
              <a:gd name="T55" fmla="*/ 0 h 1587"/>
              <a:gd name="T56" fmla="*/ 0 w 1587"/>
              <a:gd name="T57" fmla="*/ 0 h 1587"/>
              <a:gd name="T58" fmla="*/ 0 w 1587"/>
              <a:gd name="T59" fmla="*/ 0 h 158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1587" h="1587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" name="Freeform 1219"/>
          <p:cNvSpPr>
            <a:spLocks/>
          </p:cNvSpPr>
          <p:nvPr/>
        </p:nvSpPr>
        <p:spPr bwMode="auto">
          <a:xfrm>
            <a:off x="731839" y="541340"/>
            <a:ext cx="1587" cy="1587"/>
          </a:xfrm>
          <a:custGeom>
            <a:avLst/>
            <a:gdLst>
              <a:gd name="T0" fmla="*/ 0 w 1587"/>
              <a:gd name="T1" fmla="*/ 0 h 1587"/>
              <a:gd name="T2" fmla="*/ 0 w 1587"/>
              <a:gd name="T3" fmla="*/ 0 h 1587"/>
              <a:gd name="T4" fmla="*/ 0 w 1587"/>
              <a:gd name="T5" fmla="*/ 0 h 15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87" h="1587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2" name="Freeform 1221"/>
          <p:cNvSpPr>
            <a:spLocks/>
          </p:cNvSpPr>
          <p:nvPr/>
        </p:nvSpPr>
        <p:spPr bwMode="auto">
          <a:xfrm>
            <a:off x="731839" y="541340"/>
            <a:ext cx="3175" cy="3175"/>
          </a:xfrm>
          <a:custGeom>
            <a:avLst/>
            <a:gdLst>
              <a:gd name="T0" fmla="*/ 2147483647 w 2"/>
              <a:gd name="T1" fmla="*/ 0 h 2"/>
              <a:gd name="T2" fmla="*/ 2147483647 w 2"/>
              <a:gd name="T3" fmla="*/ 0 h 2"/>
              <a:gd name="T4" fmla="*/ 2147483647 w 2"/>
              <a:gd name="T5" fmla="*/ 0 h 2"/>
              <a:gd name="T6" fmla="*/ 0 w 2"/>
              <a:gd name="T7" fmla="*/ 0 h 2"/>
              <a:gd name="T8" fmla="*/ 0 w 2"/>
              <a:gd name="T9" fmla="*/ 0 h 2"/>
              <a:gd name="T10" fmla="*/ 0 w 2"/>
              <a:gd name="T11" fmla="*/ 2147483647 h 2"/>
              <a:gd name="T12" fmla="*/ 2147483647 w 2"/>
              <a:gd name="T13" fmla="*/ 0 h 2"/>
              <a:gd name="T14" fmla="*/ 2147483647 w 2"/>
              <a:gd name="T15" fmla="*/ 0 h 2"/>
              <a:gd name="T16" fmla="*/ 2147483647 w 2"/>
              <a:gd name="T17" fmla="*/ 0 h 2"/>
              <a:gd name="T18" fmla="*/ 0 w 2"/>
              <a:gd name="T19" fmla="*/ 0 h 2"/>
              <a:gd name="T20" fmla="*/ 0 w 2"/>
              <a:gd name="T21" fmla="*/ 0 h 2"/>
              <a:gd name="T22" fmla="*/ 0 w 2"/>
              <a:gd name="T23" fmla="*/ 2147483647 h 2"/>
              <a:gd name="T24" fmla="*/ 2147483647 w 2"/>
              <a:gd name="T25" fmla="*/ 0 h 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3" name="Freeform 1234"/>
          <p:cNvSpPr>
            <a:spLocks/>
          </p:cNvSpPr>
          <p:nvPr/>
        </p:nvSpPr>
        <p:spPr bwMode="auto">
          <a:xfrm>
            <a:off x="722314" y="550865"/>
            <a:ext cx="3175" cy="1587"/>
          </a:xfrm>
          <a:custGeom>
            <a:avLst/>
            <a:gdLst>
              <a:gd name="T0" fmla="*/ 0 w 2"/>
              <a:gd name="T1" fmla="*/ 0 h 1587"/>
              <a:gd name="T2" fmla="*/ 0 w 2"/>
              <a:gd name="T3" fmla="*/ 0 h 1587"/>
              <a:gd name="T4" fmla="*/ 2147483647 w 2"/>
              <a:gd name="T5" fmla="*/ 0 h 1587"/>
              <a:gd name="T6" fmla="*/ 2147483647 w 2"/>
              <a:gd name="T7" fmla="*/ 0 h 1587"/>
              <a:gd name="T8" fmla="*/ 2147483647 w 2"/>
              <a:gd name="T9" fmla="*/ 0 h 1587"/>
              <a:gd name="T10" fmla="*/ 2147483647 w 2"/>
              <a:gd name="T11" fmla="*/ 0 h 1587"/>
              <a:gd name="T12" fmla="*/ 0 w 2"/>
              <a:gd name="T13" fmla="*/ 0 h 1587"/>
              <a:gd name="T14" fmla="*/ 0 w 2"/>
              <a:gd name="T15" fmla="*/ 0 h 1587"/>
              <a:gd name="T16" fmla="*/ 0 w 2"/>
              <a:gd name="T17" fmla="*/ 0 h 1587"/>
              <a:gd name="T18" fmla="*/ 0 w 2"/>
              <a:gd name="T19" fmla="*/ 0 h 1587"/>
              <a:gd name="T20" fmla="*/ 0 w 2"/>
              <a:gd name="T21" fmla="*/ 0 h 1587"/>
              <a:gd name="T22" fmla="*/ 0 w 2"/>
              <a:gd name="T23" fmla="*/ 0 h 1587"/>
              <a:gd name="T24" fmla="*/ 2147483647 w 2"/>
              <a:gd name="T25" fmla="*/ 0 h 1587"/>
              <a:gd name="T26" fmla="*/ 2147483647 w 2"/>
              <a:gd name="T27" fmla="*/ 0 h 1587"/>
              <a:gd name="T28" fmla="*/ 2147483647 w 2"/>
              <a:gd name="T29" fmla="*/ 0 h 1587"/>
              <a:gd name="T30" fmla="*/ 0 w 2"/>
              <a:gd name="T31" fmla="*/ 0 h 1587"/>
              <a:gd name="T32" fmla="*/ 0 w 2"/>
              <a:gd name="T33" fmla="*/ 0 h 1587"/>
              <a:gd name="T34" fmla="*/ 2147483647 w 2"/>
              <a:gd name="T35" fmla="*/ 0 h 1587"/>
              <a:gd name="T36" fmla="*/ 0 w 2"/>
              <a:gd name="T37" fmla="*/ 0 h 1587"/>
              <a:gd name="T38" fmla="*/ 0 w 2"/>
              <a:gd name="T39" fmla="*/ 0 h 1587"/>
              <a:gd name="T40" fmla="*/ 0 w 2"/>
              <a:gd name="T41" fmla="*/ 0 h 1587"/>
              <a:gd name="T42" fmla="*/ 0 w 2"/>
              <a:gd name="T43" fmla="*/ 0 h 1587"/>
              <a:gd name="T44" fmla="*/ 0 w 2"/>
              <a:gd name="T45" fmla="*/ 0 h 1587"/>
              <a:gd name="T46" fmla="*/ 0 w 2"/>
              <a:gd name="T47" fmla="*/ 0 h 1587"/>
              <a:gd name="T48" fmla="*/ 0 w 2"/>
              <a:gd name="T49" fmla="*/ 0 h 1587"/>
              <a:gd name="T50" fmla="*/ 0 w 2"/>
              <a:gd name="T51" fmla="*/ 0 h 1587"/>
              <a:gd name="T52" fmla="*/ 0 w 2"/>
              <a:gd name="T53" fmla="*/ 0 h 1587"/>
              <a:gd name="T54" fmla="*/ 0 w 2"/>
              <a:gd name="T55" fmla="*/ 0 h 1587"/>
              <a:gd name="T56" fmla="*/ 0 w 2"/>
              <a:gd name="T57" fmla="*/ 0 h 1587"/>
              <a:gd name="T58" fmla="*/ 0 w 2"/>
              <a:gd name="T59" fmla="*/ 0 h 1587"/>
              <a:gd name="T60" fmla="*/ 0 w 2"/>
              <a:gd name="T61" fmla="*/ 0 h 1587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" h="1587">
                <a:moveTo>
                  <a:pt x="0" y="0"/>
                </a:move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4" name="Line 1237"/>
          <p:cNvSpPr>
            <a:spLocks noChangeShapeType="1"/>
          </p:cNvSpPr>
          <p:nvPr/>
        </p:nvSpPr>
        <p:spPr bwMode="auto">
          <a:xfrm>
            <a:off x="728663" y="544515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5" name="Line 1238"/>
          <p:cNvSpPr>
            <a:spLocks noChangeShapeType="1"/>
          </p:cNvSpPr>
          <p:nvPr/>
        </p:nvSpPr>
        <p:spPr bwMode="auto">
          <a:xfrm>
            <a:off x="728663" y="544515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6" name="Freeform 1240"/>
          <p:cNvSpPr>
            <a:spLocks/>
          </p:cNvSpPr>
          <p:nvPr/>
        </p:nvSpPr>
        <p:spPr bwMode="auto">
          <a:xfrm>
            <a:off x="728663" y="541340"/>
            <a:ext cx="1587" cy="3175"/>
          </a:xfrm>
          <a:custGeom>
            <a:avLst/>
            <a:gdLst>
              <a:gd name="T0" fmla="*/ 0 w 1587"/>
              <a:gd name="T1" fmla="*/ 2147483647 h 2"/>
              <a:gd name="T2" fmla="*/ 0 w 1587"/>
              <a:gd name="T3" fmla="*/ 2147483647 h 2"/>
              <a:gd name="T4" fmla="*/ 0 w 1587"/>
              <a:gd name="T5" fmla="*/ 0 h 2"/>
              <a:gd name="T6" fmla="*/ 0 w 1587"/>
              <a:gd name="T7" fmla="*/ 2147483647 h 2"/>
              <a:gd name="T8" fmla="*/ 0 w 1587"/>
              <a:gd name="T9" fmla="*/ 2147483647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87" h="2">
                <a:moveTo>
                  <a:pt x="0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7" name="Freeform 1243"/>
          <p:cNvSpPr>
            <a:spLocks/>
          </p:cNvSpPr>
          <p:nvPr/>
        </p:nvSpPr>
        <p:spPr bwMode="auto">
          <a:xfrm>
            <a:off x="728664" y="538165"/>
            <a:ext cx="3175" cy="3175"/>
          </a:xfrm>
          <a:custGeom>
            <a:avLst/>
            <a:gdLst>
              <a:gd name="T0" fmla="*/ 2147483647 w 2"/>
              <a:gd name="T1" fmla="*/ 2147483647 h 2"/>
              <a:gd name="T2" fmla="*/ 2147483647 w 2"/>
              <a:gd name="T3" fmla="*/ 2147483647 h 2"/>
              <a:gd name="T4" fmla="*/ 2147483647 w 2"/>
              <a:gd name="T5" fmla="*/ 2147483647 h 2"/>
              <a:gd name="T6" fmla="*/ 2147483647 w 2"/>
              <a:gd name="T7" fmla="*/ 2147483647 h 2"/>
              <a:gd name="T8" fmla="*/ 0 w 2"/>
              <a:gd name="T9" fmla="*/ 2147483647 h 2"/>
              <a:gd name="T10" fmla="*/ 0 w 2"/>
              <a:gd name="T11" fmla="*/ 2147483647 h 2"/>
              <a:gd name="T12" fmla="*/ 2147483647 w 2"/>
              <a:gd name="T13" fmla="*/ 2147483647 h 2"/>
              <a:gd name="T14" fmla="*/ 0 w 2"/>
              <a:gd name="T15" fmla="*/ 2147483647 h 2"/>
              <a:gd name="T16" fmla="*/ 0 w 2"/>
              <a:gd name="T17" fmla="*/ 2147483647 h 2"/>
              <a:gd name="T18" fmla="*/ 0 w 2"/>
              <a:gd name="T19" fmla="*/ 2147483647 h 2"/>
              <a:gd name="T20" fmla="*/ 0 w 2"/>
              <a:gd name="T21" fmla="*/ 2147483647 h 2"/>
              <a:gd name="T22" fmla="*/ 0 w 2"/>
              <a:gd name="T23" fmla="*/ 2147483647 h 2"/>
              <a:gd name="T24" fmla="*/ 0 w 2"/>
              <a:gd name="T25" fmla="*/ 2147483647 h 2"/>
              <a:gd name="T26" fmla="*/ 0 w 2"/>
              <a:gd name="T27" fmla="*/ 2147483647 h 2"/>
              <a:gd name="T28" fmla="*/ 0 w 2"/>
              <a:gd name="T29" fmla="*/ 2147483647 h 2"/>
              <a:gd name="T30" fmla="*/ 0 w 2"/>
              <a:gd name="T31" fmla="*/ 2147483647 h 2"/>
              <a:gd name="T32" fmla="*/ 0 w 2"/>
              <a:gd name="T33" fmla="*/ 2147483647 h 2"/>
              <a:gd name="T34" fmla="*/ 0 w 2"/>
              <a:gd name="T35" fmla="*/ 2147483647 h 2"/>
              <a:gd name="T36" fmla="*/ 0 w 2"/>
              <a:gd name="T37" fmla="*/ 2147483647 h 2"/>
              <a:gd name="T38" fmla="*/ 2147483647 w 2"/>
              <a:gd name="T39" fmla="*/ 2147483647 h 2"/>
              <a:gd name="T40" fmla="*/ 2147483647 w 2"/>
              <a:gd name="T41" fmla="*/ 2147483647 h 2"/>
              <a:gd name="T42" fmla="*/ 2147483647 w 2"/>
              <a:gd name="T43" fmla="*/ 2147483647 h 2"/>
              <a:gd name="T44" fmla="*/ 2147483647 w 2"/>
              <a:gd name="T45" fmla="*/ 2147483647 h 2"/>
              <a:gd name="T46" fmla="*/ 2147483647 w 2"/>
              <a:gd name="T47" fmla="*/ 2147483647 h 2"/>
              <a:gd name="T48" fmla="*/ 0 w 2"/>
              <a:gd name="T49" fmla="*/ 0 h 2"/>
              <a:gd name="T50" fmla="*/ 0 w 2"/>
              <a:gd name="T51" fmla="*/ 2147483647 h 2"/>
              <a:gd name="T52" fmla="*/ 0 w 2"/>
              <a:gd name="T53" fmla="*/ 2147483647 h 2"/>
              <a:gd name="T54" fmla="*/ 0 w 2"/>
              <a:gd name="T55" fmla="*/ 2147483647 h 2"/>
              <a:gd name="T56" fmla="*/ 2147483647 w 2"/>
              <a:gd name="T57" fmla="*/ 2147483647 h 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2" h="2">
                <a:moveTo>
                  <a:pt x="2" y="2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8" name="Freeform 1246"/>
          <p:cNvSpPr>
            <a:spLocks/>
          </p:cNvSpPr>
          <p:nvPr/>
        </p:nvSpPr>
        <p:spPr bwMode="auto">
          <a:xfrm>
            <a:off x="725489" y="547690"/>
            <a:ext cx="3175" cy="3175"/>
          </a:xfrm>
          <a:custGeom>
            <a:avLst/>
            <a:gdLst>
              <a:gd name="T0" fmla="*/ 0 w 2"/>
              <a:gd name="T1" fmla="*/ 2147483647 h 2"/>
              <a:gd name="T2" fmla="*/ 0 w 2"/>
              <a:gd name="T3" fmla="*/ 2147483647 h 2"/>
              <a:gd name="T4" fmla="*/ 2147483647 w 2"/>
              <a:gd name="T5" fmla="*/ 0 h 2"/>
              <a:gd name="T6" fmla="*/ 2147483647 w 2"/>
              <a:gd name="T7" fmla="*/ 0 h 2"/>
              <a:gd name="T8" fmla="*/ 0 w 2"/>
              <a:gd name="T9" fmla="*/ 0 h 2"/>
              <a:gd name="T10" fmla="*/ 0 w 2"/>
              <a:gd name="T11" fmla="*/ 0 h 2"/>
              <a:gd name="T12" fmla="*/ 0 w 2"/>
              <a:gd name="T13" fmla="*/ 2147483647 h 2"/>
              <a:gd name="T14" fmla="*/ 0 w 2"/>
              <a:gd name="T15" fmla="*/ 2147483647 h 2"/>
              <a:gd name="T16" fmla="*/ 2147483647 w 2"/>
              <a:gd name="T17" fmla="*/ 0 h 2"/>
              <a:gd name="T18" fmla="*/ 2147483647 w 2"/>
              <a:gd name="T19" fmla="*/ 0 h 2"/>
              <a:gd name="T20" fmla="*/ 0 w 2"/>
              <a:gd name="T21" fmla="*/ 0 h 2"/>
              <a:gd name="T22" fmla="*/ 0 w 2"/>
              <a:gd name="T23" fmla="*/ 0 h 2"/>
              <a:gd name="T24" fmla="*/ 0 w 2"/>
              <a:gd name="T25" fmla="*/ 0 h 2"/>
              <a:gd name="T26" fmla="*/ 0 w 2"/>
              <a:gd name="T27" fmla="*/ 0 h 2"/>
              <a:gd name="T28" fmla="*/ 0 w 2"/>
              <a:gd name="T29" fmla="*/ 0 h 2"/>
              <a:gd name="T30" fmla="*/ 0 w 2"/>
              <a:gd name="T31" fmla="*/ 0 h 2"/>
              <a:gd name="T32" fmla="*/ 0 w 2"/>
              <a:gd name="T33" fmla="*/ 0 h 2"/>
              <a:gd name="T34" fmla="*/ 0 w 2"/>
              <a:gd name="T35" fmla="*/ 0 h 2"/>
              <a:gd name="T36" fmla="*/ 0 w 2"/>
              <a:gd name="T37" fmla="*/ 0 h 2"/>
              <a:gd name="T38" fmla="*/ 0 w 2"/>
              <a:gd name="T39" fmla="*/ 0 h 2"/>
              <a:gd name="T40" fmla="*/ 0 w 2"/>
              <a:gd name="T41" fmla="*/ 0 h 2"/>
              <a:gd name="T42" fmla="*/ 0 w 2"/>
              <a:gd name="T43" fmla="*/ 0 h 2"/>
              <a:gd name="T44" fmla="*/ 0 w 2"/>
              <a:gd name="T45" fmla="*/ 0 h 2"/>
              <a:gd name="T46" fmla="*/ 0 w 2"/>
              <a:gd name="T47" fmla="*/ 2147483647 h 2"/>
              <a:gd name="T48" fmla="*/ 0 w 2"/>
              <a:gd name="T49" fmla="*/ 2147483647 h 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0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" name="Freeform 1250"/>
          <p:cNvSpPr>
            <a:spLocks/>
          </p:cNvSpPr>
          <p:nvPr/>
        </p:nvSpPr>
        <p:spPr bwMode="auto">
          <a:xfrm>
            <a:off x="731839" y="530225"/>
            <a:ext cx="3175" cy="1588"/>
          </a:xfrm>
          <a:custGeom>
            <a:avLst/>
            <a:gdLst>
              <a:gd name="T0" fmla="*/ 2147483647 w 2"/>
              <a:gd name="T1" fmla="*/ 0 h 1588"/>
              <a:gd name="T2" fmla="*/ 0 w 2"/>
              <a:gd name="T3" fmla="*/ 0 h 1588"/>
              <a:gd name="T4" fmla="*/ 2147483647 w 2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" h="1588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0" name="Freeform 1252"/>
          <p:cNvSpPr>
            <a:spLocks/>
          </p:cNvSpPr>
          <p:nvPr/>
        </p:nvSpPr>
        <p:spPr bwMode="auto">
          <a:xfrm>
            <a:off x="731839" y="527050"/>
            <a:ext cx="3175" cy="7938"/>
          </a:xfrm>
          <a:custGeom>
            <a:avLst/>
            <a:gdLst>
              <a:gd name="T0" fmla="*/ 2147483647 w 2"/>
              <a:gd name="T1" fmla="*/ 2147483647 h 5"/>
              <a:gd name="T2" fmla="*/ 2147483647 w 2"/>
              <a:gd name="T3" fmla="*/ 2147483647 h 5"/>
              <a:gd name="T4" fmla="*/ 0 w 2"/>
              <a:gd name="T5" fmla="*/ 0 h 5"/>
              <a:gd name="T6" fmla="*/ 0 w 2"/>
              <a:gd name="T7" fmla="*/ 2147483647 h 5"/>
              <a:gd name="T8" fmla="*/ 0 w 2"/>
              <a:gd name="T9" fmla="*/ 2147483647 h 5"/>
              <a:gd name="T10" fmla="*/ 2147483647 w 2"/>
              <a:gd name="T11" fmla="*/ 2147483647 h 5"/>
              <a:gd name="T12" fmla="*/ 2147483647 w 2"/>
              <a:gd name="T13" fmla="*/ 2147483647 h 5"/>
              <a:gd name="T14" fmla="*/ 2147483647 w 2"/>
              <a:gd name="T15" fmla="*/ 2147483647 h 5"/>
              <a:gd name="T16" fmla="*/ 0 w 2"/>
              <a:gd name="T17" fmla="*/ 0 h 5"/>
              <a:gd name="T18" fmla="*/ 0 w 2"/>
              <a:gd name="T19" fmla="*/ 2147483647 h 5"/>
              <a:gd name="T20" fmla="*/ 0 w 2"/>
              <a:gd name="T21" fmla="*/ 2147483647 h 5"/>
              <a:gd name="T22" fmla="*/ 2147483647 w 2"/>
              <a:gd name="T23" fmla="*/ 2147483647 h 5"/>
              <a:gd name="T24" fmla="*/ 2147483647 w 2"/>
              <a:gd name="T25" fmla="*/ 2147483647 h 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" h="5">
                <a:moveTo>
                  <a:pt x="2" y="2"/>
                </a:move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  <a:lnTo>
                  <a:pt x="2" y="5"/>
                </a:ln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  <a:lnTo>
                  <a:pt x="2" y="5"/>
                </a:lnTo>
                <a:lnTo>
                  <a:pt x="2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1" name="Freeform 1255"/>
          <p:cNvSpPr>
            <a:spLocks/>
          </p:cNvSpPr>
          <p:nvPr/>
        </p:nvSpPr>
        <p:spPr bwMode="auto">
          <a:xfrm>
            <a:off x="712789" y="550865"/>
            <a:ext cx="3175" cy="1587"/>
          </a:xfrm>
          <a:custGeom>
            <a:avLst/>
            <a:gdLst>
              <a:gd name="T0" fmla="*/ 0 w 2"/>
              <a:gd name="T1" fmla="*/ 0 h 1587"/>
              <a:gd name="T2" fmla="*/ 2147483647 w 2"/>
              <a:gd name="T3" fmla="*/ 0 h 1587"/>
              <a:gd name="T4" fmla="*/ 2147483647 w 2"/>
              <a:gd name="T5" fmla="*/ 0 h 1587"/>
              <a:gd name="T6" fmla="*/ 2147483647 w 2"/>
              <a:gd name="T7" fmla="*/ 0 h 1587"/>
              <a:gd name="T8" fmla="*/ 2147483647 w 2"/>
              <a:gd name="T9" fmla="*/ 0 h 1587"/>
              <a:gd name="T10" fmla="*/ 0 w 2"/>
              <a:gd name="T11" fmla="*/ 0 h 1587"/>
              <a:gd name="T12" fmla="*/ 0 w 2"/>
              <a:gd name="T13" fmla="*/ 0 h 1587"/>
              <a:gd name="T14" fmla="*/ 0 w 2"/>
              <a:gd name="T15" fmla="*/ 0 h 1587"/>
              <a:gd name="T16" fmla="*/ 0 w 2"/>
              <a:gd name="T17" fmla="*/ 0 h 1587"/>
              <a:gd name="T18" fmla="*/ 2147483647 w 2"/>
              <a:gd name="T19" fmla="*/ 0 h 1587"/>
              <a:gd name="T20" fmla="*/ 2147483647 w 2"/>
              <a:gd name="T21" fmla="*/ 0 h 1587"/>
              <a:gd name="T22" fmla="*/ 2147483647 w 2"/>
              <a:gd name="T23" fmla="*/ 0 h 1587"/>
              <a:gd name="T24" fmla="*/ 2147483647 w 2"/>
              <a:gd name="T25" fmla="*/ 0 h 1587"/>
              <a:gd name="T26" fmla="*/ 2147483647 w 2"/>
              <a:gd name="T27" fmla="*/ 0 h 1587"/>
              <a:gd name="T28" fmla="*/ 2147483647 w 2"/>
              <a:gd name="T29" fmla="*/ 0 h 1587"/>
              <a:gd name="T30" fmla="*/ 2147483647 w 2"/>
              <a:gd name="T31" fmla="*/ 0 h 1587"/>
              <a:gd name="T32" fmla="*/ 2147483647 w 2"/>
              <a:gd name="T33" fmla="*/ 0 h 1587"/>
              <a:gd name="T34" fmla="*/ 2147483647 w 2"/>
              <a:gd name="T35" fmla="*/ 0 h 1587"/>
              <a:gd name="T36" fmla="*/ 2147483647 w 2"/>
              <a:gd name="T37" fmla="*/ 0 h 1587"/>
              <a:gd name="T38" fmla="*/ 2147483647 w 2"/>
              <a:gd name="T39" fmla="*/ 0 h 1587"/>
              <a:gd name="T40" fmla="*/ 2147483647 w 2"/>
              <a:gd name="T41" fmla="*/ 0 h 1587"/>
              <a:gd name="T42" fmla="*/ 2147483647 w 2"/>
              <a:gd name="T43" fmla="*/ 0 h 1587"/>
              <a:gd name="T44" fmla="*/ 2147483647 w 2"/>
              <a:gd name="T45" fmla="*/ 0 h 1587"/>
              <a:gd name="T46" fmla="*/ 2147483647 w 2"/>
              <a:gd name="T47" fmla="*/ 0 h 1587"/>
              <a:gd name="T48" fmla="*/ 2147483647 w 2"/>
              <a:gd name="T49" fmla="*/ 0 h 1587"/>
              <a:gd name="T50" fmla="*/ 2147483647 w 2"/>
              <a:gd name="T51" fmla="*/ 0 h 1587"/>
              <a:gd name="T52" fmla="*/ 2147483647 w 2"/>
              <a:gd name="T53" fmla="*/ 0 h 1587"/>
              <a:gd name="T54" fmla="*/ 2147483647 w 2"/>
              <a:gd name="T55" fmla="*/ 0 h 1587"/>
              <a:gd name="T56" fmla="*/ 2147483647 w 2"/>
              <a:gd name="T57" fmla="*/ 0 h 1587"/>
              <a:gd name="T58" fmla="*/ 0 w 2"/>
              <a:gd name="T59" fmla="*/ 0 h 1587"/>
              <a:gd name="T60" fmla="*/ 0 w 2"/>
              <a:gd name="T61" fmla="*/ 0 h 1587"/>
              <a:gd name="T62" fmla="*/ 0 w 2"/>
              <a:gd name="T63" fmla="*/ 0 h 1587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2" h="1587">
                <a:moveTo>
                  <a:pt x="0" y="0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2" name="Rectangle 1256"/>
          <p:cNvSpPr>
            <a:spLocks noChangeArrowheads="1"/>
          </p:cNvSpPr>
          <p:nvPr/>
        </p:nvSpPr>
        <p:spPr bwMode="auto">
          <a:xfrm>
            <a:off x="722314" y="550865"/>
            <a:ext cx="1587" cy="15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43" name="Freeform 1258"/>
          <p:cNvSpPr>
            <a:spLocks/>
          </p:cNvSpPr>
          <p:nvPr/>
        </p:nvSpPr>
        <p:spPr bwMode="auto">
          <a:xfrm>
            <a:off x="722314" y="550865"/>
            <a:ext cx="1587" cy="1587"/>
          </a:xfrm>
          <a:custGeom>
            <a:avLst/>
            <a:gdLst>
              <a:gd name="T0" fmla="*/ 0 w 1587"/>
              <a:gd name="T1" fmla="*/ 0 h 1587"/>
              <a:gd name="T2" fmla="*/ 0 w 1587"/>
              <a:gd name="T3" fmla="*/ 0 h 1587"/>
              <a:gd name="T4" fmla="*/ 0 w 1587"/>
              <a:gd name="T5" fmla="*/ 0 h 1587"/>
              <a:gd name="T6" fmla="*/ 0 w 1587"/>
              <a:gd name="T7" fmla="*/ 0 h 1587"/>
              <a:gd name="T8" fmla="*/ 0 w 1587"/>
              <a:gd name="T9" fmla="*/ 0 h 1587"/>
              <a:gd name="T10" fmla="*/ 0 w 1587"/>
              <a:gd name="T11" fmla="*/ 0 h 1587"/>
              <a:gd name="T12" fmla="*/ 0 w 1587"/>
              <a:gd name="T13" fmla="*/ 0 h 1587"/>
              <a:gd name="T14" fmla="*/ 0 w 1587"/>
              <a:gd name="T15" fmla="*/ 0 h 1587"/>
              <a:gd name="T16" fmla="*/ 0 w 1587"/>
              <a:gd name="T17" fmla="*/ 0 h 1587"/>
              <a:gd name="T18" fmla="*/ 0 w 1587"/>
              <a:gd name="T19" fmla="*/ 0 h 1587"/>
              <a:gd name="T20" fmla="*/ 0 w 1587"/>
              <a:gd name="T21" fmla="*/ 0 h 1587"/>
              <a:gd name="T22" fmla="*/ 0 w 1587"/>
              <a:gd name="T23" fmla="*/ 0 h 1587"/>
              <a:gd name="T24" fmla="*/ 0 w 1587"/>
              <a:gd name="T25" fmla="*/ 0 h 1587"/>
              <a:gd name="T26" fmla="*/ 0 w 1587"/>
              <a:gd name="T27" fmla="*/ 0 h 1587"/>
              <a:gd name="T28" fmla="*/ 0 w 1587"/>
              <a:gd name="T29" fmla="*/ 0 h 1587"/>
              <a:gd name="T30" fmla="*/ 0 w 1587"/>
              <a:gd name="T31" fmla="*/ 0 h 1587"/>
              <a:gd name="T32" fmla="*/ 0 w 1587"/>
              <a:gd name="T33" fmla="*/ 0 h 1587"/>
              <a:gd name="T34" fmla="*/ 0 w 1587"/>
              <a:gd name="T35" fmla="*/ 0 h 1587"/>
              <a:gd name="T36" fmla="*/ 0 w 1587"/>
              <a:gd name="T37" fmla="*/ 0 h 1587"/>
              <a:gd name="T38" fmla="*/ 0 w 1587"/>
              <a:gd name="T39" fmla="*/ 0 h 1587"/>
              <a:gd name="T40" fmla="*/ 0 w 1587"/>
              <a:gd name="T41" fmla="*/ 0 h 1587"/>
              <a:gd name="T42" fmla="*/ 0 w 1587"/>
              <a:gd name="T43" fmla="*/ 0 h 1587"/>
              <a:gd name="T44" fmla="*/ 0 w 1587"/>
              <a:gd name="T45" fmla="*/ 0 h 1587"/>
              <a:gd name="T46" fmla="*/ 0 w 1587"/>
              <a:gd name="T47" fmla="*/ 0 h 1587"/>
              <a:gd name="T48" fmla="*/ 0 w 1587"/>
              <a:gd name="T49" fmla="*/ 0 h 1587"/>
              <a:gd name="T50" fmla="*/ 0 w 1587"/>
              <a:gd name="T51" fmla="*/ 0 h 1587"/>
              <a:gd name="T52" fmla="*/ 0 w 1587"/>
              <a:gd name="T53" fmla="*/ 0 h 1587"/>
              <a:gd name="T54" fmla="*/ 0 w 1587"/>
              <a:gd name="T55" fmla="*/ 0 h 1587"/>
              <a:gd name="T56" fmla="*/ 0 w 1587"/>
              <a:gd name="T57" fmla="*/ 0 h 1587"/>
              <a:gd name="T58" fmla="*/ 0 w 1587"/>
              <a:gd name="T59" fmla="*/ 0 h 1587"/>
              <a:gd name="T60" fmla="*/ 0 w 1587"/>
              <a:gd name="T61" fmla="*/ 0 h 1587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1587" h="1587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4" name="Freeform 1266"/>
          <p:cNvSpPr>
            <a:spLocks/>
          </p:cNvSpPr>
          <p:nvPr/>
        </p:nvSpPr>
        <p:spPr bwMode="auto">
          <a:xfrm>
            <a:off x="728663" y="534990"/>
            <a:ext cx="1587" cy="1587"/>
          </a:xfrm>
          <a:custGeom>
            <a:avLst/>
            <a:gdLst>
              <a:gd name="T0" fmla="*/ 0 w 1587"/>
              <a:gd name="T1" fmla="*/ 0 h 1587"/>
              <a:gd name="T2" fmla="*/ 0 w 1587"/>
              <a:gd name="T3" fmla="*/ 0 h 1587"/>
              <a:gd name="T4" fmla="*/ 0 w 1587"/>
              <a:gd name="T5" fmla="*/ 0 h 1587"/>
              <a:gd name="T6" fmla="*/ 0 w 1587"/>
              <a:gd name="T7" fmla="*/ 0 h 1587"/>
              <a:gd name="T8" fmla="*/ 0 w 1587"/>
              <a:gd name="T9" fmla="*/ 0 h 1587"/>
              <a:gd name="T10" fmla="*/ 0 w 1587"/>
              <a:gd name="T11" fmla="*/ 0 h 1587"/>
              <a:gd name="T12" fmla="*/ 0 w 1587"/>
              <a:gd name="T13" fmla="*/ 0 h 1587"/>
              <a:gd name="T14" fmla="*/ 0 w 1587"/>
              <a:gd name="T15" fmla="*/ 0 h 1587"/>
              <a:gd name="T16" fmla="*/ 0 w 1587"/>
              <a:gd name="T17" fmla="*/ 0 h 1587"/>
              <a:gd name="T18" fmla="*/ 0 w 1587"/>
              <a:gd name="T19" fmla="*/ 0 h 1587"/>
              <a:gd name="T20" fmla="*/ 0 w 1587"/>
              <a:gd name="T21" fmla="*/ 0 h 1587"/>
              <a:gd name="T22" fmla="*/ 0 w 1587"/>
              <a:gd name="T23" fmla="*/ 0 h 1587"/>
              <a:gd name="T24" fmla="*/ 0 w 1587"/>
              <a:gd name="T25" fmla="*/ 0 h 1587"/>
              <a:gd name="T26" fmla="*/ 0 w 1587"/>
              <a:gd name="T27" fmla="*/ 0 h 1587"/>
              <a:gd name="T28" fmla="*/ 0 w 1587"/>
              <a:gd name="T29" fmla="*/ 0 h 1587"/>
              <a:gd name="T30" fmla="*/ 0 w 1587"/>
              <a:gd name="T31" fmla="*/ 0 h 1587"/>
              <a:gd name="T32" fmla="*/ 0 w 1587"/>
              <a:gd name="T33" fmla="*/ 0 h 1587"/>
              <a:gd name="T34" fmla="*/ 0 w 1587"/>
              <a:gd name="T35" fmla="*/ 0 h 1587"/>
              <a:gd name="T36" fmla="*/ 0 w 1587"/>
              <a:gd name="T37" fmla="*/ 0 h 1587"/>
              <a:gd name="T38" fmla="*/ 0 w 1587"/>
              <a:gd name="T39" fmla="*/ 0 h 1587"/>
              <a:gd name="T40" fmla="*/ 0 w 1587"/>
              <a:gd name="T41" fmla="*/ 0 h 1587"/>
              <a:gd name="T42" fmla="*/ 0 w 1587"/>
              <a:gd name="T43" fmla="*/ 0 h 1587"/>
              <a:gd name="T44" fmla="*/ 0 w 1587"/>
              <a:gd name="T45" fmla="*/ 0 h 1587"/>
              <a:gd name="T46" fmla="*/ 0 w 1587"/>
              <a:gd name="T47" fmla="*/ 0 h 1587"/>
              <a:gd name="T48" fmla="*/ 0 w 1587"/>
              <a:gd name="T49" fmla="*/ 0 h 1587"/>
              <a:gd name="T50" fmla="*/ 0 w 1587"/>
              <a:gd name="T51" fmla="*/ 0 h 1587"/>
              <a:gd name="T52" fmla="*/ 0 w 1587"/>
              <a:gd name="T53" fmla="*/ 0 h 1587"/>
              <a:gd name="T54" fmla="*/ 0 w 1587"/>
              <a:gd name="T55" fmla="*/ 0 h 1587"/>
              <a:gd name="T56" fmla="*/ 0 w 1587"/>
              <a:gd name="T57" fmla="*/ 0 h 1587"/>
              <a:gd name="T58" fmla="*/ 0 w 1587"/>
              <a:gd name="T59" fmla="*/ 0 h 1587"/>
              <a:gd name="T60" fmla="*/ 0 w 1587"/>
              <a:gd name="T61" fmla="*/ 0 h 1587"/>
              <a:gd name="T62" fmla="*/ 0 w 1587"/>
              <a:gd name="T63" fmla="*/ 0 h 1587"/>
              <a:gd name="T64" fmla="*/ 0 w 1587"/>
              <a:gd name="T65" fmla="*/ 0 h 1587"/>
              <a:gd name="T66" fmla="*/ 0 w 1587"/>
              <a:gd name="T67" fmla="*/ 0 h 1587"/>
              <a:gd name="T68" fmla="*/ 0 w 1587"/>
              <a:gd name="T69" fmla="*/ 0 h 1587"/>
              <a:gd name="T70" fmla="*/ 0 w 1587"/>
              <a:gd name="T71" fmla="*/ 0 h 1587"/>
              <a:gd name="T72" fmla="*/ 0 w 1587"/>
              <a:gd name="T73" fmla="*/ 0 h 1587"/>
              <a:gd name="T74" fmla="*/ 0 w 1587"/>
              <a:gd name="T75" fmla="*/ 0 h 1587"/>
              <a:gd name="T76" fmla="*/ 0 w 1587"/>
              <a:gd name="T77" fmla="*/ 0 h 1587"/>
              <a:gd name="T78" fmla="*/ 0 w 1587"/>
              <a:gd name="T79" fmla="*/ 0 h 1587"/>
              <a:gd name="T80" fmla="*/ 0 w 1587"/>
              <a:gd name="T81" fmla="*/ 0 h 1587"/>
              <a:gd name="T82" fmla="*/ 0 w 1587"/>
              <a:gd name="T83" fmla="*/ 0 h 1587"/>
              <a:gd name="T84" fmla="*/ 0 w 1587"/>
              <a:gd name="T85" fmla="*/ 0 h 1587"/>
              <a:gd name="T86" fmla="*/ 0 w 1587"/>
              <a:gd name="T87" fmla="*/ 0 h 158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587" h="1587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5" name="Freeform 1269"/>
          <p:cNvSpPr>
            <a:spLocks/>
          </p:cNvSpPr>
          <p:nvPr/>
        </p:nvSpPr>
        <p:spPr bwMode="auto">
          <a:xfrm>
            <a:off x="728664" y="530227"/>
            <a:ext cx="3175" cy="4763"/>
          </a:xfrm>
          <a:custGeom>
            <a:avLst/>
            <a:gdLst>
              <a:gd name="T0" fmla="*/ 0 w 2"/>
              <a:gd name="T1" fmla="*/ 2147483647 h 3"/>
              <a:gd name="T2" fmla="*/ 2147483647 w 2"/>
              <a:gd name="T3" fmla="*/ 0 h 3"/>
              <a:gd name="T4" fmla="*/ 2147483647 w 2"/>
              <a:gd name="T5" fmla="*/ 0 h 3"/>
              <a:gd name="T6" fmla="*/ 2147483647 w 2"/>
              <a:gd name="T7" fmla="*/ 0 h 3"/>
              <a:gd name="T8" fmla="*/ 2147483647 w 2"/>
              <a:gd name="T9" fmla="*/ 0 h 3"/>
              <a:gd name="T10" fmla="*/ 0 w 2"/>
              <a:gd name="T11" fmla="*/ 0 h 3"/>
              <a:gd name="T12" fmla="*/ 0 w 2"/>
              <a:gd name="T13" fmla="*/ 0 h 3"/>
              <a:gd name="T14" fmla="*/ 0 w 2"/>
              <a:gd name="T15" fmla="*/ 2147483647 h 3"/>
              <a:gd name="T16" fmla="*/ 0 w 2"/>
              <a:gd name="T17" fmla="*/ 2147483647 h 3"/>
              <a:gd name="T18" fmla="*/ 2147483647 w 2"/>
              <a:gd name="T19" fmla="*/ 0 h 3"/>
              <a:gd name="T20" fmla="*/ 2147483647 w 2"/>
              <a:gd name="T21" fmla="*/ 0 h 3"/>
              <a:gd name="T22" fmla="*/ 0 w 2"/>
              <a:gd name="T23" fmla="*/ 0 h 3"/>
              <a:gd name="T24" fmla="*/ 0 w 2"/>
              <a:gd name="T25" fmla="*/ 0 h 3"/>
              <a:gd name="T26" fmla="*/ 0 w 2"/>
              <a:gd name="T27" fmla="*/ 0 h 3"/>
              <a:gd name="T28" fmla="*/ 0 w 2"/>
              <a:gd name="T29" fmla="*/ 0 h 3"/>
              <a:gd name="T30" fmla="*/ 0 w 2"/>
              <a:gd name="T31" fmla="*/ 0 h 3"/>
              <a:gd name="T32" fmla="*/ 0 w 2"/>
              <a:gd name="T33" fmla="*/ 0 h 3"/>
              <a:gd name="T34" fmla="*/ 0 w 2"/>
              <a:gd name="T35" fmla="*/ 0 h 3"/>
              <a:gd name="T36" fmla="*/ 0 w 2"/>
              <a:gd name="T37" fmla="*/ 0 h 3"/>
              <a:gd name="T38" fmla="*/ 0 w 2"/>
              <a:gd name="T39" fmla="*/ 2147483647 h 3"/>
              <a:gd name="T40" fmla="*/ 0 w 2"/>
              <a:gd name="T41" fmla="*/ 2147483647 h 3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" h="3">
                <a:moveTo>
                  <a:pt x="0" y="3"/>
                </a:move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6" name="Line 1270"/>
          <p:cNvSpPr>
            <a:spLocks noChangeShapeType="1"/>
          </p:cNvSpPr>
          <p:nvPr/>
        </p:nvSpPr>
        <p:spPr bwMode="auto">
          <a:xfrm>
            <a:off x="728663" y="530225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7" name="Line 1271"/>
          <p:cNvSpPr>
            <a:spLocks noChangeShapeType="1"/>
          </p:cNvSpPr>
          <p:nvPr/>
        </p:nvSpPr>
        <p:spPr bwMode="auto">
          <a:xfrm>
            <a:off x="728663" y="530225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8" name="Rectangle 1272"/>
          <p:cNvSpPr>
            <a:spLocks noChangeArrowheads="1"/>
          </p:cNvSpPr>
          <p:nvPr/>
        </p:nvSpPr>
        <p:spPr bwMode="auto">
          <a:xfrm>
            <a:off x="728663" y="530225"/>
            <a:ext cx="1587" cy="1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49" name="Rectangle 1273"/>
          <p:cNvSpPr>
            <a:spLocks noChangeArrowheads="1"/>
          </p:cNvSpPr>
          <p:nvPr/>
        </p:nvSpPr>
        <p:spPr bwMode="auto">
          <a:xfrm>
            <a:off x="728663" y="530225"/>
            <a:ext cx="1587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50" name="Line 1274"/>
          <p:cNvSpPr>
            <a:spLocks noChangeShapeType="1"/>
          </p:cNvSpPr>
          <p:nvPr/>
        </p:nvSpPr>
        <p:spPr bwMode="auto">
          <a:xfrm>
            <a:off x="728663" y="527050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1" name="Line 1275"/>
          <p:cNvSpPr>
            <a:spLocks noChangeShapeType="1"/>
          </p:cNvSpPr>
          <p:nvPr/>
        </p:nvSpPr>
        <p:spPr bwMode="auto">
          <a:xfrm>
            <a:off x="728663" y="527050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2" name="Freeform 1277"/>
          <p:cNvSpPr>
            <a:spLocks/>
          </p:cNvSpPr>
          <p:nvPr/>
        </p:nvSpPr>
        <p:spPr bwMode="auto">
          <a:xfrm>
            <a:off x="728663" y="523877"/>
            <a:ext cx="1587" cy="3175"/>
          </a:xfrm>
          <a:custGeom>
            <a:avLst/>
            <a:gdLst>
              <a:gd name="T0" fmla="*/ 0 w 1587"/>
              <a:gd name="T1" fmla="*/ 2147483647 h 2"/>
              <a:gd name="T2" fmla="*/ 0 w 1587"/>
              <a:gd name="T3" fmla="*/ 2147483647 h 2"/>
              <a:gd name="T4" fmla="*/ 0 w 1587"/>
              <a:gd name="T5" fmla="*/ 0 h 2"/>
              <a:gd name="T6" fmla="*/ 0 w 1587"/>
              <a:gd name="T7" fmla="*/ 2147483647 h 2"/>
              <a:gd name="T8" fmla="*/ 0 w 1587"/>
              <a:gd name="T9" fmla="*/ 2147483647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87" h="2">
                <a:moveTo>
                  <a:pt x="0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3" name="Freeform 1287"/>
          <p:cNvSpPr>
            <a:spLocks/>
          </p:cNvSpPr>
          <p:nvPr/>
        </p:nvSpPr>
        <p:spPr bwMode="auto">
          <a:xfrm>
            <a:off x="719139" y="514350"/>
            <a:ext cx="3175" cy="3175"/>
          </a:xfrm>
          <a:custGeom>
            <a:avLst/>
            <a:gdLst>
              <a:gd name="T0" fmla="*/ 0 w 2"/>
              <a:gd name="T1" fmla="*/ 0 h 2"/>
              <a:gd name="T2" fmla="*/ 0 w 2"/>
              <a:gd name="T3" fmla="*/ 2147483647 h 2"/>
              <a:gd name="T4" fmla="*/ 2147483647 w 2"/>
              <a:gd name="T5" fmla="*/ 2147483647 h 2"/>
              <a:gd name="T6" fmla="*/ 2147483647 w 2"/>
              <a:gd name="T7" fmla="*/ 2147483647 h 2"/>
              <a:gd name="T8" fmla="*/ 2147483647 w 2"/>
              <a:gd name="T9" fmla="*/ 2147483647 h 2"/>
              <a:gd name="T10" fmla="*/ 2147483647 w 2"/>
              <a:gd name="T11" fmla="*/ 0 h 2"/>
              <a:gd name="T12" fmla="*/ 0 w 2"/>
              <a:gd name="T13" fmla="*/ 0 h 2"/>
              <a:gd name="T14" fmla="*/ 0 w 2"/>
              <a:gd name="T15" fmla="*/ 0 h 2"/>
              <a:gd name="T16" fmla="*/ 0 w 2"/>
              <a:gd name="T17" fmla="*/ 2147483647 h 2"/>
              <a:gd name="T18" fmla="*/ 0 w 2"/>
              <a:gd name="T19" fmla="*/ 2147483647 h 2"/>
              <a:gd name="T20" fmla="*/ 0 w 2"/>
              <a:gd name="T21" fmla="*/ 2147483647 h 2"/>
              <a:gd name="T22" fmla="*/ 0 w 2"/>
              <a:gd name="T23" fmla="*/ 2147483647 h 2"/>
              <a:gd name="T24" fmla="*/ 2147483647 w 2"/>
              <a:gd name="T25" fmla="*/ 2147483647 h 2"/>
              <a:gd name="T26" fmla="*/ 2147483647 w 2"/>
              <a:gd name="T27" fmla="*/ 2147483647 h 2"/>
              <a:gd name="T28" fmla="*/ 0 w 2"/>
              <a:gd name="T29" fmla="*/ 0 h 2"/>
              <a:gd name="T30" fmla="*/ 0 w 2"/>
              <a:gd name="T31" fmla="*/ 0 h 2"/>
              <a:gd name="T32" fmla="*/ 0 w 2"/>
              <a:gd name="T33" fmla="*/ 0 h 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4" name="Freeform 1290"/>
          <p:cNvSpPr>
            <a:spLocks/>
          </p:cNvSpPr>
          <p:nvPr/>
        </p:nvSpPr>
        <p:spPr bwMode="auto">
          <a:xfrm>
            <a:off x="719139" y="517527"/>
            <a:ext cx="3175" cy="3175"/>
          </a:xfrm>
          <a:custGeom>
            <a:avLst/>
            <a:gdLst>
              <a:gd name="T0" fmla="*/ 0 w 2"/>
              <a:gd name="T1" fmla="*/ 2147483647 h 2"/>
              <a:gd name="T2" fmla="*/ 0 w 2"/>
              <a:gd name="T3" fmla="*/ 2147483647 h 2"/>
              <a:gd name="T4" fmla="*/ 2147483647 w 2"/>
              <a:gd name="T5" fmla="*/ 2147483647 h 2"/>
              <a:gd name="T6" fmla="*/ 2147483647 w 2"/>
              <a:gd name="T7" fmla="*/ 2147483647 h 2"/>
              <a:gd name="T8" fmla="*/ 2147483647 w 2"/>
              <a:gd name="T9" fmla="*/ 2147483647 h 2"/>
              <a:gd name="T10" fmla="*/ 2147483647 w 2"/>
              <a:gd name="T11" fmla="*/ 0 h 2"/>
              <a:gd name="T12" fmla="*/ 0 w 2"/>
              <a:gd name="T13" fmla="*/ 0 h 2"/>
              <a:gd name="T14" fmla="*/ 0 w 2"/>
              <a:gd name="T15" fmla="*/ 0 h 2"/>
              <a:gd name="T16" fmla="*/ 0 w 2"/>
              <a:gd name="T17" fmla="*/ 0 h 2"/>
              <a:gd name="T18" fmla="*/ 0 w 2"/>
              <a:gd name="T19" fmla="*/ 0 h 2"/>
              <a:gd name="T20" fmla="*/ 2147483647 w 2"/>
              <a:gd name="T21" fmla="*/ 0 h 2"/>
              <a:gd name="T22" fmla="*/ 0 w 2"/>
              <a:gd name="T23" fmla="*/ 0 h 2"/>
              <a:gd name="T24" fmla="*/ 0 w 2"/>
              <a:gd name="T25" fmla="*/ 0 h 2"/>
              <a:gd name="T26" fmla="*/ 0 w 2"/>
              <a:gd name="T27" fmla="*/ 0 h 2"/>
              <a:gd name="T28" fmla="*/ 0 w 2"/>
              <a:gd name="T29" fmla="*/ 0 h 2"/>
              <a:gd name="T30" fmla="*/ 0 w 2"/>
              <a:gd name="T31" fmla="*/ 2147483647 h 2"/>
              <a:gd name="T32" fmla="*/ 0 w 2"/>
              <a:gd name="T33" fmla="*/ 2147483647 h 2"/>
              <a:gd name="T34" fmla="*/ 0 w 2"/>
              <a:gd name="T35" fmla="*/ 2147483647 h 2"/>
              <a:gd name="T36" fmla="*/ 0 w 2"/>
              <a:gd name="T37" fmla="*/ 0 h 2"/>
              <a:gd name="T38" fmla="*/ 0 w 2"/>
              <a:gd name="T39" fmla="*/ 0 h 2"/>
              <a:gd name="T40" fmla="*/ 0 w 2"/>
              <a:gd name="T41" fmla="*/ 0 h 2"/>
              <a:gd name="T42" fmla="*/ 0 w 2"/>
              <a:gd name="T43" fmla="*/ 0 h 2"/>
              <a:gd name="T44" fmla="*/ 0 w 2"/>
              <a:gd name="T45" fmla="*/ 0 h 2"/>
              <a:gd name="T46" fmla="*/ 0 w 2"/>
              <a:gd name="T47" fmla="*/ 0 h 2"/>
              <a:gd name="T48" fmla="*/ 0 w 2"/>
              <a:gd name="T49" fmla="*/ 2147483647 h 2"/>
              <a:gd name="T50" fmla="*/ 2147483647 w 2"/>
              <a:gd name="T51" fmla="*/ 2147483647 h 2"/>
              <a:gd name="T52" fmla="*/ 2147483647 w 2"/>
              <a:gd name="T53" fmla="*/ 0 h 2"/>
              <a:gd name="T54" fmla="*/ 2147483647 w 2"/>
              <a:gd name="T55" fmla="*/ 0 h 2"/>
              <a:gd name="T56" fmla="*/ 0 w 2"/>
              <a:gd name="T57" fmla="*/ 0 h 2"/>
              <a:gd name="T58" fmla="*/ 0 w 2"/>
              <a:gd name="T59" fmla="*/ 0 h 2"/>
              <a:gd name="T60" fmla="*/ 0 w 2"/>
              <a:gd name="T61" fmla="*/ 2147483647 h 2"/>
              <a:gd name="T62" fmla="*/ 0 w 2"/>
              <a:gd name="T63" fmla="*/ 2147483647 h 2"/>
              <a:gd name="T64" fmla="*/ 2147483647 w 2"/>
              <a:gd name="T65" fmla="*/ 2147483647 h 2"/>
              <a:gd name="T66" fmla="*/ 2147483647 w 2"/>
              <a:gd name="T67" fmla="*/ 2147483647 h 2"/>
              <a:gd name="T68" fmla="*/ 0 w 2"/>
              <a:gd name="T69" fmla="*/ 2147483647 h 2"/>
              <a:gd name="T70" fmla="*/ 0 w 2"/>
              <a:gd name="T71" fmla="*/ 2147483647 h 2"/>
              <a:gd name="T72" fmla="*/ 0 w 2"/>
              <a:gd name="T73" fmla="*/ 2147483647 h 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5" name="Rectangle 1335"/>
          <p:cNvSpPr>
            <a:spLocks noChangeArrowheads="1"/>
          </p:cNvSpPr>
          <p:nvPr/>
        </p:nvSpPr>
        <p:spPr bwMode="auto">
          <a:xfrm>
            <a:off x="468314" y="508000"/>
            <a:ext cx="1587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56" name="Rectangle 1336"/>
          <p:cNvSpPr>
            <a:spLocks noChangeArrowheads="1"/>
          </p:cNvSpPr>
          <p:nvPr/>
        </p:nvSpPr>
        <p:spPr bwMode="auto">
          <a:xfrm>
            <a:off x="474664" y="495300"/>
            <a:ext cx="1587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57" name="Rectangle 1337"/>
          <p:cNvSpPr>
            <a:spLocks noChangeArrowheads="1"/>
          </p:cNvSpPr>
          <p:nvPr/>
        </p:nvSpPr>
        <p:spPr bwMode="auto">
          <a:xfrm>
            <a:off x="474664" y="495300"/>
            <a:ext cx="1587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58" name="Rectangle 1340"/>
          <p:cNvSpPr>
            <a:spLocks noChangeArrowheads="1"/>
          </p:cNvSpPr>
          <p:nvPr/>
        </p:nvSpPr>
        <p:spPr bwMode="auto">
          <a:xfrm>
            <a:off x="468314" y="508000"/>
            <a:ext cx="1587" cy="1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59" name="Rectangle 1341"/>
          <p:cNvSpPr>
            <a:spLocks noChangeArrowheads="1"/>
          </p:cNvSpPr>
          <p:nvPr/>
        </p:nvSpPr>
        <p:spPr bwMode="auto">
          <a:xfrm>
            <a:off x="468314" y="508000"/>
            <a:ext cx="1587" cy="1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60" name="Rectangle 1342"/>
          <p:cNvSpPr>
            <a:spLocks noChangeArrowheads="1"/>
          </p:cNvSpPr>
          <p:nvPr/>
        </p:nvSpPr>
        <p:spPr bwMode="auto">
          <a:xfrm>
            <a:off x="468314" y="508000"/>
            <a:ext cx="1587" cy="1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61" name="Rectangle 1343"/>
          <p:cNvSpPr>
            <a:spLocks noChangeArrowheads="1"/>
          </p:cNvSpPr>
          <p:nvPr/>
        </p:nvSpPr>
        <p:spPr bwMode="auto">
          <a:xfrm>
            <a:off x="468314" y="508000"/>
            <a:ext cx="1587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62" name="Rectangle 1344"/>
          <p:cNvSpPr>
            <a:spLocks noChangeArrowheads="1"/>
          </p:cNvSpPr>
          <p:nvPr/>
        </p:nvSpPr>
        <p:spPr bwMode="auto">
          <a:xfrm>
            <a:off x="465139" y="485777"/>
            <a:ext cx="1587" cy="3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324" name="Title 323"/>
          <p:cNvSpPr>
            <a:spLocks noGrp="1"/>
          </p:cNvSpPr>
          <p:nvPr>
            <p:ph type="title"/>
          </p:nvPr>
        </p:nvSpPr>
        <p:spPr>
          <a:xfrm>
            <a:off x="343401" y="301627"/>
            <a:ext cx="8439652" cy="1031875"/>
          </a:xfrm>
        </p:spPr>
        <p:txBody>
          <a:bodyPr/>
          <a:lstStyle>
            <a:lvl1pPr>
              <a:defRPr b="0" i="0" cap="none" baseline="0">
                <a:solidFill>
                  <a:schemeClr val="tx1"/>
                </a:solidFill>
                <a:latin typeface="+mn-lt"/>
                <a:cs typeface="Andes ExtraLigh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31" name="Content Placeholder 330"/>
          <p:cNvSpPr>
            <a:spLocks noGrp="1"/>
          </p:cNvSpPr>
          <p:nvPr>
            <p:ph sz="quarter" idx="10"/>
          </p:nvPr>
        </p:nvSpPr>
        <p:spPr>
          <a:xfrm>
            <a:off x="343402" y="1460502"/>
            <a:ext cx="8440305" cy="4600863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1200"/>
              </a:spcBef>
              <a:defRPr>
                <a:solidFill>
                  <a:srgbClr val="7F7F7F"/>
                </a:solidFill>
              </a:defRPr>
            </a:lvl1pPr>
            <a:lvl2pPr>
              <a:lnSpc>
                <a:spcPct val="130000"/>
              </a:lnSpc>
              <a:spcBef>
                <a:spcPts val="1200"/>
              </a:spcBef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2pPr>
            <a:lvl3pPr marL="557784">
              <a:lnSpc>
                <a:spcPct val="130000"/>
              </a:lnSpc>
              <a:spcBef>
                <a:spcPts val="0"/>
              </a:spcBef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3pPr>
            <a:lvl4pPr>
              <a:lnSpc>
                <a:spcPct val="130000"/>
              </a:lnSpc>
              <a:spcBef>
                <a:spcPts val="0"/>
              </a:spcBef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4pPr>
            <a:lvl5pPr>
              <a:lnSpc>
                <a:spcPct val="130000"/>
              </a:lnSpc>
              <a:spcBef>
                <a:spcPts val="0"/>
              </a:spcBef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3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Geospatial Narrative</a:t>
            </a:r>
            <a:endParaRPr lang="en-US" dirty="0"/>
          </a:p>
        </p:txBody>
      </p:sp>
      <p:sp>
        <p:nvSpPr>
          <p:cNvPr id="64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1BA755-04C0-4AAA-8AB9-7C2F354D89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147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Page with Sub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682"/>
          <p:cNvSpPr>
            <a:spLocks/>
          </p:cNvSpPr>
          <p:nvPr/>
        </p:nvSpPr>
        <p:spPr bwMode="auto">
          <a:xfrm flipH="1">
            <a:off x="6380163" y="615952"/>
            <a:ext cx="1014412" cy="1895475"/>
          </a:xfrm>
          <a:custGeom>
            <a:avLst/>
            <a:gdLst>
              <a:gd name="T0" fmla="*/ 0 w 638"/>
              <a:gd name="T1" fmla="*/ 0 h 1194"/>
              <a:gd name="T2" fmla="*/ 2147483647 w 638"/>
              <a:gd name="T3" fmla="*/ 2147483647 h 1194"/>
              <a:gd name="T4" fmla="*/ 2147483647 w 638"/>
              <a:gd name="T5" fmla="*/ 2147483647 h 1194"/>
              <a:gd name="T6" fmla="*/ 2147483647 w 638"/>
              <a:gd name="T7" fmla="*/ 2147483647 h 1194"/>
              <a:gd name="T8" fmla="*/ 2147483647 w 638"/>
              <a:gd name="T9" fmla="*/ 2147483647 h 1194"/>
              <a:gd name="T10" fmla="*/ 2147483647 w 638"/>
              <a:gd name="T11" fmla="*/ 2147483647 h 1194"/>
              <a:gd name="T12" fmla="*/ 2147483647 w 638"/>
              <a:gd name="T13" fmla="*/ 2147483647 h 1194"/>
              <a:gd name="T14" fmla="*/ 2147483647 w 638"/>
              <a:gd name="T15" fmla="*/ 2147483647 h 1194"/>
              <a:gd name="T16" fmla="*/ 2147483647 w 638"/>
              <a:gd name="T17" fmla="*/ 2147483647 h 1194"/>
              <a:gd name="T18" fmla="*/ 2147483647 w 638"/>
              <a:gd name="T19" fmla="*/ 2147483647 h 1194"/>
              <a:gd name="T20" fmla="*/ 2147483647 w 638"/>
              <a:gd name="T21" fmla="*/ 2147483647 h 1194"/>
              <a:gd name="T22" fmla="*/ 2147483647 w 638"/>
              <a:gd name="T23" fmla="*/ 2147483647 h 1194"/>
              <a:gd name="T24" fmla="*/ 2147483647 w 638"/>
              <a:gd name="T25" fmla="*/ 2147483647 h 1194"/>
              <a:gd name="T26" fmla="*/ 2147483647 w 638"/>
              <a:gd name="T27" fmla="*/ 2147483647 h 1194"/>
              <a:gd name="T28" fmla="*/ 2147483647 w 638"/>
              <a:gd name="T29" fmla="*/ 2147483647 h 1194"/>
              <a:gd name="T30" fmla="*/ 2147483647 w 638"/>
              <a:gd name="T31" fmla="*/ 2147483647 h 1194"/>
              <a:gd name="T32" fmla="*/ 2147483647 w 638"/>
              <a:gd name="T33" fmla="*/ 2147483647 h 1194"/>
              <a:gd name="T34" fmla="*/ 2147483647 w 638"/>
              <a:gd name="T35" fmla="*/ 2147483647 h 1194"/>
              <a:gd name="T36" fmla="*/ 2147483647 w 638"/>
              <a:gd name="T37" fmla="*/ 2147483647 h 1194"/>
              <a:gd name="T38" fmla="*/ 2147483647 w 638"/>
              <a:gd name="T39" fmla="*/ 2147483647 h 1194"/>
              <a:gd name="T40" fmla="*/ 2147483647 w 638"/>
              <a:gd name="T41" fmla="*/ 2147483647 h 1194"/>
              <a:gd name="T42" fmla="*/ 2147483647 w 638"/>
              <a:gd name="T43" fmla="*/ 2147483647 h 1194"/>
              <a:gd name="T44" fmla="*/ 2147483647 w 638"/>
              <a:gd name="T45" fmla="*/ 2147483647 h 1194"/>
              <a:gd name="T46" fmla="*/ 2147483647 w 638"/>
              <a:gd name="T47" fmla="*/ 2147483647 h 1194"/>
              <a:gd name="T48" fmla="*/ 2147483647 w 638"/>
              <a:gd name="T49" fmla="*/ 2147483647 h 1194"/>
              <a:gd name="T50" fmla="*/ 2147483647 w 638"/>
              <a:gd name="T51" fmla="*/ 2147483647 h 1194"/>
              <a:gd name="T52" fmla="*/ 2147483647 w 638"/>
              <a:gd name="T53" fmla="*/ 2147483647 h 1194"/>
              <a:gd name="T54" fmla="*/ 2147483647 w 638"/>
              <a:gd name="T55" fmla="*/ 2147483647 h 1194"/>
              <a:gd name="T56" fmla="*/ 0 w 638"/>
              <a:gd name="T57" fmla="*/ 0 h 1194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38" h="1194">
                <a:moveTo>
                  <a:pt x="0" y="0"/>
                </a:moveTo>
                <a:lnTo>
                  <a:pt x="38" y="110"/>
                </a:lnTo>
                <a:lnTo>
                  <a:pt x="78" y="216"/>
                </a:lnTo>
                <a:lnTo>
                  <a:pt x="106" y="304"/>
                </a:lnTo>
                <a:lnTo>
                  <a:pt x="136" y="398"/>
                </a:lnTo>
                <a:lnTo>
                  <a:pt x="164" y="506"/>
                </a:lnTo>
                <a:lnTo>
                  <a:pt x="206" y="672"/>
                </a:lnTo>
                <a:lnTo>
                  <a:pt x="236" y="788"/>
                </a:lnTo>
                <a:lnTo>
                  <a:pt x="272" y="990"/>
                </a:lnTo>
                <a:lnTo>
                  <a:pt x="286" y="1086"/>
                </a:lnTo>
                <a:lnTo>
                  <a:pt x="302" y="1194"/>
                </a:lnTo>
                <a:lnTo>
                  <a:pt x="638" y="1194"/>
                </a:lnTo>
                <a:lnTo>
                  <a:pt x="624" y="1142"/>
                </a:lnTo>
                <a:lnTo>
                  <a:pt x="598" y="1060"/>
                </a:lnTo>
                <a:lnTo>
                  <a:pt x="572" y="980"/>
                </a:lnTo>
                <a:lnTo>
                  <a:pt x="548" y="912"/>
                </a:lnTo>
                <a:lnTo>
                  <a:pt x="494" y="784"/>
                </a:lnTo>
                <a:lnTo>
                  <a:pt x="456" y="698"/>
                </a:lnTo>
                <a:lnTo>
                  <a:pt x="424" y="626"/>
                </a:lnTo>
                <a:lnTo>
                  <a:pt x="378" y="532"/>
                </a:lnTo>
                <a:lnTo>
                  <a:pt x="340" y="470"/>
                </a:lnTo>
                <a:lnTo>
                  <a:pt x="306" y="414"/>
                </a:lnTo>
                <a:lnTo>
                  <a:pt x="268" y="342"/>
                </a:lnTo>
                <a:lnTo>
                  <a:pt x="228" y="286"/>
                </a:lnTo>
                <a:lnTo>
                  <a:pt x="174" y="210"/>
                </a:lnTo>
                <a:lnTo>
                  <a:pt x="122" y="140"/>
                </a:lnTo>
                <a:lnTo>
                  <a:pt x="58" y="52"/>
                </a:lnTo>
                <a:lnTo>
                  <a:pt x="30" y="2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Freeform 1683"/>
          <p:cNvSpPr>
            <a:spLocks/>
          </p:cNvSpPr>
          <p:nvPr/>
        </p:nvSpPr>
        <p:spPr bwMode="auto">
          <a:xfrm flipH="1">
            <a:off x="7410450" y="3175"/>
            <a:ext cx="712788" cy="584200"/>
          </a:xfrm>
          <a:custGeom>
            <a:avLst/>
            <a:gdLst>
              <a:gd name="T0" fmla="*/ 2147483647 w 448"/>
              <a:gd name="T1" fmla="*/ 2147483647 h 372"/>
              <a:gd name="T2" fmla="*/ 2147483647 w 448"/>
              <a:gd name="T3" fmla="*/ 2147483647 h 372"/>
              <a:gd name="T4" fmla="*/ 2147483647 w 448"/>
              <a:gd name="T5" fmla="*/ 2147483647 h 372"/>
              <a:gd name="T6" fmla="*/ 2147483647 w 448"/>
              <a:gd name="T7" fmla="*/ 2147483647 h 372"/>
              <a:gd name="T8" fmla="*/ 2147483647 w 448"/>
              <a:gd name="T9" fmla="*/ 2147483647 h 372"/>
              <a:gd name="T10" fmla="*/ 2147483647 w 448"/>
              <a:gd name="T11" fmla="*/ 2147483647 h 372"/>
              <a:gd name="T12" fmla="*/ 0 w 448"/>
              <a:gd name="T13" fmla="*/ 0 h 372"/>
              <a:gd name="T14" fmla="*/ 2147483647 w 448"/>
              <a:gd name="T15" fmla="*/ 0 h 372"/>
              <a:gd name="T16" fmla="*/ 2147483647 w 448"/>
              <a:gd name="T17" fmla="*/ 2147483647 h 372"/>
              <a:gd name="T18" fmla="*/ 2147483647 w 448"/>
              <a:gd name="T19" fmla="*/ 2147483647 h 372"/>
              <a:gd name="T20" fmla="*/ 2147483647 w 448"/>
              <a:gd name="T21" fmla="*/ 2147483647 h 372"/>
              <a:gd name="T22" fmla="*/ 2147483647 w 448"/>
              <a:gd name="T23" fmla="*/ 2147483647 h 372"/>
              <a:gd name="T24" fmla="*/ 2147483647 w 448"/>
              <a:gd name="T25" fmla="*/ 2147483647 h 372"/>
              <a:gd name="T26" fmla="*/ 2147483647 w 448"/>
              <a:gd name="T27" fmla="*/ 2147483647 h 372"/>
              <a:gd name="T28" fmla="*/ 2147483647 w 448"/>
              <a:gd name="T29" fmla="*/ 2147483647 h 3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8" h="372">
                <a:moveTo>
                  <a:pt x="448" y="372"/>
                </a:moveTo>
                <a:lnTo>
                  <a:pt x="388" y="302"/>
                </a:lnTo>
                <a:lnTo>
                  <a:pt x="280" y="208"/>
                </a:lnTo>
                <a:lnTo>
                  <a:pt x="210" y="142"/>
                </a:lnTo>
                <a:lnTo>
                  <a:pt x="140" y="94"/>
                </a:lnTo>
                <a:lnTo>
                  <a:pt x="64" y="44"/>
                </a:lnTo>
                <a:lnTo>
                  <a:pt x="0" y="0"/>
                </a:lnTo>
                <a:lnTo>
                  <a:pt x="280" y="0"/>
                </a:lnTo>
                <a:lnTo>
                  <a:pt x="300" y="36"/>
                </a:lnTo>
                <a:lnTo>
                  <a:pt x="324" y="82"/>
                </a:lnTo>
                <a:lnTo>
                  <a:pt x="346" y="134"/>
                </a:lnTo>
                <a:lnTo>
                  <a:pt x="378" y="206"/>
                </a:lnTo>
                <a:lnTo>
                  <a:pt x="408" y="264"/>
                </a:lnTo>
                <a:lnTo>
                  <a:pt x="434" y="334"/>
                </a:lnTo>
                <a:lnTo>
                  <a:pt x="448" y="37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24" name="Title 323"/>
          <p:cNvSpPr>
            <a:spLocks noGrp="1"/>
          </p:cNvSpPr>
          <p:nvPr>
            <p:ph type="title"/>
          </p:nvPr>
        </p:nvSpPr>
        <p:spPr>
          <a:xfrm>
            <a:off x="356935" y="301625"/>
            <a:ext cx="8439487" cy="667338"/>
          </a:xfrm>
        </p:spPr>
        <p:txBody>
          <a:bodyPr/>
          <a:lstStyle>
            <a:lvl1pPr>
              <a:defRPr b="0" i="0" cap="none" baseline="0">
                <a:solidFill>
                  <a:srgbClr val="021F43"/>
                </a:solidFill>
                <a:latin typeface="+mn-lt"/>
                <a:cs typeface="Andes ExtraLigh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31" name="Content Placeholder 330"/>
          <p:cNvSpPr>
            <a:spLocks noGrp="1"/>
          </p:cNvSpPr>
          <p:nvPr>
            <p:ph sz="quarter" idx="10"/>
          </p:nvPr>
        </p:nvSpPr>
        <p:spPr>
          <a:xfrm>
            <a:off x="356935" y="1599260"/>
            <a:ext cx="8440305" cy="4462104"/>
          </a:xfrm>
        </p:spPr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  <a:lvl2pPr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2pPr>
            <a:lvl3pPr marL="557784"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3pPr>
            <a:lvl4pPr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4pPr>
            <a:lvl5pPr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356935" y="1025408"/>
            <a:ext cx="8435473" cy="51740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 b="0" cap="none" baseline="0">
                <a:solidFill>
                  <a:schemeClr val="tx1"/>
                </a:solidFill>
              </a:defRPr>
            </a:lvl1pPr>
            <a:lvl2pPr>
              <a:defRPr sz="1600" cap="all">
                <a:solidFill>
                  <a:schemeClr val="tx2">
                    <a:lumMod val="50000"/>
                    <a:lumOff val="50000"/>
                  </a:schemeClr>
                </a:solidFill>
              </a:defRPr>
            </a:lvl2pPr>
            <a:lvl3pPr>
              <a:defRPr sz="1600" cap="all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>
              <a:defRPr sz="1600" cap="all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>
              <a:defRPr sz="1600" cap="all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Geospatial Narrative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3BAE0EDE-E851-4832-A4A8-219CDEDE8A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01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682"/>
          <p:cNvSpPr>
            <a:spLocks/>
          </p:cNvSpPr>
          <p:nvPr/>
        </p:nvSpPr>
        <p:spPr bwMode="auto">
          <a:xfrm flipH="1">
            <a:off x="6380163" y="615952"/>
            <a:ext cx="1014412" cy="1895475"/>
          </a:xfrm>
          <a:custGeom>
            <a:avLst/>
            <a:gdLst>
              <a:gd name="T0" fmla="*/ 0 w 638"/>
              <a:gd name="T1" fmla="*/ 0 h 1194"/>
              <a:gd name="T2" fmla="*/ 2147483647 w 638"/>
              <a:gd name="T3" fmla="*/ 2147483647 h 1194"/>
              <a:gd name="T4" fmla="*/ 2147483647 w 638"/>
              <a:gd name="T5" fmla="*/ 2147483647 h 1194"/>
              <a:gd name="T6" fmla="*/ 2147483647 w 638"/>
              <a:gd name="T7" fmla="*/ 2147483647 h 1194"/>
              <a:gd name="T8" fmla="*/ 2147483647 w 638"/>
              <a:gd name="T9" fmla="*/ 2147483647 h 1194"/>
              <a:gd name="T10" fmla="*/ 2147483647 w 638"/>
              <a:gd name="T11" fmla="*/ 2147483647 h 1194"/>
              <a:gd name="T12" fmla="*/ 2147483647 w 638"/>
              <a:gd name="T13" fmla="*/ 2147483647 h 1194"/>
              <a:gd name="T14" fmla="*/ 2147483647 w 638"/>
              <a:gd name="T15" fmla="*/ 2147483647 h 1194"/>
              <a:gd name="T16" fmla="*/ 2147483647 w 638"/>
              <a:gd name="T17" fmla="*/ 2147483647 h 1194"/>
              <a:gd name="T18" fmla="*/ 2147483647 w 638"/>
              <a:gd name="T19" fmla="*/ 2147483647 h 1194"/>
              <a:gd name="T20" fmla="*/ 2147483647 w 638"/>
              <a:gd name="T21" fmla="*/ 2147483647 h 1194"/>
              <a:gd name="T22" fmla="*/ 2147483647 w 638"/>
              <a:gd name="T23" fmla="*/ 2147483647 h 1194"/>
              <a:gd name="T24" fmla="*/ 2147483647 w 638"/>
              <a:gd name="T25" fmla="*/ 2147483647 h 1194"/>
              <a:gd name="T26" fmla="*/ 2147483647 w 638"/>
              <a:gd name="T27" fmla="*/ 2147483647 h 1194"/>
              <a:gd name="T28" fmla="*/ 2147483647 w 638"/>
              <a:gd name="T29" fmla="*/ 2147483647 h 1194"/>
              <a:gd name="T30" fmla="*/ 2147483647 w 638"/>
              <a:gd name="T31" fmla="*/ 2147483647 h 1194"/>
              <a:gd name="T32" fmla="*/ 2147483647 w 638"/>
              <a:gd name="T33" fmla="*/ 2147483647 h 1194"/>
              <a:gd name="T34" fmla="*/ 2147483647 w 638"/>
              <a:gd name="T35" fmla="*/ 2147483647 h 1194"/>
              <a:gd name="T36" fmla="*/ 2147483647 w 638"/>
              <a:gd name="T37" fmla="*/ 2147483647 h 1194"/>
              <a:gd name="T38" fmla="*/ 2147483647 w 638"/>
              <a:gd name="T39" fmla="*/ 2147483647 h 1194"/>
              <a:gd name="T40" fmla="*/ 2147483647 w 638"/>
              <a:gd name="T41" fmla="*/ 2147483647 h 1194"/>
              <a:gd name="T42" fmla="*/ 2147483647 w 638"/>
              <a:gd name="T43" fmla="*/ 2147483647 h 1194"/>
              <a:gd name="T44" fmla="*/ 2147483647 w 638"/>
              <a:gd name="T45" fmla="*/ 2147483647 h 1194"/>
              <a:gd name="T46" fmla="*/ 2147483647 w 638"/>
              <a:gd name="T47" fmla="*/ 2147483647 h 1194"/>
              <a:gd name="T48" fmla="*/ 2147483647 w 638"/>
              <a:gd name="T49" fmla="*/ 2147483647 h 1194"/>
              <a:gd name="T50" fmla="*/ 2147483647 w 638"/>
              <a:gd name="T51" fmla="*/ 2147483647 h 1194"/>
              <a:gd name="T52" fmla="*/ 2147483647 w 638"/>
              <a:gd name="T53" fmla="*/ 2147483647 h 1194"/>
              <a:gd name="T54" fmla="*/ 2147483647 w 638"/>
              <a:gd name="T55" fmla="*/ 2147483647 h 1194"/>
              <a:gd name="T56" fmla="*/ 0 w 638"/>
              <a:gd name="T57" fmla="*/ 0 h 1194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38" h="1194">
                <a:moveTo>
                  <a:pt x="0" y="0"/>
                </a:moveTo>
                <a:lnTo>
                  <a:pt x="38" y="110"/>
                </a:lnTo>
                <a:lnTo>
                  <a:pt x="78" y="216"/>
                </a:lnTo>
                <a:lnTo>
                  <a:pt x="106" y="304"/>
                </a:lnTo>
                <a:lnTo>
                  <a:pt x="136" y="398"/>
                </a:lnTo>
                <a:lnTo>
                  <a:pt x="164" y="506"/>
                </a:lnTo>
                <a:lnTo>
                  <a:pt x="206" y="672"/>
                </a:lnTo>
                <a:lnTo>
                  <a:pt x="236" y="788"/>
                </a:lnTo>
                <a:lnTo>
                  <a:pt x="272" y="990"/>
                </a:lnTo>
                <a:lnTo>
                  <a:pt x="286" y="1086"/>
                </a:lnTo>
                <a:lnTo>
                  <a:pt x="302" y="1194"/>
                </a:lnTo>
                <a:lnTo>
                  <a:pt x="638" y="1194"/>
                </a:lnTo>
                <a:lnTo>
                  <a:pt x="624" y="1142"/>
                </a:lnTo>
                <a:lnTo>
                  <a:pt x="598" y="1060"/>
                </a:lnTo>
                <a:lnTo>
                  <a:pt x="572" y="980"/>
                </a:lnTo>
                <a:lnTo>
                  <a:pt x="548" y="912"/>
                </a:lnTo>
                <a:lnTo>
                  <a:pt x="494" y="784"/>
                </a:lnTo>
                <a:lnTo>
                  <a:pt x="456" y="698"/>
                </a:lnTo>
                <a:lnTo>
                  <a:pt x="424" y="626"/>
                </a:lnTo>
                <a:lnTo>
                  <a:pt x="378" y="532"/>
                </a:lnTo>
                <a:lnTo>
                  <a:pt x="340" y="470"/>
                </a:lnTo>
                <a:lnTo>
                  <a:pt x="306" y="414"/>
                </a:lnTo>
                <a:lnTo>
                  <a:pt x="268" y="342"/>
                </a:lnTo>
                <a:lnTo>
                  <a:pt x="228" y="286"/>
                </a:lnTo>
                <a:lnTo>
                  <a:pt x="174" y="210"/>
                </a:lnTo>
                <a:lnTo>
                  <a:pt x="122" y="140"/>
                </a:lnTo>
                <a:lnTo>
                  <a:pt x="58" y="52"/>
                </a:lnTo>
                <a:lnTo>
                  <a:pt x="30" y="2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Freeform 1683"/>
          <p:cNvSpPr>
            <a:spLocks/>
          </p:cNvSpPr>
          <p:nvPr/>
        </p:nvSpPr>
        <p:spPr bwMode="auto">
          <a:xfrm flipH="1">
            <a:off x="7410450" y="3175"/>
            <a:ext cx="712788" cy="584200"/>
          </a:xfrm>
          <a:custGeom>
            <a:avLst/>
            <a:gdLst>
              <a:gd name="T0" fmla="*/ 2147483647 w 448"/>
              <a:gd name="T1" fmla="*/ 2147483647 h 372"/>
              <a:gd name="T2" fmla="*/ 2147483647 w 448"/>
              <a:gd name="T3" fmla="*/ 2147483647 h 372"/>
              <a:gd name="T4" fmla="*/ 2147483647 w 448"/>
              <a:gd name="T5" fmla="*/ 2147483647 h 372"/>
              <a:gd name="T6" fmla="*/ 2147483647 w 448"/>
              <a:gd name="T7" fmla="*/ 2147483647 h 372"/>
              <a:gd name="T8" fmla="*/ 2147483647 w 448"/>
              <a:gd name="T9" fmla="*/ 2147483647 h 372"/>
              <a:gd name="T10" fmla="*/ 2147483647 w 448"/>
              <a:gd name="T11" fmla="*/ 2147483647 h 372"/>
              <a:gd name="T12" fmla="*/ 0 w 448"/>
              <a:gd name="T13" fmla="*/ 0 h 372"/>
              <a:gd name="T14" fmla="*/ 2147483647 w 448"/>
              <a:gd name="T15" fmla="*/ 0 h 372"/>
              <a:gd name="T16" fmla="*/ 2147483647 w 448"/>
              <a:gd name="T17" fmla="*/ 2147483647 h 372"/>
              <a:gd name="T18" fmla="*/ 2147483647 w 448"/>
              <a:gd name="T19" fmla="*/ 2147483647 h 372"/>
              <a:gd name="T20" fmla="*/ 2147483647 w 448"/>
              <a:gd name="T21" fmla="*/ 2147483647 h 372"/>
              <a:gd name="T22" fmla="*/ 2147483647 w 448"/>
              <a:gd name="T23" fmla="*/ 2147483647 h 372"/>
              <a:gd name="T24" fmla="*/ 2147483647 w 448"/>
              <a:gd name="T25" fmla="*/ 2147483647 h 372"/>
              <a:gd name="T26" fmla="*/ 2147483647 w 448"/>
              <a:gd name="T27" fmla="*/ 2147483647 h 372"/>
              <a:gd name="T28" fmla="*/ 2147483647 w 448"/>
              <a:gd name="T29" fmla="*/ 2147483647 h 3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8" h="372">
                <a:moveTo>
                  <a:pt x="448" y="372"/>
                </a:moveTo>
                <a:lnTo>
                  <a:pt x="388" y="302"/>
                </a:lnTo>
                <a:lnTo>
                  <a:pt x="280" y="208"/>
                </a:lnTo>
                <a:lnTo>
                  <a:pt x="210" y="142"/>
                </a:lnTo>
                <a:lnTo>
                  <a:pt x="140" y="94"/>
                </a:lnTo>
                <a:lnTo>
                  <a:pt x="64" y="44"/>
                </a:lnTo>
                <a:lnTo>
                  <a:pt x="0" y="0"/>
                </a:lnTo>
                <a:lnTo>
                  <a:pt x="280" y="0"/>
                </a:lnTo>
                <a:lnTo>
                  <a:pt x="300" y="36"/>
                </a:lnTo>
                <a:lnTo>
                  <a:pt x="324" y="82"/>
                </a:lnTo>
                <a:lnTo>
                  <a:pt x="346" y="134"/>
                </a:lnTo>
                <a:lnTo>
                  <a:pt x="378" y="206"/>
                </a:lnTo>
                <a:lnTo>
                  <a:pt x="408" y="264"/>
                </a:lnTo>
                <a:lnTo>
                  <a:pt x="434" y="334"/>
                </a:lnTo>
                <a:lnTo>
                  <a:pt x="448" y="37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Line 1086"/>
          <p:cNvSpPr>
            <a:spLocks noChangeShapeType="1"/>
          </p:cNvSpPr>
          <p:nvPr/>
        </p:nvSpPr>
        <p:spPr bwMode="auto">
          <a:xfrm>
            <a:off x="484189" y="617540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Line 1087"/>
          <p:cNvSpPr>
            <a:spLocks noChangeShapeType="1"/>
          </p:cNvSpPr>
          <p:nvPr/>
        </p:nvSpPr>
        <p:spPr bwMode="auto">
          <a:xfrm>
            <a:off x="484189" y="617540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Rectangle 1088"/>
          <p:cNvSpPr>
            <a:spLocks noChangeArrowheads="1"/>
          </p:cNvSpPr>
          <p:nvPr/>
        </p:nvSpPr>
        <p:spPr bwMode="auto">
          <a:xfrm>
            <a:off x="484189" y="617540"/>
            <a:ext cx="1587" cy="158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9" name="Rectangle 1089"/>
          <p:cNvSpPr>
            <a:spLocks noChangeArrowheads="1"/>
          </p:cNvSpPr>
          <p:nvPr/>
        </p:nvSpPr>
        <p:spPr bwMode="auto">
          <a:xfrm>
            <a:off x="484189" y="617540"/>
            <a:ext cx="1587" cy="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10" name="Freeform 1098"/>
          <p:cNvSpPr>
            <a:spLocks/>
          </p:cNvSpPr>
          <p:nvPr/>
        </p:nvSpPr>
        <p:spPr bwMode="auto">
          <a:xfrm>
            <a:off x="487364" y="617540"/>
            <a:ext cx="3175" cy="1587"/>
          </a:xfrm>
          <a:custGeom>
            <a:avLst/>
            <a:gdLst>
              <a:gd name="T0" fmla="*/ 0 w 2"/>
              <a:gd name="T1" fmla="*/ 0 h 1587"/>
              <a:gd name="T2" fmla="*/ 2147483647 w 2"/>
              <a:gd name="T3" fmla="*/ 0 h 1587"/>
              <a:gd name="T4" fmla="*/ 2147483647 w 2"/>
              <a:gd name="T5" fmla="*/ 0 h 1587"/>
              <a:gd name="T6" fmla="*/ 2147483647 w 2"/>
              <a:gd name="T7" fmla="*/ 0 h 1587"/>
              <a:gd name="T8" fmla="*/ 0 w 2"/>
              <a:gd name="T9" fmla="*/ 0 h 1587"/>
              <a:gd name="T10" fmla="*/ 0 w 2"/>
              <a:gd name="T11" fmla="*/ 0 h 1587"/>
              <a:gd name="T12" fmla="*/ 0 w 2"/>
              <a:gd name="T13" fmla="*/ 0 h 1587"/>
              <a:gd name="T14" fmla="*/ 0 w 2"/>
              <a:gd name="T15" fmla="*/ 0 h 1587"/>
              <a:gd name="T16" fmla="*/ 0 w 2"/>
              <a:gd name="T17" fmla="*/ 0 h 1587"/>
              <a:gd name="T18" fmla="*/ 0 w 2"/>
              <a:gd name="T19" fmla="*/ 0 h 1587"/>
              <a:gd name="T20" fmla="*/ 0 w 2"/>
              <a:gd name="T21" fmla="*/ 0 h 1587"/>
              <a:gd name="T22" fmla="*/ 0 w 2"/>
              <a:gd name="T23" fmla="*/ 0 h 1587"/>
              <a:gd name="T24" fmla="*/ 0 w 2"/>
              <a:gd name="T25" fmla="*/ 0 h 1587"/>
              <a:gd name="T26" fmla="*/ 0 w 2"/>
              <a:gd name="T27" fmla="*/ 0 h 1587"/>
              <a:gd name="T28" fmla="*/ 0 w 2"/>
              <a:gd name="T29" fmla="*/ 0 h 1587"/>
              <a:gd name="T30" fmla="*/ 0 w 2"/>
              <a:gd name="T31" fmla="*/ 0 h 1587"/>
              <a:gd name="T32" fmla="*/ 0 w 2"/>
              <a:gd name="T33" fmla="*/ 0 h 1587"/>
              <a:gd name="T34" fmla="*/ 2147483647 w 2"/>
              <a:gd name="T35" fmla="*/ 0 h 1587"/>
              <a:gd name="T36" fmla="*/ 2147483647 w 2"/>
              <a:gd name="T37" fmla="*/ 0 h 1587"/>
              <a:gd name="T38" fmla="*/ 2147483647 w 2"/>
              <a:gd name="T39" fmla="*/ 0 h 1587"/>
              <a:gd name="T40" fmla="*/ 0 w 2"/>
              <a:gd name="T41" fmla="*/ 0 h 1587"/>
              <a:gd name="T42" fmla="*/ 0 w 2"/>
              <a:gd name="T43" fmla="*/ 0 h 1587"/>
              <a:gd name="T44" fmla="*/ 0 w 2"/>
              <a:gd name="T45" fmla="*/ 0 h 1587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" h="1587">
                <a:moveTo>
                  <a:pt x="0" y="0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1" name="Freeform 1115"/>
          <p:cNvSpPr>
            <a:spLocks/>
          </p:cNvSpPr>
          <p:nvPr/>
        </p:nvSpPr>
        <p:spPr bwMode="auto">
          <a:xfrm>
            <a:off x="458789" y="473075"/>
            <a:ext cx="3175" cy="3175"/>
          </a:xfrm>
          <a:custGeom>
            <a:avLst/>
            <a:gdLst>
              <a:gd name="T0" fmla="*/ 0 w 2"/>
              <a:gd name="T1" fmla="*/ 2147483647 h 2"/>
              <a:gd name="T2" fmla="*/ 0 w 2"/>
              <a:gd name="T3" fmla="*/ 2147483647 h 2"/>
              <a:gd name="T4" fmla="*/ 0 w 2"/>
              <a:gd name="T5" fmla="*/ 2147483647 h 2"/>
              <a:gd name="T6" fmla="*/ 0 w 2"/>
              <a:gd name="T7" fmla="*/ 2147483647 h 2"/>
              <a:gd name="T8" fmla="*/ 0 w 2"/>
              <a:gd name="T9" fmla="*/ 2147483647 h 2"/>
              <a:gd name="T10" fmla="*/ 0 w 2"/>
              <a:gd name="T11" fmla="*/ 2147483647 h 2"/>
              <a:gd name="T12" fmla="*/ 2147483647 w 2"/>
              <a:gd name="T13" fmla="*/ 2147483647 h 2"/>
              <a:gd name="T14" fmla="*/ 2147483647 w 2"/>
              <a:gd name="T15" fmla="*/ 2147483647 h 2"/>
              <a:gd name="T16" fmla="*/ 2147483647 w 2"/>
              <a:gd name="T17" fmla="*/ 0 h 2"/>
              <a:gd name="T18" fmla="*/ 0 w 2"/>
              <a:gd name="T19" fmla="*/ 2147483647 h 2"/>
              <a:gd name="T20" fmla="*/ 0 w 2"/>
              <a:gd name="T21" fmla="*/ 2147483647 h 2"/>
              <a:gd name="T22" fmla="*/ 0 w 2"/>
              <a:gd name="T23" fmla="*/ 2147483647 h 2"/>
              <a:gd name="T24" fmla="*/ 0 w 2"/>
              <a:gd name="T25" fmla="*/ 2147483647 h 2"/>
              <a:gd name="T26" fmla="*/ 0 w 2"/>
              <a:gd name="T27" fmla="*/ 2147483647 h 2"/>
              <a:gd name="T28" fmla="*/ 2147483647 w 2"/>
              <a:gd name="T29" fmla="*/ 2147483647 h 2"/>
              <a:gd name="T30" fmla="*/ 2147483647 w 2"/>
              <a:gd name="T31" fmla="*/ 2147483647 h 2"/>
              <a:gd name="T32" fmla="*/ 2147483647 w 2"/>
              <a:gd name="T33" fmla="*/ 2147483647 h 2"/>
              <a:gd name="T34" fmla="*/ 2147483647 w 2"/>
              <a:gd name="T35" fmla="*/ 2147483647 h 2"/>
              <a:gd name="T36" fmla="*/ 2147483647 w 2"/>
              <a:gd name="T37" fmla="*/ 2147483647 h 2"/>
              <a:gd name="T38" fmla="*/ 2147483647 w 2"/>
              <a:gd name="T39" fmla="*/ 2147483647 h 2"/>
              <a:gd name="T40" fmla="*/ 0 w 2"/>
              <a:gd name="T41" fmla="*/ 2147483647 h 2"/>
              <a:gd name="T42" fmla="*/ 0 w 2"/>
              <a:gd name="T43" fmla="*/ 2147483647 h 2"/>
              <a:gd name="T44" fmla="*/ 0 w 2"/>
              <a:gd name="T45" fmla="*/ 2147483647 h 2"/>
              <a:gd name="T46" fmla="*/ 0 w 2"/>
              <a:gd name="T47" fmla="*/ 2147483647 h 2"/>
              <a:gd name="T48" fmla="*/ 0 w 2"/>
              <a:gd name="T49" fmla="*/ 2147483647 h 2"/>
              <a:gd name="T50" fmla="*/ 0 w 2"/>
              <a:gd name="T51" fmla="*/ 2147483647 h 2"/>
              <a:gd name="T52" fmla="*/ 0 w 2"/>
              <a:gd name="T53" fmla="*/ 2147483647 h 2"/>
              <a:gd name="T54" fmla="*/ 2147483647 w 2"/>
              <a:gd name="T55" fmla="*/ 2147483647 h 2"/>
              <a:gd name="T56" fmla="*/ 0 w 2"/>
              <a:gd name="T57" fmla="*/ 2147483647 h 2"/>
              <a:gd name="T58" fmla="*/ 2147483647 w 2"/>
              <a:gd name="T59" fmla="*/ 2147483647 h 2"/>
              <a:gd name="T60" fmla="*/ 2147483647 w 2"/>
              <a:gd name="T61" fmla="*/ 2147483647 h 2"/>
              <a:gd name="T62" fmla="*/ 2147483647 w 2"/>
              <a:gd name="T63" fmla="*/ 2147483647 h 2"/>
              <a:gd name="T64" fmla="*/ 0 w 2"/>
              <a:gd name="T65" fmla="*/ 2147483647 h 2"/>
              <a:gd name="T66" fmla="*/ 0 w 2"/>
              <a:gd name="T67" fmla="*/ 2147483647 h 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Freeform 1120"/>
          <p:cNvSpPr>
            <a:spLocks/>
          </p:cNvSpPr>
          <p:nvPr/>
        </p:nvSpPr>
        <p:spPr bwMode="auto">
          <a:xfrm>
            <a:off x="458789" y="463552"/>
            <a:ext cx="3175" cy="3175"/>
          </a:xfrm>
          <a:custGeom>
            <a:avLst/>
            <a:gdLst>
              <a:gd name="T0" fmla="*/ 0 w 2"/>
              <a:gd name="T1" fmla="*/ 0 h 2"/>
              <a:gd name="T2" fmla="*/ 0 w 2"/>
              <a:gd name="T3" fmla="*/ 2147483647 h 2"/>
              <a:gd name="T4" fmla="*/ 0 w 2"/>
              <a:gd name="T5" fmla="*/ 2147483647 h 2"/>
              <a:gd name="T6" fmla="*/ 0 w 2"/>
              <a:gd name="T7" fmla="*/ 2147483647 h 2"/>
              <a:gd name="T8" fmla="*/ 2147483647 w 2"/>
              <a:gd name="T9" fmla="*/ 2147483647 h 2"/>
              <a:gd name="T10" fmla="*/ 2147483647 w 2"/>
              <a:gd name="T11" fmla="*/ 0 h 2"/>
              <a:gd name="T12" fmla="*/ 2147483647 w 2"/>
              <a:gd name="T13" fmla="*/ 0 h 2"/>
              <a:gd name="T14" fmla="*/ 2147483647 w 2"/>
              <a:gd name="T15" fmla="*/ 0 h 2"/>
              <a:gd name="T16" fmla="*/ 0 w 2"/>
              <a:gd name="T17" fmla="*/ 0 h 2"/>
              <a:gd name="T18" fmla="*/ 0 w 2"/>
              <a:gd name="T19" fmla="*/ 2147483647 h 2"/>
              <a:gd name="T20" fmla="*/ 0 w 2"/>
              <a:gd name="T21" fmla="*/ 2147483647 h 2"/>
              <a:gd name="T22" fmla="*/ 2147483647 w 2"/>
              <a:gd name="T23" fmla="*/ 0 h 2"/>
              <a:gd name="T24" fmla="*/ 2147483647 w 2"/>
              <a:gd name="T25" fmla="*/ 0 h 2"/>
              <a:gd name="T26" fmla="*/ 2147483647 w 2"/>
              <a:gd name="T27" fmla="*/ 0 h 2"/>
              <a:gd name="T28" fmla="*/ 2147483647 w 2"/>
              <a:gd name="T29" fmla="*/ 2147483647 h 2"/>
              <a:gd name="T30" fmla="*/ 0 w 2"/>
              <a:gd name="T31" fmla="*/ 2147483647 h 2"/>
              <a:gd name="T32" fmla="*/ 0 w 2"/>
              <a:gd name="T33" fmla="*/ 2147483647 h 2"/>
              <a:gd name="T34" fmla="*/ 0 w 2"/>
              <a:gd name="T35" fmla="*/ 2147483647 h 2"/>
              <a:gd name="T36" fmla="*/ 0 w 2"/>
              <a:gd name="T37" fmla="*/ 2147483647 h 2"/>
              <a:gd name="T38" fmla="*/ 0 w 2"/>
              <a:gd name="T39" fmla="*/ 2147483647 h 2"/>
              <a:gd name="T40" fmla="*/ 0 w 2"/>
              <a:gd name="T41" fmla="*/ 2147483647 h 2"/>
              <a:gd name="T42" fmla="*/ 0 w 2"/>
              <a:gd name="T43" fmla="*/ 2147483647 h 2"/>
              <a:gd name="T44" fmla="*/ 0 w 2"/>
              <a:gd name="T45" fmla="*/ 2147483647 h 2"/>
              <a:gd name="T46" fmla="*/ 2147483647 w 2"/>
              <a:gd name="T47" fmla="*/ 2147483647 h 2"/>
              <a:gd name="T48" fmla="*/ 0 w 2"/>
              <a:gd name="T49" fmla="*/ 2147483647 h 2"/>
              <a:gd name="T50" fmla="*/ 0 w 2"/>
              <a:gd name="T51" fmla="*/ 2147483647 h 2"/>
              <a:gd name="T52" fmla="*/ 2147483647 w 2"/>
              <a:gd name="T53" fmla="*/ 2147483647 h 2"/>
              <a:gd name="T54" fmla="*/ 2147483647 w 2"/>
              <a:gd name="T55" fmla="*/ 2147483647 h 2"/>
              <a:gd name="T56" fmla="*/ 2147483647 w 2"/>
              <a:gd name="T57" fmla="*/ 0 h 2"/>
              <a:gd name="T58" fmla="*/ 0 w 2"/>
              <a:gd name="T59" fmla="*/ 0 h 2"/>
              <a:gd name="T60" fmla="*/ 0 w 2"/>
              <a:gd name="T61" fmla="*/ 0 h 2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" name="Freeform 1134"/>
          <p:cNvSpPr>
            <a:spLocks/>
          </p:cNvSpPr>
          <p:nvPr/>
        </p:nvSpPr>
        <p:spPr bwMode="auto">
          <a:xfrm>
            <a:off x="703264" y="514350"/>
            <a:ext cx="3175" cy="6350"/>
          </a:xfrm>
          <a:custGeom>
            <a:avLst/>
            <a:gdLst>
              <a:gd name="T0" fmla="*/ 2147483647 w 2"/>
              <a:gd name="T1" fmla="*/ 2147483647 h 4"/>
              <a:gd name="T2" fmla="*/ 2147483647 w 2"/>
              <a:gd name="T3" fmla="*/ 2147483647 h 4"/>
              <a:gd name="T4" fmla="*/ 2147483647 w 2"/>
              <a:gd name="T5" fmla="*/ 2147483647 h 4"/>
              <a:gd name="T6" fmla="*/ 2147483647 w 2"/>
              <a:gd name="T7" fmla="*/ 2147483647 h 4"/>
              <a:gd name="T8" fmla="*/ 2147483647 w 2"/>
              <a:gd name="T9" fmla="*/ 0 h 4"/>
              <a:gd name="T10" fmla="*/ 2147483647 w 2"/>
              <a:gd name="T11" fmla="*/ 0 h 4"/>
              <a:gd name="T12" fmla="*/ 2147483647 w 2"/>
              <a:gd name="T13" fmla="*/ 0 h 4"/>
              <a:gd name="T14" fmla="*/ 0 w 2"/>
              <a:gd name="T15" fmla="*/ 2147483647 h 4"/>
              <a:gd name="T16" fmla="*/ 2147483647 w 2"/>
              <a:gd name="T17" fmla="*/ 2147483647 h 4"/>
              <a:gd name="T18" fmla="*/ 2147483647 w 2"/>
              <a:gd name="T19" fmla="*/ 2147483647 h 4"/>
              <a:gd name="T20" fmla="*/ 2147483647 w 2"/>
              <a:gd name="T21" fmla="*/ 2147483647 h 4"/>
              <a:gd name="T22" fmla="*/ 2147483647 w 2"/>
              <a:gd name="T23" fmla="*/ 0 h 4"/>
              <a:gd name="T24" fmla="*/ 2147483647 w 2"/>
              <a:gd name="T25" fmla="*/ 2147483647 h 4"/>
              <a:gd name="T26" fmla="*/ 2147483647 w 2"/>
              <a:gd name="T27" fmla="*/ 2147483647 h 4"/>
              <a:gd name="T28" fmla="*/ 2147483647 w 2"/>
              <a:gd name="T29" fmla="*/ 2147483647 h 4"/>
              <a:gd name="T30" fmla="*/ 2147483647 w 2"/>
              <a:gd name="T31" fmla="*/ 2147483647 h 4"/>
              <a:gd name="T32" fmla="*/ 2147483647 w 2"/>
              <a:gd name="T33" fmla="*/ 2147483647 h 4"/>
              <a:gd name="T34" fmla="*/ 2147483647 w 2"/>
              <a:gd name="T35" fmla="*/ 2147483647 h 4"/>
              <a:gd name="T36" fmla="*/ 2147483647 w 2"/>
              <a:gd name="T37" fmla="*/ 2147483647 h 4"/>
              <a:gd name="T38" fmla="*/ 2147483647 w 2"/>
              <a:gd name="T39" fmla="*/ 2147483647 h 4"/>
              <a:gd name="T40" fmla="*/ 2147483647 w 2"/>
              <a:gd name="T41" fmla="*/ 2147483647 h 4"/>
              <a:gd name="T42" fmla="*/ 2147483647 w 2"/>
              <a:gd name="T43" fmla="*/ 2147483647 h 4"/>
              <a:gd name="T44" fmla="*/ 2147483647 w 2"/>
              <a:gd name="T45" fmla="*/ 2147483647 h 4"/>
              <a:gd name="T46" fmla="*/ 2147483647 w 2"/>
              <a:gd name="T47" fmla="*/ 2147483647 h 4"/>
              <a:gd name="T48" fmla="*/ 2147483647 w 2"/>
              <a:gd name="T49" fmla="*/ 2147483647 h 4"/>
              <a:gd name="T50" fmla="*/ 2147483647 w 2"/>
              <a:gd name="T51" fmla="*/ 2147483647 h 4"/>
              <a:gd name="T52" fmla="*/ 0 w 2"/>
              <a:gd name="T53" fmla="*/ 2147483647 h 4"/>
              <a:gd name="T54" fmla="*/ 2147483647 w 2"/>
              <a:gd name="T55" fmla="*/ 2147483647 h 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2" h="4">
                <a:moveTo>
                  <a:pt x="2" y="4"/>
                </a:move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" name="Freeform 1141"/>
          <p:cNvSpPr>
            <a:spLocks/>
          </p:cNvSpPr>
          <p:nvPr/>
        </p:nvSpPr>
        <p:spPr bwMode="auto">
          <a:xfrm>
            <a:off x="706439" y="479425"/>
            <a:ext cx="1587" cy="6350"/>
          </a:xfrm>
          <a:custGeom>
            <a:avLst/>
            <a:gdLst>
              <a:gd name="T0" fmla="*/ 0 w 1587"/>
              <a:gd name="T1" fmla="*/ 2147483647 h 4"/>
              <a:gd name="T2" fmla="*/ 0 w 1587"/>
              <a:gd name="T3" fmla="*/ 2147483647 h 4"/>
              <a:gd name="T4" fmla="*/ 0 w 1587"/>
              <a:gd name="T5" fmla="*/ 0 h 4"/>
              <a:gd name="T6" fmla="*/ 0 w 1587"/>
              <a:gd name="T7" fmla="*/ 0 h 4"/>
              <a:gd name="T8" fmla="*/ 0 w 1587"/>
              <a:gd name="T9" fmla="*/ 2147483647 h 4"/>
              <a:gd name="T10" fmla="*/ 0 w 1587"/>
              <a:gd name="T11" fmla="*/ 2147483647 h 4"/>
              <a:gd name="T12" fmla="*/ 0 w 1587"/>
              <a:gd name="T13" fmla="*/ 2147483647 h 4"/>
              <a:gd name="T14" fmla="*/ 0 w 1587"/>
              <a:gd name="T15" fmla="*/ 2147483647 h 4"/>
              <a:gd name="T16" fmla="*/ 0 w 1587"/>
              <a:gd name="T17" fmla="*/ 2147483647 h 4"/>
              <a:gd name="T18" fmla="*/ 0 w 1587"/>
              <a:gd name="T19" fmla="*/ 2147483647 h 4"/>
              <a:gd name="T20" fmla="*/ 0 w 1587"/>
              <a:gd name="T21" fmla="*/ 2147483647 h 4"/>
              <a:gd name="T22" fmla="*/ 0 w 1587"/>
              <a:gd name="T23" fmla="*/ 2147483647 h 4"/>
              <a:gd name="T24" fmla="*/ 0 w 1587"/>
              <a:gd name="T25" fmla="*/ 2147483647 h 4"/>
              <a:gd name="T26" fmla="*/ 0 w 1587"/>
              <a:gd name="T27" fmla="*/ 2147483647 h 4"/>
              <a:gd name="T28" fmla="*/ 0 w 1587"/>
              <a:gd name="T29" fmla="*/ 2147483647 h 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587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5" name="Freeform 1148"/>
          <p:cNvSpPr>
            <a:spLocks/>
          </p:cNvSpPr>
          <p:nvPr/>
        </p:nvSpPr>
        <p:spPr bwMode="auto">
          <a:xfrm>
            <a:off x="693739" y="460376"/>
            <a:ext cx="3175" cy="3175"/>
          </a:xfrm>
          <a:custGeom>
            <a:avLst/>
            <a:gdLst>
              <a:gd name="T0" fmla="*/ 2147483647 w 2"/>
              <a:gd name="T1" fmla="*/ 2147483647 h 2"/>
              <a:gd name="T2" fmla="*/ 2147483647 w 2"/>
              <a:gd name="T3" fmla="*/ 0 h 2"/>
              <a:gd name="T4" fmla="*/ 2147483647 w 2"/>
              <a:gd name="T5" fmla="*/ 0 h 2"/>
              <a:gd name="T6" fmla="*/ 2147483647 w 2"/>
              <a:gd name="T7" fmla="*/ 0 h 2"/>
              <a:gd name="T8" fmla="*/ 2147483647 w 2"/>
              <a:gd name="T9" fmla="*/ 0 h 2"/>
              <a:gd name="T10" fmla="*/ 0 w 2"/>
              <a:gd name="T11" fmla="*/ 0 h 2"/>
              <a:gd name="T12" fmla="*/ 0 w 2"/>
              <a:gd name="T13" fmla="*/ 0 h 2"/>
              <a:gd name="T14" fmla="*/ 0 w 2"/>
              <a:gd name="T15" fmla="*/ 2147483647 h 2"/>
              <a:gd name="T16" fmla="*/ 0 w 2"/>
              <a:gd name="T17" fmla="*/ 2147483647 h 2"/>
              <a:gd name="T18" fmla="*/ 0 w 2"/>
              <a:gd name="T19" fmla="*/ 2147483647 h 2"/>
              <a:gd name="T20" fmla="*/ 2147483647 w 2"/>
              <a:gd name="T21" fmla="*/ 2147483647 h 2"/>
              <a:gd name="T22" fmla="*/ 2147483647 w 2"/>
              <a:gd name="T23" fmla="*/ 2147483647 h 2"/>
              <a:gd name="T24" fmla="*/ 2147483647 w 2"/>
              <a:gd name="T25" fmla="*/ 0 h 2"/>
              <a:gd name="T26" fmla="*/ 2147483647 w 2"/>
              <a:gd name="T27" fmla="*/ 0 h 2"/>
              <a:gd name="T28" fmla="*/ 2147483647 w 2"/>
              <a:gd name="T29" fmla="*/ 0 h 2"/>
              <a:gd name="T30" fmla="*/ 0 w 2"/>
              <a:gd name="T31" fmla="*/ 2147483647 h 2"/>
              <a:gd name="T32" fmla="*/ 2147483647 w 2"/>
              <a:gd name="T33" fmla="*/ 2147483647 h 2"/>
              <a:gd name="T34" fmla="*/ 2147483647 w 2"/>
              <a:gd name="T35" fmla="*/ 0 h 2"/>
              <a:gd name="T36" fmla="*/ 0 w 2"/>
              <a:gd name="T37" fmla="*/ 2147483647 h 2"/>
              <a:gd name="T38" fmla="*/ 2147483647 w 2"/>
              <a:gd name="T39" fmla="*/ 2147483647 h 2"/>
              <a:gd name="T40" fmla="*/ 0 w 2"/>
              <a:gd name="T41" fmla="*/ 2147483647 h 2"/>
              <a:gd name="T42" fmla="*/ 0 w 2"/>
              <a:gd name="T43" fmla="*/ 2147483647 h 2"/>
              <a:gd name="T44" fmla="*/ 0 w 2"/>
              <a:gd name="T45" fmla="*/ 2147483647 h 2"/>
              <a:gd name="T46" fmla="*/ 0 w 2"/>
              <a:gd name="T47" fmla="*/ 2147483647 h 2"/>
              <a:gd name="T48" fmla="*/ 0 w 2"/>
              <a:gd name="T49" fmla="*/ 2147483647 h 2"/>
              <a:gd name="T50" fmla="*/ 0 w 2"/>
              <a:gd name="T51" fmla="*/ 2147483647 h 2"/>
              <a:gd name="T52" fmla="*/ 0 w 2"/>
              <a:gd name="T53" fmla="*/ 2147483647 h 2"/>
              <a:gd name="T54" fmla="*/ 0 w 2"/>
              <a:gd name="T55" fmla="*/ 2147483647 h 2"/>
              <a:gd name="T56" fmla="*/ 0 w 2"/>
              <a:gd name="T57" fmla="*/ 2147483647 h 2"/>
              <a:gd name="T58" fmla="*/ 2147483647 w 2"/>
              <a:gd name="T59" fmla="*/ 2147483647 h 2"/>
              <a:gd name="T60" fmla="*/ 2147483647 w 2"/>
              <a:gd name="T61" fmla="*/ 2147483647 h 2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Freeform 1150"/>
          <p:cNvSpPr>
            <a:spLocks/>
          </p:cNvSpPr>
          <p:nvPr/>
        </p:nvSpPr>
        <p:spPr bwMode="auto">
          <a:xfrm>
            <a:off x="684214" y="447677"/>
            <a:ext cx="1587" cy="3175"/>
          </a:xfrm>
          <a:custGeom>
            <a:avLst/>
            <a:gdLst>
              <a:gd name="T0" fmla="*/ 0 w 1587"/>
              <a:gd name="T1" fmla="*/ 2147483647 h 2"/>
              <a:gd name="T2" fmla="*/ 0 w 1587"/>
              <a:gd name="T3" fmla="*/ 0 h 2"/>
              <a:gd name="T4" fmla="*/ 0 w 1587"/>
              <a:gd name="T5" fmla="*/ 2147483647 h 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87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Freeform 1152"/>
          <p:cNvSpPr>
            <a:spLocks/>
          </p:cNvSpPr>
          <p:nvPr/>
        </p:nvSpPr>
        <p:spPr bwMode="auto">
          <a:xfrm>
            <a:off x="684214" y="447677"/>
            <a:ext cx="3175" cy="3175"/>
          </a:xfrm>
          <a:custGeom>
            <a:avLst/>
            <a:gdLst>
              <a:gd name="T0" fmla="*/ 2147483647 w 2"/>
              <a:gd name="T1" fmla="*/ 0 h 2"/>
              <a:gd name="T2" fmla="*/ 0 w 2"/>
              <a:gd name="T3" fmla="*/ 0 h 2"/>
              <a:gd name="T4" fmla="*/ 0 w 2"/>
              <a:gd name="T5" fmla="*/ 0 h 2"/>
              <a:gd name="T6" fmla="*/ 0 w 2"/>
              <a:gd name="T7" fmla="*/ 0 h 2"/>
              <a:gd name="T8" fmla="*/ 0 w 2"/>
              <a:gd name="T9" fmla="*/ 2147483647 h 2"/>
              <a:gd name="T10" fmla="*/ 2147483647 w 2"/>
              <a:gd name="T11" fmla="*/ 2147483647 h 2"/>
              <a:gd name="T12" fmla="*/ 2147483647 w 2"/>
              <a:gd name="T13" fmla="*/ 0 h 2"/>
              <a:gd name="T14" fmla="*/ 0 w 2"/>
              <a:gd name="T15" fmla="*/ 0 h 2"/>
              <a:gd name="T16" fmla="*/ 0 w 2"/>
              <a:gd name="T17" fmla="*/ 0 h 2"/>
              <a:gd name="T18" fmla="*/ 0 w 2"/>
              <a:gd name="T19" fmla="*/ 0 h 2"/>
              <a:gd name="T20" fmla="*/ 0 w 2"/>
              <a:gd name="T21" fmla="*/ 2147483647 h 2"/>
              <a:gd name="T22" fmla="*/ 2147483647 w 2"/>
              <a:gd name="T23" fmla="*/ 2147483647 h 2"/>
              <a:gd name="T24" fmla="*/ 2147483647 w 2"/>
              <a:gd name="T25" fmla="*/ 0 h 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8" name="Freeform 1154"/>
          <p:cNvSpPr>
            <a:spLocks/>
          </p:cNvSpPr>
          <p:nvPr/>
        </p:nvSpPr>
        <p:spPr bwMode="auto">
          <a:xfrm>
            <a:off x="665164" y="434975"/>
            <a:ext cx="3175" cy="1588"/>
          </a:xfrm>
          <a:custGeom>
            <a:avLst/>
            <a:gdLst>
              <a:gd name="T0" fmla="*/ 2147483647 w 2"/>
              <a:gd name="T1" fmla="*/ 0 h 1588"/>
              <a:gd name="T2" fmla="*/ 0 w 2"/>
              <a:gd name="T3" fmla="*/ 0 h 1588"/>
              <a:gd name="T4" fmla="*/ 2147483647 w 2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" h="1588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9" name="Freeform 1156"/>
          <p:cNvSpPr>
            <a:spLocks/>
          </p:cNvSpPr>
          <p:nvPr/>
        </p:nvSpPr>
        <p:spPr bwMode="auto">
          <a:xfrm>
            <a:off x="665164" y="431801"/>
            <a:ext cx="3175" cy="3175"/>
          </a:xfrm>
          <a:custGeom>
            <a:avLst/>
            <a:gdLst>
              <a:gd name="T0" fmla="*/ 2147483647 w 2"/>
              <a:gd name="T1" fmla="*/ 2147483647 h 2"/>
              <a:gd name="T2" fmla="*/ 0 w 2"/>
              <a:gd name="T3" fmla="*/ 0 h 2"/>
              <a:gd name="T4" fmla="*/ 0 w 2"/>
              <a:gd name="T5" fmla="*/ 0 h 2"/>
              <a:gd name="T6" fmla="*/ 0 w 2"/>
              <a:gd name="T7" fmla="*/ 2147483647 h 2"/>
              <a:gd name="T8" fmla="*/ 2147483647 w 2"/>
              <a:gd name="T9" fmla="*/ 2147483647 h 2"/>
              <a:gd name="T10" fmla="*/ 2147483647 w 2"/>
              <a:gd name="T11" fmla="*/ 2147483647 h 2"/>
              <a:gd name="T12" fmla="*/ 2147483647 w 2"/>
              <a:gd name="T13" fmla="*/ 2147483647 h 2"/>
              <a:gd name="T14" fmla="*/ 0 w 2"/>
              <a:gd name="T15" fmla="*/ 0 h 2"/>
              <a:gd name="T16" fmla="*/ 0 w 2"/>
              <a:gd name="T17" fmla="*/ 0 h 2"/>
              <a:gd name="T18" fmla="*/ 0 w 2"/>
              <a:gd name="T19" fmla="*/ 2147483647 h 2"/>
              <a:gd name="T20" fmla="*/ 2147483647 w 2"/>
              <a:gd name="T21" fmla="*/ 2147483647 h 2"/>
              <a:gd name="T22" fmla="*/ 2147483647 w 2"/>
              <a:gd name="T23" fmla="*/ 2147483647 h 2"/>
              <a:gd name="T24" fmla="*/ 2147483647 w 2"/>
              <a:gd name="T25" fmla="*/ 2147483647 h 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" h="2">
                <a:moveTo>
                  <a:pt x="2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0" name="Freeform 1163"/>
          <p:cNvSpPr>
            <a:spLocks/>
          </p:cNvSpPr>
          <p:nvPr/>
        </p:nvSpPr>
        <p:spPr bwMode="auto">
          <a:xfrm>
            <a:off x="611188" y="415927"/>
            <a:ext cx="6350" cy="3175"/>
          </a:xfrm>
          <a:custGeom>
            <a:avLst/>
            <a:gdLst>
              <a:gd name="T0" fmla="*/ 2147483647 w 4"/>
              <a:gd name="T1" fmla="*/ 2147483647 h 2"/>
              <a:gd name="T2" fmla="*/ 2147483647 w 4"/>
              <a:gd name="T3" fmla="*/ 2147483647 h 2"/>
              <a:gd name="T4" fmla="*/ 2147483647 w 4"/>
              <a:gd name="T5" fmla="*/ 2147483647 h 2"/>
              <a:gd name="T6" fmla="*/ 2147483647 w 4"/>
              <a:gd name="T7" fmla="*/ 0 h 2"/>
              <a:gd name="T8" fmla="*/ 2147483647 w 4"/>
              <a:gd name="T9" fmla="*/ 0 h 2"/>
              <a:gd name="T10" fmla="*/ 2147483647 w 4"/>
              <a:gd name="T11" fmla="*/ 0 h 2"/>
              <a:gd name="T12" fmla="*/ 2147483647 w 4"/>
              <a:gd name="T13" fmla="*/ 0 h 2"/>
              <a:gd name="T14" fmla="*/ 0 w 4"/>
              <a:gd name="T15" fmla="*/ 2147483647 h 2"/>
              <a:gd name="T16" fmla="*/ 2147483647 w 4"/>
              <a:gd name="T17" fmla="*/ 2147483647 h 2"/>
              <a:gd name="T18" fmla="*/ 2147483647 w 4"/>
              <a:gd name="T19" fmla="*/ 0 h 2"/>
              <a:gd name="T20" fmla="*/ 2147483647 w 4"/>
              <a:gd name="T21" fmla="*/ 2147483647 h 2"/>
              <a:gd name="T22" fmla="*/ 2147483647 w 4"/>
              <a:gd name="T23" fmla="*/ 0 h 2"/>
              <a:gd name="T24" fmla="*/ 2147483647 w 4"/>
              <a:gd name="T25" fmla="*/ 0 h 2"/>
              <a:gd name="T26" fmla="*/ 2147483647 w 4"/>
              <a:gd name="T27" fmla="*/ 0 h 2"/>
              <a:gd name="T28" fmla="*/ 2147483647 w 4"/>
              <a:gd name="T29" fmla="*/ 0 h 2"/>
              <a:gd name="T30" fmla="*/ 0 w 4"/>
              <a:gd name="T31" fmla="*/ 0 h 2"/>
              <a:gd name="T32" fmla="*/ 2147483647 w 4"/>
              <a:gd name="T33" fmla="*/ 2147483647 h 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" h="2">
                <a:moveTo>
                  <a:pt x="2" y="2"/>
                </a:move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" name="Freeform 1172"/>
          <p:cNvSpPr>
            <a:spLocks/>
          </p:cNvSpPr>
          <p:nvPr/>
        </p:nvSpPr>
        <p:spPr bwMode="auto">
          <a:xfrm>
            <a:off x="582614" y="476252"/>
            <a:ext cx="3175" cy="3175"/>
          </a:xfrm>
          <a:custGeom>
            <a:avLst/>
            <a:gdLst>
              <a:gd name="T0" fmla="*/ 0 w 2"/>
              <a:gd name="T1" fmla="*/ 2147483647 h 2"/>
              <a:gd name="T2" fmla="*/ 0 w 2"/>
              <a:gd name="T3" fmla="*/ 2147483647 h 2"/>
              <a:gd name="T4" fmla="*/ 2147483647 w 2"/>
              <a:gd name="T5" fmla="*/ 2147483647 h 2"/>
              <a:gd name="T6" fmla="*/ 0 w 2"/>
              <a:gd name="T7" fmla="*/ 0 h 2"/>
              <a:gd name="T8" fmla="*/ 0 w 2"/>
              <a:gd name="T9" fmla="*/ 0 h 2"/>
              <a:gd name="T10" fmla="*/ 0 w 2"/>
              <a:gd name="T11" fmla="*/ 0 h 2"/>
              <a:gd name="T12" fmla="*/ 0 w 2"/>
              <a:gd name="T13" fmla="*/ 2147483647 h 2"/>
              <a:gd name="T14" fmla="*/ 0 w 2"/>
              <a:gd name="T15" fmla="*/ 2147483647 h 2"/>
              <a:gd name="T16" fmla="*/ 0 w 2"/>
              <a:gd name="T17" fmla="*/ 2147483647 h 2"/>
              <a:gd name="T18" fmla="*/ 0 w 2"/>
              <a:gd name="T19" fmla="*/ 2147483647 h 2"/>
              <a:gd name="T20" fmla="*/ 0 w 2"/>
              <a:gd name="T21" fmla="*/ 2147483647 h 2"/>
              <a:gd name="T22" fmla="*/ 0 w 2"/>
              <a:gd name="T23" fmla="*/ 2147483647 h 2"/>
              <a:gd name="T24" fmla="*/ 0 w 2"/>
              <a:gd name="T25" fmla="*/ 2147483647 h 2"/>
              <a:gd name="T26" fmla="*/ 0 w 2"/>
              <a:gd name="T27" fmla="*/ 2147483647 h 2"/>
              <a:gd name="T28" fmla="*/ 0 w 2"/>
              <a:gd name="T29" fmla="*/ 2147483647 h 2"/>
              <a:gd name="T30" fmla="*/ 0 w 2"/>
              <a:gd name="T31" fmla="*/ 2147483647 h 2"/>
              <a:gd name="T32" fmla="*/ 0 w 2"/>
              <a:gd name="T33" fmla="*/ 2147483647 h 2"/>
              <a:gd name="T34" fmla="*/ 0 w 2"/>
              <a:gd name="T35" fmla="*/ 2147483647 h 2"/>
              <a:gd name="T36" fmla="*/ 0 w 2"/>
              <a:gd name="T37" fmla="*/ 2147483647 h 2"/>
              <a:gd name="T38" fmla="*/ 0 w 2"/>
              <a:gd name="T39" fmla="*/ 2147483647 h 2"/>
              <a:gd name="T40" fmla="*/ 0 w 2"/>
              <a:gd name="T41" fmla="*/ 2147483647 h 2"/>
              <a:gd name="T42" fmla="*/ 0 w 2"/>
              <a:gd name="T43" fmla="*/ 2147483647 h 2"/>
              <a:gd name="T44" fmla="*/ 0 w 2"/>
              <a:gd name="T45" fmla="*/ 2147483647 h 2"/>
              <a:gd name="T46" fmla="*/ 0 w 2"/>
              <a:gd name="T47" fmla="*/ 2147483647 h 2"/>
              <a:gd name="T48" fmla="*/ 0 w 2"/>
              <a:gd name="T49" fmla="*/ 2147483647 h 2"/>
              <a:gd name="T50" fmla="*/ 0 w 2"/>
              <a:gd name="T51" fmla="*/ 2147483647 h 2"/>
              <a:gd name="T52" fmla="*/ 0 w 2"/>
              <a:gd name="T53" fmla="*/ 2147483647 h 2"/>
              <a:gd name="T54" fmla="*/ 0 w 2"/>
              <a:gd name="T55" fmla="*/ 2147483647 h 2"/>
              <a:gd name="T56" fmla="*/ 0 w 2"/>
              <a:gd name="T57" fmla="*/ 2147483647 h 2"/>
              <a:gd name="T58" fmla="*/ 0 w 2"/>
              <a:gd name="T59" fmla="*/ 2147483647 h 2"/>
              <a:gd name="T60" fmla="*/ 0 w 2"/>
              <a:gd name="T61" fmla="*/ 2147483647 h 2"/>
              <a:gd name="T62" fmla="*/ 0 w 2"/>
              <a:gd name="T63" fmla="*/ 2147483647 h 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2" name="Freeform 1177"/>
          <p:cNvSpPr>
            <a:spLocks/>
          </p:cNvSpPr>
          <p:nvPr/>
        </p:nvSpPr>
        <p:spPr bwMode="auto">
          <a:xfrm>
            <a:off x="557214" y="534990"/>
            <a:ext cx="3175" cy="3175"/>
          </a:xfrm>
          <a:custGeom>
            <a:avLst/>
            <a:gdLst>
              <a:gd name="T0" fmla="*/ 0 w 2"/>
              <a:gd name="T1" fmla="*/ 2147483647 h 2"/>
              <a:gd name="T2" fmla="*/ 2147483647 w 2"/>
              <a:gd name="T3" fmla="*/ 2147483647 h 2"/>
              <a:gd name="T4" fmla="*/ 2147483647 w 2"/>
              <a:gd name="T5" fmla="*/ 2147483647 h 2"/>
              <a:gd name="T6" fmla="*/ 2147483647 w 2"/>
              <a:gd name="T7" fmla="*/ 0 h 2"/>
              <a:gd name="T8" fmla="*/ 2147483647 w 2"/>
              <a:gd name="T9" fmla="*/ 0 h 2"/>
              <a:gd name="T10" fmla="*/ 2147483647 w 2"/>
              <a:gd name="T11" fmla="*/ 0 h 2"/>
              <a:gd name="T12" fmla="*/ 0 w 2"/>
              <a:gd name="T13" fmla="*/ 0 h 2"/>
              <a:gd name="T14" fmla="*/ 0 w 2"/>
              <a:gd name="T15" fmla="*/ 0 h 2"/>
              <a:gd name="T16" fmla="*/ 0 w 2"/>
              <a:gd name="T17" fmla="*/ 0 h 2"/>
              <a:gd name="T18" fmla="*/ 0 w 2"/>
              <a:gd name="T19" fmla="*/ 0 h 2"/>
              <a:gd name="T20" fmla="*/ 0 w 2"/>
              <a:gd name="T21" fmla="*/ 0 h 2"/>
              <a:gd name="T22" fmla="*/ 0 w 2"/>
              <a:gd name="T23" fmla="*/ 0 h 2"/>
              <a:gd name="T24" fmla="*/ 0 w 2"/>
              <a:gd name="T25" fmla="*/ 0 h 2"/>
              <a:gd name="T26" fmla="*/ 0 w 2"/>
              <a:gd name="T27" fmla="*/ 0 h 2"/>
              <a:gd name="T28" fmla="*/ 0 w 2"/>
              <a:gd name="T29" fmla="*/ 0 h 2"/>
              <a:gd name="T30" fmla="*/ 0 w 2"/>
              <a:gd name="T31" fmla="*/ 0 h 2"/>
              <a:gd name="T32" fmla="*/ 0 w 2"/>
              <a:gd name="T33" fmla="*/ 0 h 2"/>
              <a:gd name="T34" fmla="*/ 0 w 2"/>
              <a:gd name="T35" fmla="*/ 0 h 2"/>
              <a:gd name="T36" fmla="*/ 0 w 2"/>
              <a:gd name="T37" fmla="*/ 0 h 2"/>
              <a:gd name="T38" fmla="*/ 0 w 2"/>
              <a:gd name="T39" fmla="*/ 2147483647 h 2"/>
              <a:gd name="T40" fmla="*/ 0 w 2"/>
              <a:gd name="T41" fmla="*/ 2147483647 h 2"/>
              <a:gd name="T42" fmla="*/ 2147483647 w 2"/>
              <a:gd name="T43" fmla="*/ 2147483647 h 2"/>
              <a:gd name="T44" fmla="*/ 2147483647 w 2"/>
              <a:gd name="T45" fmla="*/ 0 h 2"/>
              <a:gd name="T46" fmla="*/ 2147483647 w 2"/>
              <a:gd name="T47" fmla="*/ 0 h 2"/>
              <a:gd name="T48" fmla="*/ 2147483647 w 2"/>
              <a:gd name="T49" fmla="*/ 0 h 2"/>
              <a:gd name="T50" fmla="*/ 2147483647 w 2"/>
              <a:gd name="T51" fmla="*/ 0 h 2"/>
              <a:gd name="T52" fmla="*/ 2147483647 w 2"/>
              <a:gd name="T53" fmla="*/ 0 h 2"/>
              <a:gd name="T54" fmla="*/ 2147483647 w 2"/>
              <a:gd name="T55" fmla="*/ 0 h 2"/>
              <a:gd name="T56" fmla="*/ 2147483647 w 2"/>
              <a:gd name="T57" fmla="*/ 0 h 2"/>
              <a:gd name="T58" fmla="*/ 2147483647 w 2"/>
              <a:gd name="T59" fmla="*/ 0 h 2"/>
              <a:gd name="T60" fmla="*/ 2147483647 w 2"/>
              <a:gd name="T61" fmla="*/ 0 h 2"/>
              <a:gd name="T62" fmla="*/ 2147483647 w 2"/>
              <a:gd name="T63" fmla="*/ 0 h 2"/>
              <a:gd name="T64" fmla="*/ 2147483647 w 2"/>
              <a:gd name="T65" fmla="*/ 0 h 2"/>
              <a:gd name="T66" fmla="*/ 2147483647 w 2"/>
              <a:gd name="T67" fmla="*/ 2147483647 h 2"/>
              <a:gd name="T68" fmla="*/ 2147483647 w 2"/>
              <a:gd name="T69" fmla="*/ 0 h 2"/>
              <a:gd name="T70" fmla="*/ 2147483647 w 2"/>
              <a:gd name="T71" fmla="*/ 0 h 2"/>
              <a:gd name="T72" fmla="*/ 0 w 2"/>
              <a:gd name="T73" fmla="*/ 0 h 2"/>
              <a:gd name="T74" fmla="*/ 0 w 2"/>
              <a:gd name="T75" fmla="*/ 0 h 2"/>
              <a:gd name="T76" fmla="*/ 0 w 2"/>
              <a:gd name="T77" fmla="*/ 2147483647 h 2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3" name="Freeform 1180"/>
          <p:cNvSpPr>
            <a:spLocks/>
          </p:cNvSpPr>
          <p:nvPr/>
        </p:nvSpPr>
        <p:spPr bwMode="auto">
          <a:xfrm>
            <a:off x="560389" y="530227"/>
            <a:ext cx="3175" cy="4763"/>
          </a:xfrm>
          <a:custGeom>
            <a:avLst/>
            <a:gdLst>
              <a:gd name="T0" fmla="*/ 0 w 2"/>
              <a:gd name="T1" fmla="*/ 2147483647 h 3"/>
              <a:gd name="T2" fmla="*/ 0 w 2"/>
              <a:gd name="T3" fmla="*/ 2147483647 h 3"/>
              <a:gd name="T4" fmla="*/ 2147483647 w 2"/>
              <a:gd name="T5" fmla="*/ 2147483647 h 3"/>
              <a:gd name="T6" fmla="*/ 2147483647 w 2"/>
              <a:gd name="T7" fmla="*/ 2147483647 h 3"/>
              <a:gd name="T8" fmla="*/ 0 w 2"/>
              <a:gd name="T9" fmla="*/ 0 h 3"/>
              <a:gd name="T10" fmla="*/ 0 w 2"/>
              <a:gd name="T11" fmla="*/ 0 h 3"/>
              <a:gd name="T12" fmla="*/ 0 w 2"/>
              <a:gd name="T13" fmla="*/ 0 h 3"/>
              <a:gd name="T14" fmla="*/ 0 w 2"/>
              <a:gd name="T15" fmla="*/ 2147483647 h 3"/>
              <a:gd name="T16" fmla="*/ 0 w 2"/>
              <a:gd name="T17" fmla="*/ 2147483647 h 3"/>
              <a:gd name="T18" fmla="*/ 0 w 2"/>
              <a:gd name="T19" fmla="*/ 2147483647 h 3"/>
              <a:gd name="T20" fmla="*/ 0 w 2"/>
              <a:gd name="T21" fmla="*/ 2147483647 h 3"/>
              <a:gd name="T22" fmla="*/ 0 w 2"/>
              <a:gd name="T23" fmla="*/ 0 h 3"/>
              <a:gd name="T24" fmla="*/ 0 w 2"/>
              <a:gd name="T25" fmla="*/ 2147483647 h 3"/>
              <a:gd name="T26" fmla="*/ 0 w 2"/>
              <a:gd name="T27" fmla="*/ 2147483647 h 3"/>
              <a:gd name="T28" fmla="*/ 0 w 2"/>
              <a:gd name="T29" fmla="*/ 2147483647 h 3"/>
              <a:gd name="T30" fmla="*/ 0 w 2"/>
              <a:gd name="T31" fmla="*/ 2147483647 h 3"/>
              <a:gd name="T32" fmla="*/ 0 w 2"/>
              <a:gd name="T33" fmla="*/ 2147483647 h 3"/>
              <a:gd name="T34" fmla="*/ 0 w 2"/>
              <a:gd name="T35" fmla="*/ 2147483647 h 3"/>
              <a:gd name="T36" fmla="*/ 0 w 2"/>
              <a:gd name="T37" fmla="*/ 2147483647 h 3"/>
              <a:gd name="T38" fmla="*/ 0 w 2"/>
              <a:gd name="T39" fmla="*/ 2147483647 h 3"/>
              <a:gd name="T40" fmla="*/ 0 w 2"/>
              <a:gd name="T41" fmla="*/ 2147483647 h 3"/>
              <a:gd name="T42" fmla="*/ 0 w 2"/>
              <a:gd name="T43" fmla="*/ 2147483647 h 3"/>
              <a:gd name="T44" fmla="*/ 0 w 2"/>
              <a:gd name="T45" fmla="*/ 2147483647 h 3"/>
              <a:gd name="T46" fmla="*/ 0 w 2"/>
              <a:gd name="T47" fmla="*/ 2147483647 h 3"/>
              <a:gd name="T48" fmla="*/ 0 w 2"/>
              <a:gd name="T49" fmla="*/ 2147483647 h 3"/>
              <a:gd name="T50" fmla="*/ 0 w 2"/>
              <a:gd name="T51" fmla="*/ 2147483647 h 3"/>
              <a:gd name="T52" fmla="*/ 0 w 2"/>
              <a:gd name="T53" fmla="*/ 2147483647 h 3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2" h="3">
                <a:moveTo>
                  <a:pt x="0" y="3"/>
                </a:moveTo>
                <a:lnTo>
                  <a:pt x="0" y="3"/>
                </a:lnTo>
                <a:lnTo>
                  <a:pt x="2" y="3"/>
                </a:lnTo>
                <a:lnTo>
                  <a:pt x="0" y="0"/>
                </a:lnTo>
                <a:lnTo>
                  <a:pt x="0" y="3"/>
                </a:lnTo>
                <a:lnTo>
                  <a:pt x="0" y="0"/>
                </a:lnTo>
                <a:lnTo>
                  <a:pt x="0" y="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" name="Line 1187"/>
          <p:cNvSpPr>
            <a:spLocks noChangeShapeType="1"/>
          </p:cNvSpPr>
          <p:nvPr/>
        </p:nvSpPr>
        <p:spPr bwMode="auto">
          <a:xfrm>
            <a:off x="569914" y="520700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" name="Line 1188"/>
          <p:cNvSpPr>
            <a:spLocks noChangeShapeType="1"/>
          </p:cNvSpPr>
          <p:nvPr/>
        </p:nvSpPr>
        <p:spPr bwMode="auto">
          <a:xfrm>
            <a:off x="569914" y="520700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" name="Freeform 1208"/>
          <p:cNvSpPr>
            <a:spLocks/>
          </p:cNvSpPr>
          <p:nvPr/>
        </p:nvSpPr>
        <p:spPr bwMode="auto">
          <a:xfrm>
            <a:off x="595313" y="557215"/>
            <a:ext cx="1587" cy="1587"/>
          </a:xfrm>
          <a:custGeom>
            <a:avLst/>
            <a:gdLst>
              <a:gd name="T0" fmla="*/ 0 w 1587"/>
              <a:gd name="T1" fmla="*/ 0 h 1587"/>
              <a:gd name="T2" fmla="*/ 0 w 1587"/>
              <a:gd name="T3" fmla="*/ 0 h 1587"/>
              <a:gd name="T4" fmla="*/ 0 w 1587"/>
              <a:gd name="T5" fmla="*/ 0 h 15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87" h="1587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7" name="Freeform 1210"/>
          <p:cNvSpPr>
            <a:spLocks/>
          </p:cNvSpPr>
          <p:nvPr/>
        </p:nvSpPr>
        <p:spPr bwMode="auto">
          <a:xfrm>
            <a:off x="595314" y="557215"/>
            <a:ext cx="3175" cy="3175"/>
          </a:xfrm>
          <a:custGeom>
            <a:avLst/>
            <a:gdLst>
              <a:gd name="T0" fmla="*/ 0 w 2"/>
              <a:gd name="T1" fmla="*/ 2147483647 h 2"/>
              <a:gd name="T2" fmla="*/ 0 w 2"/>
              <a:gd name="T3" fmla="*/ 2147483647 h 2"/>
              <a:gd name="T4" fmla="*/ 2147483647 w 2"/>
              <a:gd name="T5" fmla="*/ 2147483647 h 2"/>
              <a:gd name="T6" fmla="*/ 2147483647 w 2"/>
              <a:gd name="T7" fmla="*/ 0 h 2"/>
              <a:gd name="T8" fmla="*/ 2147483647 w 2"/>
              <a:gd name="T9" fmla="*/ 0 h 2"/>
              <a:gd name="T10" fmla="*/ 0 w 2"/>
              <a:gd name="T11" fmla="*/ 0 h 2"/>
              <a:gd name="T12" fmla="*/ 0 w 2"/>
              <a:gd name="T13" fmla="*/ 0 h 2"/>
              <a:gd name="T14" fmla="*/ 0 w 2"/>
              <a:gd name="T15" fmla="*/ 0 h 2"/>
              <a:gd name="T16" fmla="*/ 0 w 2"/>
              <a:gd name="T17" fmla="*/ 2147483647 h 2"/>
              <a:gd name="T18" fmla="*/ 0 w 2"/>
              <a:gd name="T19" fmla="*/ 2147483647 h 2"/>
              <a:gd name="T20" fmla="*/ 2147483647 w 2"/>
              <a:gd name="T21" fmla="*/ 2147483647 h 2"/>
              <a:gd name="T22" fmla="*/ 2147483647 w 2"/>
              <a:gd name="T23" fmla="*/ 0 h 2"/>
              <a:gd name="T24" fmla="*/ 2147483647 w 2"/>
              <a:gd name="T25" fmla="*/ 0 h 2"/>
              <a:gd name="T26" fmla="*/ 0 w 2"/>
              <a:gd name="T27" fmla="*/ 0 h 2"/>
              <a:gd name="T28" fmla="*/ 0 w 2"/>
              <a:gd name="T29" fmla="*/ 0 h 2"/>
              <a:gd name="T30" fmla="*/ 0 w 2"/>
              <a:gd name="T31" fmla="*/ 0 h 2"/>
              <a:gd name="T32" fmla="*/ 0 w 2"/>
              <a:gd name="T33" fmla="*/ 2147483647 h 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8" name="Freeform 1214"/>
          <p:cNvSpPr>
            <a:spLocks/>
          </p:cNvSpPr>
          <p:nvPr/>
        </p:nvSpPr>
        <p:spPr bwMode="auto">
          <a:xfrm>
            <a:off x="595314" y="557215"/>
            <a:ext cx="3175" cy="3175"/>
          </a:xfrm>
          <a:custGeom>
            <a:avLst/>
            <a:gdLst>
              <a:gd name="T0" fmla="*/ 0 w 2"/>
              <a:gd name="T1" fmla="*/ 2147483647 h 2"/>
              <a:gd name="T2" fmla="*/ 2147483647 w 2"/>
              <a:gd name="T3" fmla="*/ 2147483647 h 2"/>
              <a:gd name="T4" fmla="*/ 0 w 2"/>
              <a:gd name="T5" fmla="*/ 0 h 2"/>
              <a:gd name="T6" fmla="*/ 0 w 2"/>
              <a:gd name="T7" fmla="*/ 2147483647 h 2"/>
              <a:gd name="T8" fmla="*/ 0 w 2"/>
              <a:gd name="T9" fmla="*/ 2147483647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9" name="Rectangle 1215"/>
          <p:cNvSpPr>
            <a:spLocks noChangeArrowheads="1"/>
          </p:cNvSpPr>
          <p:nvPr/>
        </p:nvSpPr>
        <p:spPr bwMode="auto">
          <a:xfrm>
            <a:off x="595313" y="627065"/>
            <a:ext cx="1587" cy="158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30" name="Freeform 1217"/>
          <p:cNvSpPr>
            <a:spLocks/>
          </p:cNvSpPr>
          <p:nvPr/>
        </p:nvSpPr>
        <p:spPr bwMode="auto">
          <a:xfrm>
            <a:off x="595313" y="627065"/>
            <a:ext cx="1587" cy="1587"/>
          </a:xfrm>
          <a:custGeom>
            <a:avLst/>
            <a:gdLst>
              <a:gd name="T0" fmla="*/ 0 w 1587"/>
              <a:gd name="T1" fmla="*/ 0 h 1587"/>
              <a:gd name="T2" fmla="*/ 0 w 1587"/>
              <a:gd name="T3" fmla="*/ 0 h 1587"/>
              <a:gd name="T4" fmla="*/ 0 w 1587"/>
              <a:gd name="T5" fmla="*/ 0 h 1587"/>
              <a:gd name="T6" fmla="*/ 0 w 1587"/>
              <a:gd name="T7" fmla="*/ 0 h 1587"/>
              <a:gd name="T8" fmla="*/ 0 w 1587"/>
              <a:gd name="T9" fmla="*/ 0 h 1587"/>
              <a:gd name="T10" fmla="*/ 0 w 1587"/>
              <a:gd name="T11" fmla="*/ 0 h 1587"/>
              <a:gd name="T12" fmla="*/ 0 w 1587"/>
              <a:gd name="T13" fmla="*/ 0 h 1587"/>
              <a:gd name="T14" fmla="*/ 0 w 1587"/>
              <a:gd name="T15" fmla="*/ 0 h 1587"/>
              <a:gd name="T16" fmla="*/ 0 w 1587"/>
              <a:gd name="T17" fmla="*/ 0 h 1587"/>
              <a:gd name="T18" fmla="*/ 0 w 1587"/>
              <a:gd name="T19" fmla="*/ 0 h 1587"/>
              <a:gd name="T20" fmla="*/ 0 w 1587"/>
              <a:gd name="T21" fmla="*/ 0 h 1587"/>
              <a:gd name="T22" fmla="*/ 0 w 1587"/>
              <a:gd name="T23" fmla="*/ 0 h 1587"/>
              <a:gd name="T24" fmla="*/ 0 w 1587"/>
              <a:gd name="T25" fmla="*/ 0 h 1587"/>
              <a:gd name="T26" fmla="*/ 0 w 1587"/>
              <a:gd name="T27" fmla="*/ 0 h 1587"/>
              <a:gd name="T28" fmla="*/ 0 w 1587"/>
              <a:gd name="T29" fmla="*/ 0 h 1587"/>
              <a:gd name="T30" fmla="*/ 0 w 1587"/>
              <a:gd name="T31" fmla="*/ 0 h 1587"/>
              <a:gd name="T32" fmla="*/ 0 w 1587"/>
              <a:gd name="T33" fmla="*/ 0 h 1587"/>
              <a:gd name="T34" fmla="*/ 0 w 1587"/>
              <a:gd name="T35" fmla="*/ 0 h 1587"/>
              <a:gd name="T36" fmla="*/ 0 w 1587"/>
              <a:gd name="T37" fmla="*/ 0 h 1587"/>
              <a:gd name="T38" fmla="*/ 0 w 1587"/>
              <a:gd name="T39" fmla="*/ 0 h 1587"/>
              <a:gd name="T40" fmla="*/ 0 w 1587"/>
              <a:gd name="T41" fmla="*/ 0 h 1587"/>
              <a:gd name="T42" fmla="*/ 0 w 1587"/>
              <a:gd name="T43" fmla="*/ 0 h 1587"/>
              <a:gd name="T44" fmla="*/ 0 w 1587"/>
              <a:gd name="T45" fmla="*/ 0 h 1587"/>
              <a:gd name="T46" fmla="*/ 0 w 1587"/>
              <a:gd name="T47" fmla="*/ 0 h 1587"/>
              <a:gd name="T48" fmla="*/ 0 w 1587"/>
              <a:gd name="T49" fmla="*/ 0 h 1587"/>
              <a:gd name="T50" fmla="*/ 0 w 1587"/>
              <a:gd name="T51" fmla="*/ 0 h 1587"/>
              <a:gd name="T52" fmla="*/ 0 w 1587"/>
              <a:gd name="T53" fmla="*/ 0 h 1587"/>
              <a:gd name="T54" fmla="*/ 0 w 1587"/>
              <a:gd name="T55" fmla="*/ 0 h 1587"/>
              <a:gd name="T56" fmla="*/ 0 w 1587"/>
              <a:gd name="T57" fmla="*/ 0 h 1587"/>
              <a:gd name="T58" fmla="*/ 0 w 1587"/>
              <a:gd name="T59" fmla="*/ 0 h 158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1587" h="1587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" name="Freeform 1219"/>
          <p:cNvSpPr>
            <a:spLocks/>
          </p:cNvSpPr>
          <p:nvPr/>
        </p:nvSpPr>
        <p:spPr bwMode="auto">
          <a:xfrm>
            <a:off x="731839" y="541340"/>
            <a:ext cx="1587" cy="1587"/>
          </a:xfrm>
          <a:custGeom>
            <a:avLst/>
            <a:gdLst>
              <a:gd name="T0" fmla="*/ 0 w 1587"/>
              <a:gd name="T1" fmla="*/ 0 h 1587"/>
              <a:gd name="T2" fmla="*/ 0 w 1587"/>
              <a:gd name="T3" fmla="*/ 0 h 1587"/>
              <a:gd name="T4" fmla="*/ 0 w 1587"/>
              <a:gd name="T5" fmla="*/ 0 h 15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87" h="1587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2" name="Freeform 1221"/>
          <p:cNvSpPr>
            <a:spLocks/>
          </p:cNvSpPr>
          <p:nvPr/>
        </p:nvSpPr>
        <p:spPr bwMode="auto">
          <a:xfrm>
            <a:off x="731839" y="541340"/>
            <a:ext cx="3175" cy="3175"/>
          </a:xfrm>
          <a:custGeom>
            <a:avLst/>
            <a:gdLst>
              <a:gd name="T0" fmla="*/ 2147483647 w 2"/>
              <a:gd name="T1" fmla="*/ 0 h 2"/>
              <a:gd name="T2" fmla="*/ 2147483647 w 2"/>
              <a:gd name="T3" fmla="*/ 0 h 2"/>
              <a:gd name="T4" fmla="*/ 2147483647 w 2"/>
              <a:gd name="T5" fmla="*/ 0 h 2"/>
              <a:gd name="T6" fmla="*/ 0 w 2"/>
              <a:gd name="T7" fmla="*/ 0 h 2"/>
              <a:gd name="T8" fmla="*/ 0 w 2"/>
              <a:gd name="T9" fmla="*/ 0 h 2"/>
              <a:gd name="T10" fmla="*/ 0 w 2"/>
              <a:gd name="T11" fmla="*/ 2147483647 h 2"/>
              <a:gd name="T12" fmla="*/ 2147483647 w 2"/>
              <a:gd name="T13" fmla="*/ 0 h 2"/>
              <a:gd name="T14" fmla="*/ 2147483647 w 2"/>
              <a:gd name="T15" fmla="*/ 0 h 2"/>
              <a:gd name="T16" fmla="*/ 2147483647 w 2"/>
              <a:gd name="T17" fmla="*/ 0 h 2"/>
              <a:gd name="T18" fmla="*/ 0 w 2"/>
              <a:gd name="T19" fmla="*/ 0 h 2"/>
              <a:gd name="T20" fmla="*/ 0 w 2"/>
              <a:gd name="T21" fmla="*/ 0 h 2"/>
              <a:gd name="T22" fmla="*/ 0 w 2"/>
              <a:gd name="T23" fmla="*/ 2147483647 h 2"/>
              <a:gd name="T24" fmla="*/ 2147483647 w 2"/>
              <a:gd name="T25" fmla="*/ 0 h 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3" name="Freeform 1234"/>
          <p:cNvSpPr>
            <a:spLocks/>
          </p:cNvSpPr>
          <p:nvPr/>
        </p:nvSpPr>
        <p:spPr bwMode="auto">
          <a:xfrm>
            <a:off x="722314" y="550865"/>
            <a:ext cx="3175" cy="1587"/>
          </a:xfrm>
          <a:custGeom>
            <a:avLst/>
            <a:gdLst>
              <a:gd name="T0" fmla="*/ 0 w 2"/>
              <a:gd name="T1" fmla="*/ 0 h 1587"/>
              <a:gd name="T2" fmla="*/ 0 w 2"/>
              <a:gd name="T3" fmla="*/ 0 h 1587"/>
              <a:gd name="T4" fmla="*/ 2147483647 w 2"/>
              <a:gd name="T5" fmla="*/ 0 h 1587"/>
              <a:gd name="T6" fmla="*/ 2147483647 w 2"/>
              <a:gd name="T7" fmla="*/ 0 h 1587"/>
              <a:gd name="T8" fmla="*/ 2147483647 w 2"/>
              <a:gd name="T9" fmla="*/ 0 h 1587"/>
              <a:gd name="T10" fmla="*/ 2147483647 w 2"/>
              <a:gd name="T11" fmla="*/ 0 h 1587"/>
              <a:gd name="T12" fmla="*/ 0 w 2"/>
              <a:gd name="T13" fmla="*/ 0 h 1587"/>
              <a:gd name="T14" fmla="*/ 0 w 2"/>
              <a:gd name="T15" fmla="*/ 0 h 1587"/>
              <a:gd name="T16" fmla="*/ 0 w 2"/>
              <a:gd name="T17" fmla="*/ 0 h 1587"/>
              <a:gd name="T18" fmla="*/ 0 w 2"/>
              <a:gd name="T19" fmla="*/ 0 h 1587"/>
              <a:gd name="T20" fmla="*/ 0 w 2"/>
              <a:gd name="T21" fmla="*/ 0 h 1587"/>
              <a:gd name="T22" fmla="*/ 0 w 2"/>
              <a:gd name="T23" fmla="*/ 0 h 1587"/>
              <a:gd name="T24" fmla="*/ 2147483647 w 2"/>
              <a:gd name="T25" fmla="*/ 0 h 1587"/>
              <a:gd name="T26" fmla="*/ 2147483647 w 2"/>
              <a:gd name="T27" fmla="*/ 0 h 1587"/>
              <a:gd name="T28" fmla="*/ 2147483647 w 2"/>
              <a:gd name="T29" fmla="*/ 0 h 1587"/>
              <a:gd name="T30" fmla="*/ 0 w 2"/>
              <a:gd name="T31" fmla="*/ 0 h 1587"/>
              <a:gd name="T32" fmla="*/ 0 w 2"/>
              <a:gd name="T33" fmla="*/ 0 h 1587"/>
              <a:gd name="T34" fmla="*/ 2147483647 w 2"/>
              <a:gd name="T35" fmla="*/ 0 h 1587"/>
              <a:gd name="T36" fmla="*/ 0 w 2"/>
              <a:gd name="T37" fmla="*/ 0 h 1587"/>
              <a:gd name="T38" fmla="*/ 0 w 2"/>
              <a:gd name="T39" fmla="*/ 0 h 1587"/>
              <a:gd name="T40" fmla="*/ 0 w 2"/>
              <a:gd name="T41" fmla="*/ 0 h 1587"/>
              <a:gd name="T42" fmla="*/ 0 w 2"/>
              <a:gd name="T43" fmla="*/ 0 h 1587"/>
              <a:gd name="T44" fmla="*/ 0 w 2"/>
              <a:gd name="T45" fmla="*/ 0 h 1587"/>
              <a:gd name="T46" fmla="*/ 0 w 2"/>
              <a:gd name="T47" fmla="*/ 0 h 1587"/>
              <a:gd name="T48" fmla="*/ 0 w 2"/>
              <a:gd name="T49" fmla="*/ 0 h 1587"/>
              <a:gd name="T50" fmla="*/ 0 w 2"/>
              <a:gd name="T51" fmla="*/ 0 h 1587"/>
              <a:gd name="T52" fmla="*/ 0 w 2"/>
              <a:gd name="T53" fmla="*/ 0 h 1587"/>
              <a:gd name="T54" fmla="*/ 0 w 2"/>
              <a:gd name="T55" fmla="*/ 0 h 1587"/>
              <a:gd name="T56" fmla="*/ 0 w 2"/>
              <a:gd name="T57" fmla="*/ 0 h 1587"/>
              <a:gd name="T58" fmla="*/ 0 w 2"/>
              <a:gd name="T59" fmla="*/ 0 h 1587"/>
              <a:gd name="T60" fmla="*/ 0 w 2"/>
              <a:gd name="T61" fmla="*/ 0 h 1587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" h="1587">
                <a:moveTo>
                  <a:pt x="0" y="0"/>
                </a:move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4" name="Line 1237"/>
          <p:cNvSpPr>
            <a:spLocks noChangeShapeType="1"/>
          </p:cNvSpPr>
          <p:nvPr/>
        </p:nvSpPr>
        <p:spPr bwMode="auto">
          <a:xfrm>
            <a:off x="728663" y="544515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5" name="Line 1238"/>
          <p:cNvSpPr>
            <a:spLocks noChangeShapeType="1"/>
          </p:cNvSpPr>
          <p:nvPr/>
        </p:nvSpPr>
        <p:spPr bwMode="auto">
          <a:xfrm>
            <a:off x="728663" y="544515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6" name="Freeform 1240"/>
          <p:cNvSpPr>
            <a:spLocks/>
          </p:cNvSpPr>
          <p:nvPr/>
        </p:nvSpPr>
        <p:spPr bwMode="auto">
          <a:xfrm>
            <a:off x="728663" y="541340"/>
            <a:ext cx="1587" cy="3175"/>
          </a:xfrm>
          <a:custGeom>
            <a:avLst/>
            <a:gdLst>
              <a:gd name="T0" fmla="*/ 0 w 1587"/>
              <a:gd name="T1" fmla="*/ 2147483647 h 2"/>
              <a:gd name="T2" fmla="*/ 0 w 1587"/>
              <a:gd name="T3" fmla="*/ 2147483647 h 2"/>
              <a:gd name="T4" fmla="*/ 0 w 1587"/>
              <a:gd name="T5" fmla="*/ 0 h 2"/>
              <a:gd name="T6" fmla="*/ 0 w 1587"/>
              <a:gd name="T7" fmla="*/ 2147483647 h 2"/>
              <a:gd name="T8" fmla="*/ 0 w 1587"/>
              <a:gd name="T9" fmla="*/ 2147483647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87" h="2">
                <a:moveTo>
                  <a:pt x="0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7" name="Freeform 1243"/>
          <p:cNvSpPr>
            <a:spLocks/>
          </p:cNvSpPr>
          <p:nvPr/>
        </p:nvSpPr>
        <p:spPr bwMode="auto">
          <a:xfrm>
            <a:off x="728664" y="538165"/>
            <a:ext cx="3175" cy="3175"/>
          </a:xfrm>
          <a:custGeom>
            <a:avLst/>
            <a:gdLst>
              <a:gd name="T0" fmla="*/ 2147483647 w 2"/>
              <a:gd name="T1" fmla="*/ 2147483647 h 2"/>
              <a:gd name="T2" fmla="*/ 2147483647 w 2"/>
              <a:gd name="T3" fmla="*/ 2147483647 h 2"/>
              <a:gd name="T4" fmla="*/ 2147483647 w 2"/>
              <a:gd name="T5" fmla="*/ 2147483647 h 2"/>
              <a:gd name="T6" fmla="*/ 2147483647 w 2"/>
              <a:gd name="T7" fmla="*/ 2147483647 h 2"/>
              <a:gd name="T8" fmla="*/ 0 w 2"/>
              <a:gd name="T9" fmla="*/ 2147483647 h 2"/>
              <a:gd name="T10" fmla="*/ 0 w 2"/>
              <a:gd name="T11" fmla="*/ 2147483647 h 2"/>
              <a:gd name="T12" fmla="*/ 2147483647 w 2"/>
              <a:gd name="T13" fmla="*/ 2147483647 h 2"/>
              <a:gd name="T14" fmla="*/ 0 w 2"/>
              <a:gd name="T15" fmla="*/ 2147483647 h 2"/>
              <a:gd name="T16" fmla="*/ 0 w 2"/>
              <a:gd name="T17" fmla="*/ 2147483647 h 2"/>
              <a:gd name="T18" fmla="*/ 0 w 2"/>
              <a:gd name="T19" fmla="*/ 2147483647 h 2"/>
              <a:gd name="T20" fmla="*/ 0 w 2"/>
              <a:gd name="T21" fmla="*/ 2147483647 h 2"/>
              <a:gd name="T22" fmla="*/ 0 w 2"/>
              <a:gd name="T23" fmla="*/ 2147483647 h 2"/>
              <a:gd name="T24" fmla="*/ 0 w 2"/>
              <a:gd name="T25" fmla="*/ 2147483647 h 2"/>
              <a:gd name="T26" fmla="*/ 0 w 2"/>
              <a:gd name="T27" fmla="*/ 2147483647 h 2"/>
              <a:gd name="T28" fmla="*/ 0 w 2"/>
              <a:gd name="T29" fmla="*/ 2147483647 h 2"/>
              <a:gd name="T30" fmla="*/ 0 w 2"/>
              <a:gd name="T31" fmla="*/ 2147483647 h 2"/>
              <a:gd name="T32" fmla="*/ 0 w 2"/>
              <a:gd name="T33" fmla="*/ 2147483647 h 2"/>
              <a:gd name="T34" fmla="*/ 0 w 2"/>
              <a:gd name="T35" fmla="*/ 2147483647 h 2"/>
              <a:gd name="T36" fmla="*/ 0 w 2"/>
              <a:gd name="T37" fmla="*/ 2147483647 h 2"/>
              <a:gd name="T38" fmla="*/ 2147483647 w 2"/>
              <a:gd name="T39" fmla="*/ 2147483647 h 2"/>
              <a:gd name="T40" fmla="*/ 2147483647 w 2"/>
              <a:gd name="T41" fmla="*/ 2147483647 h 2"/>
              <a:gd name="T42" fmla="*/ 2147483647 w 2"/>
              <a:gd name="T43" fmla="*/ 2147483647 h 2"/>
              <a:gd name="T44" fmla="*/ 2147483647 w 2"/>
              <a:gd name="T45" fmla="*/ 2147483647 h 2"/>
              <a:gd name="T46" fmla="*/ 2147483647 w 2"/>
              <a:gd name="T47" fmla="*/ 2147483647 h 2"/>
              <a:gd name="T48" fmla="*/ 0 w 2"/>
              <a:gd name="T49" fmla="*/ 0 h 2"/>
              <a:gd name="T50" fmla="*/ 0 w 2"/>
              <a:gd name="T51" fmla="*/ 2147483647 h 2"/>
              <a:gd name="T52" fmla="*/ 0 w 2"/>
              <a:gd name="T53" fmla="*/ 2147483647 h 2"/>
              <a:gd name="T54" fmla="*/ 0 w 2"/>
              <a:gd name="T55" fmla="*/ 2147483647 h 2"/>
              <a:gd name="T56" fmla="*/ 2147483647 w 2"/>
              <a:gd name="T57" fmla="*/ 2147483647 h 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2" h="2">
                <a:moveTo>
                  <a:pt x="2" y="2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8" name="Freeform 1246"/>
          <p:cNvSpPr>
            <a:spLocks/>
          </p:cNvSpPr>
          <p:nvPr/>
        </p:nvSpPr>
        <p:spPr bwMode="auto">
          <a:xfrm>
            <a:off x="725489" y="547690"/>
            <a:ext cx="3175" cy="3175"/>
          </a:xfrm>
          <a:custGeom>
            <a:avLst/>
            <a:gdLst>
              <a:gd name="T0" fmla="*/ 0 w 2"/>
              <a:gd name="T1" fmla="*/ 2147483647 h 2"/>
              <a:gd name="T2" fmla="*/ 0 w 2"/>
              <a:gd name="T3" fmla="*/ 2147483647 h 2"/>
              <a:gd name="T4" fmla="*/ 2147483647 w 2"/>
              <a:gd name="T5" fmla="*/ 0 h 2"/>
              <a:gd name="T6" fmla="*/ 2147483647 w 2"/>
              <a:gd name="T7" fmla="*/ 0 h 2"/>
              <a:gd name="T8" fmla="*/ 0 w 2"/>
              <a:gd name="T9" fmla="*/ 0 h 2"/>
              <a:gd name="T10" fmla="*/ 0 w 2"/>
              <a:gd name="T11" fmla="*/ 0 h 2"/>
              <a:gd name="T12" fmla="*/ 0 w 2"/>
              <a:gd name="T13" fmla="*/ 2147483647 h 2"/>
              <a:gd name="T14" fmla="*/ 0 w 2"/>
              <a:gd name="T15" fmla="*/ 2147483647 h 2"/>
              <a:gd name="T16" fmla="*/ 2147483647 w 2"/>
              <a:gd name="T17" fmla="*/ 0 h 2"/>
              <a:gd name="T18" fmla="*/ 2147483647 w 2"/>
              <a:gd name="T19" fmla="*/ 0 h 2"/>
              <a:gd name="T20" fmla="*/ 0 w 2"/>
              <a:gd name="T21" fmla="*/ 0 h 2"/>
              <a:gd name="T22" fmla="*/ 0 w 2"/>
              <a:gd name="T23" fmla="*/ 0 h 2"/>
              <a:gd name="T24" fmla="*/ 0 w 2"/>
              <a:gd name="T25" fmla="*/ 0 h 2"/>
              <a:gd name="T26" fmla="*/ 0 w 2"/>
              <a:gd name="T27" fmla="*/ 0 h 2"/>
              <a:gd name="T28" fmla="*/ 0 w 2"/>
              <a:gd name="T29" fmla="*/ 0 h 2"/>
              <a:gd name="T30" fmla="*/ 0 w 2"/>
              <a:gd name="T31" fmla="*/ 0 h 2"/>
              <a:gd name="T32" fmla="*/ 0 w 2"/>
              <a:gd name="T33" fmla="*/ 0 h 2"/>
              <a:gd name="T34" fmla="*/ 0 w 2"/>
              <a:gd name="T35" fmla="*/ 0 h 2"/>
              <a:gd name="T36" fmla="*/ 0 w 2"/>
              <a:gd name="T37" fmla="*/ 0 h 2"/>
              <a:gd name="T38" fmla="*/ 0 w 2"/>
              <a:gd name="T39" fmla="*/ 0 h 2"/>
              <a:gd name="T40" fmla="*/ 0 w 2"/>
              <a:gd name="T41" fmla="*/ 0 h 2"/>
              <a:gd name="T42" fmla="*/ 0 w 2"/>
              <a:gd name="T43" fmla="*/ 0 h 2"/>
              <a:gd name="T44" fmla="*/ 0 w 2"/>
              <a:gd name="T45" fmla="*/ 0 h 2"/>
              <a:gd name="T46" fmla="*/ 0 w 2"/>
              <a:gd name="T47" fmla="*/ 2147483647 h 2"/>
              <a:gd name="T48" fmla="*/ 0 w 2"/>
              <a:gd name="T49" fmla="*/ 2147483647 h 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0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" name="Freeform 1250"/>
          <p:cNvSpPr>
            <a:spLocks/>
          </p:cNvSpPr>
          <p:nvPr/>
        </p:nvSpPr>
        <p:spPr bwMode="auto">
          <a:xfrm>
            <a:off x="731839" y="530225"/>
            <a:ext cx="3175" cy="1588"/>
          </a:xfrm>
          <a:custGeom>
            <a:avLst/>
            <a:gdLst>
              <a:gd name="T0" fmla="*/ 2147483647 w 2"/>
              <a:gd name="T1" fmla="*/ 0 h 1588"/>
              <a:gd name="T2" fmla="*/ 0 w 2"/>
              <a:gd name="T3" fmla="*/ 0 h 1588"/>
              <a:gd name="T4" fmla="*/ 2147483647 w 2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" h="1588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0" name="Freeform 1252"/>
          <p:cNvSpPr>
            <a:spLocks/>
          </p:cNvSpPr>
          <p:nvPr/>
        </p:nvSpPr>
        <p:spPr bwMode="auto">
          <a:xfrm>
            <a:off x="731839" y="527050"/>
            <a:ext cx="3175" cy="7938"/>
          </a:xfrm>
          <a:custGeom>
            <a:avLst/>
            <a:gdLst>
              <a:gd name="T0" fmla="*/ 2147483647 w 2"/>
              <a:gd name="T1" fmla="*/ 2147483647 h 5"/>
              <a:gd name="T2" fmla="*/ 2147483647 w 2"/>
              <a:gd name="T3" fmla="*/ 2147483647 h 5"/>
              <a:gd name="T4" fmla="*/ 0 w 2"/>
              <a:gd name="T5" fmla="*/ 0 h 5"/>
              <a:gd name="T6" fmla="*/ 0 w 2"/>
              <a:gd name="T7" fmla="*/ 2147483647 h 5"/>
              <a:gd name="T8" fmla="*/ 0 w 2"/>
              <a:gd name="T9" fmla="*/ 2147483647 h 5"/>
              <a:gd name="T10" fmla="*/ 2147483647 w 2"/>
              <a:gd name="T11" fmla="*/ 2147483647 h 5"/>
              <a:gd name="T12" fmla="*/ 2147483647 w 2"/>
              <a:gd name="T13" fmla="*/ 2147483647 h 5"/>
              <a:gd name="T14" fmla="*/ 2147483647 w 2"/>
              <a:gd name="T15" fmla="*/ 2147483647 h 5"/>
              <a:gd name="T16" fmla="*/ 0 w 2"/>
              <a:gd name="T17" fmla="*/ 0 h 5"/>
              <a:gd name="T18" fmla="*/ 0 w 2"/>
              <a:gd name="T19" fmla="*/ 2147483647 h 5"/>
              <a:gd name="T20" fmla="*/ 0 w 2"/>
              <a:gd name="T21" fmla="*/ 2147483647 h 5"/>
              <a:gd name="T22" fmla="*/ 2147483647 w 2"/>
              <a:gd name="T23" fmla="*/ 2147483647 h 5"/>
              <a:gd name="T24" fmla="*/ 2147483647 w 2"/>
              <a:gd name="T25" fmla="*/ 2147483647 h 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" h="5">
                <a:moveTo>
                  <a:pt x="2" y="2"/>
                </a:move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  <a:lnTo>
                  <a:pt x="2" y="5"/>
                </a:ln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  <a:lnTo>
                  <a:pt x="2" y="5"/>
                </a:lnTo>
                <a:lnTo>
                  <a:pt x="2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1" name="Freeform 1255"/>
          <p:cNvSpPr>
            <a:spLocks/>
          </p:cNvSpPr>
          <p:nvPr/>
        </p:nvSpPr>
        <p:spPr bwMode="auto">
          <a:xfrm>
            <a:off x="712789" y="550865"/>
            <a:ext cx="3175" cy="1587"/>
          </a:xfrm>
          <a:custGeom>
            <a:avLst/>
            <a:gdLst>
              <a:gd name="T0" fmla="*/ 0 w 2"/>
              <a:gd name="T1" fmla="*/ 0 h 1587"/>
              <a:gd name="T2" fmla="*/ 2147483647 w 2"/>
              <a:gd name="T3" fmla="*/ 0 h 1587"/>
              <a:gd name="T4" fmla="*/ 2147483647 w 2"/>
              <a:gd name="T5" fmla="*/ 0 h 1587"/>
              <a:gd name="T6" fmla="*/ 2147483647 w 2"/>
              <a:gd name="T7" fmla="*/ 0 h 1587"/>
              <a:gd name="T8" fmla="*/ 2147483647 w 2"/>
              <a:gd name="T9" fmla="*/ 0 h 1587"/>
              <a:gd name="T10" fmla="*/ 0 w 2"/>
              <a:gd name="T11" fmla="*/ 0 h 1587"/>
              <a:gd name="T12" fmla="*/ 0 w 2"/>
              <a:gd name="T13" fmla="*/ 0 h 1587"/>
              <a:gd name="T14" fmla="*/ 0 w 2"/>
              <a:gd name="T15" fmla="*/ 0 h 1587"/>
              <a:gd name="T16" fmla="*/ 0 w 2"/>
              <a:gd name="T17" fmla="*/ 0 h 1587"/>
              <a:gd name="T18" fmla="*/ 2147483647 w 2"/>
              <a:gd name="T19" fmla="*/ 0 h 1587"/>
              <a:gd name="T20" fmla="*/ 2147483647 w 2"/>
              <a:gd name="T21" fmla="*/ 0 h 1587"/>
              <a:gd name="T22" fmla="*/ 2147483647 w 2"/>
              <a:gd name="T23" fmla="*/ 0 h 1587"/>
              <a:gd name="T24" fmla="*/ 2147483647 w 2"/>
              <a:gd name="T25" fmla="*/ 0 h 1587"/>
              <a:gd name="T26" fmla="*/ 2147483647 w 2"/>
              <a:gd name="T27" fmla="*/ 0 h 1587"/>
              <a:gd name="T28" fmla="*/ 2147483647 w 2"/>
              <a:gd name="T29" fmla="*/ 0 h 1587"/>
              <a:gd name="T30" fmla="*/ 2147483647 w 2"/>
              <a:gd name="T31" fmla="*/ 0 h 1587"/>
              <a:gd name="T32" fmla="*/ 2147483647 w 2"/>
              <a:gd name="T33" fmla="*/ 0 h 1587"/>
              <a:gd name="T34" fmla="*/ 2147483647 w 2"/>
              <a:gd name="T35" fmla="*/ 0 h 1587"/>
              <a:gd name="T36" fmla="*/ 2147483647 w 2"/>
              <a:gd name="T37" fmla="*/ 0 h 1587"/>
              <a:gd name="T38" fmla="*/ 2147483647 w 2"/>
              <a:gd name="T39" fmla="*/ 0 h 1587"/>
              <a:gd name="T40" fmla="*/ 2147483647 w 2"/>
              <a:gd name="T41" fmla="*/ 0 h 1587"/>
              <a:gd name="T42" fmla="*/ 2147483647 w 2"/>
              <a:gd name="T43" fmla="*/ 0 h 1587"/>
              <a:gd name="T44" fmla="*/ 2147483647 w 2"/>
              <a:gd name="T45" fmla="*/ 0 h 1587"/>
              <a:gd name="T46" fmla="*/ 2147483647 w 2"/>
              <a:gd name="T47" fmla="*/ 0 h 1587"/>
              <a:gd name="T48" fmla="*/ 2147483647 w 2"/>
              <a:gd name="T49" fmla="*/ 0 h 1587"/>
              <a:gd name="T50" fmla="*/ 2147483647 w 2"/>
              <a:gd name="T51" fmla="*/ 0 h 1587"/>
              <a:gd name="T52" fmla="*/ 2147483647 w 2"/>
              <a:gd name="T53" fmla="*/ 0 h 1587"/>
              <a:gd name="T54" fmla="*/ 2147483647 w 2"/>
              <a:gd name="T55" fmla="*/ 0 h 1587"/>
              <a:gd name="T56" fmla="*/ 2147483647 w 2"/>
              <a:gd name="T57" fmla="*/ 0 h 1587"/>
              <a:gd name="T58" fmla="*/ 0 w 2"/>
              <a:gd name="T59" fmla="*/ 0 h 1587"/>
              <a:gd name="T60" fmla="*/ 0 w 2"/>
              <a:gd name="T61" fmla="*/ 0 h 1587"/>
              <a:gd name="T62" fmla="*/ 0 w 2"/>
              <a:gd name="T63" fmla="*/ 0 h 1587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2" h="1587">
                <a:moveTo>
                  <a:pt x="0" y="0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2" name="Rectangle 1256"/>
          <p:cNvSpPr>
            <a:spLocks noChangeArrowheads="1"/>
          </p:cNvSpPr>
          <p:nvPr/>
        </p:nvSpPr>
        <p:spPr bwMode="auto">
          <a:xfrm>
            <a:off x="722314" y="550865"/>
            <a:ext cx="1587" cy="15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43" name="Freeform 1258"/>
          <p:cNvSpPr>
            <a:spLocks/>
          </p:cNvSpPr>
          <p:nvPr/>
        </p:nvSpPr>
        <p:spPr bwMode="auto">
          <a:xfrm>
            <a:off x="722314" y="550865"/>
            <a:ext cx="1587" cy="1587"/>
          </a:xfrm>
          <a:custGeom>
            <a:avLst/>
            <a:gdLst>
              <a:gd name="T0" fmla="*/ 0 w 1587"/>
              <a:gd name="T1" fmla="*/ 0 h 1587"/>
              <a:gd name="T2" fmla="*/ 0 w 1587"/>
              <a:gd name="T3" fmla="*/ 0 h 1587"/>
              <a:gd name="T4" fmla="*/ 0 w 1587"/>
              <a:gd name="T5" fmla="*/ 0 h 1587"/>
              <a:gd name="T6" fmla="*/ 0 w 1587"/>
              <a:gd name="T7" fmla="*/ 0 h 1587"/>
              <a:gd name="T8" fmla="*/ 0 w 1587"/>
              <a:gd name="T9" fmla="*/ 0 h 1587"/>
              <a:gd name="T10" fmla="*/ 0 w 1587"/>
              <a:gd name="T11" fmla="*/ 0 h 1587"/>
              <a:gd name="T12" fmla="*/ 0 w 1587"/>
              <a:gd name="T13" fmla="*/ 0 h 1587"/>
              <a:gd name="T14" fmla="*/ 0 w 1587"/>
              <a:gd name="T15" fmla="*/ 0 h 1587"/>
              <a:gd name="T16" fmla="*/ 0 w 1587"/>
              <a:gd name="T17" fmla="*/ 0 h 1587"/>
              <a:gd name="T18" fmla="*/ 0 w 1587"/>
              <a:gd name="T19" fmla="*/ 0 h 1587"/>
              <a:gd name="T20" fmla="*/ 0 w 1587"/>
              <a:gd name="T21" fmla="*/ 0 h 1587"/>
              <a:gd name="T22" fmla="*/ 0 w 1587"/>
              <a:gd name="T23" fmla="*/ 0 h 1587"/>
              <a:gd name="T24" fmla="*/ 0 w 1587"/>
              <a:gd name="T25" fmla="*/ 0 h 1587"/>
              <a:gd name="T26" fmla="*/ 0 w 1587"/>
              <a:gd name="T27" fmla="*/ 0 h 1587"/>
              <a:gd name="T28" fmla="*/ 0 w 1587"/>
              <a:gd name="T29" fmla="*/ 0 h 1587"/>
              <a:gd name="T30" fmla="*/ 0 w 1587"/>
              <a:gd name="T31" fmla="*/ 0 h 1587"/>
              <a:gd name="T32" fmla="*/ 0 w 1587"/>
              <a:gd name="T33" fmla="*/ 0 h 1587"/>
              <a:gd name="T34" fmla="*/ 0 w 1587"/>
              <a:gd name="T35" fmla="*/ 0 h 1587"/>
              <a:gd name="T36" fmla="*/ 0 w 1587"/>
              <a:gd name="T37" fmla="*/ 0 h 1587"/>
              <a:gd name="T38" fmla="*/ 0 w 1587"/>
              <a:gd name="T39" fmla="*/ 0 h 1587"/>
              <a:gd name="T40" fmla="*/ 0 w 1587"/>
              <a:gd name="T41" fmla="*/ 0 h 1587"/>
              <a:gd name="T42" fmla="*/ 0 w 1587"/>
              <a:gd name="T43" fmla="*/ 0 h 1587"/>
              <a:gd name="T44" fmla="*/ 0 w 1587"/>
              <a:gd name="T45" fmla="*/ 0 h 1587"/>
              <a:gd name="T46" fmla="*/ 0 w 1587"/>
              <a:gd name="T47" fmla="*/ 0 h 1587"/>
              <a:gd name="T48" fmla="*/ 0 w 1587"/>
              <a:gd name="T49" fmla="*/ 0 h 1587"/>
              <a:gd name="T50" fmla="*/ 0 w 1587"/>
              <a:gd name="T51" fmla="*/ 0 h 1587"/>
              <a:gd name="T52" fmla="*/ 0 w 1587"/>
              <a:gd name="T53" fmla="*/ 0 h 1587"/>
              <a:gd name="T54" fmla="*/ 0 w 1587"/>
              <a:gd name="T55" fmla="*/ 0 h 1587"/>
              <a:gd name="T56" fmla="*/ 0 w 1587"/>
              <a:gd name="T57" fmla="*/ 0 h 1587"/>
              <a:gd name="T58" fmla="*/ 0 w 1587"/>
              <a:gd name="T59" fmla="*/ 0 h 1587"/>
              <a:gd name="T60" fmla="*/ 0 w 1587"/>
              <a:gd name="T61" fmla="*/ 0 h 1587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1587" h="1587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4" name="Freeform 1266"/>
          <p:cNvSpPr>
            <a:spLocks/>
          </p:cNvSpPr>
          <p:nvPr/>
        </p:nvSpPr>
        <p:spPr bwMode="auto">
          <a:xfrm>
            <a:off x="728663" y="534990"/>
            <a:ext cx="1587" cy="1587"/>
          </a:xfrm>
          <a:custGeom>
            <a:avLst/>
            <a:gdLst>
              <a:gd name="T0" fmla="*/ 0 w 1587"/>
              <a:gd name="T1" fmla="*/ 0 h 1587"/>
              <a:gd name="T2" fmla="*/ 0 w 1587"/>
              <a:gd name="T3" fmla="*/ 0 h 1587"/>
              <a:gd name="T4" fmla="*/ 0 w 1587"/>
              <a:gd name="T5" fmla="*/ 0 h 1587"/>
              <a:gd name="T6" fmla="*/ 0 w 1587"/>
              <a:gd name="T7" fmla="*/ 0 h 1587"/>
              <a:gd name="T8" fmla="*/ 0 w 1587"/>
              <a:gd name="T9" fmla="*/ 0 h 1587"/>
              <a:gd name="T10" fmla="*/ 0 w 1587"/>
              <a:gd name="T11" fmla="*/ 0 h 1587"/>
              <a:gd name="T12" fmla="*/ 0 w 1587"/>
              <a:gd name="T13" fmla="*/ 0 h 1587"/>
              <a:gd name="T14" fmla="*/ 0 w 1587"/>
              <a:gd name="T15" fmla="*/ 0 h 1587"/>
              <a:gd name="T16" fmla="*/ 0 w 1587"/>
              <a:gd name="T17" fmla="*/ 0 h 1587"/>
              <a:gd name="T18" fmla="*/ 0 w 1587"/>
              <a:gd name="T19" fmla="*/ 0 h 1587"/>
              <a:gd name="T20" fmla="*/ 0 w 1587"/>
              <a:gd name="T21" fmla="*/ 0 h 1587"/>
              <a:gd name="T22" fmla="*/ 0 w 1587"/>
              <a:gd name="T23" fmla="*/ 0 h 1587"/>
              <a:gd name="T24" fmla="*/ 0 w 1587"/>
              <a:gd name="T25" fmla="*/ 0 h 1587"/>
              <a:gd name="T26" fmla="*/ 0 w 1587"/>
              <a:gd name="T27" fmla="*/ 0 h 1587"/>
              <a:gd name="T28" fmla="*/ 0 w 1587"/>
              <a:gd name="T29" fmla="*/ 0 h 1587"/>
              <a:gd name="T30" fmla="*/ 0 w 1587"/>
              <a:gd name="T31" fmla="*/ 0 h 1587"/>
              <a:gd name="T32" fmla="*/ 0 w 1587"/>
              <a:gd name="T33" fmla="*/ 0 h 1587"/>
              <a:gd name="T34" fmla="*/ 0 w 1587"/>
              <a:gd name="T35" fmla="*/ 0 h 1587"/>
              <a:gd name="T36" fmla="*/ 0 w 1587"/>
              <a:gd name="T37" fmla="*/ 0 h 1587"/>
              <a:gd name="T38" fmla="*/ 0 w 1587"/>
              <a:gd name="T39" fmla="*/ 0 h 1587"/>
              <a:gd name="T40" fmla="*/ 0 w 1587"/>
              <a:gd name="T41" fmla="*/ 0 h 1587"/>
              <a:gd name="T42" fmla="*/ 0 w 1587"/>
              <a:gd name="T43" fmla="*/ 0 h 1587"/>
              <a:gd name="T44" fmla="*/ 0 w 1587"/>
              <a:gd name="T45" fmla="*/ 0 h 1587"/>
              <a:gd name="T46" fmla="*/ 0 w 1587"/>
              <a:gd name="T47" fmla="*/ 0 h 1587"/>
              <a:gd name="T48" fmla="*/ 0 w 1587"/>
              <a:gd name="T49" fmla="*/ 0 h 1587"/>
              <a:gd name="T50" fmla="*/ 0 w 1587"/>
              <a:gd name="T51" fmla="*/ 0 h 1587"/>
              <a:gd name="T52" fmla="*/ 0 w 1587"/>
              <a:gd name="T53" fmla="*/ 0 h 1587"/>
              <a:gd name="T54" fmla="*/ 0 w 1587"/>
              <a:gd name="T55" fmla="*/ 0 h 1587"/>
              <a:gd name="T56" fmla="*/ 0 w 1587"/>
              <a:gd name="T57" fmla="*/ 0 h 1587"/>
              <a:gd name="T58" fmla="*/ 0 w 1587"/>
              <a:gd name="T59" fmla="*/ 0 h 1587"/>
              <a:gd name="T60" fmla="*/ 0 w 1587"/>
              <a:gd name="T61" fmla="*/ 0 h 1587"/>
              <a:gd name="T62" fmla="*/ 0 w 1587"/>
              <a:gd name="T63" fmla="*/ 0 h 1587"/>
              <a:gd name="T64" fmla="*/ 0 w 1587"/>
              <a:gd name="T65" fmla="*/ 0 h 1587"/>
              <a:gd name="T66" fmla="*/ 0 w 1587"/>
              <a:gd name="T67" fmla="*/ 0 h 1587"/>
              <a:gd name="T68" fmla="*/ 0 w 1587"/>
              <a:gd name="T69" fmla="*/ 0 h 1587"/>
              <a:gd name="T70" fmla="*/ 0 w 1587"/>
              <a:gd name="T71" fmla="*/ 0 h 1587"/>
              <a:gd name="T72" fmla="*/ 0 w 1587"/>
              <a:gd name="T73" fmla="*/ 0 h 1587"/>
              <a:gd name="T74" fmla="*/ 0 w 1587"/>
              <a:gd name="T75" fmla="*/ 0 h 1587"/>
              <a:gd name="T76" fmla="*/ 0 w 1587"/>
              <a:gd name="T77" fmla="*/ 0 h 1587"/>
              <a:gd name="T78" fmla="*/ 0 w 1587"/>
              <a:gd name="T79" fmla="*/ 0 h 1587"/>
              <a:gd name="T80" fmla="*/ 0 w 1587"/>
              <a:gd name="T81" fmla="*/ 0 h 1587"/>
              <a:gd name="T82" fmla="*/ 0 w 1587"/>
              <a:gd name="T83" fmla="*/ 0 h 1587"/>
              <a:gd name="T84" fmla="*/ 0 w 1587"/>
              <a:gd name="T85" fmla="*/ 0 h 1587"/>
              <a:gd name="T86" fmla="*/ 0 w 1587"/>
              <a:gd name="T87" fmla="*/ 0 h 158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587" h="1587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5" name="Freeform 1269"/>
          <p:cNvSpPr>
            <a:spLocks/>
          </p:cNvSpPr>
          <p:nvPr/>
        </p:nvSpPr>
        <p:spPr bwMode="auto">
          <a:xfrm>
            <a:off x="728664" y="530227"/>
            <a:ext cx="3175" cy="4763"/>
          </a:xfrm>
          <a:custGeom>
            <a:avLst/>
            <a:gdLst>
              <a:gd name="T0" fmla="*/ 0 w 2"/>
              <a:gd name="T1" fmla="*/ 2147483647 h 3"/>
              <a:gd name="T2" fmla="*/ 2147483647 w 2"/>
              <a:gd name="T3" fmla="*/ 0 h 3"/>
              <a:gd name="T4" fmla="*/ 2147483647 w 2"/>
              <a:gd name="T5" fmla="*/ 0 h 3"/>
              <a:gd name="T6" fmla="*/ 2147483647 w 2"/>
              <a:gd name="T7" fmla="*/ 0 h 3"/>
              <a:gd name="T8" fmla="*/ 2147483647 w 2"/>
              <a:gd name="T9" fmla="*/ 0 h 3"/>
              <a:gd name="T10" fmla="*/ 0 w 2"/>
              <a:gd name="T11" fmla="*/ 0 h 3"/>
              <a:gd name="T12" fmla="*/ 0 w 2"/>
              <a:gd name="T13" fmla="*/ 0 h 3"/>
              <a:gd name="T14" fmla="*/ 0 w 2"/>
              <a:gd name="T15" fmla="*/ 2147483647 h 3"/>
              <a:gd name="T16" fmla="*/ 0 w 2"/>
              <a:gd name="T17" fmla="*/ 2147483647 h 3"/>
              <a:gd name="T18" fmla="*/ 2147483647 w 2"/>
              <a:gd name="T19" fmla="*/ 0 h 3"/>
              <a:gd name="T20" fmla="*/ 2147483647 w 2"/>
              <a:gd name="T21" fmla="*/ 0 h 3"/>
              <a:gd name="T22" fmla="*/ 0 w 2"/>
              <a:gd name="T23" fmla="*/ 0 h 3"/>
              <a:gd name="T24" fmla="*/ 0 w 2"/>
              <a:gd name="T25" fmla="*/ 0 h 3"/>
              <a:gd name="T26" fmla="*/ 0 w 2"/>
              <a:gd name="T27" fmla="*/ 0 h 3"/>
              <a:gd name="T28" fmla="*/ 0 w 2"/>
              <a:gd name="T29" fmla="*/ 0 h 3"/>
              <a:gd name="T30" fmla="*/ 0 w 2"/>
              <a:gd name="T31" fmla="*/ 0 h 3"/>
              <a:gd name="T32" fmla="*/ 0 w 2"/>
              <a:gd name="T33" fmla="*/ 0 h 3"/>
              <a:gd name="T34" fmla="*/ 0 w 2"/>
              <a:gd name="T35" fmla="*/ 0 h 3"/>
              <a:gd name="T36" fmla="*/ 0 w 2"/>
              <a:gd name="T37" fmla="*/ 0 h 3"/>
              <a:gd name="T38" fmla="*/ 0 w 2"/>
              <a:gd name="T39" fmla="*/ 2147483647 h 3"/>
              <a:gd name="T40" fmla="*/ 0 w 2"/>
              <a:gd name="T41" fmla="*/ 2147483647 h 3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" h="3">
                <a:moveTo>
                  <a:pt x="0" y="3"/>
                </a:move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6" name="Line 1270"/>
          <p:cNvSpPr>
            <a:spLocks noChangeShapeType="1"/>
          </p:cNvSpPr>
          <p:nvPr/>
        </p:nvSpPr>
        <p:spPr bwMode="auto">
          <a:xfrm>
            <a:off x="728663" y="530225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7" name="Line 1271"/>
          <p:cNvSpPr>
            <a:spLocks noChangeShapeType="1"/>
          </p:cNvSpPr>
          <p:nvPr/>
        </p:nvSpPr>
        <p:spPr bwMode="auto">
          <a:xfrm>
            <a:off x="728663" y="530225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8" name="Rectangle 1272"/>
          <p:cNvSpPr>
            <a:spLocks noChangeArrowheads="1"/>
          </p:cNvSpPr>
          <p:nvPr/>
        </p:nvSpPr>
        <p:spPr bwMode="auto">
          <a:xfrm>
            <a:off x="728663" y="530225"/>
            <a:ext cx="1587" cy="1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49" name="Rectangle 1273"/>
          <p:cNvSpPr>
            <a:spLocks noChangeArrowheads="1"/>
          </p:cNvSpPr>
          <p:nvPr/>
        </p:nvSpPr>
        <p:spPr bwMode="auto">
          <a:xfrm>
            <a:off x="728663" y="530225"/>
            <a:ext cx="1587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50" name="Line 1274"/>
          <p:cNvSpPr>
            <a:spLocks noChangeShapeType="1"/>
          </p:cNvSpPr>
          <p:nvPr/>
        </p:nvSpPr>
        <p:spPr bwMode="auto">
          <a:xfrm>
            <a:off x="728663" y="527050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1" name="Line 1275"/>
          <p:cNvSpPr>
            <a:spLocks noChangeShapeType="1"/>
          </p:cNvSpPr>
          <p:nvPr/>
        </p:nvSpPr>
        <p:spPr bwMode="auto">
          <a:xfrm>
            <a:off x="728663" y="527050"/>
            <a:ext cx="1587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2" name="Freeform 1277"/>
          <p:cNvSpPr>
            <a:spLocks/>
          </p:cNvSpPr>
          <p:nvPr/>
        </p:nvSpPr>
        <p:spPr bwMode="auto">
          <a:xfrm>
            <a:off x="728663" y="523877"/>
            <a:ext cx="1587" cy="3175"/>
          </a:xfrm>
          <a:custGeom>
            <a:avLst/>
            <a:gdLst>
              <a:gd name="T0" fmla="*/ 0 w 1587"/>
              <a:gd name="T1" fmla="*/ 2147483647 h 2"/>
              <a:gd name="T2" fmla="*/ 0 w 1587"/>
              <a:gd name="T3" fmla="*/ 2147483647 h 2"/>
              <a:gd name="T4" fmla="*/ 0 w 1587"/>
              <a:gd name="T5" fmla="*/ 0 h 2"/>
              <a:gd name="T6" fmla="*/ 0 w 1587"/>
              <a:gd name="T7" fmla="*/ 2147483647 h 2"/>
              <a:gd name="T8" fmla="*/ 0 w 1587"/>
              <a:gd name="T9" fmla="*/ 2147483647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87" h="2">
                <a:moveTo>
                  <a:pt x="0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3" name="Freeform 1287"/>
          <p:cNvSpPr>
            <a:spLocks/>
          </p:cNvSpPr>
          <p:nvPr/>
        </p:nvSpPr>
        <p:spPr bwMode="auto">
          <a:xfrm>
            <a:off x="719139" y="514350"/>
            <a:ext cx="3175" cy="3175"/>
          </a:xfrm>
          <a:custGeom>
            <a:avLst/>
            <a:gdLst>
              <a:gd name="T0" fmla="*/ 0 w 2"/>
              <a:gd name="T1" fmla="*/ 0 h 2"/>
              <a:gd name="T2" fmla="*/ 0 w 2"/>
              <a:gd name="T3" fmla="*/ 2147483647 h 2"/>
              <a:gd name="T4" fmla="*/ 2147483647 w 2"/>
              <a:gd name="T5" fmla="*/ 2147483647 h 2"/>
              <a:gd name="T6" fmla="*/ 2147483647 w 2"/>
              <a:gd name="T7" fmla="*/ 2147483647 h 2"/>
              <a:gd name="T8" fmla="*/ 2147483647 w 2"/>
              <a:gd name="T9" fmla="*/ 2147483647 h 2"/>
              <a:gd name="T10" fmla="*/ 2147483647 w 2"/>
              <a:gd name="T11" fmla="*/ 0 h 2"/>
              <a:gd name="T12" fmla="*/ 0 w 2"/>
              <a:gd name="T13" fmla="*/ 0 h 2"/>
              <a:gd name="T14" fmla="*/ 0 w 2"/>
              <a:gd name="T15" fmla="*/ 0 h 2"/>
              <a:gd name="T16" fmla="*/ 0 w 2"/>
              <a:gd name="T17" fmla="*/ 2147483647 h 2"/>
              <a:gd name="T18" fmla="*/ 0 w 2"/>
              <a:gd name="T19" fmla="*/ 2147483647 h 2"/>
              <a:gd name="T20" fmla="*/ 0 w 2"/>
              <a:gd name="T21" fmla="*/ 2147483647 h 2"/>
              <a:gd name="T22" fmla="*/ 0 w 2"/>
              <a:gd name="T23" fmla="*/ 2147483647 h 2"/>
              <a:gd name="T24" fmla="*/ 2147483647 w 2"/>
              <a:gd name="T25" fmla="*/ 2147483647 h 2"/>
              <a:gd name="T26" fmla="*/ 2147483647 w 2"/>
              <a:gd name="T27" fmla="*/ 2147483647 h 2"/>
              <a:gd name="T28" fmla="*/ 0 w 2"/>
              <a:gd name="T29" fmla="*/ 0 h 2"/>
              <a:gd name="T30" fmla="*/ 0 w 2"/>
              <a:gd name="T31" fmla="*/ 0 h 2"/>
              <a:gd name="T32" fmla="*/ 0 w 2"/>
              <a:gd name="T33" fmla="*/ 0 h 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4" name="Freeform 1290"/>
          <p:cNvSpPr>
            <a:spLocks/>
          </p:cNvSpPr>
          <p:nvPr/>
        </p:nvSpPr>
        <p:spPr bwMode="auto">
          <a:xfrm>
            <a:off x="719139" y="517527"/>
            <a:ext cx="3175" cy="3175"/>
          </a:xfrm>
          <a:custGeom>
            <a:avLst/>
            <a:gdLst>
              <a:gd name="T0" fmla="*/ 0 w 2"/>
              <a:gd name="T1" fmla="*/ 2147483647 h 2"/>
              <a:gd name="T2" fmla="*/ 0 w 2"/>
              <a:gd name="T3" fmla="*/ 2147483647 h 2"/>
              <a:gd name="T4" fmla="*/ 2147483647 w 2"/>
              <a:gd name="T5" fmla="*/ 2147483647 h 2"/>
              <a:gd name="T6" fmla="*/ 2147483647 w 2"/>
              <a:gd name="T7" fmla="*/ 2147483647 h 2"/>
              <a:gd name="T8" fmla="*/ 2147483647 w 2"/>
              <a:gd name="T9" fmla="*/ 2147483647 h 2"/>
              <a:gd name="T10" fmla="*/ 2147483647 w 2"/>
              <a:gd name="T11" fmla="*/ 0 h 2"/>
              <a:gd name="T12" fmla="*/ 0 w 2"/>
              <a:gd name="T13" fmla="*/ 0 h 2"/>
              <a:gd name="T14" fmla="*/ 0 w 2"/>
              <a:gd name="T15" fmla="*/ 0 h 2"/>
              <a:gd name="T16" fmla="*/ 0 w 2"/>
              <a:gd name="T17" fmla="*/ 0 h 2"/>
              <a:gd name="T18" fmla="*/ 0 w 2"/>
              <a:gd name="T19" fmla="*/ 0 h 2"/>
              <a:gd name="T20" fmla="*/ 2147483647 w 2"/>
              <a:gd name="T21" fmla="*/ 0 h 2"/>
              <a:gd name="T22" fmla="*/ 0 w 2"/>
              <a:gd name="T23" fmla="*/ 0 h 2"/>
              <a:gd name="T24" fmla="*/ 0 w 2"/>
              <a:gd name="T25" fmla="*/ 0 h 2"/>
              <a:gd name="T26" fmla="*/ 0 w 2"/>
              <a:gd name="T27" fmla="*/ 0 h 2"/>
              <a:gd name="T28" fmla="*/ 0 w 2"/>
              <a:gd name="T29" fmla="*/ 0 h 2"/>
              <a:gd name="T30" fmla="*/ 0 w 2"/>
              <a:gd name="T31" fmla="*/ 2147483647 h 2"/>
              <a:gd name="T32" fmla="*/ 0 w 2"/>
              <a:gd name="T33" fmla="*/ 2147483647 h 2"/>
              <a:gd name="T34" fmla="*/ 0 w 2"/>
              <a:gd name="T35" fmla="*/ 2147483647 h 2"/>
              <a:gd name="T36" fmla="*/ 0 w 2"/>
              <a:gd name="T37" fmla="*/ 0 h 2"/>
              <a:gd name="T38" fmla="*/ 0 w 2"/>
              <a:gd name="T39" fmla="*/ 0 h 2"/>
              <a:gd name="T40" fmla="*/ 0 w 2"/>
              <a:gd name="T41" fmla="*/ 0 h 2"/>
              <a:gd name="T42" fmla="*/ 0 w 2"/>
              <a:gd name="T43" fmla="*/ 0 h 2"/>
              <a:gd name="T44" fmla="*/ 0 w 2"/>
              <a:gd name="T45" fmla="*/ 0 h 2"/>
              <a:gd name="T46" fmla="*/ 0 w 2"/>
              <a:gd name="T47" fmla="*/ 0 h 2"/>
              <a:gd name="T48" fmla="*/ 0 w 2"/>
              <a:gd name="T49" fmla="*/ 2147483647 h 2"/>
              <a:gd name="T50" fmla="*/ 2147483647 w 2"/>
              <a:gd name="T51" fmla="*/ 2147483647 h 2"/>
              <a:gd name="T52" fmla="*/ 2147483647 w 2"/>
              <a:gd name="T53" fmla="*/ 0 h 2"/>
              <a:gd name="T54" fmla="*/ 2147483647 w 2"/>
              <a:gd name="T55" fmla="*/ 0 h 2"/>
              <a:gd name="T56" fmla="*/ 0 w 2"/>
              <a:gd name="T57" fmla="*/ 0 h 2"/>
              <a:gd name="T58" fmla="*/ 0 w 2"/>
              <a:gd name="T59" fmla="*/ 0 h 2"/>
              <a:gd name="T60" fmla="*/ 0 w 2"/>
              <a:gd name="T61" fmla="*/ 2147483647 h 2"/>
              <a:gd name="T62" fmla="*/ 0 w 2"/>
              <a:gd name="T63" fmla="*/ 2147483647 h 2"/>
              <a:gd name="T64" fmla="*/ 2147483647 w 2"/>
              <a:gd name="T65" fmla="*/ 2147483647 h 2"/>
              <a:gd name="T66" fmla="*/ 2147483647 w 2"/>
              <a:gd name="T67" fmla="*/ 2147483647 h 2"/>
              <a:gd name="T68" fmla="*/ 0 w 2"/>
              <a:gd name="T69" fmla="*/ 2147483647 h 2"/>
              <a:gd name="T70" fmla="*/ 0 w 2"/>
              <a:gd name="T71" fmla="*/ 2147483647 h 2"/>
              <a:gd name="T72" fmla="*/ 0 w 2"/>
              <a:gd name="T73" fmla="*/ 2147483647 h 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5" name="Rectangle 1335"/>
          <p:cNvSpPr>
            <a:spLocks noChangeArrowheads="1"/>
          </p:cNvSpPr>
          <p:nvPr/>
        </p:nvSpPr>
        <p:spPr bwMode="auto">
          <a:xfrm>
            <a:off x="468314" y="508000"/>
            <a:ext cx="1587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56" name="Rectangle 1336"/>
          <p:cNvSpPr>
            <a:spLocks noChangeArrowheads="1"/>
          </p:cNvSpPr>
          <p:nvPr/>
        </p:nvSpPr>
        <p:spPr bwMode="auto">
          <a:xfrm>
            <a:off x="474664" y="495300"/>
            <a:ext cx="1587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57" name="Rectangle 1337"/>
          <p:cNvSpPr>
            <a:spLocks noChangeArrowheads="1"/>
          </p:cNvSpPr>
          <p:nvPr/>
        </p:nvSpPr>
        <p:spPr bwMode="auto">
          <a:xfrm>
            <a:off x="474664" y="495300"/>
            <a:ext cx="1587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58" name="Rectangle 1340"/>
          <p:cNvSpPr>
            <a:spLocks noChangeArrowheads="1"/>
          </p:cNvSpPr>
          <p:nvPr/>
        </p:nvSpPr>
        <p:spPr bwMode="auto">
          <a:xfrm>
            <a:off x="468314" y="508000"/>
            <a:ext cx="1587" cy="1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59" name="Rectangle 1341"/>
          <p:cNvSpPr>
            <a:spLocks noChangeArrowheads="1"/>
          </p:cNvSpPr>
          <p:nvPr/>
        </p:nvSpPr>
        <p:spPr bwMode="auto">
          <a:xfrm>
            <a:off x="468314" y="508000"/>
            <a:ext cx="1587" cy="1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60" name="Rectangle 1342"/>
          <p:cNvSpPr>
            <a:spLocks noChangeArrowheads="1"/>
          </p:cNvSpPr>
          <p:nvPr/>
        </p:nvSpPr>
        <p:spPr bwMode="auto">
          <a:xfrm>
            <a:off x="468314" y="508000"/>
            <a:ext cx="1587" cy="1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61" name="Rectangle 1343"/>
          <p:cNvSpPr>
            <a:spLocks noChangeArrowheads="1"/>
          </p:cNvSpPr>
          <p:nvPr/>
        </p:nvSpPr>
        <p:spPr bwMode="auto">
          <a:xfrm>
            <a:off x="468314" y="508000"/>
            <a:ext cx="1587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62" name="Rectangle 1344"/>
          <p:cNvSpPr>
            <a:spLocks noChangeArrowheads="1"/>
          </p:cNvSpPr>
          <p:nvPr/>
        </p:nvSpPr>
        <p:spPr bwMode="auto">
          <a:xfrm>
            <a:off x="465139" y="485777"/>
            <a:ext cx="1587" cy="3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smtClean="0">
              <a:solidFill>
                <a:srgbClr val="021F43"/>
              </a:solidFill>
            </a:endParaRPr>
          </a:p>
        </p:txBody>
      </p:sp>
      <p:sp>
        <p:nvSpPr>
          <p:cNvPr id="324" name="Title 323"/>
          <p:cNvSpPr>
            <a:spLocks noGrp="1"/>
          </p:cNvSpPr>
          <p:nvPr>
            <p:ph type="title"/>
          </p:nvPr>
        </p:nvSpPr>
        <p:spPr>
          <a:xfrm>
            <a:off x="343401" y="301627"/>
            <a:ext cx="8439652" cy="1031875"/>
          </a:xfrm>
        </p:spPr>
        <p:txBody>
          <a:bodyPr/>
          <a:lstStyle>
            <a:lvl1pPr>
              <a:defRPr b="0" i="0" cap="none" baseline="0">
                <a:solidFill>
                  <a:schemeClr val="tx1"/>
                </a:solidFill>
                <a:latin typeface="+mn-lt"/>
                <a:cs typeface="Andes ExtraLigh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31" name="Content Placeholder 330"/>
          <p:cNvSpPr>
            <a:spLocks noGrp="1"/>
          </p:cNvSpPr>
          <p:nvPr>
            <p:ph sz="quarter" idx="10"/>
          </p:nvPr>
        </p:nvSpPr>
        <p:spPr>
          <a:xfrm>
            <a:off x="343402" y="1460502"/>
            <a:ext cx="8440305" cy="4600863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1200"/>
              </a:spcBef>
              <a:defRPr>
                <a:solidFill>
                  <a:srgbClr val="7F7F7F"/>
                </a:solidFill>
              </a:defRPr>
            </a:lvl1pPr>
            <a:lvl2pPr>
              <a:lnSpc>
                <a:spcPct val="130000"/>
              </a:lnSpc>
              <a:spcBef>
                <a:spcPts val="1200"/>
              </a:spcBef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2pPr>
            <a:lvl3pPr marL="557784">
              <a:lnSpc>
                <a:spcPct val="130000"/>
              </a:lnSpc>
              <a:spcBef>
                <a:spcPts val="0"/>
              </a:spcBef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3pPr>
            <a:lvl4pPr>
              <a:lnSpc>
                <a:spcPct val="130000"/>
              </a:lnSpc>
              <a:spcBef>
                <a:spcPts val="0"/>
              </a:spcBef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4pPr>
            <a:lvl5pPr>
              <a:lnSpc>
                <a:spcPct val="130000"/>
              </a:lnSpc>
              <a:spcBef>
                <a:spcPts val="0"/>
              </a:spcBef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3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Geospatial Narrative</a:t>
            </a:r>
            <a:endParaRPr lang="en-US" dirty="0"/>
          </a:p>
        </p:txBody>
      </p:sp>
      <p:sp>
        <p:nvSpPr>
          <p:cNvPr id="64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1BA755-04C0-4AAA-8AB9-7C2F354D89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12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Page with Sub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682"/>
          <p:cNvSpPr>
            <a:spLocks/>
          </p:cNvSpPr>
          <p:nvPr/>
        </p:nvSpPr>
        <p:spPr bwMode="auto">
          <a:xfrm flipH="1">
            <a:off x="6380163" y="615952"/>
            <a:ext cx="1014412" cy="1895475"/>
          </a:xfrm>
          <a:custGeom>
            <a:avLst/>
            <a:gdLst>
              <a:gd name="T0" fmla="*/ 0 w 638"/>
              <a:gd name="T1" fmla="*/ 0 h 1194"/>
              <a:gd name="T2" fmla="*/ 2147483647 w 638"/>
              <a:gd name="T3" fmla="*/ 2147483647 h 1194"/>
              <a:gd name="T4" fmla="*/ 2147483647 w 638"/>
              <a:gd name="T5" fmla="*/ 2147483647 h 1194"/>
              <a:gd name="T6" fmla="*/ 2147483647 w 638"/>
              <a:gd name="T7" fmla="*/ 2147483647 h 1194"/>
              <a:gd name="T8" fmla="*/ 2147483647 w 638"/>
              <a:gd name="T9" fmla="*/ 2147483647 h 1194"/>
              <a:gd name="T10" fmla="*/ 2147483647 w 638"/>
              <a:gd name="T11" fmla="*/ 2147483647 h 1194"/>
              <a:gd name="T12" fmla="*/ 2147483647 w 638"/>
              <a:gd name="T13" fmla="*/ 2147483647 h 1194"/>
              <a:gd name="T14" fmla="*/ 2147483647 w 638"/>
              <a:gd name="T15" fmla="*/ 2147483647 h 1194"/>
              <a:gd name="T16" fmla="*/ 2147483647 w 638"/>
              <a:gd name="T17" fmla="*/ 2147483647 h 1194"/>
              <a:gd name="T18" fmla="*/ 2147483647 w 638"/>
              <a:gd name="T19" fmla="*/ 2147483647 h 1194"/>
              <a:gd name="T20" fmla="*/ 2147483647 w 638"/>
              <a:gd name="T21" fmla="*/ 2147483647 h 1194"/>
              <a:gd name="T22" fmla="*/ 2147483647 w 638"/>
              <a:gd name="T23" fmla="*/ 2147483647 h 1194"/>
              <a:gd name="T24" fmla="*/ 2147483647 w 638"/>
              <a:gd name="T25" fmla="*/ 2147483647 h 1194"/>
              <a:gd name="T26" fmla="*/ 2147483647 w 638"/>
              <a:gd name="T27" fmla="*/ 2147483647 h 1194"/>
              <a:gd name="T28" fmla="*/ 2147483647 w 638"/>
              <a:gd name="T29" fmla="*/ 2147483647 h 1194"/>
              <a:gd name="T30" fmla="*/ 2147483647 w 638"/>
              <a:gd name="T31" fmla="*/ 2147483647 h 1194"/>
              <a:gd name="T32" fmla="*/ 2147483647 w 638"/>
              <a:gd name="T33" fmla="*/ 2147483647 h 1194"/>
              <a:gd name="T34" fmla="*/ 2147483647 w 638"/>
              <a:gd name="T35" fmla="*/ 2147483647 h 1194"/>
              <a:gd name="T36" fmla="*/ 2147483647 w 638"/>
              <a:gd name="T37" fmla="*/ 2147483647 h 1194"/>
              <a:gd name="T38" fmla="*/ 2147483647 w 638"/>
              <a:gd name="T39" fmla="*/ 2147483647 h 1194"/>
              <a:gd name="T40" fmla="*/ 2147483647 w 638"/>
              <a:gd name="T41" fmla="*/ 2147483647 h 1194"/>
              <a:gd name="T42" fmla="*/ 2147483647 w 638"/>
              <a:gd name="T43" fmla="*/ 2147483647 h 1194"/>
              <a:gd name="T44" fmla="*/ 2147483647 w 638"/>
              <a:gd name="T45" fmla="*/ 2147483647 h 1194"/>
              <a:gd name="T46" fmla="*/ 2147483647 w 638"/>
              <a:gd name="T47" fmla="*/ 2147483647 h 1194"/>
              <a:gd name="T48" fmla="*/ 2147483647 w 638"/>
              <a:gd name="T49" fmla="*/ 2147483647 h 1194"/>
              <a:gd name="T50" fmla="*/ 2147483647 w 638"/>
              <a:gd name="T51" fmla="*/ 2147483647 h 1194"/>
              <a:gd name="T52" fmla="*/ 2147483647 w 638"/>
              <a:gd name="T53" fmla="*/ 2147483647 h 1194"/>
              <a:gd name="T54" fmla="*/ 2147483647 w 638"/>
              <a:gd name="T55" fmla="*/ 2147483647 h 1194"/>
              <a:gd name="T56" fmla="*/ 0 w 638"/>
              <a:gd name="T57" fmla="*/ 0 h 1194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38" h="1194">
                <a:moveTo>
                  <a:pt x="0" y="0"/>
                </a:moveTo>
                <a:lnTo>
                  <a:pt x="38" y="110"/>
                </a:lnTo>
                <a:lnTo>
                  <a:pt x="78" y="216"/>
                </a:lnTo>
                <a:lnTo>
                  <a:pt x="106" y="304"/>
                </a:lnTo>
                <a:lnTo>
                  <a:pt x="136" y="398"/>
                </a:lnTo>
                <a:lnTo>
                  <a:pt x="164" y="506"/>
                </a:lnTo>
                <a:lnTo>
                  <a:pt x="206" y="672"/>
                </a:lnTo>
                <a:lnTo>
                  <a:pt x="236" y="788"/>
                </a:lnTo>
                <a:lnTo>
                  <a:pt x="272" y="990"/>
                </a:lnTo>
                <a:lnTo>
                  <a:pt x="286" y="1086"/>
                </a:lnTo>
                <a:lnTo>
                  <a:pt x="302" y="1194"/>
                </a:lnTo>
                <a:lnTo>
                  <a:pt x="638" y="1194"/>
                </a:lnTo>
                <a:lnTo>
                  <a:pt x="624" y="1142"/>
                </a:lnTo>
                <a:lnTo>
                  <a:pt x="598" y="1060"/>
                </a:lnTo>
                <a:lnTo>
                  <a:pt x="572" y="980"/>
                </a:lnTo>
                <a:lnTo>
                  <a:pt x="548" y="912"/>
                </a:lnTo>
                <a:lnTo>
                  <a:pt x="494" y="784"/>
                </a:lnTo>
                <a:lnTo>
                  <a:pt x="456" y="698"/>
                </a:lnTo>
                <a:lnTo>
                  <a:pt x="424" y="626"/>
                </a:lnTo>
                <a:lnTo>
                  <a:pt x="378" y="532"/>
                </a:lnTo>
                <a:lnTo>
                  <a:pt x="340" y="470"/>
                </a:lnTo>
                <a:lnTo>
                  <a:pt x="306" y="414"/>
                </a:lnTo>
                <a:lnTo>
                  <a:pt x="268" y="342"/>
                </a:lnTo>
                <a:lnTo>
                  <a:pt x="228" y="286"/>
                </a:lnTo>
                <a:lnTo>
                  <a:pt x="174" y="210"/>
                </a:lnTo>
                <a:lnTo>
                  <a:pt x="122" y="140"/>
                </a:lnTo>
                <a:lnTo>
                  <a:pt x="58" y="52"/>
                </a:lnTo>
                <a:lnTo>
                  <a:pt x="30" y="2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Freeform 1683"/>
          <p:cNvSpPr>
            <a:spLocks/>
          </p:cNvSpPr>
          <p:nvPr/>
        </p:nvSpPr>
        <p:spPr bwMode="auto">
          <a:xfrm flipH="1">
            <a:off x="7410450" y="3175"/>
            <a:ext cx="712788" cy="584200"/>
          </a:xfrm>
          <a:custGeom>
            <a:avLst/>
            <a:gdLst>
              <a:gd name="T0" fmla="*/ 2147483647 w 448"/>
              <a:gd name="T1" fmla="*/ 2147483647 h 372"/>
              <a:gd name="T2" fmla="*/ 2147483647 w 448"/>
              <a:gd name="T3" fmla="*/ 2147483647 h 372"/>
              <a:gd name="T4" fmla="*/ 2147483647 w 448"/>
              <a:gd name="T5" fmla="*/ 2147483647 h 372"/>
              <a:gd name="T6" fmla="*/ 2147483647 w 448"/>
              <a:gd name="T7" fmla="*/ 2147483647 h 372"/>
              <a:gd name="T8" fmla="*/ 2147483647 w 448"/>
              <a:gd name="T9" fmla="*/ 2147483647 h 372"/>
              <a:gd name="T10" fmla="*/ 2147483647 w 448"/>
              <a:gd name="T11" fmla="*/ 2147483647 h 372"/>
              <a:gd name="T12" fmla="*/ 0 w 448"/>
              <a:gd name="T13" fmla="*/ 0 h 372"/>
              <a:gd name="T14" fmla="*/ 2147483647 w 448"/>
              <a:gd name="T15" fmla="*/ 0 h 372"/>
              <a:gd name="T16" fmla="*/ 2147483647 w 448"/>
              <a:gd name="T17" fmla="*/ 2147483647 h 372"/>
              <a:gd name="T18" fmla="*/ 2147483647 w 448"/>
              <a:gd name="T19" fmla="*/ 2147483647 h 372"/>
              <a:gd name="T20" fmla="*/ 2147483647 w 448"/>
              <a:gd name="T21" fmla="*/ 2147483647 h 372"/>
              <a:gd name="T22" fmla="*/ 2147483647 w 448"/>
              <a:gd name="T23" fmla="*/ 2147483647 h 372"/>
              <a:gd name="T24" fmla="*/ 2147483647 w 448"/>
              <a:gd name="T25" fmla="*/ 2147483647 h 372"/>
              <a:gd name="T26" fmla="*/ 2147483647 w 448"/>
              <a:gd name="T27" fmla="*/ 2147483647 h 372"/>
              <a:gd name="T28" fmla="*/ 2147483647 w 448"/>
              <a:gd name="T29" fmla="*/ 2147483647 h 3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8" h="372">
                <a:moveTo>
                  <a:pt x="448" y="372"/>
                </a:moveTo>
                <a:lnTo>
                  <a:pt x="388" y="302"/>
                </a:lnTo>
                <a:lnTo>
                  <a:pt x="280" y="208"/>
                </a:lnTo>
                <a:lnTo>
                  <a:pt x="210" y="142"/>
                </a:lnTo>
                <a:lnTo>
                  <a:pt x="140" y="94"/>
                </a:lnTo>
                <a:lnTo>
                  <a:pt x="64" y="44"/>
                </a:lnTo>
                <a:lnTo>
                  <a:pt x="0" y="0"/>
                </a:lnTo>
                <a:lnTo>
                  <a:pt x="280" y="0"/>
                </a:lnTo>
                <a:lnTo>
                  <a:pt x="300" y="36"/>
                </a:lnTo>
                <a:lnTo>
                  <a:pt x="324" y="82"/>
                </a:lnTo>
                <a:lnTo>
                  <a:pt x="346" y="134"/>
                </a:lnTo>
                <a:lnTo>
                  <a:pt x="378" y="206"/>
                </a:lnTo>
                <a:lnTo>
                  <a:pt x="408" y="264"/>
                </a:lnTo>
                <a:lnTo>
                  <a:pt x="434" y="334"/>
                </a:lnTo>
                <a:lnTo>
                  <a:pt x="448" y="37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24" name="Title 323"/>
          <p:cNvSpPr>
            <a:spLocks noGrp="1"/>
          </p:cNvSpPr>
          <p:nvPr>
            <p:ph type="title"/>
          </p:nvPr>
        </p:nvSpPr>
        <p:spPr>
          <a:xfrm>
            <a:off x="356935" y="301625"/>
            <a:ext cx="8439487" cy="667338"/>
          </a:xfrm>
        </p:spPr>
        <p:txBody>
          <a:bodyPr/>
          <a:lstStyle>
            <a:lvl1pPr>
              <a:defRPr b="0" i="0" cap="none" baseline="0">
                <a:solidFill>
                  <a:srgbClr val="021F43"/>
                </a:solidFill>
                <a:latin typeface="+mn-lt"/>
                <a:cs typeface="Andes ExtraLigh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31" name="Content Placeholder 330"/>
          <p:cNvSpPr>
            <a:spLocks noGrp="1"/>
          </p:cNvSpPr>
          <p:nvPr>
            <p:ph sz="quarter" idx="10"/>
          </p:nvPr>
        </p:nvSpPr>
        <p:spPr>
          <a:xfrm>
            <a:off x="356935" y="1599260"/>
            <a:ext cx="8440305" cy="4462104"/>
          </a:xfrm>
        </p:spPr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  <a:lvl2pPr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2pPr>
            <a:lvl3pPr marL="557784"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3pPr>
            <a:lvl4pPr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4pPr>
            <a:lvl5pPr>
              <a:buClr>
                <a:schemeClr val="tx2">
                  <a:lumMod val="50000"/>
                  <a:lumOff val="50000"/>
                </a:schemeClr>
              </a:buCl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356935" y="1025408"/>
            <a:ext cx="8435473" cy="51740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 b="0" cap="none" baseline="0">
                <a:solidFill>
                  <a:schemeClr val="tx1"/>
                </a:solidFill>
              </a:defRPr>
            </a:lvl1pPr>
            <a:lvl2pPr>
              <a:defRPr sz="1600" cap="all">
                <a:solidFill>
                  <a:schemeClr val="tx2">
                    <a:lumMod val="50000"/>
                    <a:lumOff val="50000"/>
                  </a:schemeClr>
                </a:solidFill>
              </a:defRPr>
            </a:lvl2pPr>
            <a:lvl3pPr>
              <a:defRPr sz="1600" cap="all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>
              <a:defRPr sz="1600" cap="all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>
              <a:defRPr sz="1600" cap="all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Geospatial Narrative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3BAE0EDE-E851-4832-A4A8-219CDEDE8A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579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en-US" sz="1600">
              <a:solidFill>
                <a:prstClr val="black">
                  <a:tint val="75000"/>
                </a:prstClr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Geospatial Narrative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3FB4-90B9-4A67-9E9C-96064C5BBA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33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9DB49F3F-9E6B-EB4E-A164-055B60B108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84"/>
          <p:cNvSpPr>
            <a:spLocks/>
          </p:cNvSpPr>
          <p:nvPr/>
        </p:nvSpPr>
        <p:spPr bwMode="auto">
          <a:xfrm flipH="1">
            <a:off x="8189914" y="6323015"/>
            <a:ext cx="349250" cy="534987"/>
          </a:xfrm>
          <a:custGeom>
            <a:avLst/>
            <a:gdLst>
              <a:gd name="T0" fmla="*/ 0 w 638"/>
              <a:gd name="T1" fmla="*/ 0 h 1194"/>
              <a:gd name="T2" fmla="*/ 2147483647 w 638"/>
              <a:gd name="T3" fmla="*/ 2147483647 h 1194"/>
              <a:gd name="T4" fmla="*/ 2147483647 w 638"/>
              <a:gd name="T5" fmla="*/ 2147483647 h 1194"/>
              <a:gd name="T6" fmla="*/ 2147483647 w 638"/>
              <a:gd name="T7" fmla="*/ 2147483647 h 1194"/>
              <a:gd name="T8" fmla="*/ 2147483647 w 638"/>
              <a:gd name="T9" fmla="*/ 2147483647 h 1194"/>
              <a:gd name="T10" fmla="*/ 2147483647 w 638"/>
              <a:gd name="T11" fmla="*/ 2147483647 h 1194"/>
              <a:gd name="T12" fmla="*/ 2147483647 w 638"/>
              <a:gd name="T13" fmla="*/ 2147483647 h 1194"/>
              <a:gd name="T14" fmla="*/ 2147483647 w 638"/>
              <a:gd name="T15" fmla="*/ 2147483647 h 1194"/>
              <a:gd name="T16" fmla="*/ 2147483647 w 638"/>
              <a:gd name="T17" fmla="*/ 2147483647 h 1194"/>
              <a:gd name="T18" fmla="*/ 2147483647 w 638"/>
              <a:gd name="T19" fmla="*/ 2147483647 h 1194"/>
              <a:gd name="T20" fmla="*/ 2147483647 w 638"/>
              <a:gd name="T21" fmla="*/ 2147483647 h 1194"/>
              <a:gd name="T22" fmla="*/ 2147483647 w 638"/>
              <a:gd name="T23" fmla="*/ 2147483647 h 1194"/>
              <a:gd name="T24" fmla="*/ 2147483647 w 638"/>
              <a:gd name="T25" fmla="*/ 2147483647 h 1194"/>
              <a:gd name="T26" fmla="*/ 2147483647 w 638"/>
              <a:gd name="T27" fmla="*/ 2147483647 h 1194"/>
              <a:gd name="T28" fmla="*/ 2147483647 w 638"/>
              <a:gd name="T29" fmla="*/ 2147483647 h 1194"/>
              <a:gd name="T30" fmla="*/ 2147483647 w 638"/>
              <a:gd name="T31" fmla="*/ 2147483647 h 1194"/>
              <a:gd name="T32" fmla="*/ 2147483647 w 638"/>
              <a:gd name="T33" fmla="*/ 2147483647 h 1194"/>
              <a:gd name="T34" fmla="*/ 2147483647 w 638"/>
              <a:gd name="T35" fmla="*/ 2147483647 h 1194"/>
              <a:gd name="T36" fmla="*/ 2147483647 w 638"/>
              <a:gd name="T37" fmla="*/ 2147483647 h 1194"/>
              <a:gd name="T38" fmla="*/ 2147483647 w 638"/>
              <a:gd name="T39" fmla="*/ 2147483647 h 1194"/>
              <a:gd name="T40" fmla="*/ 2147483647 w 638"/>
              <a:gd name="T41" fmla="*/ 2147483647 h 1194"/>
              <a:gd name="T42" fmla="*/ 2147483647 w 638"/>
              <a:gd name="T43" fmla="*/ 2147483647 h 1194"/>
              <a:gd name="T44" fmla="*/ 2147483647 w 638"/>
              <a:gd name="T45" fmla="*/ 2147483647 h 1194"/>
              <a:gd name="T46" fmla="*/ 2147483647 w 638"/>
              <a:gd name="T47" fmla="*/ 2147483647 h 1194"/>
              <a:gd name="T48" fmla="*/ 2147483647 w 638"/>
              <a:gd name="T49" fmla="*/ 2147483647 h 1194"/>
              <a:gd name="T50" fmla="*/ 2147483647 w 638"/>
              <a:gd name="T51" fmla="*/ 2147483647 h 1194"/>
              <a:gd name="T52" fmla="*/ 2147483647 w 638"/>
              <a:gd name="T53" fmla="*/ 2147483647 h 1194"/>
              <a:gd name="T54" fmla="*/ 2147483647 w 638"/>
              <a:gd name="T55" fmla="*/ 2147483647 h 1194"/>
              <a:gd name="T56" fmla="*/ 0 w 638"/>
              <a:gd name="T57" fmla="*/ 0 h 1194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38" h="1194">
                <a:moveTo>
                  <a:pt x="0" y="0"/>
                </a:moveTo>
                <a:lnTo>
                  <a:pt x="38" y="110"/>
                </a:lnTo>
                <a:lnTo>
                  <a:pt x="78" y="216"/>
                </a:lnTo>
                <a:lnTo>
                  <a:pt x="106" y="304"/>
                </a:lnTo>
                <a:lnTo>
                  <a:pt x="136" y="398"/>
                </a:lnTo>
                <a:lnTo>
                  <a:pt x="164" y="506"/>
                </a:lnTo>
                <a:lnTo>
                  <a:pt x="206" y="672"/>
                </a:lnTo>
                <a:lnTo>
                  <a:pt x="236" y="788"/>
                </a:lnTo>
                <a:lnTo>
                  <a:pt x="272" y="990"/>
                </a:lnTo>
                <a:lnTo>
                  <a:pt x="286" y="1086"/>
                </a:lnTo>
                <a:lnTo>
                  <a:pt x="302" y="1194"/>
                </a:lnTo>
                <a:lnTo>
                  <a:pt x="638" y="1194"/>
                </a:lnTo>
                <a:lnTo>
                  <a:pt x="624" y="1142"/>
                </a:lnTo>
                <a:lnTo>
                  <a:pt x="598" y="1060"/>
                </a:lnTo>
                <a:lnTo>
                  <a:pt x="572" y="980"/>
                </a:lnTo>
                <a:lnTo>
                  <a:pt x="548" y="912"/>
                </a:lnTo>
                <a:lnTo>
                  <a:pt x="494" y="784"/>
                </a:lnTo>
                <a:lnTo>
                  <a:pt x="456" y="698"/>
                </a:lnTo>
                <a:lnTo>
                  <a:pt x="424" y="626"/>
                </a:lnTo>
                <a:lnTo>
                  <a:pt x="378" y="532"/>
                </a:lnTo>
                <a:lnTo>
                  <a:pt x="340" y="470"/>
                </a:lnTo>
                <a:lnTo>
                  <a:pt x="306" y="414"/>
                </a:lnTo>
                <a:lnTo>
                  <a:pt x="268" y="342"/>
                </a:lnTo>
                <a:lnTo>
                  <a:pt x="228" y="286"/>
                </a:lnTo>
                <a:lnTo>
                  <a:pt x="174" y="210"/>
                </a:lnTo>
                <a:lnTo>
                  <a:pt x="122" y="140"/>
                </a:lnTo>
                <a:lnTo>
                  <a:pt x="58" y="52"/>
                </a:lnTo>
                <a:lnTo>
                  <a:pt x="30" y="2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075" name="Freeform 85"/>
          <p:cNvSpPr>
            <a:spLocks/>
          </p:cNvSpPr>
          <p:nvPr/>
        </p:nvSpPr>
        <p:spPr bwMode="auto">
          <a:xfrm flipH="1">
            <a:off x="8545513" y="6146800"/>
            <a:ext cx="246062" cy="165100"/>
          </a:xfrm>
          <a:custGeom>
            <a:avLst/>
            <a:gdLst>
              <a:gd name="T0" fmla="*/ 2147483647 w 448"/>
              <a:gd name="T1" fmla="*/ 2147483647 h 372"/>
              <a:gd name="T2" fmla="*/ 2147483647 w 448"/>
              <a:gd name="T3" fmla="*/ 2147483647 h 372"/>
              <a:gd name="T4" fmla="*/ 2147483647 w 448"/>
              <a:gd name="T5" fmla="*/ 2147483647 h 372"/>
              <a:gd name="T6" fmla="*/ 2147483647 w 448"/>
              <a:gd name="T7" fmla="*/ 2147483647 h 372"/>
              <a:gd name="T8" fmla="*/ 2147483647 w 448"/>
              <a:gd name="T9" fmla="*/ 2147483647 h 372"/>
              <a:gd name="T10" fmla="*/ 2147483647 w 448"/>
              <a:gd name="T11" fmla="*/ 2147483647 h 372"/>
              <a:gd name="T12" fmla="*/ 0 w 448"/>
              <a:gd name="T13" fmla="*/ 0 h 372"/>
              <a:gd name="T14" fmla="*/ 2147483647 w 448"/>
              <a:gd name="T15" fmla="*/ 0 h 372"/>
              <a:gd name="T16" fmla="*/ 2147483647 w 448"/>
              <a:gd name="T17" fmla="*/ 2147483647 h 372"/>
              <a:gd name="T18" fmla="*/ 2147483647 w 448"/>
              <a:gd name="T19" fmla="*/ 2147483647 h 372"/>
              <a:gd name="T20" fmla="*/ 2147483647 w 448"/>
              <a:gd name="T21" fmla="*/ 2147483647 h 372"/>
              <a:gd name="T22" fmla="*/ 2147483647 w 448"/>
              <a:gd name="T23" fmla="*/ 2147483647 h 372"/>
              <a:gd name="T24" fmla="*/ 2147483647 w 448"/>
              <a:gd name="T25" fmla="*/ 2147483647 h 372"/>
              <a:gd name="T26" fmla="*/ 2147483647 w 448"/>
              <a:gd name="T27" fmla="*/ 2147483647 h 372"/>
              <a:gd name="T28" fmla="*/ 2147483647 w 448"/>
              <a:gd name="T29" fmla="*/ 2147483647 h 3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8" h="372">
                <a:moveTo>
                  <a:pt x="448" y="372"/>
                </a:moveTo>
                <a:lnTo>
                  <a:pt x="388" y="302"/>
                </a:lnTo>
                <a:lnTo>
                  <a:pt x="280" y="208"/>
                </a:lnTo>
                <a:lnTo>
                  <a:pt x="210" y="142"/>
                </a:lnTo>
                <a:lnTo>
                  <a:pt x="140" y="94"/>
                </a:lnTo>
                <a:lnTo>
                  <a:pt x="64" y="44"/>
                </a:lnTo>
                <a:lnTo>
                  <a:pt x="0" y="0"/>
                </a:lnTo>
                <a:lnTo>
                  <a:pt x="280" y="0"/>
                </a:lnTo>
                <a:lnTo>
                  <a:pt x="300" y="36"/>
                </a:lnTo>
                <a:lnTo>
                  <a:pt x="324" y="82"/>
                </a:lnTo>
                <a:lnTo>
                  <a:pt x="346" y="134"/>
                </a:lnTo>
                <a:lnTo>
                  <a:pt x="378" y="206"/>
                </a:lnTo>
                <a:lnTo>
                  <a:pt x="408" y="264"/>
                </a:lnTo>
                <a:lnTo>
                  <a:pt x="434" y="334"/>
                </a:lnTo>
                <a:lnTo>
                  <a:pt x="448" y="37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7189" y="301625"/>
            <a:ext cx="8461375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188" y="1697040"/>
            <a:ext cx="8478837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Paragraph content</a:t>
            </a:r>
          </a:p>
          <a:p>
            <a:pPr lvl="1"/>
            <a:r>
              <a:rPr lang="en-US" dirty="0" smtClean="0"/>
              <a:t>Bullets</a:t>
            </a:r>
          </a:p>
          <a:p>
            <a:pPr lvl="5"/>
            <a:r>
              <a:rPr lang="en-US" dirty="0" smtClean="0"/>
              <a:t>Bullets</a:t>
            </a:r>
          </a:p>
          <a:p>
            <a:pPr lvl="3"/>
            <a:r>
              <a:rPr lang="en-US" dirty="0" smtClean="0"/>
              <a:t>Bullets</a:t>
            </a:r>
          </a:p>
          <a:p>
            <a:pPr lvl="4"/>
            <a:r>
              <a:rPr lang="en-US" dirty="0" smtClean="0"/>
              <a:t>Bullets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7188" y="6350002"/>
            <a:ext cx="5524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pPr eaLnBrk="1" hangingPunct="1"/>
            <a:fld id="{44536CCF-F5DA-4C7D-B21C-0D6F4CCAD72E}" type="slidenum">
              <a:rPr lang="en-US" altLang="en-US">
                <a:ea typeface="MS PGothic" panose="020B0600070205080204" pitchFamily="34" charset="-128"/>
              </a:rPr>
              <a:pPr eaLnBrk="1" hangingPunct="1"/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3079" name="TextBox 7"/>
          <p:cNvSpPr txBox="1">
            <a:spLocks noChangeArrowheads="1"/>
          </p:cNvSpPr>
          <p:nvPr/>
        </p:nvSpPr>
        <p:spPr bwMode="auto">
          <a:xfrm>
            <a:off x="8683626" y="6207125"/>
            <a:ext cx="1847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endParaRPr lang="en-US">
              <a:solidFill>
                <a:srgbClr val="021F43"/>
              </a:solidFill>
            </a:endParaRPr>
          </a:p>
        </p:txBody>
      </p:sp>
      <p:pic>
        <p:nvPicPr>
          <p:cNvPr id="308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15150" y="6311900"/>
            <a:ext cx="1982788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03301" y="6356352"/>
            <a:ext cx="5707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7F7F7F"/>
                </a:solidFill>
                <a:latin typeface="+mn-lt"/>
                <a:ea typeface="+mn-ea"/>
                <a:cs typeface="Times New Roman" pitchFamily="18" charset="0"/>
              </a:defRPr>
            </a:lvl1pPr>
          </a:lstStyle>
          <a:p>
            <a:pPr eaLnBrk="1" hangingPunct="1">
              <a:defRPr/>
            </a:pPr>
            <a:r>
              <a:rPr lang="en-US" smtClean="0"/>
              <a:t>Geospatial Narrative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82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8" r:id="rId1"/>
    <p:sldLayoutId id="2147484109" r:id="rId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2200">
          <a:solidFill>
            <a:srgbClr val="595959"/>
          </a:solidFill>
          <a:latin typeface="+mn-lt"/>
          <a:ea typeface="MS PGothic" pitchFamily="34" charset="-128"/>
          <a:cs typeface="Andes ExtraLight"/>
        </a:defRPr>
      </a:lvl1pPr>
      <a:lvl2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2200">
          <a:solidFill>
            <a:srgbClr val="595959"/>
          </a:solidFill>
          <a:latin typeface="Arial" charset="0"/>
          <a:ea typeface="MS PGothic" pitchFamily="34" charset="-128"/>
          <a:cs typeface="Andes ExtraLight" pitchFamily="50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2200">
          <a:solidFill>
            <a:srgbClr val="595959"/>
          </a:solidFill>
          <a:latin typeface="Arial" charset="0"/>
          <a:ea typeface="MS PGothic" pitchFamily="34" charset="-128"/>
          <a:cs typeface="Andes ExtraLight" pitchFamily="50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2200">
          <a:solidFill>
            <a:srgbClr val="595959"/>
          </a:solidFill>
          <a:latin typeface="Arial" charset="0"/>
          <a:ea typeface="MS PGothic" pitchFamily="34" charset="-128"/>
          <a:cs typeface="Andes ExtraLight" pitchFamily="50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2200">
          <a:solidFill>
            <a:srgbClr val="595959"/>
          </a:solidFill>
          <a:latin typeface="Arial" charset="0"/>
          <a:ea typeface="MS PGothic" pitchFamily="34" charset="-128"/>
          <a:cs typeface="Andes ExtraLight" pitchFamily="50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600" b="1">
          <a:solidFill>
            <a:srgbClr val="014C6D"/>
          </a:solidFill>
          <a:latin typeface="Trebuchet M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600" b="1">
          <a:solidFill>
            <a:srgbClr val="014C6D"/>
          </a:solidFill>
          <a:latin typeface="Trebuchet M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600" b="1">
          <a:solidFill>
            <a:srgbClr val="014C6D"/>
          </a:solidFill>
          <a:latin typeface="Trebuchet M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600" b="1">
          <a:solidFill>
            <a:srgbClr val="014C6D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ts val="1800"/>
        </a:spcBef>
        <a:spcAft>
          <a:spcPct val="0"/>
        </a:spcAft>
        <a:buClr>
          <a:srgbClr val="404040"/>
        </a:buClr>
        <a:defRPr>
          <a:solidFill>
            <a:srgbClr val="595959"/>
          </a:solidFill>
          <a:latin typeface="Arial"/>
          <a:ea typeface="MS PGothic" pitchFamily="34" charset="-128"/>
          <a:cs typeface="Arial"/>
        </a:defRPr>
      </a:lvl1pPr>
      <a:lvl2pPr marL="285750" indent="-28575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595959"/>
        </a:buClr>
        <a:buFont typeface="Arial" panose="020B0604020202020204" pitchFamily="34" charset="0"/>
        <a:buChar char="•"/>
        <a:defRPr>
          <a:solidFill>
            <a:srgbClr val="595959"/>
          </a:solidFill>
          <a:latin typeface="Arial"/>
          <a:ea typeface="MS PGothic" pitchFamily="34" charset="-128"/>
          <a:cs typeface="Arial"/>
        </a:defRPr>
      </a:lvl2pPr>
      <a:lvl3pPr marL="285750" indent="-28575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Arial"/>
          <a:ea typeface="MS PGothic" pitchFamily="34" charset="-128"/>
          <a:cs typeface="Arial"/>
        </a:defRPr>
      </a:lvl3pPr>
      <a:lvl4pPr marL="831850" indent="-28575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595959"/>
        </a:buClr>
        <a:buFont typeface="Arial" panose="020B0604020202020204" pitchFamily="34" charset="0"/>
        <a:buChar char="•"/>
        <a:defRPr>
          <a:solidFill>
            <a:srgbClr val="595959"/>
          </a:solidFill>
          <a:latin typeface="Arial"/>
          <a:ea typeface="MS PGothic" pitchFamily="34" charset="-128"/>
          <a:cs typeface="Arial"/>
        </a:defRPr>
      </a:lvl4pPr>
      <a:lvl5pPr marL="1196975" indent="-28575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595959"/>
        </a:buClr>
        <a:buFont typeface="Arial" panose="020B0604020202020204" pitchFamily="34" charset="0"/>
        <a:buChar char="•"/>
        <a:defRPr>
          <a:solidFill>
            <a:srgbClr val="595959"/>
          </a:solidFill>
          <a:latin typeface="Arial"/>
          <a:ea typeface="MS PGothic" pitchFamily="34" charset="-128"/>
          <a:cs typeface="Arial"/>
        </a:defRPr>
      </a:lvl5pPr>
      <a:lvl6pPr marL="502920" indent="-228600" algn="l" rtl="0" fontAlgn="base">
        <a:spcBef>
          <a:spcPct val="20000"/>
        </a:spcBef>
        <a:spcAft>
          <a:spcPct val="0"/>
        </a:spcAft>
        <a:buClr>
          <a:schemeClr val="tx2">
            <a:lumMod val="65000"/>
            <a:lumOff val="35000"/>
          </a:schemeClr>
        </a:buClr>
        <a:buFont typeface="Arial"/>
        <a:buChar char="•"/>
        <a:defRPr sz="1800">
          <a:solidFill>
            <a:schemeClr val="tx2">
              <a:lumMod val="65000"/>
              <a:lumOff val="35000"/>
            </a:schemeClr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783C"/>
        </a:buClr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783C"/>
        </a:buClr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783C"/>
        </a:buClr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84"/>
          <p:cNvSpPr>
            <a:spLocks/>
          </p:cNvSpPr>
          <p:nvPr/>
        </p:nvSpPr>
        <p:spPr bwMode="auto">
          <a:xfrm flipH="1">
            <a:off x="8189914" y="6323015"/>
            <a:ext cx="349250" cy="534987"/>
          </a:xfrm>
          <a:custGeom>
            <a:avLst/>
            <a:gdLst>
              <a:gd name="T0" fmla="*/ 0 w 638"/>
              <a:gd name="T1" fmla="*/ 0 h 1194"/>
              <a:gd name="T2" fmla="*/ 2147483647 w 638"/>
              <a:gd name="T3" fmla="*/ 2147483647 h 1194"/>
              <a:gd name="T4" fmla="*/ 2147483647 w 638"/>
              <a:gd name="T5" fmla="*/ 2147483647 h 1194"/>
              <a:gd name="T6" fmla="*/ 2147483647 w 638"/>
              <a:gd name="T7" fmla="*/ 2147483647 h 1194"/>
              <a:gd name="T8" fmla="*/ 2147483647 w 638"/>
              <a:gd name="T9" fmla="*/ 2147483647 h 1194"/>
              <a:gd name="T10" fmla="*/ 2147483647 w 638"/>
              <a:gd name="T11" fmla="*/ 2147483647 h 1194"/>
              <a:gd name="T12" fmla="*/ 2147483647 w 638"/>
              <a:gd name="T13" fmla="*/ 2147483647 h 1194"/>
              <a:gd name="T14" fmla="*/ 2147483647 w 638"/>
              <a:gd name="T15" fmla="*/ 2147483647 h 1194"/>
              <a:gd name="T16" fmla="*/ 2147483647 w 638"/>
              <a:gd name="T17" fmla="*/ 2147483647 h 1194"/>
              <a:gd name="T18" fmla="*/ 2147483647 w 638"/>
              <a:gd name="T19" fmla="*/ 2147483647 h 1194"/>
              <a:gd name="T20" fmla="*/ 2147483647 w 638"/>
              <a:gd name="T21" fmla="*/ 2147483647 h 1194"/>
              <a:gd name="T22" fmla="*/ 2147483647 w 638"/>
              <a:gd name="T23" fmla="*/ 2147483647 h 1194"/>
              <a:gd name="T24" fmla="*/ 2147483647 w 638"/>
              <a:gd name="T25" fmla="*/ 2147483647 h 1194"/>
              <a:gd name="T26" fmla="*/ 2147483647 w 638"/>
              <a:gd name="T27" fmla="*/ 2147483647 h 1194"/>
              <a:gd name="T28" fmla="*/ 2147483647 w 638"/>
              <a:gd name="T29" fmla="*/ 2147483647 h 1194"/>
              <a:gd name="T30" fmla="*/ 2147483647 w 638"/>
              <a:gd name="T31" fmla="*/ 2147483647 h 1194"/>
              <a:gd name="T32" fmla="*/ 2147483647 w 638"/>
              <a:gd name="T33" fmla="*/ 2147483647 h 1194"/>
              <a:gd name="T34" fmla="*/ 2147483647 w 638"/>
              <a:gd name="T35" fmla="*/ 2147483647 h 1194"/>
              <a:gd name="T36" fmla="*/ 2147483647 w 638"/>
              <a:gd name="T37" fmla="*/ 2147483647 h 1194"/>
              <a:gd name="T38" fmla="*/ 2147483647 w 638"/>
              <a:gd name="T39" fmla="*/ 2147483647 h 1194"/>
              <a:gd name="T40" fmla="*/ 2147483647 w 638"/>
              <a:gd name="T41" fmla="*/ 2147483647 h 1194"/>
              <a:gd name="T42" fmla="*/ 2147483647 w 638"/>
              <a:gd name="T43" fmla="*/ 2147483647 h 1194"/>
              <a:gd name="T44" fmla="*/ 2147483647 w 638"/>
              <a:gd name="T45" fmla="*/ 2147483647 h 1194"/>
              <a:gd name="T46" fmla="*/ 2147483647 w 638"/>
              <a:gd name="T47" fmla="*/ 2147483647 h 1194"/>
              <a:gd name="T48" fmla="*/ 2147483647 w 638"/>
              <a:gd name="T49" fmla="*/ 2147483647 h 1194"/>
              <a:gd name="T50" fmla="*/ 2147483647 w 638"/>
              <a:gd name="T51" fmla="*/ 2147483647 h 1194"/>
              <a:gd name="T52" fmla="*/ 2147483647 w 638"/>
              <a:gd name="T53" fmla="*/ 2147483647 h 1194"/>
              <a:gd name="T54" fmla="*/ 2147483647 w 638"/>
              <a:gd name="T55" fmla="*/ 2147483647 h 1194"/>
              <a:gd name="T56" fmla="*/ 0 w 638"/>
              <a:gd name="T57" fmla="*/ 0 h 1194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38" h="1194">
                <a:moveTo>
                  <a:pt x="0" y="0"/>
                </a:moveTo>
                <a:lnTo>
                  <a:pt x="38" y="110"/>
                </a:lnTo>
                <a:lnTo>
                  <a:pt x="78" y="216"/>
                </a:lnTo>
                <a:lnTo>
                  <a:pt x="106" y="304"/>
                </a:lnTo>
                <a:lnTo>
                  <a:pt x="136" y="398"/>
                </a:lnTo>
                <a:lnTo>
                  <a:pt x="164" y="506"/>
                </a:lnTo>
                <a:lnTo>
                  <a:pt x="206" y="672"/>
                </a:lnTo>
                <a:lnTo>
                  <a:pt x="236" y="788"/>
                </a:lnTo>
                <a:lnTo>
                  <a:pt x="272" y="990"/>
                </a:lnTo>
                <a:lnTo>
                  <a:pt x="286" y="1086"/>
                </a:lnTo>
                <a:lnTo>
                  <a:pt x="302" y="1194"/>
                </a:lnTo>
                <a:lnTo>
                  <a:pt x="638" y="1194"/>
                </a:lnTo>
                <a:lnTo>
                  <a:pt x="624" y="1142"/>
                </a:lnTo>
                <a:lnTo>
                  <a:pt x="598" y="1060"/>
                </a:lnTo>
                <a:lnTo>
                  <a:pt x="572" y="980"/>
                </a:lnTo>
                <a:lnTo>
                  <a:pt x="548" y="912"/>
                </a:lnTo>
                <a:lnTo>
                  <a:pt x="494" y="784"/>
                </a:lnTo>
                <a:lnTo>
                  <a:pt x="456" y="698"/>
                </a:lnTo>
                <a:lnTo>
                  <a:pt x="424" y="626"/>
                </a:lnTo>
                <a:lnTo>
                  <a:pt x="378" y="532"/>
                </a:lnTo>
                <a:lnTo>
                  <a:pt x="340" y="470"/>
                </a:lnTo>
                <a:lnTo>
                  <a:pt x="306" y="414"/>
                </a:lnTo>
                <a:lnTo>
                  <a:pt x="268" y="342"/>
                </a:lnTo>
                <a:lnTo>
                  <a:pt x="228" y="286"/>
                </a:lnTo>
                <a:lnTo>
                  <a:pt x="174" y="210"/>
                </a:lnTo>
                <a:lnTo>
                  <a:pt x="122" y="140"/>
                </a:lnTo>
                <a:lnTo>
                  <a:pt x="58" y="52"/>
                </a:lnTo>
                <a:lnTo>
                  <a:pt x="30" y="2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075" name="Freeform 85"/>
          <p:cNvSpPr>
            <a:spLocks/>
          </p:cNvSpPr>
          <p:nvPr/>
        </p:nvSpPr>
        <p:spPr bwMode="auto">
          <a:xfrm flipH="1">
            <a:off x="8545513" y="6146800"/>
            <a:ext cx="246062" cy="165100"/>
          </a:xfrm>
          <a:custGeom>
            <a:avLst/>
            <a:gdLst>
              <a:gd name="T0" fmla="*/ 2147483647 w 448"/>
              <a:gd name="T1" fmla="*/ 2147483647 h 372"/>
              <a:gd name="T2" fmla="*/ 2147483647 w 448"/>
              <a:gd name="T3" fmla="*/ 2147483647 h 372"/>
              <a:gd name="T4" fmla="*/ 2147483647 w 448"/>
              <a:gd name="T5" fmla="*/ 2147483647 h 372"/>
              <a:gd name="T6" fmla="*/ 2147483647 w 448"/>
              <a:gd name="T7" fmla="*/ 2147483647 h 372"/>
              <a:gd name="T8" fmla="*/ 2147483647 w 448"/>
              <a:gd name="T9" fmla="*/ 2147483647 h 372"/>
              <a:gd name="T10" fmla="*/ 2147483647 w 448"/>
              <a:gd name="T11" fmla="*/ 2147483647 h 372"/>
              <a:gd name="T12" fmla="*/ 0 w 448"/>
              <a:gd name="T13" fmla="*/ 0 h 372"/>
              <a:gd name="T14" fmla="*/ 2147483647 w 448"/>
              <a:gd name="T15" fmla="*/ 0 h 372"/>
              <a:gd name="T16" fmla="*/ 2147483647 w 448"/>
              <a:gd name="T17" fmla="*/ 2147483647 h 372"/>
              <a:gd name="T18" fmla="*/ 2147483647 w 448"/>
              <a:gd name="T19" fmla="*/ 2147483647 h 372"/>
              <a:gd name="T20" fmla="*/ 2147483647 w 448"/>
              <a:gd name="T21" fmla="*/ 2147483647 h 372"/>
              <a:gd name="T22" fmla="*/ 2147483647 w 448"/>
              <a:gd name="T23" fmla="*/ 2147483647 h 372"/>
              <a:gd name="T24" fmla="*/ 2147483647 w 448"/>
              <a:gd name="T25" fmla="*/ 2147483647 h 372"/>
              <a:gd name="T26" fmla="*/ 2147483647 w 448"/>
              <a:gd name="T27" fmla="*/ 2147483647 h 372"/>
              <a:gd name="T28" fmla="*/ 2147483647 w 448"/>
              <a:gd name="T29" fmla="*/ 2147483647 h 3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8" h="372">
                <a:moveTo>
                  <a:pt x="448" y="372"/>
                </a:moveTo>
                <a:lnTo>
                  <a:pt x="388" y="302"/>
                </a:lnTo>
                <a:lnTo>
                  <a:pt x="280" y="208"/>
                </a:lnTo>
                <a:lnTo>
                  <a:pt x="210" y="142"/>
                </a:lnTo>
                <a:lnTo>
                  <a:pt x="140" y="94"/>
                </a:lnTo>
                <a:lnTo>
                  <a:pt x="64" y="44"/>
                </a:lnTo>
                <a:lnTo>
                  <a:pt x="0" y="0"/>
                </a:lnTo>
                <a:lnTo>
                  <a:pt x="280" y="0"/>
                </a:lnTo>
                <a:lnTo>
                  <a:pt x="300" y="36"/>
                </a:lnTo>
                <a:lnTo>
                  <a:pt x="324" y="82"/>
                </a:lnTo>
                <a:lnTo>
                  <a:pt x="346" y="134"/>
                </a:lnTo>
                <a:lnTo>
                  <a:pt x="378" y="206"/>
                </a:lnTo>
                <a:lnTo>
                  <a:pt x="408" y="264"/>
                </a:lnTo>
                <a:lnTo>
                  <a:pt x="434" y="334"/>
                </a:lnTo>
                <a:lnTo>
                  <a:pt x="448" y="37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/>
          <a:lstStyle/>
          <a:p>
            <a:pPr eaLnBrk="1" hangingPunct="1"/>
            <a:endParaRPr lang="en-US" sz="1600">
              <a:solidFill>
                <a:srgbClr val="021F43"/>
              </a:solidFill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7189" y="301625"/>
            <a:ext cx="8461375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188" y="1697040"/>
            <a:ext cx="8478837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Paragraph content</a:t>
            </a:r>
          </a:p>
          <a:p>
            <a:pPr lvl="1"/>
            <a:r>
              <a:rPr lang="en-US" dirty="0" smtClean="0"/>
              <a:t>Bullets</a:t>
            </a:r>
          </a:p>
          <a:p>
            <a:pPr lvl="5"/>
            <a:r>
              <a:rPr lang="en-US" dirty="0" smtClean="0"/>
              <a:t>Bullets</a:t>
            </a:r>
          </a:p>
          <a:p>
            <a:pPr lvl="3"/>
            <a:r>
              <a:rPr lang="en-US" dirty="0" smtClean="0"/>
              <a:t>Bullets</a:t>
            </a:r>
          </a:p>
          <a:p>
            <a:pPr lvl="4"/>
            <a:r>
              <a:rPr lang="en-US" dirty="0" smtClean="0"/>
              <a:t>Bullets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7188" y="6350002"/>
            <a:ext cx="5524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pPr eaLnBrk="1" hangingPunct="1"/>
            <a:fld id="{44536CCF-F5DA-4C7D-B21C-0D6F4CCAD72E}" type="slidenum">
              <a:rPr lang="en-US" altLang="en-US">
                <a:ea typeface="MS PGothic" panose="020B0600070205080204" pitchFamily="34" charset="-128"/>
              </a:rPr>
              <a:pPr eaLnBrk="1" hangingPunct="1"/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3079" name="TextBox 7"/>
          <p:cNvSpPr txBox="1">
            <a:spLocks noChangeArrowheads="1"/>
          </p:cNvSpPr>
          <p:nvPr/>
        </p:nvSpPr>
        <p:spPr bwMode="auto">
          <a:xfrm>
            <a:off x="8683626" y="6207125"/>
            <a:ext cx="1847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endParaRPr lang="en-US">
              <a:solidFill>
                <a:srgbClr val="021F43"/>
              </a:solidFill>
            </a:endParaRPr>
          </a:p>
        </p:txBody>
      </p:sp>
      <p:pic>
        <p:nvPicPr>
          <p:cNvPr id="308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15150" y="6311900"/>
            <a:ext cx="1982788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03301" y="6356352"/>
            <a:ext cx="5707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7F7F7F"/>
                </a:solidFill>
                <a:latin typeface="+mn-lt"/>
                <a:ea typeface="+mn-ea"/>
                <a:cs typeface="Times New Roman" pitchFamily="18" charset="0"/>
              </a:defRPr>
            </a:lvl1pPr>
          </a:lstStyle>
          <a:p>
            <a:pPr eaLnBrk="1" hangingPunct="1">
              <a:defRPr/>
            </a:pPr>
            <a:r>
              <a:rPr lang="en-US" smtClean="0"/>
              <a:t>Geospatial Narrative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16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2200">
          <a:solidFill>
            <a:srgbClr val="595959"/>
          </a:solidFill>
          <a:latin typeface="+mn-lt"/>
          <a:ea typeface="MS PGothic" pitchFamily="34" charset="-128"/>
          <a:cs typeface="Andes ExtraLight"/>
        </a:defRPr>
      </a:lvl1pPr>
      <a:lvl2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2200">
          <a:solidFill>
            <a:srgbClr val="595959"/>
          </a:solidFill>
          <a:latin typeface="Arial" charset="0"/>
          <a:ea typeface="MS PGothic" pitchFamily="34" charset="-128"/>
          <a:cs typeface="Andes ExtraLight" pitchFamily="50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2200">
          <a:solidFill>
            <a:srgbClr val="595959"/>
          </a:solidFill>
          <a:latin typeface="Arial" charset="0"/>
          <a:ea typeface="MS PGothic" pitchFamily="34" charset="-128"/>
          <a:cs typeface="Andes ExtraLight" pitchFamily="50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2200">
          <a:solidFill>
            <a:srgbClr val="595959"/>
          </a:solidFill>
          <a:latin typeface="Arial" charset="0"/>
          <a:ea typeface="MS PGothic" pitchFamily="34" charset="-128"/>
          <a:cs typeface="Andes ExtraLight" pitchFamily="50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2200">
          <a:solidFill>
            <a:srgbClr val="595959"/>
          </a:solidFill>
          <a:latin typeface="Arial" charset="0"/>
          <a:ea typeface="MS PGothic" pitchFamily="34" charset="-128"/>
          <a:cs typeface="Andes ExtraLight" pitchFamily="50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600" b="1">
          <a:solidFill>
            <a:srgbClr val="014C6D"/>
          </a:solidFill>
          <a:latin typeface="Trebuchet M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600" b="1">
          <a:solidFill>
            <a:srgbClr val="014C6D"/>
          </a:solidFill>
          <a:latin typeface="Trebuchet M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600" b="1">
          <a:solidFill>
            <a:srgbClr val="014C6D"/>
          </a:solidFill>
          <a:latin typeface="Trebuchet M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600" b="1">
          <a:solidFill>
            <a:srgbClr val="014C6D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ts val="1800"/>
        </a:spcBef>
        <a:spcAft>
          <a:spcPct val="0"/>
        </a:spcAft>
        <a:buClr>
          <a:srgbClr val="404040"/>
        </a:buClr>
        <a:defRPr>
          <a:solidFill>
            <a:srgbClr val="595959"/>
          </a:solidFill>
          <a:latin typeface="Arial"/>
          <a:ea typeface="MS PGothic" pitchFamily="34" charset="-128"/>
          <a:cs typeface="Arial"/>
        </a:defRPr>
      </a:lvl1pPr>
      <a:lvl2pPr marL="285750" indent="-28575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595959"/>
        </a:buClr>
        <a:buFont typeface="Arial" panose="020B0604020202020204" pitchFamily="34" charset="0"/>
        <a:buChar char="•"/>
        <a:defRPr>
          <a:solidFill>
            <a:srgbClr val="595959"/>
          </a:solidFill>
          <a:latin typeface="Arial"/>
          <a:ea typeface="MS PGothic" pitchFamily="34" charset="-128"/>
          <a:cs typeface="Arial"/>
        </a:defRPr>
      </a:lvl2pPr>
      <a:lvl3pPr marL="285750" indent="-28575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Arial"/>
          <a:ea typeface="MS PGothic" pitchFamily="34" charset="-128"/>
          <a:cs typeface="Arial"/>
        </a:defRPr>
      </a:lvl3pPr>
      <a:lvl4pPr marL="831850" indent="-28575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595959"/>
        </a:buClr>
        <a:buFont typeface="Arial" panose="020B0604020202020204" pitchFamily="34" charset="0"/>
        <a:buChar char="•"/>
        <a:defRPr>
          <a:solidFill>
            <a:srgbClr val="595959"/>
          </a:solidFill>
          <a:latin typeface="Arial"/>
          <a:ea typeface="MS PGothic" pitchFamily="34" charset="-128"/>
          <a:cs typeface="Arial"/>
        </a:defRPr>
      </a:lvl4pPr>
      <a:lvl5pPr marL="1196975" indent="-28575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595959"/>
        </a:buClr>
        <a:buFont typeface="Arial" panose="020B0604020202020204" pitchFamily="34" charset="0"/>
        <a:buChar char="•"/>
        <a:defRPr>
          <a:solidFill>
            <a:srgbClr val="595959"/>
          </a:solidFill>
          <a:latin typeface="Arial"/>
          <a:ea typeface="MS PGothic" pitchFamily="34" charset="-128"/>
          <a:cs typeface="Arial"/>
        </a:defRPr>
      </a:lvl5pPr>
      <a:lvl6pPr marL="502920" indent="-228600" algn="l" rtl="0" fontAlgn="base">
        <a:spcBef>
          <a:spcPct val="20000"/>
        </a:spcBef>
        <a:spcAft>
          <a:spcPct val="0"/>
        </a:spcAft>
        <a:buClr>
          <a:schemeClr val="tx2">
            <a:lumMod val="65000"/>
            <a:lumOff val="35000"/>
          </a:schemeClr>
        </a:buClr>
        <a:buFont typeface="Arial"/>
        <a:buChar char="•"/>
        <a:defRPr sz="1800">
          <a:solidFill>
            <a:schemeClr val="tx2">
              <a:lumMod val="65000"/>
              <a:lumOff val="35000"/>
            </a:schemeClr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783C"/>
        </a:buClr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783C"/>
        </a:buClr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783C"/>
        </a:buClr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external.opengis.org/twiki_public/HydrologyDWG/UseCase2" TargetMode="External"/><Relationship Id="rId2" Type="http://schemas.openxmlformats.org/officeDocument/2006/relationships/hyperlink" Target="http://external.opengis.org/twiki_public/HydrologyDWG/UseCase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xternal.opengis.org/twiki_public/HydrologyDWG/UseCase5" TargetMode="External"/><Relationship Id="rId5" Type="http://schemas.openxmlformats.org/officeDocument/2006/relationships/hyperlink" Target="http://external.opengis.org/twiki_public/HydrologyDWG/UseCase4" TargetMode="External"/><Relationship Id="rId4" Type="http://schemas.openxmlformats.org/officeDocument/2006/relationships/hyperlink" Target="http://external.opengis.org/twiki_public/HydrologyDWG/UseCase3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xp-dev.com/svn/gwml2/schema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xp-dev.com/svn/gwml2/Documents/schematron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xp-dev.com/svn/gwml2/Documents/instanc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 smtClean="0">
                <a:latin typeface="Arial Black" charset="0"/>
                <a:ea typeface="MS PGothic" charset="-128"/>
              </a:rPr>
              <a:t>Groundwater SWG</a:t>
            </a:r>
            <a:br>
              <a:rPr lang="en-US" altLang="en-US" sz="2800" dirty="0" smtClean="0">
                <a:latin typeface="Arial Black" charset="0"/>
                <a:ea typeface="MS PGothic" charset="-128"/>
              </a:rPr>
            </a:br>
            <a:r>
              <a:rPr lang="en-US" altLang="en-US" sz="2800" dirty="0" smtClean="0">
                <a:latin typeface="Arial Black" charset="0"/>
                <a:ea typeface="MS PGothic" charset="-128"/>
              </a:rPr>
              <a:t>GroundWater</a:t>
            </a:r>
            <a:r>
              <a:rPr lang="en-US" altLang="en-US" sz="2800" dirty="0" smtClean="0">
                <a:effectLst/>
                <a:latin typeface="+mj-lt"/>
                <a:ea typeface="MS PGothic" charset="-128"/>
              </a:rPr>
              <a:t>ML</a:t>
            </a:r>
            <a:r>
              <a:rPr lang="en-US" altLang="en-US" sz="2800" dirty="0" smtClean="0">
                <a:latin typeface="Arial Black" charset="0"/>
                <a:ea typeface="MS PGothic" charset="-128"/>
              </a:rPr>
              <a:t>2  (</a:t>
            </a:r>
            <a:r>
              <a:rPr lang="en-US" altLang="en-US" sz="2800" b="1" dirty="0" smtClean="0">
                <a:latin typeface="Arial Black" charset="0"/>
                <a:ea typeface="MS PGothic" charset="-128"/>
              </a:rPr>
              <a:t>GWML2</a:t>
            </a:r>
            <a:r>
              <a:rPr lang="en-US" altLang="en-US" sz="2800" dirty="0" smtClean="0">
                <a:latin typeface="Arial Black" charset="0"/>
                <a:ea typeface="MS PGothic" charset="-128"/>
              </a:rPr>
              <a:t>)</a:t>
            </a:r>
            <a:endParaRPr lang="en-US" altLang="en-US" sz="2800" dirty="0">
              <a:latin typeface="Arial Black" charset="0"/>
              <a:ea typeface="MS PGothic" charset="-128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2000" dirty="0">
                <a:ea typeface="MS PGothic" charset="-128"/>
              </a:rPr>
              <a:t>99th OGC Technical Committee</a:t>
            </a:r>
          </a:p>
          <a:p>
            <a:r>
              <a:rPr lang="en-US" altLang="en-US" sz="2000" dirty="0">
                <a:ea typeface="MS PGothic" charset="-128"/>
              </a:rPr>
              <a:t>Dublin, Ireland</a:t>
            </a:r>
          </a:p>
          <a:p>
            <a:r>
              <a:rPr lang="en-US" altLang="en-US" sz="2000" dirty="0" err="1" smtClean="0">
                <a:ea typeface="MS PGothic" charset="-128"/>
              </a:rPr>
              <a:t>Boyan</a:t>
            </a:r>
            <a:r>
              <a:rPr lang="en-US" altLang="en-US" sz="2000" dirty="0" smtClean="0">
                <a:ea typeface="MS PGothic" charset="-128"/>
              </a:rPr>
              <a:t> </a:t>
            </a:r>
            <a:r>
              <a:rPr lang="en-US" altLang="en-US" sz="2000" dirty="0" err="1" smtClean="0">
                <a:ea typeface="MS PGothic" charset="-128"/>
              </a:rPr>
              <a:t>Brodaric</a:t>
            </a:r>
            <a:r>
              <a:rPr lang="en-US" altLang="en-US" sz="2000" dirty="0" smtClean="0">
                <a:ea typeface="MS PGothic" charset="-128"/>
              </a:rPr>
              <a:t> &amp; GW SWG</a:t>
            </a:r>
            <a:endParaRPr lang="en-US" altLang="en-US" sz="2000" dirty="0">
              <a:ea typeface="MS PGothic" charset="-128"/>
            </a:endParaRPr>
          </a:p>
          <a:p>
            <a:r>
              <a:rPr lang="en-US" altLang="en-US" sz="2000" dirty="0" smtClean="0">
                <a:ea typeface="MS PGothic" charset="-128"/>
              </a:rPr>
              <a:t>20-24 June 2016</a:t>
            </a:r>
            <a:endParaRPr lang="en-US" altLang="en-US" sz="2000" dirty="0">
              <a:ea typeface="MS PGothic" charset="-128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900" b="0" dirty="0" smtClean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>
                <a:cs typeface="+mj-cs"/>
              </a:rPr>
              <a:t>Agenda</a:t>
            </a:r>
            <a:endParaRPr lang="en-US" dirty="0">
              <a:cs typeface="+mj-cs"/>
            </a:endParaRPr>
          </a:p>
        </p:txBody>
      </p:sp>
      <p:sp>
        <p:nvSpPr>
          <p:cNvPr id="16386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MS PGothic" charset="-128"/>
              </a:rPr>
              <a:t>GWML2 History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GWML2 Recent Progress</a:t>
            </a:r>
          </a:p>
          <a:p>
            <a:r>
              <a:rPr lang="en-US" altLang="en-US" dirty="0" smtClean="0">
                <a:ea typeface="MS PGothic" charset="-128"/>
              </a:rPr>
              <a:t>GWML2 Next </a:t>
            </a:r>
            <a:r>
              <a:rPr lang="en-US" altLang="en-US" dirty="0" smtClean="0">
                <a:ea typeface="MS PGothic" charset="-128"/>
              </a:rPr>
              <a:t>Steps</a:t>
            </a:r>
          </a:p>
          <a:p>
            <a:pPr>
              <a:buClr>
                <a:schemeClr val="tx2"/>
              </a:buClr>
            </a:pPr>
            <a:r>
              <a:rPr lang="en-US" altLang="en-US" dirty="0" smtClean="0">
                <a:ea typeface="MS PGothic" charset="-128"/>
              </a:rPr>
              <a:t>GWML2 Scope</a:t>
            </a:r>
            <a:endParaRPr lang="en-US" altLang="en-US" dirty="0" smtClean="0">
              <a:ea typeface="MS PGothic" charset="-128"/>
            </a:endParaRPr>
          </a:p>
          <a:p>
            <a:pPr>
              <a:buClr>
                <a:schemeClr val="tx2"/>
              </a:buClr>
            </a:pPr>
            <a:r>
              <a:rPr lang="en-US" altLang="en-US" dirty="0" smtClean="0">
                <a:ea typeface="MS PGothic" charset="-128"/>
              </a:rPr>
              <a:t>Wrap-up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16387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>
                <a:solidFill>
                  <a:srgbClr val="092E5C"/>
                </a:solidFill>
              </a:rPr>
              <a:t>Copyright © 2016 Open Geospatial Consortium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GWML2:</a:t>
            </a:r>
            <a:r>
              <a:rPr lang="en-US" dirty="0" smtClean="0"/>
              <a:t> History</a:t>
            </a:r>
            <a:endParaRPr lang="en-US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569325" cy="4891088"/>
          </a:xfrm>
        </p:spPr>
        <p:txBody>
          <a:bodyPr/>
          <a:lstStyle/>
          <a:p>
            <a:r>
              <a:rPr lang="en-US" altLang="en-US" b="1" dirty="0" smtClean="0">
                <a:ea typeface="MS PGothic" charset="-128"/>
              </a:rPr>
              <a:t>2009-2011: GW1IE </a:t>
            </a:r>
            <a:r>
              <a:rPr lang="en-US" altLang="en-US" dirty="0" smtClean="0">
                <a:ea typeface="MS PGothic" charset="-128"/>
              </a:rPr>
              <a:t>(OGC HDWG)</a:t>
            </a:r>
          </a:p>
          <a:p>
            <a:pPr marL="336550" lvl="1" indent="0">
              <a:buNone/>
            </a:pPr>
            <a:r>
              <a:rPr lang="en-US" altLang="en-US" dirty="0" smtClean="0">
                <a:ea typeface="MS PGothic" charset="-128"/>
              </a:rPr>
              <a:t>Test GW data interoperability using OGC standards and GWML1</a:t>
            </a:r>
            <a:endParaRPr lang="en-US" altLang="en-US" dirty="0">
              <a:ea typeface="MS PGothic" charset="-128"/>
            </a:endParaRPr>
          </a:p>
          <a:p>
            <a:endParaRPr lang="is-IS" altLang="en-US" dirty="0">
              <a:ea typeface="MS PGothic" charset="-128"/>
            </a:endParaRPr>
          </a:p>
          <a:p>
            <a:r>
              <a:rPr lang="en-US" altLang="en-US" b="1" dirty="0" smtClean="0">
                <a:ea typeface="MS PGothic" charset="-128"/>
              </a:rPr>
              <a:t>2012-2015: GW2IE </a:t>
            </a:r>
            <a:r>
              <a:rPr lang="en-US" altLang="en-US" dirty="0" smtClean="0">
                <a:ea typeface="MS PGothic" charset="-128"/>
              </a:rPr>
              <a:t>(OGC HDWG)</a:t>
            </a: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Objectives</a:t>
            </a:r>
            <a:r>
              <a:rPr lang="en-US" altLang="en-US" dirty="0" smtClean="0">
                <a:ea typeface="MS PGothic" charset="-128"/>
              </a:rPr>
              <a:t>:    develop and test draft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</a:t>
            </a: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Participants</a:t>
            </a:r>
            <a:r>
              <a:rPr lang="en-US" altLang="en-US" dirty="0" smtClean="0">
                <a:ea typeface="MS PGothic" charset="-128"/>
              </a:rPr>
              <a:t>: 13 agencies; N. America, EU, AU/NZ</a:t>
            </a: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Activities</a:t>
            </a:r>
            <a:r>
              <a:rPr lang="en-US" altLang="en-US" dirty="0" smtClean="0">
                <a:ea typeface="MS PGothic" charset="-128"/>
              </a:rPr>
              <a:t>:      </a:t>
            </a:r>
            <a:r>
              <a:rPr lang="en-US" altLang="en-US" dirty="0" smtClean="0">
                <a:ea typeface="MS PGothic" charset="-128"/>
              </a:rPr>
              <a:t>49</a:t>
            </a:r>
            <a:r>
              <a:rPr lang="en-US" altLang="en-US" dirty="0" smtClean="0">
                <a:ea typeface="MS PGothic" charset="-128"/>
              </a:rPr>
              <a:t> </a:t>
            </a:r>
            <a:r>
              <a:rPr lang="en-US" altLang="en-US" dirty="0" smtClean="0">
                <a:ea typeface="MS PGothic" charset="-128"/>
              </a:rPr>
              <a:t>meetings since June 2012 Kick-off (Reading, UK)</a:t>
            </a:r>
          </a:p>
          <a:p>
            <a:pPr marL="336550" lvl="1" indent="0">
              <a:buNone/>
            </a:pPr>
            <a:endParaRPr lang="en-US" altLang="en-US" dirty="0" smtClean="0">
              <a:ea typeface="MS PGothic" charset="-128"/>
            </a:endParaRP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Results</a:t>
            </a:r>
            <a:r>
              <a:rPr lang="en-US" altLang="en-US" dirty="0" smtClean="0">
                <a:ea typeface="MS PGothic" charset="-128"/>
              </a:rPr>
              <a:t>:         </a:t>
            </a:r>
            <a:r>
              <a:rPr lang="en-US" altLang="en-US" dirty="0" smtClean="0">
                <a:ea typeface="MS PGothic" charset="-128"/>
              </a:rPr>
              <a:t>GW2IE </a:t>
            </a:r>
            <a:r>
              <a:rPr lang="en-US" altLang="en-US" dirty="0" err="1" smtClean="0">
                <a:ea typeface="MS PGothic" charset="-128"/>
              </a:rPr>
              <a:t>Eng</a:t>
            </a:r>
            <a:r>
              <a:rPr lang="en-US" altLang="en-US" dirty="0" smtClean="0">
                <a:ea typeface="MS PGothic" charset="-128"/>
              </a:rPr>
              <a:t> Report (15-082)</a:t>
            </a:r>
          </a:p>
          <a:p>
            <a:pPr marL="2622550" lvl="6" indent="-342900"/>
            <a:r>
              <a:rPr lang="en-US" altLang="en-US" dirty="0">
                <a:ea typeface="MS PGothic" charset="-128"/>
              </a:rPr>
              <a:t>c</a:t>
            </a:r>
            <a:r>
              <a:rPr lang="en-US" altLang="en-US" dirty="0" smtClean="0">
                <a:ea typeface="MS PGothic" charset="-128"/>
              </a:rPr>
              <a:t>ompleted Sept 2015, approved Nov 2015, released Apr 2016</a:t>
            </a:r>
          </a:p>
          <a:p>
            <a:pPr marL="0" indent="0">
              <a:buNone/>
            </a:pPr>
            <a:r>
              <a:rPr lang="en-US" altLang="en-US" sz="2000" dirty="0">
                <a:ea typeface="MS PGothic" charset="-128"/>
              </a:rPr>
              <a:t> </a:t>
            </a:r>
            <a:r>
              <a:rPr lang="en-US" altLang="en-US" sz="2000" dirty="0" smtClean="0">
                <a:ea typeface="MS PGothic" charset="-128"/>
              </a:rPr>
              <a:t>                           </a:t>
            </a:r>
            <a:r>
              <a:rPr lang="en-CA" altLang="en-US" sz="2000" dirty="0" smtClean="0"/>
              <a:t>14 </a:t>
            </a:r>
            <a:r>
              <a:rPr lang="en-CA" altLang="en-US" sz="2000" dirty="0"/>
              <a:t>web </a:t>
            </a:r>
            <a:r>
              <a:rPr lang="en-CA" altLang="en-US" sz="2000" dirty="0" smtClean="0"/>
              <a:t>services (WMS, WFS, SOS, WPS</a:t>
            </a:r>
            <a:r>
              <a:rPr lang="en-CA" altLang="en-US" sz="2000" dirty="0" smtClean="0"/>
              <a:t>)</a:t>
            </a:r>
          </a:p>
          <a:p>
            <a:pPr marL="0" indent="0">
              <a:buNone/>
            </a:pPr>
            <a:r>
              <a:rPr lang="en-CA" altLang="en-US" sz="2000" dirty="0"/>
              <a:t> </a:t>
            </a:r>
            <a:r>
              <a:rPr lang="en-CA" altLang="en-US" sz="2000" dirty="0" smtClean="0"/>
              <a:t>                            draft GWML2 specification</a:t>
            </a:r>
            <a:endParaRPr lang="en-CA" altLang="en-US" sz="2000" dirty="0" smtClean="0"/>
          </a:p>
          <a:p>
            <a:pPr marL="0" indent="0">
              <a:buNone/>
            </a:pPr>
            <a:r>
              <a:rPr lang="en-CA" altLang="en-US" sz="2000" dirty="0">
                <a:ea typeface="MS PGothic" charset="-128"/>
              </a:rPr>
              <a:t> </a:t>
            </a:r>
            <a:r>
              <a:rPr lang="en-CA" altLang="en-US" sz="2000" dirty="0" smtClean="0">
                <a:ea typeface="MS PGothic" charset="-128"/>
              </a:rPr>
              <a:t>                           17 change requests</a:t>
            </a:r>
            <a:endParaRPr lang="en-US" altLang="en-US" sz="2000" dirty="0">
              <a:ea typeface="MS PGothic" charset="-128"/>
            </a:endParaRPr>
          </a:p>
          <a:p>
            <a:pPr marL="336550" lvl="1" indent="0">
              <a:buNone/>
            </a:pPr>
            <a:endParaRPr lang="en-US" altLang="en-US" sz="1600" dirty="0">
              <a:ea typeface="MS PGothic" charset="-128"/>
            </a:endParaRPr>
          </a:p>
          <a:p>
            <a:pPr marL="0" indent="0">
              <a:buNone/>
            </a:pPr>
            <a:endParaRPr lang="en-CA" altLang="en-US" dirty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 dirty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762000" y="4193722"/>
            <a:ext cx="7543800" cy="1"/>
          </a:xfrm>
          <a:prstGeom prst="line">
            <a:avLst/>
          </a:prstGeom>
          <a:noFill/>
          <a:ln w="12700" cap="flat" cmpd="sng" algn="ctr">
            <a:solidFill>
              <a:srgbClr val="092E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2072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GWML2:</a:t>
            </a:r>
            <a:r>
              <a:rPr lang="en-US" dirty="0" smtClean="0"/>
              <a:t> Recent Progress</a:t>
            </a:r>
            <a:endParaRPr lang="en-US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797926" cy="4891088"/>
          </a:xfrm>
        </p:spPr>
        <p:txBody>
          <a:bodyPr/>
          <a:lstStyle/>
          <a:p>
            <a:r>
              <a:rPr lang="en-US" altLang="en-US" b="1" dirty="0" smtClean="0">
                <a:ea typeface="MS PGothic" charset="-128"/>
              </a:rPr>
              <a:t>2015-2016: GW SWG</a:t>
            </a: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 Sept 2015</a:t>
            </a:r>
            <a:r>
              <a:rPr lang="en-US" altLang="en-US" dirty="0" smtClean="0">
                <a:ea typeface="MS PGothic" charset="-128"/>
              </a:rPr>
              <a:t>: charter submitted (</a:t>
            </a:r>
            <a:r>
              <a:rPr lang="en-US" altLang="en-US" b="1" dirty="0" smtClean="0">
                <a:ea typeface="MS PGothic" charset="-128"/>
              </a:rPr>
              <a:t>OGC </a:t>
            </a:r>
            <a:r>
              <a:rPr lang="en-US" altLang="en-US" b="1" dirty="0" smtClean="0">
                <a:ea typeface="MS PGothic" charset="-128"/>
              </a:rPr>
              <a:t>15-110</a:t>
            </a:r>
            <a:r>
              <a:rPr lang="en-US" altLang="en-US" dirty="0" smtClean="0">
                <a:ea typeface="MS PGothic" charset="-128"/>
              </a:rPr>
              <a:t>)</a:t>
            </a:r>
          </a:p>
          <a:p>
            <a:pPr marL="336550" lvl="1" indent="0">
              <a:buNone/>
            </a:pPr>
            <a:r>
              <a:rPr lang="en-US" altLang="en-US" b="1" dirty="0">
                <a:ea typeface="MS PGothic" charset="-128"/>
              </a:rPr>
              <a:t> </a:t>
            </a:r>
            <a:r>
              <a:rPr lang="en-US" altLang="en-US" b="1" dirty="0" smtClean="0">
                <a:ea typeface="MS PGothic" charset="-128"/>
              </a:rPr>
              <a:t>Feb  </a:t>
            </a:r>
            <a:r>
              <a:rPr lang="en-US" altLang="en-US" b="1" dirty="0" smtClean="0">
                <a:ea typeface="MS PGothic" charset="-128"/>
              </a:rPr>
              <a:t>2016</a:t>
            </a:r>
            <a:r>
              <a:rPr lang="en-US" altLang="en-US" dirty="0" smtClean="0">
                <a:ea typeface="MS PGothic" charset="-128"/>
              </a:rPr>
              <a:t>: GW SWG approved/initiated</a:t>
            </a:r>
          </a:p>
          <a:p>
            <a:pPr marL="336550" lvl="1" indent="0">
              <a:buNone/>
            </a:pPr>
            <a:r>
              <a:rPr lang="en-US" altLang="en-US" dirty="0" smtClean="0">
                <a:ea typeface="MS PGothic" charset="-128"/>
              </a:rPr>
              <a:t> </a:t>
            </a:r>
            <a:r>
              <a:rPr lang="en-US" altLang="en-US" b="1" dirty="0" smtClean="0">
                <a:ea typeface="MS PGothic" charset="-128"/>
              </a:rPr>
              <a:t>Mar  2016</a:t>
            </a:r>
            <a:r>
              <a:rPr lang="en-US" altLang="en-US" dirty="0" smtClean="0">
                <a:ea typeface="MS PGothic" charset="-128"/>
              </a:rPr>
              <a:t>: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</a:t>
            </a:r>
            <a:r>
              <a:rPr lang="en-US" altLang="en-US" dirty="0" smtClean="0">
                <a:ea typeface="MS PGothic" charset="-128"/>
              </a:rPr>
              <a:t> </a:t>
            </a:r>
            <a:r>
              <a:rPr lang="en-US" altLang="en-US" dirty="0" smtClean="0">
                <a:ea typeface="MS PGothic" charset="-128"/>
              </a:rPr>
              <a:t>revised &amp; submitted </a:t>
            </a:r>
            <a:r>
              <a:rPr lang="en-US" altLang="en-US" dirty="0" smtClean="0">
                <a:ea typeface="MS PGothic" charset="-128"/>
              </a:rPr>
              <a:t>(</a:t>
            </a:r>
            <a:r>
              <a:rPr lang="en-US" altLang="en-US" b="1" dirty="0" smtClean="0">
                <a:ea typeface="MS PGothic" charset="-128"/>
              </a:rPr>
              <a:t>OGC 16-032</a:t>
            </a:r>
            <a:r>
              <a:rPr lang="en-US" altLang="en-US" dirty="0" smtClean="0">
                <a:ea typeface="MS PGothic" charset="-128"/>
              </a:rPr>
              <a:t>)</a:t>
            </a:r>
          </a:p>
          <a:p>
            <a:pPr marL="336550" lvl="1" indent="0">
              <a:buNone/>
            </a:pPr>
            <a:r>
              <a:rPr lang="en-US" altLang="en-US" dirty="0">
                <a:ea typeface="MS PGothic" charset="-128"/>
              </a:rPr>
              <a:t> </a:t>
            </a:r>
            <a:r>
              <a:rPr lang="en-US" altLang="en-US" b="1" dirty="0" smtClean="0">
                <a:ea typeface="MS PGothic" charset="-128"/>
              </a:rPr>
              <a:t>Apr   2016</a:t>
            </a:r>
            <a:r>
              <a:rPr lang="en-US" altLang="en-US" dirty="0" smtClean="0">
                <a:ea typeface="MS PGothic" charset="-128"/>
              </a:rPr>
              <a:t>: OAB review</a:t>
            </a:r>
          </a:p>
          <a:p>
            <a:pPr marL="336550" lvl="1" indent="0">
              <a:buNone/>
            </a:pPr>
            <a:r>
              <a:rPr lang="en-US" altLang="en-US" dirty="0">
                <a:ea typeface="MS PGothic" charset="-128"/>
              </a:rPr>
              <a:t> </a:t>
            </a:r>
            <a:r>
              <a:rPr lang="en-US" altLang="en-US" b="1" dirty="0" smtClean="0">
                <a:ea typeface="MS PGothic" charset="-128"/>
              </a:rPr>
              <a:t>May  2016</a:t>
            </a:r>
            <a:r>
              <a:rPr lang="en-US" altLang="en-US" dirty="0" smtClean="0">
                <a:ea typeface="MS PGothic" charset="-128"/>
              </a:rPr>
              <a:t>: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</a:t>
            </a:r>
            <a:r>
              <a:rPr lang="en-US" altLang="en-US" dirty="0" smtClean="0">
                <a:ea typeface="MS PGothic" charset="-128"/>
              </a:rPr>
              <a:t> </a:t>
            </a:r>
            <a:r>
              <a:rPr lang="en-US" altLang="en-US" dirty="0" smtClean="0">
                <a:ea typeface="MS PGothic" charset="-128"/>
              </a:rPr>
              <a:t>standard doc revised </a:t>
            </a:r>
            <a:r>
              <a:rPr lang="en-US" altLang="en-US" dirty="0" smtClean="0">
                <a:ea typeface="MS PGothic" charset="-128"/>
              </a:rPr>
              <a:t>(</a:t>
            </a:r>
            <a:r>
              <a:rPr lang="en-US" altLang="en-US" b="1" dirty="0" smtClean="0">
                <a:ea typeface="MS PGothic" charset="-128"/>
              </a:rPr>
              <a:t>OGC 16-032r1</a:t>
            </a:r>
            <a:r>
              <a:rPr lang="en-US" altLang="en-US" dirty="0" smtClean="0">
                <a:ea typeface="MS PGothic" charset="-128"/>
              </a:rPr>
              <a:t>)</a:t>
            </a:r>
          </a:p>
          <a:p>
            <a:pPr marL="965200" lvl="2" indent="-285750"/>
            <a:r>
              <a:rPr lang="en-US" altLang="en-US" dirty="0" smtClean="0">
                <a:ea typeface="MS PGothic" charset="-128"/>
              </a:rPr>
              <a:t>Conceptual model made normative (+ </a:t>
            </a:r>
            <a:r>
              <a:rPr lang="en-US" altLang="en-US" dirty="0" err="1" smtClean="0">
                <a:ea typeface="MS PGothic" charset="-128"/>
              </a:rPr>
              <a:t>reqs</a:t>
            </a:r>
            <a:r>
              <a:rPr lang="en-US" altLang="en-US" dirty="0" smtClean="0">
                <a:ea typeface="MS PGothic" charset="-128"/>
              </a:rPr>
              <a:t> &amp; </a:t>
            </a:r>
            <a:r>
              <a:rPr lang="en-US" altLang="en-US" dirty="0" err="1" smtClean="0">
                <a:ea typeface="MS PGothic" charset="-128"/>
              </a:rPr>
              <a:t>conf</a:t>
            </a:r>
            <a:r>
              <a:rPr lang="en-US" altLang="en-US" dirty="0" smtClean="0">
                <a:ea typeface="MS PGothic" charset="-128"/>
              </a:rPr>
              <a:t> classes)</a:t>
            </a:r>
          </a:p>
          <a:p>
            <a:pPr marL="965200" lvl="2" indent="-285750"/>
            <a:r>
              <a:rPr lang="en-US" altLang="en-US" dirty="0" smtClean="0">
                <a:ea typeface="MS PGothic" charset="-128"/>
              </a:rPr>
              <a:t>Clarifications re: linked data principles, association classes</a:t>
            </a:r>
          </a:p>
          <a:p>
            <a:pPr marL="336550" lvl="1" indent="0">
              <a:buNone/>
            </a:pPr>
            <a:r>
              <a:rPr lang="en-US" altLang="en-US" dirty="0">
                <a:ea typeface="MS PGothic" charset="-128"/>
              </a:rPr>
              <a:t> </a:t>
            </a:r>
            <a:r>
              <a:rPr lang="en-US" altLang="en-US" b="1" dirty="0" smtClean="0">
                <a:ea typeface="MS PGothic" charset="-128"/>
              </a:rPr>
              <a:t>May  2016</a:t>
            </a:r>
            <a:r>
              <a:rPr lang="en-US" altLang="en-US" dirty="0" smtClean="0">
                <a:ea typeface="MS PGothic" charset="-128"/>
              </a:rPr>
              <a:t>: OGC-NA review</a:t>
            </a:r>
          </a:p>
          <a:p>
            <a:pPr marL="336550" lvl="1" indent="0">
              <a:buNone/>
            </a:pPr>
            <a:r>
              <a:rPr lang="en-US" altLang="en-US" dirty="0">
                <a:ea typeface="MS PGothic" charset="-128"/>
              </a:rPr>
              <a:t> </a:t>
            </a:r>
            <a:r>
              <a:rPr lang="en-US" altLang="en-US" b="1" dirty="0" smtClean="0">
                <a:ea typeface="MS PGothic" charset="-128"/>
              </a:rPr>
              <a:t>June 02 2016</a:t>
            </a:r>
            <a:r>
              <a:rPr lang="en-US" altLang="en-US" dirty="0" smtClean="0">
                <a:ea typeface="MS PGothic" charset="-128"/>
              </a:rPr>
              <a:t>: 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</a:t>
            </a:r>
            <a:r>
              <a:rPr lang="en-US" altLang="en-US" dirty="0">
                <a:ea typeface="MS PGothic" charset="-128"/>
              </a:rPr>
              <a:t> standard </a:t>
            </a:r>
            <a:r>
              <a:rPr lang="en-US" altLang="en-US" dirty="0" smtClean="0">
                <a:ea typeface="MS PGothic" charset="-128"/>
              </a:rPr>
              <a:t>doc revised </a:t>
            </a:r>
            <a:r>
              <a:rPr lang="en-US" altLang="en-US" dirty="0">
                <a:ea typeface="MS PGothic" charset="-128"/>
              </a:rPr>
              <a:t>(</a:t>
            </a:r>
            <a:r>
              <a:rPr lang="en-US" altLang="en-US" b="1" dirty="0">
                <a:ea typeface="MS PGothic" charset="-128"/>
              </a:rPr>
              <a:t>OGC </a:t>
            </a:r>
            <a:r>
              <a:rPr lang="en-US" altLang="en-US" b="1" dirty="0" smtClean="0">
                <a:ea typeface="MS PGothic" charset="-128"/>
              </a:rPr>
              <a:t>16-032r2</a:t>
            </a:r>
            <a:r>
              <a:rPr lang="en-US" altLang="en-US" dirty="0" smtClean="0">
                <a:ea typeface="MS PGothic" charset="-128"/>
              </a:rPr>
              <a:t>)</a:t>
            </a:r>
          </a:p>
          <a:p>
            <a:pPr marL="1022350" lvl="2" indent="-342900"/>
            <a:r>
              <a:rPr lang="en-US" altLang="en-US" dirty="0" smtClean="0">
                <a:ea typeface="MS PGothic" charset="-128"/>
              </a:rPr>
              <a:t>URL template revision</a:t>
            </a:r>
          </a:p>
          <a:p>
            <a:pPr marL="1022350" lvl="2" indent="-342900"/>
            <a:r>
              <a:rPr lang="en-US" altLang="en-US" dirty="0" smtClean="0">
                <a:ea typeface="MS PGothic" charset="-128"/>
              </a:rPr>
              <a:t>Empty </a:t>
            </a:r>
            <a:r>
              <a:rPr lang="en-US" altLang="en-US" dirty="0" err="1" smtClean="0">
                <a:ea typeface="MS PGothic" charset="-128"/>
              </a:rPr>
              <a:t>req</a:t>
            </a:r>
            <a:r>
              <a:rPr lang="en-US" altLang="en-US" dirty="0" smtClean="0">
                <a:ea typeface="MS PGothic" charset="-128"/>
              </a:rPr>
              <a:t> &amp; </a:t>
            </a:r>
            <a:r>
              <a:rPr lang="en-US" altLang="en-US" dirty="0" err="1" smtClean="0">
                <a:ea typeface="MS PGothic" charset="-128"/>
              </a:rPr>
              <a:t>conf</a:t>
            </a:r>
            <a:r>
              <a:rPr lang="en-US" altLang="en-US" dirty="0" smtClean="0">
                <a:ea typeface="MS PGothic" charset="-128"/>
              </a:rPr>
              <a:t> classes: due to </a:t>
            </a:r>
            <a:r>
              <a:rPr lang="en-US" altLang="en-US" dirty="0" err="1" smtClean="0">
                <a:ea typeface="MS PGothic" charset="-128"/>
              </a:rPr>
              <a:t>inheritence</a:t>
            </a:r>
            <a:r>
              <a:rPr lang="en-US" altLang="en-US" dirty="0" smtClean="0">
                <a:ea typeface="MS PGothic" charset="-128"/>
              </a:rPr>
              <a:t> </a:t>
            </a:r>
            <a:r>
              <a:rPr lang="en-US" altLang="en-US" dirty="0" smtClean="0">
                <a:ea typeface="MS PGothic" charset="-128"/>
                <a:sym typeface="Wingdings" panose="05000000000000000000" pitchFamily="2" charset="2"/>
              </a:rPr>
              <a:t> change request pending</a:t>
            </a:r>
            <a:endParaRPr lang="en-US" altLang="en-US" dirty="0" smtClean="0">
              <a:ea typeface="MS PGothic" charset="-128"/>
            </a:endParaRPr>
          </a:p>
          <a:p>
            <a:pPr marL="336550" lvl="1" indent="0">
              <a:buNone/>
            </a:pPr>
            <a:r>
              <a:rPr lang="en-US" altLang="en-US" b="1" dirty="0">
                <a:ea typeface="MS PGothic" charset="-128"/>
              </a:rPr>
              <a:t> </a:t>
            </a:r>
            <a:r>
              <a:rPr lang="en-US" altLang="en-US" b="1" dirty="0" smtClean="0">
                <a:ea typeface="MS PGothic" charset="-128"/>
              </a:rPr>
              <a:t>June 17 2016</a:t>
            </a:r>
            <a:r>
              <a:rPr lang="en-US" altLang="en-US" dirty="0" smtClean="0">
                <a:ea typeface="MS PGothic" charset="-128"/>
              </a:rPr>
              <a:t>: Public review ends: </a:t>
            </a:r>
            <a:r>
              <a:rPr lang="en-US" altLang="en-US" i="1" dirty="0" smtClean="0">
                <a:ea typeface="MS PGothic" charset="-128"/>
              </a:rPr>
              <a:t>no changes requested</a:t>
            </a:r>
          </a:p>
          <a:p>
            <a:pPr marL="336550" lvl="1" indent="0">
              <a:buNone/>
            </a:pPr>
            <a:r>
              <a:rPr lang="en-US" altLang="en-US" dirty="0">
                <a:ea typeface="MS PGothic" charset="-128"/>
              </a:rPr>
              <a:t> </a:t>
            </a:r>
            <a:r>
              <a:rPr lang="en-US" altLang="en-US" b="1" dirty="0" smtClean="0">
                <a:ea typeface="MS PGothic" charset="-128"/>
              </a:rPr>
              <a:t>June 23 2016</a:t>
            </a:r>
            <a:r>
              <a:rPr lang="en-US" altLang="en-US" dirty="0" smtClean="0">
                <a:ea typeface="MS PGothic" charset="-128"/>
              </a:rPr>
              <a:t>: OGC vote to begin final vote @ Dublin TC closing plenary</a:t>
            </a:r>
            <a:endParaRPr lang="en-US" altLang="en-US" dirty="0">
              <a:ea typeface="MS PGothic" charset="-128"/>
            </a:endParaRPr>
          </a:p>
          <a:p>
            <a:pPr marL="0" indent="0">
              <a:buNone/>
            </a:pPr>
            <a:endParaRPr lang="en-CA" altLang="en-US" dirty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112409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GWML2:</a:t>
            </a:r>
            <a:r>
              <a:rPr lang="en-US" dirty="0" smtClean="0"/>
              <a:t> Next Steps</a:t>
            </a:r>
            <a:endParaRPr lang="en-US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569325" cy="4891088"/>
          </a:xfrm>
        </p:spPr>
        <p:txBody>
          <a:bodyPr/>
          <a:lstStyle/>
          <a:p>
            <a:r>
              <a:rPr lang="en-US" altLang="en-US" b="1" dirty="0" smtClean="0">
                <a:ea typeface="MS PGothic" charset="-128"/>
              </a:rPr>
              <a:t>2016: GW SWG</a:t>
            </a: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 </a:t>
            </a:r>
            <a:r>
              <a:rPr lang="en-US" altLang="en-US" dirty="0" smtClean="0">
                <a:ea typeface="MS PGothic" charset="-128"/>
              </a:rPr>
              <a:t>OGC e-vote to ratify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</a:t>
            </a:r>
            <a:r>
              <a:rPr lang="en-US" altLang="en-US" dirty="0" smtClean="0">
                <a:ea typeface="MS PGothic" charset="-128"/>
              </a:rPr>
              <a:t>r2</a:t>
            </a:r>
          </a:p>
          <a:p>
            <a:pPr marL="336550" lvl="1" indent="0">
              <a:buNone/>
            </a:pPr>
            <a:r>
              <a:rPr lang="en-US" altLang="en-US" dirty="0" smtClean="0">
                <a:ea typeface="MS PGothic" charset="-128"/>
              </a:rPr>
              <a:t> public release of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</a:t>
            </a:r>
            <a:r>
              <a:rPr lang="en-US" altLang="en-US" dirty="0" smtClean="0">
                <a:ea typeface="MS PGothic" charset="-128"/>
              </a:rPr>
              <a:t>r2</a:t>
            </a:r>
          </a:p>
          <a:p>
            <a:pPr marL="336550" lvl="1" indent="0">
              <a:buNone/>
            </a:pPr>
            <a:r>
              <a:rPr lang="en-US" altLang="en-US" dirty="0">
                <a:ea typeface="MS PGothic" charset="-128"/>
              </a:rPr>
              <a:t> </a:t>
            </a:r>
            <a:r>
              <a:rPr lang="en-US" altLang="en-US" dirty="0" smtClean="0">
                <a:ea typeface="MS PGothic" charset="-128"/>
              </a:rPr>
              <a:t>journal paper submission (in progress)</a:t>
            </a:r>
          </a:p>
          <a:p>
            <a:pPr marL="336550" lvl="1" indent="0">
              <a:buNone/>
            </a:pPr>
            <a:r>
              <a:rPr lang="en-US" altLang="en-US" dirty="0">
                <a:ea typeface="MS PGothic" charset="-128"/>
              </a:rPr>
              <a:t> </a:t>
            </a:r>
            <a:r>
              <a:rPr lang="en-US" altLang="en-US" dirty="0" smtClean="0">
                <a:ea typeface="MS PGothic" charset="-128"/>
              </a:rPr>
              <a:t>SWG meetings as required (maintenance, changes</a:t>
            </a:r>
            <a:r>
              <a:rPr lang="en-US" altLang="en-US" dirty="0" smtClean="0">
                <a:ea typeface="MS PGothic" charset="-128"/>
              </a:rPr>
              <a:t>)</a:t>
            </a:r>
          </a:p>
          <a:p>
            <a:pPr marL="1022350" lvl="2" indent="-342900"/>
            <a:r>
              <a:rPr lang="en-US" altLang="en-US" dirty="0" smtClean="0">
                <a:ea typeface="MS PGothic" charset="-128"/>
              </a:rPr>
              <a:t>JSON, RDF, RESTful implementations?</a:t>
            </a:r>
            <a:endParaRPr lang="en-US" altLang="en-US" dirty="0" smtClean="0">
              <a:ea typeface="MS PGothic" charset="-128"/>
            </a:endParaRPr>
          </a:p>
          <a:p>
            <a:pPr marL="336550" lvl="1" indent="0">
              <a:buNone/>
            </a:pPr>
            <a:r>
              <a:rPr lang="en-US" altLang="en-US" dirty="0">
                <a:ea typeface="MS PGothic" charset="-128"/>
              </a:rPr>
              <a:t> </a:t>
            </a:r>
            <a:r>
              <a:rPr lang="en-US" altLang="en-US" dirty="0" smtClean="0">
                <a:ea typeface="MS PGothic" charset="-128"/>
              </a:rPr>
              <a:t>initiate WMO </a:t>
            </a:r>
            <a:r>
              <a:rPr lang="en-US" altLang="en-US" dirty="0" smtClean="0">
                <a:ea typeface="MS PGothic" charset="-128"/>
              </a:rPr>
              <a:t>submission process </a:t>
            </a:r>
            <a:r>
              <a:rPr lang="en-US" altLang="en-US" dirty="0" smtClean="0">
                <a:ea typeface="MS PGothic" charset="-128"/>
              </a:rPr>
              <a:t>(</a:t>
            </a:r>
            <a:r>
              <a:rPr lang="en-US" altLang="en-US" dirty="0" err="1" smtClean="0">
                <a:ea typeface="MS PGothic" charset="-128"/>
              </a:rPr>
              <a:t>Silvano</a:t>
            </a:r>
            <a:r>
              <a:rPr lang="en-US" altLang="en-US" dirty="0" smtClean="0">
                <a:ea typeface="MS PGothic" charset="-128"/>
              </a:rPr>
              <a:t> </a:t>
            </a:r>
            <a:r>
              <a:rPr lang="en-US" altLang="en-US" dirty="0" err="1" smtClean="0">
                <a:ea typeface="MS PGothic" charset="-128"/>
              </a:rPr>
              <a:t>Pecora</a:t>
            </a:r>
            <a:r>
              <a:rPr lang="en-US" altLang="en-US" dirty="0" smtClean="0">
                <a:ea typeface="MS PGothic" charset="-128"/>
              </a:rPr>
              <a:t> champion)</a:t>
            </a:r>
            <a:endParaRPr lang="en-US" altLang="en-US" dirty="0">
              <a:ea typeface="MS PGothic" charset="-128"/>
            </a:endParaRPr>
          </a:p>
          <a:p>
            <a:pPr marL="0" indent="0">
              <a:buNone/>
            </a:pPr>
            <a:endParaRPr lang="en-CA" altLang="en-US" dirty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 dirty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279485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reeform 137"/>
          <p:cNvSpPr/>
          <p:nvPr/>
        </p:nvSpPr>
        <p:spPr bwMode="auto">
          <a:xfrm>
            <a:off x="6443523" y="1971918"/>
            <a:ext cx="2649522" cy="1690173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9522" h="1690173">
                <a:moveTo>
                  <a:pt x="1813583" y="121293"/>
                </a:moveTo>
                <a:cubicBezTo>
                  <a:pt x="1412172" y="-78732"/>
                  <a:pt x="516822" y="-13419"/>
                  <a:pt x="237876" y="186606"/>
                </a:cubicBezTo>
                <a:cubicBezTo>
                  <a:pt x="-41070" y="386631"/>
                  <a:pt x="-75945" y="1071596"/>
                  <a:pt x="139906" y="1321442"/>
                </a:cubicBezTo>
                <a:cubicBezTo>
                  <a:pt x="355757" y="1571288"/>
                  <a:pt x="1115246" y="1662550"/>
                  <a:pt x="1532985" y="1685682"/>
                </a:cubicBezTo>
                <a:cubicBezTo>
                  <a:pt x="1950724" y="1708814"/>
                  <a:pt x="2599576" y="1647488"/>
                  <a:pt x="2646342" y="1386757"/>
                </a:cubicBezTo>
                <a:cubicBezTo>
                  <a:pt x="2693108" y="1126026"/>
                  <a:pt x="2214994" y="321318"/>
                  <a:pt x="1813583" y="121293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4" name="Freeform 133"/>
          <p:cNvSpPr/>
          <p:nvPr/>
        </p:nvSpPr>
        <p:spPr bwMode="auto">
          <a:xfrm>
            <a:off x="4599091" y="4934989"/>
            <a:ext cx="2103851" cy="1460821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851" h="1460821">
                <a:moveTo>
                  <a:pt x="1819493" y="110955"/>
                </a:moveTo>
                <a:cubicBezTo>
                  <a:pt x="1511971" y="-40084"/>
                  <a:pt x="522732" y="-44167"/>
                  <a:pt x="243786" y="143611"/>
                </a:cubicBezTo>
                <a:cubicBezTo>
                  <a:pt x="-35160" y="331389"/>
                  <a:pt x="-84145" y="1019911"/>
                  <a:pt x="145816" y="1237625"/>
                </a:cubicBezTo>
                <a:cubicBezTo>
                  <a:pt x="375777" y="1455339"/>
                  <a:pt x="1299701" y="1481194"/>
                  <a:pt x="1623551" y="1449898"/>
                </a:cubicBezTo>
                <a:cubicBezTo>
                  <a:pt x="1947401" y="1418602"/>
                  <a:pt x="2056259" y="1273005"/>
                  <a:pt x="2088916" y="1049848"/>
                </a:cubicBezTo>
                <a:cubicBezTo>
                  <a:pt x="2121573" y="826691"/>
                  <a:pt x="2127015" y="261994"/>
                  <a:pt x="1819493" y="110955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Freeform 3"/>
          <p:cNvSpPr/>
          <p:nvPr/>
        </p:nvSpPr>
        <p:spPr bwMode="auto">
          <a:xfrm>
            <a:off x="882108" y="1135340"/>
            <a:ext cx="6062921" cy="5121592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34720 w 6062921"/>
              <a:gd name="connsiteY0" fmla="*/ 15824 h 5121592"/>
              <a:gd name="connsiteX1" fmla="*/ 979349 w 6062921"/>
              <a:gd name="connsiteY1" fmla="*/ 652639 h 5121592"/>
              <a:gd name="connsiteX2" fmla="*/ 293549 w 6062921"/>
              <a:gd name="connsiteY2" fmla="*/ 2285496 h 5121592"/>
              <a:gd name="connsiteX3" fmla="*/ 228235 w 6062921"/>
              <a:gd name="connsiteY3" fmla="*/ 4555167 h 5121592"/>
              <a:gd name="connsiteX4" fmla="*/ 3224528 w 6062921"/>
              <a:gd name="connsiteY4" fmla="*/ 4947053 h 5121592"/>
              <a:gd name="connsiteX5" fmla="*/ 4106271 w 6062921"/>
              <a:gd name="connsiteY5" fmla="*/ 2171196 h 5121592"/>
              <a:gd name="connsiteX6" fmla="*/ 4016463 w 6062921"/>
              <a:gd name="connsiteY6" fmla="*/ 1101674 h 5121592"/>
              <a:gd name="connsiteX7" fmla="*/ 5918742 w 6062921"/>
              <a:gd name="connsiteY7" fmla="*/ 897567 h 5121592"/>
              <a:gd name="connsiteX8" fmla="*/ 5616663 w 6062921"/>
              <a:gd name="connsiteY8" fmla="*/ 252589 h 5121592"/>
              <a:gd name="connsiteX9" fmla="*/ 3134720 w 6062921"/>
              <a:gd name="connsiteY9" fmla="*/ 15824 h 512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62921" h="5121592">
                <a:moveTo>
                  <a:pt x="3134720" y="15824"/>
                </a:moveTo>
                <a:cubicBezTo>
                  <a:pt x="2361834" y="82499"/>
                  <a:pt x="1452878" y="274360"/>
                  <a:pt x="979349" y="652639"/>
                </a:cubicBezTo>
                <a:cubicBezTo>
                  <a:pt x="505820" y="1030918"/>
                  <a:pt x="418735" y="1635075"/>
                  <a:pt x="293549" y="2285496"/>
                </a:cubicBezTo>
                <a:cubicBezTo>
                  <a:pt x="168363" y="2935917"/>
                  <a:pt x="-260262" y="4111574"/>
                  <a:pt x="228235" y="4555167"/>
                </a:cubicBezTo>
                <a:cubicBezTo>
                  <a:pt x="716732" y="4998760"/>
                  <a:pt x="2578189" y="5344381"/>
                  <a:pt x="3224528" y="4947053"/>
                </a:cubicBezTo>
                <a:cubicBezTo>
                  <a:pt x="3870867" y="4549725"/>
                  <a:pt x="3974282" y="2812092"/>
                  <a:pt x="4106271" y="2171196"/>
                </a:cubicBezTo>
                <a:cubicBezTo>
                  <a:pt x="4238260" y="1530300"/>
                  <a:pt x="3714385" y="1313945"/>
                  <a:pt x="4016463" y="1101674"/>
                </a:cubicBezTo>
                <a:cubicBezTo>
                  <a:pt x="4318541" y="889403"/>
                  <a:pt x="5652042" y="1039081"/>
                  <a:pt x="5918742" y="897567"/>
                </a:cubicBezTo>
                <a:cubicBezTo>
                  <a:pt x="6185442" y="756053"/>
                  <a:pt x="6080667" y="399546"/>
                  <a:pt x="5616663" y="252589"/>
                </a:cubicBezTo>
                <a:cubicBezTo>
                  <a:pt x="5152659" y="105632"/>
                  <a:pt x="3907606" y="-50851"/>
                  <a:pt x="3134720" y="15824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</a:t>
            </a:r>
            <a:r>
              <a:rPr lang="en-US" dirty="0" smtClean="0"/>
              <a:t>: Scope</a:t>
            </a:r>
            <a:endParaRPr lang="en-US" dirty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260273" y="1794066"/>
            <a:ext cx="6635961" cy="4192896"/>
            <a:chOff x="390074" y="1085999"/>
            <a:chExt cx="6635961" cy="4192896"/>
          </a:xfrm>
        </p:grpSpPr>
        <p:sp>
          <p:nvSpPr>
            <p:cNvPr id="7" name="Freeform 6"/>
            <p:cNvSpPr/>
            <p:nvPr/>
          </p:nvSpPr>
          <p:spPr>
            <a:xfrm>
              <a:off x="2538412" y="2469356"/>
              <a:ext cx="3352800" cy="1214438"/>
            </a:xfrm>
            <a:custGeom>
              <a:avLst/>
              <a:gdLst>
                <a:gd name="connsiteX0" fmla="*/ 0 w 3352800"/>
                <a:gd name="connsiteY0" fmla="*/ 661988 h 1214438"/>
                <a:gd name="connsiteX1" fmla="*/ 271463 w 3352800"/>
                <a:gd name="connsiteY1" fmla="*/ 719138 h 1214438"/>
                <a:gd name="connsiteX2" fmla="*/ 314325 w 3352800"/>
                <a:gd name="connsiteY2" fmla="*/ 723900 h 1214438"/>
                <a:gd name="connsiteX3" fmla="*/ 509588 w 3352800"/>
                <a:gd name="connsiteY3" fmla="*/ 781050 h 1214438"/>
                <a:gd name="connsiteX4" fmla="*/ 952500 w 3352800"/>
                <a:gd name="connsiteY4" fmla="*/ 919163 h 1214438"/>
                <a:gd name="connsiteX5" fmla="*/ 1181100 w 3352800"/>
                <a:gd name="connsiteY5" fmla="*/ 1000125 h 1214438"/>
                <a:gd name="connsiteX6" fmla="*/ 1352550 w 3352800"/>
                <a:gd name="connsiteY6" fmla="*/ 1062038 h 1214438"/>
                <a:gd name="connsiteX7" fmla="*/ 1895475 w 3352800"/>
                <a:gd name="connsiteY7" fmla="*/ 771525 h 1214438"/>
                <a:gd name="connsiteX8" fmla="*/ 2305050 w 3352800"/>
                <a:gd name="connsiteY8" fmla="*/ 547688 h 1214438"/>
                <a:gd name="connsiteX9" fmla="*/ 2676525 w 3352800"/>
                <a:gd name="connsiteY9" fmla="*/ 361950 h 1214438"/>
                <a:gd name="connsiteX10" fmla="*/ 2981325 w 3352800"/>
                <a:gd name="connsiteY10" fmla="*/ 195263 h 1214438"/>
                <a:gd name="connsiteX11" fmla="*/ 3190875 w 3352800"/>
                <a:gd name="connsiteY11" fmla="*/ 76200 h 1214438"/>
                <a:gd name="connsiteX12" fmla="*/ 3352800 w 3352800"/>
                <a:gd name="connsiteY12" fmla="*/ 0 h 1214438"/>
                <a:gd name="connsiteX13" fmla="*/ 3352800 w 3352800"/>
                <a:gd name="connsiteY13" fmla="*/ 138113 h 1214438"/>
                <a:gd name="connsiteX14" fmla="*/ 2752725 w 3352800"/>
                <a:gd name="connsiteY14" fmla="*/ 452438 h 1214438"/>
                <a:gd name="connsiteX15" fmla="*/ 2347913 w 3352800"/>
                <a:gd name="connsiteY15" fmla="*/ 676275 h 1214438"/>
                <a:gd name="connsiteX16" fmla="*/ 1890713 w 3352800"/>
                <a:gd name="connsiteY16" fmla="*/ 914400 h 1214438"/>
                <a:gd name="connsiteX17" fmla="*/ 1604963 w 3352800"/>
                <a:gd name="connsiteY17" fmla="*/ 1071563 h 1214438"/>
                <a:gd name="connsiteX18" fmla="*/ 1338263 w 3352800"/>
                <a:gd name="connsiteY18" fmla="*/ 1214438 h 1214438"/>
                <a:gd name="connsiteX19" fmla="*/ 1052513 w 3352800"/>
                <a:gd name="connsiteY19" fmla="*/ 1123950 h 1214438"/>
                <a:gd name="connsiteX20" fmla="*/ 952500 w 3352800"/>
                <a:gd name="connsiteY20" fmla="*/ 1057275 h 1214438"/>
                <a:gd name="connsiteX21" fmla="*/ 871538 w 3352800"/>
                <a:gd name="connsiteY21" fmla="*/ 1028700 h 1214438"/>
                <a:gd name="connsiteX22" fmla="*/ 681038 w 3352800"/>
                <a:gd name="connsiteY22" fmla="*/ 947738 h 1214438"/>
                <a:gd name="connsiteX23" fmla="*/ 504825 w 3352800"/>
                <a:gd name="connsiteY23" fmla="*/ 871538 h 1214438"/>
                <a:gd name="connsiteX24" fmla="*/ 319088 w 3352800"/>
                <a:gd name="connsiteY24" fmla="*/ 804863 h 1214438"/>
                <a:gd name="connsiteX25" fmla="*/ 200025 w 3352800"/>
                <a:gd name="connsiteY25" fmla="*/ 757238 h 1214438"/>
                <a:gd name="connsiteX26" fmla="*/ 0 w 3352800"/>
                <a:gd name="connsiteY26" fmla="*/ 661988 h 121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52800" h="1214438">
                  <a:moveTo>
                    <a:pt x="0" y="661988"/>
                  </a:moveTo>
                  <a:lnTo>
                    <a:pt x="271463" y="719138"/>
                  </a:lnTo>
                  <a:lnTo>
                    <a:pt x="314325" y="723900"/>
                  </a:lnTo>
                  <a:lnTo>
                    <a:pt x="509588" y="781050"/>
                  </a:lnTo>
                  <a:lnTo>
                    <a:pt x="952500" y="919163"/>
                  </a:lnTo>
                  <a:lnTo>
                    <a:pt x="1181100" y="1000125"/>
                  </a:lnTo>
                  <a:lnTo>
                    <a:pt x="1352550" y="1062038"/>
                  </a:lnTo>
                  <a:lnTo>
                    <a:pt x="1895475" y="771525"/>
                  </a:lnTo>
                  <a:lnTo>
                    <a:pt x="2305050" y="547688"/>
                  </a:lnTo>
                  <a:lnTo>
                    <a:pt x="2676525" y="361950"/>
                  </a:lnTo>
                  <a:lnTo>
                    <a:pt x="2981325" y="195263"/>
                  </a:lnTo>
                  <a:lnTo>
                    <a:pt x="3190875" y="76200"/>
                  </a:lnTo>
                  <a:lnTo>
                    <a:pt x="3352800" y="0"/>
                  </a:lnTo>
                  <a:lnTo>
                    <a:pt x="3352800" y="138113"/>
                  </a:lnTo>
                  <a:lnTo>
                    <a:pt x="2752725" y="452438"/>
                  </a:lnTo>
                  <a:lnTo>
                    <a:pt x="2347913" y="676275"/>
                  </a:lnTo>
                  <a:lnTo>
                    <a:pt x="1890713" y="914400"/>
                  </a:lnTo>
                  <a:lnTo>
                    <a:pt x="1604963" y="1071563"/>
                  </a:lnTo>
                  <a:lnTo>
                    <a:pt x="1338263" y="1214438"/>
                  </a:lnTo>
                  <a:lnTo>
                    <a:pt x="1052513" y="1123950"/>
                  </a:lnTo>
                  <a:lnTo>
                    <a:pt x="952500" y="1057275"/>
                  </a:lnTo>
                  <a:lnTo>
                    <a:pt x="871538" y="1028700"/>
                  </a:lnTo>
                  <a:lnTo>
                    <a:pt x="681038" y="947738"/>
                  </a:lnTo>
                  <a:lnTo>
                    <a:pt x="504825" y="871538"/>
                  </a:lnTo>
                  <a:lnTo>
                    <a:pt x="319088" y="804863"/>
                  </a:lnTo>
                  <a:lnTo>
                    <a:pt x="200025" y="757238"/>
                  </a:lnTo>
                  <a:lnTo>
                    <a:pt x="0" y="661988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Freeform 7"/>
            <p:cNvSpPr/>
            <p:nvPr/>
          </p:nvSpPr>
          <p:spPr>
            <a:xfrm>
              <a:off x="923925" y="1550194"/>
              <a:ext cx="2700337" cy="2052637"/>
            </a:xfrm>
            <a:custGeom>
              <a:avLst/>
              <a:gdLst>
                <a:gd name="connsiteX0" fmla="*/ 0 w 2700337"/>
                <a:gd name="connsiteY0" fmla="*/ 0 h 2052637"/>
                <a:gd name="connsiteX1" fmla="*/ 42862 w 2700337"/>
                <a:gd name="connsiteY1" fmla="*/ 1257300 h 2052637"/>
                <a:gd name="connsiteX2" fmla="*/ 2700337 w 2700337"/>
                <a:gd name="connsiteY2" fmla="*/ 2052637 h 2052637"/>
                <a:gd name="connsiteX3" fmla="*/ 2595562 w 2700337"/>
                <a:gd name="connsiteY3" fmla="*/ 1995487 h 2052637"/>
                <a:gd name="connsiteX4" fmla="*/ 2390775 w 2700337"/>
                <a:gd name="connsiteY4" fmla="*/ 1909762 h 2052637"/>
                <a:gd name="connsiteX5" fmla="*/ 2162175 w 2700337"/>
                <a:gd name="connsiteY5" fmla="*/ 1809750 h 2052637"/>
                <a:gd name="connsiteX6" fmla="*/ 1800225 w 2700337"/>
                <a:gd name="connsiteY6" fmla="*/ 1671637 h 2052637"/>
                <a:gd name="connsiteX7" fmla="*/ 1476375 w 2700337"/>
                <a:gd name="connsiteY7" fmla="*/ 1533525 h 2052637"/>
                <a:gd name="connsiteX8" fmla="*/ 1209675 w 2700337"/>
                <a:gd name="connsiteY8" fmla="*/ 1409700 h 2052637"/>
                <a:gd name="connsiteX9" fmla="*/ 985837 w 2700337"/>
                <a:gd name="connsiteY9" fmla="*/ 1266825 h 2052637"/>
                <a:gd name="connsiteX10" fmla="*/ 757237 w 2700337"/>
                <a:gd name="connsiteY10" fmla="*/ 1038225 h 2052637"/>
                <a:gd name="connsiteX11" fmla="*/ 547687 w 2700337"/>
                <a:gd name="connsiteY11" fmla="*/ 733425 h 2052637"/>
                <a:gd name="connsiteX12" fmla="*/ 433387 w 2700337"/>
                <a:gd name="connsiteY12" fmla="*/ 338137 h 2052637"/>
                <a:gd name="connsiteX13" fmla="*/ 371475 w 2700337"/>
                <a:gd name="connsiteY13" fmla="*/ 185737 h 2052637"/>
                <a:gd name="connsiteX14" fmla="*/ 295275 w 2700337"/>
                <a:gd name="connsiteY14" fmla="*/ 114300 h 2052637"/>
                <a:gd name="connsiteX15" fmla="*/ 161925 w 2700337"/>
                <a:gd name="connsiteY15" fmla="*/ 52387 h 2052637"/>
                <a:gd name="connsiteX16" fmla="*/ 66675 w 2700337"/>
                <a:gd name="connsiteY16" fmla="*/ 19050 h 2052637"/>
                <a:gd name="connsiteX17" fmla="*/ 0 w 2700337"/>
                <a:gd name="connsiteY17" fmla="*/ 0 h 2052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00337" h="2052637">
                  <a:moveTo>
                    <a:pt x="0" y="0"/>
                  </a:moveTo>
                  <a:lnTo>
                    <a:pt x="42862" y="1257300"/>
                  </a:lnTo>
                  <a:lnTo>
                    <a:pt x="2700337" y="2052637"/>
                  </a:lnTo>
                  <a:lnTo>
                    <a:pt x="2595562" y="1995487"/>
                  </a:lnTo>
                  <a:lnTo>
                    <a:pt x="2390775" y="1909762"/>
                  </a:lnTo>
                  <a:lnTo>
                    <a:pt x="2162175" y="1809750"/>
                  </a:lnTo>
                  <a:lnTo>
                    <a:pt x="1800225" y="1671637"/>
                  </a:lnTo>
                  <a:lnTo>
                    <a:pt x="1476375" y="1533525"/>
                  </a:lnTo>
                  <a:lnTo>
                    <a:pt x="1209675" y="1409700"/>
                  </a:lnTo>
                  <a:lnTo>
                    <a:pt x="985837" y="1266825"/>
                  </a:lnTo>
                  <a:lnTo>
                    <a:pt x="757237" y="1038225"/>
                  </a:lnTo>
                  <a:lnTo>
                    <a:pt x="547687" y="733425"/>
                  </a:lnTo>
                  <a:lnTo>
                    <a:pt x="433387" y="338137"/>
                  </a:lnTo>
                  <a:lnTo>
                    <a:pt x="371475" y="185737"/>
                  </a:lnTo>
                  <a:lnTo>
                    <a:pt x="295275" y="114300"/>
                  </a:lnTo>
                  <a:lnTo>
                    <a:pt x="161925" y="52387"/>
                  </a:lnTo>
                  <a:lnTo>
                    <a:pt x="66675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Freeform 8"/>
            <p:cNvSpPr/>
            <p:nvPr/>
          </p:nvSpPr>
          <p:spPr>
            <a:xfrm>
              <a:off x="1733187" y="2336006"/>
              <a:ext cx="4162788" cy="1204913"/>
            </a:xfrm>
            <a:custGeom>
              <a:avLst/>
              <a:gdLst>
                <a:gd name="connsiteX0" fmla="*/ 0 w 4143375"/>
                <a:gd name="connsiteY0" fmla="*/ 309563 h 1204913"/>
                <a:gd name="connsiteX1" fmla="*/ 0 w 4143375"/>
                <a:gd name="connsiteY1" fmla="*/ 309563 h 1204913"/>
                <a:gd name="connsiteX2" fmla="*/ 647700 w 4143375"/>
                <a:gd name="connsiteY2" fmla="*/ 533400 h 1204913"/>
                <a:gd name="connsiteX3" fmla="*/ 1100137 w 4143375"/>
                <a:gd name="connsiteY3" fmla="*/ 681038 h 1204913"/>
                <a:gd name="connsiteX4" fmla="*/ 1681162 w 4143375"/>
                <a:gd name="connsiteY4" fmla="*/ 857250 h 1204913"/>
                <a:gd name="connsiteX5" fmla="*/ 2128837 w 4143375"/>
                <a:gd name="connsiteY5" fmla="*/ 995363 h 1204913"/>
                <a:gd name="connsiteX6" fmla="*/ 2728912 w 4143375"/>
                <a:gd name="connsiteY6" fmla="*/ 709613 h 1204913"/>
                <a:gd name="connsiteX7" fmla="*/ 3252787 w 4143375"/>
                <a:gd name="connsiteY7" fmla="*/ 461963 h 1204913"/>
                <a:gd name="connsiteX8" fmla="*/ 3800475 w 4143375"/>
                <a:gd name="connsiteY8" fmla="*/ 185738 h 1204913"/>
                <a:gd name="connsiteX9" fmla="*/ 4071937 w 4143375"/>
                <a:gd name="connsiteY9" fmla="*/ 42863 h 1204913"/>
                <a:gd name="connsiteX10" fmla="*/ 4143375 w 4143375"/>
                <a:gd name="connsiteY10" fmla="*/ 0 h 1204913"/>
                <a:gd name="connsiteX11" fmla="*/ 4138612 w 4143375"/>
                <a:gd name="connsiteY11" fmla="*/ 142875 h 1204913"/>
                <a:gd name="connsiteX12" fmla="*/ 3986212 w 4143375"/>
                <a:gd name="connsiteY12" fmla="*/ 204788 h 1204913"/>
                <a:gd name="connsiteX13" fmla="*/ 3848100 w 4143375"/>
                <a:gd name="connsiteY13" fmla="*/ 285750 h 1204913"/>
                <a:gd name="connsiteX14" fmla="*/ 3576637 w 4143375"/>
                <a:gd name="connsiteY14" fmla="*/ 433388 h 1204913"/>
                <a:gd name="connsiteX15" fmla="*/ 3290887 w 4143375"/>
                <a:gd name="connsiteY15" fmla="*/ 585788 h 1204913"/>
                <a:gd name="connsiteX16" fmla="*/ 3019425 w 4143375"/>
                <a:gd name="connsiteY16" fmla="*/ 719138 h 1204913"/>
                <a:gd name="connsiteX17" fmla="*/ 2705100 w 4143375"/>
                <a:gd name="connsiteY17" fmla="*/ 895350 h 1204913"/>
                <a:gd name="connsiteX18" fmla="*/ 2433637 w 4143375"/>
                <a:gd name="connsiteY18" fmla="*/ 1038225 h 1204913"/>
                <a:gd name="connsiteX19" fmla="*/ 2133600 w 4143375"/>
                <a:gd name="connsiteY19" fmla="*/ 1204913 h 1204913"/>
                <a:gd name="connsiteX20" fmla="*/ 2085975 w 4143375"/>
                <a:gd name="connsiteY20" fmla="*/ 1176338 h 1204913"/>
                <a:gd name="connsiteX21" fmla="*/ 1833562 w 4143375"/>
                <a:gd name="connsiteY21" fmla="*/ 1090613 h 1204913"/>
                <a:gd name="connsiteX22" fmla="*/ 1423987 w 4143375"/>
                <a:gd name="connsiteY22" fmla="*/ 957263 h 1204913"/>
                <a:gd name="connsiteX23" fmla="*/ 1190625 w 4143375"/>
                <a:gd name="connsiteY23" fmla="*/ 885825 h 1204913"/>
                <a:gd name="connsiteX24" fmla="*/ 1114425 w 4143375"/>
                <a:gd name="connsiteY24" fmla="*/ 857250 h 1204913"/>
                <a:gd name="connsiteX25" fmla="*/ 1057275 w 4143375"/>
                <a:gd name="connsiteY25" fmla="*/ 852488 h 1204913"/>
                <a:gd name="connsiteX26" fmla="*/ 776287 w 4143375"/>
                <a:gd name="connsiteY26" fmla="*/ 800100 h 1204913"/>
                <a:gd name="connsiteX27" fmla="*/ 657225 w 4143375"/>
                <a:gd name="connsiteY27" fmla="*/ 752475 h 1204913"/>
                <a:gd name="connsiteX28" fmla="*/ 447675 w 4143375"/>
                <a:gd name="connsiteY28" fmla="*/ 652463 h 1204913"/>
                <a:gd name="connsiteX29" fmla="*/ 366712 w 4143375"/>
                <a:gd name="connsiteY29" fmla="*/ 619125 h 1204913"/>
                <a:gd name="connsiteX30" fmla="*/ 257175 w 4143375"/>
                <a:gd name="connsiteY30" fmla="*/ 547688 h 1204913"/>
                <a:gd name="connsiteX31" fmla="*/ 152400 w 4143375"/>
                <a:gd name="connsiteY31" fmla="*/ 495300 h 1204913"/>
                <a:gd name="connsiteX32" fmla="*/ 114300 w 4143375"/>
                <a:gd name="connsiteY32" fmla="*/ 433388 h 1204913"/>
                <a:gd name="connsiteX33" fmla="*/ 0 w 4143375"/>
                <a:gd name="connsiteY33" fmla="*/ 309563 h 1204913"/>
                <a:gd name="connsiteX0" fmla="*/ 0 w 4143375"/>
                <a:gd name="connsiteY0" fmla="*/ 309563 h 1204913"/>
                <a:gd name="connsiteX1" fmla="*/ 0 w 4143375"/>
                <a:gd name="connsiteY1" fmla="*/ 309563 h 1204913"/>
                <a:gd name="connsiteX2" fmla="*/ 647700 w 4143375"/>
                <a:gd name="connsiteY2" fmla="*/ 533400 h 1204913"/>
                <a:gd name="connsiteX3" fmla="*/ 1100137 w 4143375"/>
                <a:gd name="connsiteY3" fmla="*/ 681038 h 1204913"/>
                <a:gd name="connsiteX4" fmla="*/ 1681162 w 4143375"/>
                <a:gd name="connsiteY4" fmla="*/ 857250 h 1204913"/>
                <a:gd name="connsiteX5" fmla="*/ 2128837 w 4143375"/>
                <a:gd name="connsiteY5" fmla="*/ 995363 h 1204913"/>
                <a:gd name="connsiteX6" fmla="*/ 2728912 w 4143375"/>
                <a:gd name="connsiteY6" fmla="*/ 709613 h 1204913"/>
                <a:gd name="connsiteX7" fmla="*/ 3252787 w 4143375"/>
                <a:gd name="connsiteY7" fmla="*/ 461963 h 1204913"/>
                <a:gd name="connsiteX8" fmla="*/ 3800475 w 4143375"/>
                <a:gd name="connsiteY8" fmla="*/ 185738 h 1204913"/>
                <a:gd name="connsiteX9" fmla="*/ 4071937 w 4143375"/>
                <a:gd name="connsiteY9" fmla="*/ 42863 h 1204913"/>
                <a:gd name="connsiteX10" fmla="*/ 4143375 w 4143375"/>
                <a:gd name="connsiteY10" fmla="*/ 0 h 1204913"/>
                <a:gd name="connsiteX11" fmla="*/ 4138612 w 4143375"/>
                <a:gd name="connsiteY11" fmla="*/ 142875 h 1204913"/>
                <a:gd name="connsiteX12" fmla="*/ 3986212 w 4143375"/>
                <a:gd name="connsiteY12" fmla="*/ 204788 h 1204913"/>
                <a:gd name="connsiteX13" fmla="*/ 3848100 w 4143375"/>
                <a:gd name="connsiteY13" fmla="*/ 285750 h 1204913"/>
                <a:gd name="connsiteX14" fmla="*/ 3576637 w 4143375"/>
                <a:gd name="connsiteY14" fmla="*/ 433388 h 1204913"/>
                <a:gd name="connsiteX15" fmla="*/ 3290887 w 4143375"/>
                <a:gd name="connsiteY15" fmla="*/ 585788 h 1204913"/>
                <a:gd name="connsiteX16" fmla="*/ 3019425 w 4143375"/>
                <a:gd name="connsiteY16" fmla="*/ 719138 h 1204913"/>
                <a:gd name="connsiteX17" fmla="*/ 2705100 w 4143375"/>
                <a:gd name="connsiteY17" fmla="*/ 895350 h 1204913"/>
                <a:gd name="connsiteX18" fmla="*/ 2433637 w 4143375"/>
                <a:gd name="connsiteY18" fmla="*/ 1038225 h 1204913"/>
                <a:gd name="connsiteX19" fmla="*/ 2133600 w 4143375"/>
                <a:gd name="connsiteY19" fmla="*/ 1204913 h 1204913"/>
                <a:gd name="connsiteX20" fmla="*/ 2085975 w 4143375"/>
                <a:gd name="connsiteY20" fmla="*/ 1176338 h 1204913"/>
                <a:gd name="connsiteX21" fmla="*/ 1833562 w 4143375"/>
                <a:gd name="connsiteY21" fmla="*/ 1090613 h 1204913"/>
                <a:gd name="connsiteX22" fmla="*/ 1423987 w 4143375"/>
                <a:gd name="connsiteY22" fmla="*/ 957263 h 1204913"/>
                <a:gd name="connsiteX23" fmla="*/ 1190625 w 4143375"/>
                <a:gd name="connsiteY23" fmla="*/ 885825 h 1204913"/>
                <a:gd name="connsiteX24" fmla="*/ 1114425 w 4143375"/>
                <a:gd name="connsiteY24" fmla="*/ 857250 h 1204913"/>
                <a:gd name="connsiteX25" fmla="*/ 1057275 w 4143375"/>
                <a:gd name="connsiteY25" fmla="*/ 852488 h 1204913"/>
                <a:gd name="connsiteX26" fmla="*/ 776287 w 4143375"/>
                <a:gd name="connsiteY26" fmla="*/ 800100 h 1204913"/>
                <a:gd name="connsiteX27" fmla="*/ 657225 w 4143375"/>
                <a:gd name="connsiteY27" fmla="*/ 752475 h 1204913"/>
                <a:gd name="connsiteX28" fmla="*/ 447675 w 4143375"/>
                <a:gd name="connsiteY28" fmla="*/ 652463 h 1204913"/>
                <a:gd name="connsiteX29" fmla="*/ 366712 w 4143375"/>
                <a:gd name="connsiteY29" fmla="*/ 619125 h 1204913"/>
                <a:gd name="connsiteX30" fmla="*/ 257175 w 4143375"/>
                <a:gd name="connsiteY30" fmla="*/ 547688 h 1204913"/>
                <a:gd name="connsiteX31" fmla="*/ 180612 w 4143375"/>
                <a:gd name="connsiteY31" fmla="*/ 495300 h 1204913"/>
                <a:gd name="connsiteX32" fmla="*/ 114300 w 4143375"/>
                <a:gd name="connsiteY32" fmla="*/ 433388 h 1204913"/>
                <a:gd name="connsiteX33" fmla="*/ 0 w 4143375"/>
                <a:gd name="connsiteY33" fmla="*/ 309563 h 1204913"/>
                <a:gd name="connsiteX0" fmla="*/ 0 w 4162788"/>
                <a:gd name="connsiteY0" fmla="*/ 309563 h 1204913"/>
                <a:gd name="connsiteX1" fmla="*/ 19413 w 4162788"/>
                <a:gd name="connsiteY1" fmla="*/ 309563 h 1204913"/>
                <a:gd name="connsiteX2" fmla="*/ 667113 w 4162788"/>
                <a:gd name="connsiteY2" fmla="*/ 533400 h 1204913"/>
                <a:gd name="connsiteX3" fmla="*/ 1119550 w 4162788"/>
                <a:gd name="connsiteY3" fmla="*/ 681038 h 1204913"/>
                <a:gd name="connsiteX4" fmla="*/ 1700575 w 4162788"/>
                <a:gd name="connsiteY4" fmla="*/ 857250 h 1204913"/>
                <a:gd name="connsiteX5" fmla="*/ 2148250 w 4162788"/>
                <a:gd name="connsiteY5" fmla="*/ 995363 h 1204913"/>
                <a:gd name="connsiteX6" fmla="*/ 2748325 w 4162788"/>
                <a:gd name="connsiteY6" fmla="*/ 709613 h 1204913"/>
                <a:gd name="connsiteX7" fmla="*/ 3272200 w 4162788"/>
                <a:gd name="connsiteY7" fmla="*/ 461963 h 1204913"/>
                <a:gd name="connsiteX8" fmla="*/ 3819888 w 4162788"/>
                <a:gd name="connsiteY8" fmla="*/ 185738 h 1204913"/>
                <a:gd name="connsiteX9" fmla="*/ 4091350 w 4162788"/>
                <a:gd name="connsiteY9" fmla="*/ 42863 h 1204913"/>
                <a:gd name="connsiteX10" fmla="*/ 4162788 w 4162788"/>
                <a:gd name="connsiteY10" fmla="*/ 0 h 1204913"/>
                <a:gd name="connsiteX11" fmla="*/ 4158025 w 4162788"/>
                <a:gd name="connsiteY11" fmla="*/ 142875 h 1204913"/>
                <a:gd name="connsiteX12" fmla="*/ 4005625 w 4162788"/>
                <a:gd name="connsiteY12" fmla="*/ 204788 h 1204913"/>
                <a:gd name="connsiteX13" fmla="*/ 3867513 w 4162788"/>
                <a:gd name="connsiteY13" fmla="*/ 285750 h 1204913"/>
                <a:gd name="connsiteX14" fmla="*/ 3596050 w 4162788"/>
                <a:gd name="connsiteY14" fmla="*/ 433388 h 1204913"/>
                <a:gd name="connsiteX15" fmla="*/ 3310300 w 4162788"/>
                <a:gd name="connsiteY15" fmla="*/ 585788 h 1204913"/>
                <a:gd name="connsiteX16" fmla="*/ 3038838 w 4162788"/>
                <a:gd name="connsiteY16" fmla="*/ 719138 h 1204913"/>
                <a:gd name="connsiteX17" fmla="*/ 2724513 w 4162788"/>
                <a:gd name="connsiteY17" fmla="*/ 895350 h 1204913"/>
                <a:gd name="connsiteX18" fmla="*/ 2453050 w 4162788"/>
                <a:gd name="connsiteY18" fmla="*/ 1038225 h 1204913"/>
                <a:gd name="connsiteX19" fmla="*/ 2153013 w 4162788"/>
                <a:gd name="connsiteY19" fmla="*/ 1204913 h 1204913"/>
                <a:gd name="connsiteX20" fmla="*/ 2105388 w 4162788"/>
                <a:gd name="connsiteY20" fmla="*/ 1176338 h 1204913"/>
                <a:gd name="connsiteX21" fmla="*/ 1852975 w 4162788"/>
                <a:gd name="connsiteY21" fmla="*/ 1090613 h 1204913"/>
                <a:gd name="connsiteX22" fmla="*/ 1443400 w 4162788"/>
                <a:gd name="connsiteY22" fmla="*/ 957263 h 1204913"/>
                <a:gd name="connsiteX23" fmla="*/ 1210038 w 4162788"/>
                <a:gd name="connsiteY23" fmla="*/ 885825 h 1204913"/>
                <a:gd name="connsiteX24" fmla="*/ 1133838 w 4162788"/>
                <a:gd name="connsiteY24" fmla="*/ 857250 h 1204913"/>
                <a:gd name="connsiteX25" fmla="*/ 1076688 w 4162788"/>
                <a:gd name="connsiteY25" fmla="*/ 852488 h 1204913"/>
                <a:gd name="connsiteX26" fmla="*/ 795700 w 4162788"/>
                <a:gd name="connsiteY26" fmla="*/ 800100 h 1204913"/>
                <a:gd name="connsiteX27" fmla="*/ 676638 w 4162788"/>
                <a:gd name="connsiteY27" fmla="*/ 752475 h 1204913"/>
                <a:gd name="connsiteX28" fmla="*/ 467088 w 4162788"/>
                <a:gd name="connsiteY28" fmla="*/ 652463 h 1204913"/>
                <a:gd name="connsiteX29" fmla="*/ 386125 w 4162788"/>
                <a:gd name="connsiteY29" fmla="*/ 619125 h 1204913"/>
                <a:gd name="connsiteX30" fmla="*/ 276588 w 4162788"/>
                <a:gd name="connsiteY30" fmla="*/ 547688 h 1204913"/>
                <a:gd name="connsiteX31" fmla="*/ 200025 w 4162788"/>
                <a:gd name="connsiteY31" fmla="*/ 495300 h 1204913"/>
                <a:gd name="connsiteX32" fmla="*/ 133713 w 4162788"/>
                <a:gd name="connsiteY32" fmla="*/ 433388 h 1204913"/>
                <a:gd name="connsiteX33" fmla="*/ 0 w 4162788"/>
                <a:gd name="connsiteY33" fmla="*/ 309563 h 120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162788" h="1204913">
                  <a:moveTo>
                    <a:pt x="0" y="309563"/>
                  </a:moveTo>
                  <a:lnTo>
                    <a:pt x="19413" y="309563"/>
                  </a:lnTo>
                  <a:lnTo>
                    <a:pt x="667113" y="533400"/>
                  </a:lnTo>
                  <a:lnTo>
                    <a:pt x="1119550" y="681038"/>
                  </a:lnTo>
                  <a:lnTo>
                    <a:pt x="1700575" y="857250"/>
                  </a:lnTo>
                  <a:lnTo>
                    <a:pt x="2148250" y="995363"/>
                  </a:lnTo>
                  <a:lnTo>
                    <a:pt x="2748325" y="709613"/>
                  </a:lnTo>
                  <a:lnTo>
                    <a:pt x="3272200" y="461963"/>
                  </a:lnTo>
                  <a:lnTo>
                    <a:pt x="3819888" y="185738"/>
                  </a:lnTo>
                  <a:lnTo>
                    <a:pt x="4091350" y="42863"/>
                  </a:lnTo>
                  <a:lnTo>
                    <a:pt x="4162788" y="0"/>
                  </a:lnTo>
                  <a:lnTo>
                    <a:pt x="4158025" y="142875"/>
                  </a:lnTo>
                  <a:lnTo>
                    <a:pt x="4005625" y="204788"/>
                  </a:lnTo>
                  <a:lnTo>
                    <a:pt x="3867513" y="285750"/>
                  </a:lnTo>
                  <a:lnTo>
                    <a:pt x="3596050" y="433388"/>
                  </a:lnTo>
                  <a:lnTo>
                    <a:pt x="3310300" y="585788"/>
                  </a:lnTo>
                  <a:lnTo>
                    <a:pt x="3038838" y="719138"/>
                  </a:lnTo>
                  <a:lnTo>
                    <a:pt x="2724513" y="895350"/>
                  </a:lnTo>
                  <a:lnTo>
                    <a:pt x="2453050" y="1038225"/>
                  </a:lnTo>
                  <a:lnTo>
                    <a:pt x="2153013" y="1204913"/>
                  </a:lnTo>
                  <a:lnTo>
                    <a:pt x="2105388" y="1176338"/>
                  </a:lnTo>
                  <a:lnTo>
                    <a:pt x="1852975" y="1090613"/>
                  </a:lnTo>
                  <a:lnTo>
                    <a:pt x="1443400" y="957263"/>
                  </a:lnTo>
                  <a:lnTo>
                    <a:pt x="1210038" y="885825"/>
                  </a:lnTo>
                  <a:lnTo>
                    <a:pt x="1133838" y="857250"/>
                  </a:lnTo>
                  <a:lnTo>
                    <a:pt x="1076688" y="852488"/>
                  </a:lnTo>
                  <a:lnTo>
                    <a:pt x="795700" y="800100"/>
                  </a:lnTo>
                  <a:lnTo>
                    <a:pt x="676638" y="752475"/>
                  </a:lnTo>
                  <a:lnTo>
                    <a:pt x="467088" y="652463"/>
                  </a:lnTo>
                  <a:lnTo>
                    <a:pt x="386125" y="619125"/>
                  </a:lnTo>
                  <a:lnTo>
                    <a:pt x="276588" y="547688"/>
                  </a:lnTo>
                  <a:lnTo>
                    <a:pt x="200025" y="495300"/>
                  </a:lnTo>
                  <a:lnTo>
                    <a:pt x="133713" y="433388"/>
                  </a:lnTo>
                  <a:lnTo>
                    <a:pt x="0" y="309563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471612" y="2145506"/>
              <a:ext cx="4429125" cy="1185863"/>
            </a:xfrm>
            <a:custGeom>
              <a:avLst/>
              <a:gdLst>
                <a:gd name="connsiteX0" fmla="*/ 0 w 4429125"/>
                <a:gd name="connsiteY0" fmla="*/ 128588 h 1185863"/>
                <a:gd name="connsiteX1" fmla="*/ 2405063 w 4429125"/>
                <a:gd name="connsiteY1" fmla="*/ 890588 h 1185863"/>
                <a:gd name="connsiteX2" fmla="*/ 4424363 w 4429125"/>
                <a:gd name="connsiteY2" fmla="*/ 0 h 1185863"/>
                <a:gd name="connsiteX3" fmla="*/ 4429125 w 4429125"/>
                <a:gd name="connsiteY3" fmla="*/ 195263 h 1185863"/>
                <a:gd name="connsiteX4" fmla="*/ 4310063 w 4429125"/>
                <a:gd name="connsiteY4" fmla="*/ 266700 h 1185863"/>
                <a:gd name="connsiteX5" fmla="*/ 4148138 w 4429125"/>
                <a:gd name="connsiteY5" fmla="*/ 342900 h 1185863"/>
                <a:gd name="connsiteX6" fmla="*/ 3957638 w 4429125"/>
                <a:gd name="connsiteY6" fmla="*/ 447675 h 1185863"/>
                <a:gd name="connsiteX7" fmla="*/ 3800475 w 4429125"/>
                <a:gd name="connsiteY7" fmla="*/ 514350 h 1185863"/>
                <a:gd name="connsiteX8" fmla="*/ 3505200 w 4429125"/>
                <a:gd name="connsiteY8" fmla="*/ 671513 h 1185863"/>
                <a:gd name="connsiteX9" fmla="*/ 3105150 w 4429125"/>
                <a:gd name="connsiteY9" fmla="*/ 862013 h 1185863"/>
                <a:gd name="connsiteX10" fmla="*/ 2414588 w 4429125"/>
                <a:gd name="connsiteY10" fmla="*/ 1185863 h 1185863"/>
                <a:gd name="connsiteX11" fmla="*/ 1933575 w 4429125"/>
                <a:gd name="connsiteY11" fmla="*/ 1038225 h 1185863"/>
                <a:gd name="connsiteX12" fmla="*/ 1671638 w 4429125"/>
                <a:gd name="connsiteY12" fmla="*/ 962025 h 1185863"/>
                <a:gd name="connsiteX13" fmla="*/ 1066800 w 4429125"/>
                <a:gd name="connsiteY13" fmla="*/ 771525 h 1185863"/>
                <a:gd name="connsiteX14" fmla="*/ 652463 w 4429125"/>
                <a:gd name="connsiteY14" fmla="*/ 623888 h 1185863"/>
                <a:gd name="connsiteX15" fmla="*/ 261938 w 4429125"/>
                <a:gd name="connsiteY15" fmla="*/ 495300 h 1185863"/>
                <a:gd name="connsiteX16" fmla="*/ 195263 w 4429125"/>
                <a:gd name="connsiteY16" fmla="*/ 428625 h 1185863"/>
                <a:gd name="connsiteX17" fmla="*/ 133350 w 4429125"/>
                <a:gd name="connsiteY17" fmla="*/ 314325 h 1185863"/>
                <a:gd name="connsiteX18" fmla="*/ 61913 w 4429125"/>
                <a:gd name="connsiteY18" fmla="*/ 233363 h 1185863"/>
                <a:gd name="connsiteX19" fmla="*/ 0 w 4429125"/>
                <a:gd name="connsiteY19" fmla="*/ 128588 h 1185863"/>
                <a:gd name="connsiteX0" fmla="*/ 0 w 4429125"/>
                <a:gd name="connsiteY0" fmla="*/ 128588 h 1185863"/>
                <a:gd name="connsiteX1" fmla="*/ 2405063 w 4429125"/>
                <a:gd name="connsiteY1" fmla="*/ 890588 h 1185863"/>
                <a:gd name="connsiteX2" fmla="*/ 4424363 w 4429125"/>
                <a:gd name="connsiteY2" fmla="*/ 0 h 1185863"/>
                <a:gd name="connsiteX3" fmla="*/ 4429125 w 4429125"/>
                <a:gd name="connsiteY3" fmla="*/ 195263 h 1185863"/>
                <a:gd name="connsiteX4" fmla="*/ 4310063 w 4429125"/>
                <a:gd name="connsiteY4" fmla="*/ 266700 h 1185863"/>
                <a:gd name="connsiteX5" fmla="*/ 4148138 w 4429125"/>
                <a:gd name="connsiteY5" fmla="*/ 342900 h 1185863"/>
                <a:gd name="connsiteX6" fmla="*/ 3957638 w 4429125"/>
                <a:gd name="connsiteY6" fmla="*/ 447675 h 1185863"/>
                <a:gd name="connsiteX7" fmla="*/ 3800475 w 4429125"/>
                <a:gd name="connsiteY7" fmla="*/ 514350 h 1185863"/>
                <a:gd name="connsiteX8" fmla="*/ 3505200 w 4429125"/>
                <a:gd name="connsiteY8" fmla="*/ 671513 h 1185863"/>
                <a:gd name="connsiteX9" fmla="*/ 3105150 w 4429125"/>
                <a:gd name="connsiteY9" fmla="*/ 862013 h 1185863"/>
                <a:gd name="connsiteX10" fmla="*/ 2414588 w 4429125"/>
                <a:gd name="connsiteY10" fmla="*/ 1185863 h 1185863"/>
                <a:gd name="connsiteX11" fmla="*/ 1933575 w 4429125"/>
                <a:gd name="connsiteY11" fmla="*/ 1038225 h 1185863"/>
                <a:gd name="connsiteX12" fmla="*/ 1671638 w 4429125"/>
                <a:gd name="connsiteY12" fmla="*/ 962025 h 1185863"/>
                <a:gd name="connsiteX13" fmla="*/ 1066800 w 4429125"/>
                <a:gd name="connsiteY13" fmla="*/ 771525 h 1185863"/>
                <a:gd name="connsiteX14" fmla="*/ 652463 w 4429125"/>
                <a:gd name="connsiteY14" fmla="*/ 623888 h 1185863"/>
                <a:gd name="connsiteX15" fmla="*/ 261938 w 4429125"/>
                <a:gd name="connsiteY15" fmla="*/ 495300 h 1185863"/>
                <a:gd name="connsiteX16" fmla="*/ 195263 w 4429125"/>
                <a:gd name="connsiteY16" fmla="*/ 428625 h 1185863"/>
                <a:gd name="connsiteX17" fmla="*/ 118700 w 4429125"/>
                <a:gd name="connsiteY17" fmla="*/ 323850 h 1185863"/>
                <a:gd name="connsiteX18" fmla="*/ 61913 w 4429125"/>
                <a:gd name="connsiteY18" fmla="*/ 233363 h 1185863"/>
                <a:gd name="connsiteX19" fmla="*/ 0 w 4429125"/>
                <a:gd name="connsiteY19" fmla="*/ 128588 h 1185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429125" h="1185863">
                  <a:moveTo>
                    <a:pt x="0" y="128588"/>
                  </a:moveTo>
                  <a:lnTo>
                    <a:pt x="2405063" y="890588"/>
                  </a:lnTo>
                  <a:lnTo>
                    <a:pt x="4424363" y="0"/>
                  </a:lnTo>
                  <a:lnTo>
                    <a:pt x="4429125" y="195263"/>
                  </a:lnTo>
                  <a:lnTo>
                    <a:pt x="4310063" y="266700"/>
                  </a:lnTo>
                  <a:lnTo>
                    <a:pt x="4148138" y="342900"/>
                  </a:lnTo>
                  <a:lnTo>
                    <a:pt x="3957638" y="447675"/>
                  </a:lnTo>
                  <a:lnTo>
                    <a:pt x="3800475" y="514350"/>
                  </a:lnTo>
                  <a:lnTo>
                    <a:pt x="3505200" y="671513"/>
                  </a:lnTo>
                  <a:lnTo>
                    <a:pt x="3105150" y="862013"/>
                  </a:lnTo>
                  <a:lnTo>
                    <a:pt x="2414588" y="1185863"/>
                  </a:lnTo>
                  <a:lnTo>
                    <a:pt x="1933575" y="1038225"/>
                  </a:lnTo>
                  <a:lnTo>
                    <a:pt x="1671638" y="962025"/>
                  </a:lnTo>
                  <a:lnTo>
                    <a:pt x="1066800" y="771525"/>
                  </a:lnTo>
                  <a:lnTo>
                    <a:pt x="652463" y="623888"/>
                  </a:lnTo>
                  <a:lnTo>
                    <a:pt x="261938" y="495300"/>
                  </a:lnTo>
                  <a:lnTo>
                    <a:pt x="195263" y="428625"/>
                  </a:lnTo>
                  <a:lnTo>
                    <a:pt x="118700" y="323850"/>
                  </a:lnTo>
                  <a:lnTo>
                    <a:pt x="61913" y="233363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1404937" y="2074069"/>
              <a:ext cx="3929063" cy="966787"/>
            </a:xfrm>
            <a:custGeom>
              <a:avLst/>
              <a:gdLst>
                <a:gd name="connsiteX0" fmla="*/ 0 w 3929063"/>
                <a:gd name="connsiteY0" fmla="*/ 0 h 966787"/>
                <a:gd name="connsiteX1" fmla="*/ 152400 w 3929063"/>
                <a:gd name="connsiteY1" fmla="*/ 47625 h 966787"/>
                <a:gd name="connsiteX2" fmla="*/ 366713 w 3929063"/>
                <a:gd name="connsiteY2" fmla="*/ 128587 h 966787"/>
                <a:gd name="connsiteX3" fmla="*/ 442913 w 3929063"/>
                <a:gd name="connsiteY3" fmla="*/ 138112 h 966787"/>
                <a:gd name="connsiteX4" fmla="*/ 590550 w 3929063"/>
                <a:gd name="connsiteY4" fmla="*/ 204787 h 966787"/>
                <a:gd name="connsiteX5" fmla="*/ 700088 w 3929063"/>
                <a:gd name="connsiteY5" fmla="*/ 280987 h 966787"/>
                <a:gd name="connsiteX6" fmla="*/ 847725 w 3929063"/>
                <a:gd name="connsiteY6" fmla="*/ 323850 h 966787"/>
                <a:gd name="connsiteX7" fmla="*/ 990600 w 3929063"/>
                <a:gd name="connsiteY7" fmla="*/ 314325 h 966787"/>
                <a:gd name="connsiteX8" fmla="*/ 1095375 w 3929063"/>
                <a:gd name="connsiteY8" fmla="*/ 323850 h 966787"/>
                <a:gd name="connsiteX9" fmla="*/ 1209675 w 3929063"/>
                <a:gd name="connsiteY9" fmla="*/ 342900 h 966787"/>
                <a:gd name="connsiteX10" fmla="*/ 1328738 w 3929063"/>
                <a:gd name="connsiteY10" fmla="*/ 390525 h 966787"/>
                <a:gd name="connsiteX11" fmla="*/ 1519238 w 3929063"/>
                <a:gd name="connsiteY11" fmla="*/ 471487 h 966787"/>
                <a:gd name="connsiteX12" fmla="*/ 1738313 w 3929063"/>
                <a:gd name="connsiteY12" fmla="*/ 552450 h 966787"/>
                <a:gd name="connsiteX13" fmla="*/ 1928813 w 3929063"/>
                <a:gd name="connsiteY13" fmla="*/ 633412 h 966787"/>
                <a:gd name="connsiteX14" fmla="*/ 2114550 w 3929063"/>
                <a:gd name="connsiteY14" fmla="*/ 704850 h 966787"/>
                <a:gd name="connsiteX15" fmla="*/ 2481263 w 3929063"/>
                <a:gd name="connsiteY15" fmla="*/ 785812 h 966787"/>
                <a:gd name="connsiteX16" fmla="*/ 2690813 w 3929063"/>
                <a:gd name="connsiteY16" fmla="*/ 709612 h 966787"/>
                <a:gd name="connsiteX17" fmla="*/ 2852738 w 3929063"/>
                <a:gd name="connsiteY17" fmla="*/ 657225 h 966787"/>
                <a:gd name="connsiteX18" fmla="*/ 3005138 w 3929063"/>
                <a:gd name="connsiteY18" fmla="*/ 623887 h 966787"/>
                <a:gd name="connsiteX19" fmla="*/ 3314700 w 3929063"/>
                <a:gd name="connsiteY19" fmla="*/ 490537 h 966787"/>
                <a:gd name="connsiteX20" fmla="*/ 3505200 w 3929063"/>
                <a:gd name="connsiteY20" fmla="*/ 390525 h 966787"/>
                <a:gd name="connsiteX21" fmla="*/ 3733800 w 3929063"/>
                <a:gd name="connsiteY21" fmla="*/ 333375 h 966787"/>
                <a:gd name="connsiteX22" fmla="*/ 3576638 w 3929063"/>
                <a:gd name="connsiteY22" fmla="*/ 395287 h 966787"/>
                <a:gd name="connsiteX23" fmla="*/ 3805238 w 3929063"/>
                <a:gd name="connsiteY23" fmla="*/ 342900 h 966787"/>
                <a:gd name="connsiteX24" fmla="*/ 3600450 w 3929063"/>
                <a:gd name="connsiteY24" fmla="*/ 423862 h 966787"/>
                <a:gd name="connsiteX25" fmla="*/ 3929063 w 3929063"/>
                <a:gd name="connsiteY25" fmla="*/ 323850 h 966787"/>
                <a:gd name="connsiteX26" fmla="*/ 2471738 w 3929063"/>
                <a:gd name="connsiteY26" fmla="*/ 966787 h 966787"/>
                <a:gd name="connsiteX27" fmla="*/ 71438 w 3929063"/>
                <a:gd name="connsiteY27" fmla="*/ 204787 h 966787"/>
                <a:gd name="connsiteX28" fmla="*/ 38100 w 3929063"/>
                <a:gd name="connsiteY28" fmla="*/ 109537 h 966787"/>
                <a:gd name="connsiteX29" fmla="*/ 0 w 3929063"/>
                <a:gd name="connsiteY29" fmla="*/ 0 h 966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3" h="966787">
                  <a:moveTo>
                    <a:pt x="0" y="0"/>
                  </a:moveTo>
                  <a:lnTo>
                    <a:pt x="152400" y="47625"/>
                  </a:lnTo>
                  <a:lnTo>
                    <a:pt x="366713" y="128587"/>
                  </a:lnTo>
                  <a:lnTo>
                    <a:pt x="442913" y="138112"/>
                  </a:lnTo>
                  <a:lnTo>
                    <a:pt x="590550" y="204787"/>
                  </a:lnTo>
                  <a:lnTo>
                    <a:pt x="700088" y="280987"/>
                  </a:lnTo>
                  <a:lnTo>
                    <a:pt x="847725" y="323850"/>
                  </a:lnTo>
                  <a:lnTo>
                    <a:pt x="990600" y="314325"/>
                  </a:lnTo>
                  <a:lnTo>
                    <a:pt x="1095375" y="323850"/>
                  </a:lnTo>
                  <a:lnTo>
                    <a:pt x="1209675" y="342900"/>
                  </a:lnTo>
                  <a:lnTo>
                    <a:pt x="1328738" y="390525"/>
                  </a:lnTo>
                  <a:lnTo>
                    <a:pt x="1519238" y="471487"/>
                  </a:lnTo>
                  <a:lnTo>
                    <a:pt x="1738313" y="552450"/>
                  </a:lnTo>
                  <a:lnTo>
                    <a:pt x="1928813" y="633412"/>
                  </a:lnTo>
                  <a:lnTo>
                    <a:pt x="2114550" y="704850"/>
                  </a:lnTo>
                  <a:lnTo>
                    <a:pt x="2481263" y="785812"/>
                  </a:lnTo>
                  <a:lnTo>
                    <a:pt x="2690813" y="709612"/>
                  </a:lnTo>
                  <a:lnTo>
                    <a:pt x="2852738" y="657225"/>
                  </a:lnTo>
                  <a:lnTo>
                    <a:pt x="3005138" y="623887"/>
                  </a:lnTo>
                  <a:lnTo>
                    <a:pt x="3314700" y="490537"/>
                  </a:lnTo>
                  <a:lnTo>
                    <a:pt x="3505200" y="390525"/>
                  </a:lnTo>
                  <a:lnTo>
                    <a:pt x="3733800" y="333375"/>
                  </a:lnTo>
                  <a:lnTo>
                    <a:pt x="3576638" y="395287"/>
                  </a:lnTo>
                  <a:lnTo>
                    <a:pt x="3805238" y="342900"/>
                  </a:lnTo>
                  <a:lnTo>
                    <a:pt x="3600450" y="423862"/>
                  </a:lnTo>
                  <a:lnTo>
                    <a:pt x="3929063" y="323850"/>
                  </a:lnTo>
                  <a:lnTo>
                    <a:pt x="2471738" y="966787"/>
                  </a:lnTo>
                  <a:lnTo>
                    <a:pt x="71438" y="204787"/>
                  </a:lnTo>
                  <a:lnTo>
                    <a:pt x="38100" y="109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371600" y="1716881"/>
              <a:ext cx="4543425" cy="1143000"/>
            </a:xfrm>
            <a:custGeom>
              <a:avLst/>
              <a:gdLst>
                <a:gd name="connsiteX0" fmla="*/ 0 w 4543425"/>
                <a:gd name="connsiteY0" fmla="*/ 204788 h 1143000"/>
                <a:gd name="connsiteX1" fmla="*/ 314325 w 4543425"/>
                <a:gd name="connsiteY1" fmla="*/ 280988 h 1143000"/>
                <a:gd name="connsiteX2" fmla="*/ 461962 w 4543425"/>
                <a:gd name="connsiteY2" fmla="*/ 309563 h 1143000"/>
                <a:gd name="connsiteX3" fmla="*/ 595312 w 4543425"/>
                <a:gd name="connsiteY3" fmla="*/ 347663 h 1143000"/>
                <a:gd name="connsiteX4" fmla="*/ 719137 w 4543425"/>
                <a:gd name="connsiteY4" fmla="*/ 409575 h 1143000"/>
                <a:gd name="connsiteX5" fmla="*/ 766762 w 4543425"/>
                <a:gd name="connsiteY5" fmla="*/ 485775 h 1143000"/>
                <a:gd name="connsiteX6" fmla="*/ 819150 w 4543425"/>
                <a:gd name="connsiteY6" fmla="*/ 485775 h 1143000"/>
                <a:gd name="connsiteX7" fmla="*/ 857250 w 4543425"/>
                <a:gd name="connsiteY7" fmla="*/ 442913 h 1143000"/>
                <a:gd name="connsiteX8" fmla="*/ 976312 w 4543425"/>
                <a:gd name="connsiteY8" fmla="*/ 433388 h 1143000"/>
                <a:gd name="connsiteX9" fmla="*/ 1247775 w 4543425"/>
                <a:gd name="connsiteY9" fmla="*/ 504825 h 1143000"/>
                <a:gd name="connsiteX10" fmla="*/ 1495425 w 4543425"/>
                <a:gd name="connsiteY10" fmla="*/ 576263 h 1143000"/>
                <a:gd name="connsiteX11" fmla="*/ 1714500 w 4543425"/>
                <a:gd name="connsiteY11" fmla="*/ 628650 h 1143000"/>
                <a:gd name="connsiteX12" fmla="*/ 2095500 w 4543425"/>
                <a:gd name="connsiteY12" fmla="*/ 671513 h 1143000"/>
                <a:gd name="connsiteX13" fmla="*/ 2505075 w 4543425"/>
                <a:gd name="connsiteY13" fmla="*/ 723900 h 1143000"/>
                <a:gd name="connsiteX14" fmla="*/ 2671762 w 4543425"/>
                <a:gd name="connsiteY14" fmla="*/ 685800 h 1143000"/>
                <a:gd name="connsiteX15" fmla="*/ 2838450 w 4543425"/>
                <a:gd name="connsiteY15" fmla="*/ 695325 h 1143000"/>
                <a:gd name="connsiteX16" fmla="*/ 3005137 w 4543425"/>
                <a:gd name="connsiteY16" fmla="*/ 628650 h 1143000"/>
                <a:gd name="connsiteX17" fmla="*/ 3114675 w 4543425"/>
                <a:gd name="connsiteY17" fmla="*/ 504825 h 1143000"/>
                <a:gd name="connsiteX18" fmla="*/ 3148012 w 4543425"/>
                <a:gd name="connsiteY18" fmla="*/ 471488 h 1143000"/>
                <a:gd name="connsiteX19" fmla="*/ 3295650 w 4543425"/>
                <a:gd name="connsiteY19" fmla="*/ 414338 h 1143000"/>
                <a:gd name="connsiteX20" fmla="*/ 3486150 w 4543425"/>
                <a:gd name="connsiteY20" fmla="*/ 342900 h 1143000"/>
                <a:gd name="connsiteX21" fmla="*/ 3814762 w 4543425"/>
                <a:gd name="connsiteY21" fmla="*/ 219075 h 1143000"/>
                <a:gd name="connsiteX22" fmla="*/ 4048125 w 4543425"/>
                <a:gd name="connsiteY22" fmla="*/ 142875 h 1143000"/>
                <a:gd name="connsiteX23" fmla="*/ 4300537 w 4543425"/>
                <a:gd name="connsiteY23" fmla="*/ 61913 h 1143000"/>
                <a:gd name="connsiteX24" fmla="*/ 4543425 w 4543425"/>
                <a:gd name="connsiteY24" fmla="*/ 0 h 1143000"/>
                <a:gd name="connsiteX25" fmla="*/ 4529137 w 4543425"/>
                <a:gd name="connsiteY25" fmla="*/ 433388 h 1143000"/>
                <a:gd name="connsiteX26" fmla="*/ 3886200 w 4543425"/>
                <a:gd name="connsiteY26" fmla="*/ 714375 h 1143000"/>
                <a:gd name="connsiteX27" fmla="*/ 3643312 w 4543425"/>
                <a:gd name="connsiteY27" fmla="*/ 771525 h 1143000"/>
                <a:gd name="connsiteX28" fmla="*/ 3843337 w 4543425"/>
                <a:gd name="connsiteY28" fmla="*/ 700088 h 1143000"/>
                <a:gd name="connsiteX29" fmla="*/ 3619500 w 4543425"/>
                <a:gd name="connsiteY29" fmla="*/ 752475 h 1143000"/>
                <a:gd name="connsiteX30" fmla="*/ 3767137 w 4543425"/>
                <a:gd name="connsiteY30" fmla="*/ 690563 h 1143000"/>
                <a:gd name="connsiteX31" fmla="*/ 3529012 w 4543425"/>
                <a:gd name="connsiteY31" fmla="*/ 752475 h 1143000"/>
                <a:gd name="connsiteX32" fmla="*/ 3395662 w 4543425"/>
                <a:gd name="connsiteY32" fmla="*/ 823913 h 1143000"/>
                <a:gd name="connsiteX33" fmla="*/ 3314700 w 4543425"/>
                <a:gd name="connsiteY33" fmla="*/ 862013 h 1143000"/>
                <a:gd name="connsiteX34" fmla="*/ 3128962 w 4543425"/>
                <a:gd name="connsiteY34" fmla="*/ 947738 h 1143000"/>
                <a:gd name="connsiteX35" fmla="*/ 3057525 w 4543425"/>
                <a:gd name="connsiteY35" fmla="*/ 981075 h 1143000"/>
                <a:gd name="connsiteX36" fmla="*/ 2986087 w 4543425"/>
                <a:gd name="connsiteY36" fmla="*/ 995363 h 1143000"/>
                <a:gd name="connsiteX37" fmla="*/ 2881312 w 4543425"/>
                <a:gd name="connsiteY37" fmla="*/ 1014413 h 1143000"/>
                <a:gd name="connsiteX38" fmla="*/ 2767012 w 4543425"/>
                <a:gd name="connsiteY38" fmla="*/ 1057275 h 1143000"/>
                <a:gd name="connsiteX39" fmla="*/ 2509837 w 4543425"/>
                <a:gd name="connsiteY39" fmla="*/ 1143000 h 1143000"/>
                <a:gd name="connsiteX40" fmla="*/ 2333625 w 4543425"/>
                <a:gd name="connsiteY40" fmla="*/ 1104900 h 1143000"/>
                <a:gd name="connsiteX41" fmla="*/ 2143125 w 4543425"/>
                <a:gd name="connsiteY41" fmla="*/ 1062038 h 1143000"/>
                <a:gd name="connsiteX42" fmla="*/ 2047875 w 4543425"/>
                <a:gd name="connsiteY42" fmla="*/ 1023938 h 1143000"/>
                <a:gd name="connsiteX43" fmla="*/ 1862137 w 4543425"/>
                <a:gd name="connsiteY43" fmla="*/ 952500 h 1143000"/>
                <a:gd name="connsiteX44" fmla="*/ 1752600 w 4543425"/>
                <a:gd name="connsiteY44" fmla="*/ 900113 h 1143000"/>
                <a:gd name="connsiteX45" fmla="*/ 1566862 w 4543425"/>
                <a:gd name="connsiteY45" fmla="*/ 838200 h 1143000"/>
                <a:gd name="connsiteX46" fmla="*/ 1452562 w 4543425"/>
                <a:gd name="connsiteY46" fmla="*/ 790575 h 1143000"/>
                <a:gd name="connsiteX47" fmla="*/ 1338262 w 4543425"/>
                <a:gd name="connsiteY47" fmla="*/ 733425 h 1143000"/>
                <a:gd name="connsiteX48" fmla="*/ 1257300 w 4543425"/>
                <a:gd name="connsiteY48" fmla="*/ 709613 h 1143000"/>
                <a:gd name="connsiteX49" fmla="*/ 1166812 w 4543425"/>
                <a:gd name="connsiteY49" fmla="*/ 681038 h 1143000"/>
                <a:gd name="connsiteX50" fmla="*/ 1071562 w 4543425"/>
                <a:gd name="connsiteY50" fmla="*/ 671513 h 1143000"/>
                <a:gd name="connsiteX51" fmla="*/ 952500 w 4543425"/>
                <a:gd name="connsiteY51" fmla="*/ 681038 h 1143000"/>
                <a:gd name="connsiteX52" fmla="*/ 862012 w 4543425"/>
                <a:gd name="connsiteY52" fmla="*/ 676275 h 1143000"/>
                <a:gd name="connsiteX53" fmla="*/ 742950 w 4543425"/>
                <a:gd name="connsiteY53" fmla="*/ 647700 h 1143000"/>
                <a:gd name="connsiteX54" fmla="*/ 642937 w 4543425"/>
                <a:gd name="connsiteY54" fmla="*/ 576263 h 1143000"/>
                <a:gd name="connsiteX55" fmla="*/ 533400 w 4543425"/>
                <a:gd name="connsiteY55" fmla="*/ 519113 h 1143000"/>
                <a:gd name="connsiteX56" fmla="*/ 461962 w 4543425"/>
                <a:gd name="connsiteY56" fmla="*/ 500063 h 1143000"/>
                <a:gd name="connsiteX57" fmla="*/ 395287 w 4543425"/>
                <a:gd name="connsiteY57" fmla="*/ 485775 h 1143000"/>
                <a:gd name="connsiteX58" fmla="*/ 261937 w 4543425"/>
                <a:gd name="connsiteY58" fmla="*/ 433388 h 1143000"/>
                <a:gd name="connsiteX59" fmla="*/ 157162 w 4543425"/>
                <a:gd name="connsiteY59" fmla="*/ 395288 h 1143000"/>
                <a:gd name="connsiteX60" fmla="*/ 38100 w 4543425"/>
                <a:gd name="connsiteY60" fmla="*/ 366713 h 1143000"/>
                <a:gd name="connsiteX61" fmla="*/ 0 w 4543425"/>
                <a:gd name="connsiteY61" fmla="*/ 204788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543425" h="1143000">
                  <a:moveTo>
                    <a:pt x="0" y="204788"/>
                  </a:moveTo>
                  <a:lnTo>
                    <a:pt x="314325" y="280988"/>
                  </a:lnTo>
                  <a:lnTo>
                    <a:pt x="461962" y="309563"/>
                  </a:lnTo>
                  <a:lnTo>
                    <a:pt x="595312" y="347663"/>
                  </a:lnTo>
                  <a:lnTo>
                    <a:pt x="719137" y="409575"/>
                  </a:lnTo>
                  <a:lnTo>
                    <a:pt x="766762" y="485775"/>
                  </a:lnTo>
                  <a:lnTo>
                    <a:pt x="819150" y="485775"/>
                  </a:lnTo>
                  <a:lnTo>
                    <a:pt x="857250" y="442913"/>
                  </a:lnTo>
                  <a:lnTo>
                    <a:pt x="976312" y="433388"/>
                  </a:lnTo>
                  <a:lnTo>
                    <a:pt x="1247775" y="504825"/>
                  </a:lnTo>
                  <a:lnTo>
                    <a:pt x="1495425" y="576263"/>
                  </a:lnTo>
                  <a:lnTo>
                    <a:pt x="1714500" y="628650"/>
                  </a:lnTo>
                  <a:lnTo>
                    <a:pt x="2095500" y="671513"/>
                  </a:lnTo>
                  <a:lnTo>
                    <a:pt x="2505075" y="723900"/>
                  </a:lnTo>
                  <a:lnTo>
                    <a:pt x="2671762" y="685800"/>
                  </a:lnTo>
                  <a:lnTo>
                    <a:pt x="2838450" y="695325"/>
                  </a:lnTo>
                  <a:lnTo>
                    <a:pt x="3005137" y="628650"/>
                  </a:lnTo>
                  <a:lnTo>
                    <a:pt x="3114675" y="504825"/>
                  </a:lnTo>
                  <a:lnTo>
                    <a:pt x="3148012" y="471488"/>
                  </a:lnTo>
                  <a:lnTo>
                    <a:pt x="3295650" y="414338"/>
                  </a:lnTo>
                  <a:lnTo>
                    <a:pt x="3486150" y="342900"/>
                  </a:lnTo>
                  <a:lnTo>
                    <a:pt x="3814762" y="219075"/>
                  </a:lnTo>
                  <a:lnTo>
                    <a:pt x="4048125" y="142875"/>
                  </a:lnTo>
                  <a:lnTo>
                    <a:pt x="4300537" y="61913"/>
                  </a:lnTo>
                  <a:lnTo>
                    <a:pt x="4543425" y="0"/>
                  </a:lnTo>
                  <a:lnTo>
                    <a:pt x="4529137" y="433388"/>
                  </a:lnTo>
                  <a:lnTo>
                    <a:pt x="3886200" y="714375"/>
                  </a:lnTo>
                  <a:lnTo>
                    <a:pt x="3643312" y="771525"/>
                  </a:lnTo>
                  <a:lnTo>
                    <a:pt x="3843337" y="700088"/>
                  </a:lnTo>
                  <a:lnTo>
                    <a:pt x="3619500" y="752475"/>
                  </a:lnTo>
                  <a:lnTo>
                    <a:pt x="3767137" y="690563"/>
                  </a:lnTo>
                  <a:lnTo>
                    <a:pt x="3529012" y="752475"/>
                  </a:lnTo>
                  <a:lnTo>
                    <a:pt x="3395662" y="823913"/>
                  </a:lnTo>
                  <a:lnTo>
                    <a:pt x="3314700" y="862013"/>
                  </a:lnTo>
                  <a:lnTo>
                    <a:pt x="3128962" y="947738"/>
                  </a:lnTo>
                  <a:lnTo>
                    <a:pt x="3057525" y="981075"/>
                  </a:lnTo>
                  <a:lnTo>
                    <a:pt x="2986087" y="995363"/>
                  </a:lnTo>
                  <a:lnTo>
                    <a:pt x="2881312" y="1014413"/>
                  </a:lnTo>
                  <a:lnTo>
                    <a:pt x="2767012" y="1057275"/>
                  </a:lnTo>
                  <a:lnTo>
                    <a:pt x="2509837" y="1143000"/>
                  </a:lnTo>
                  <a:lnTo>
                    <a:pt x="2333625" y="1104900"/>
                  </a:lnTo>
                  <a:lnTo>
                    <a:pt x="2143125" y="1062038"/>
                  </a:lnTo>
                  <a:lnTo>
                    <a:pt x="2047875" y="1023938"/>
                  </a:lnTo>
                  <a:lnTo>
                    <a:pt x="1862137" y="952500"/>
                  </a:lnTo>
                  <a:lnTo>
                    <a:pt x="1752600" y="900113"/>
                  </a:lnTo>
                  <a:lnTo>
                    <a:pt x="1566862" y="838200"/>
                  </a:lnTo>
                  <a:lnTo>
                    <a:pt x="1452562" y="790575"/>
                  </a:lnTo>
                  <a:lnTo>
                    <a:pt x="1338262" y="733425"/>
                  </a:lnTo>
                  <a:lnTo>
                    <a:pt x="1257300" y="709613"/>
                  </a:lnTo>
                  <a:lnTo>
                    <a:pt x="1166812" y="681038"/>
                  </a:lnTo>
                  <a:lnTo>
                    <a:pt x="1071562" y="671513"/>
                  </a:lnTo>
                  <a:lnTo>
                    <a:pt x="952500" y="681038"/>
                  </a:lnTo>
                  <a:lnTo>
                    <a:pt x="862012" y="676275"/>
                  </a:lnTo>
                  <a:lnTo>
                    <a:pt x="742950" y="647700"/>
                  </a:lnTo>
                  <a:lnTo>
                    <a:pt x="642937" y="576263"/>
                  </a:lnTo>
                  <a:lnTo>
                    <a:pt x="533400" y="519113"/>
                  </a:lnTo>
                  <a:lnTo>
                    <a:pt x="461962" y="500063"/>
                  </a:lnTo>
                  <a:lnTo>
                    <a:pt x="395287" y="485775"/>
                  </a:lnTo>
                  <a:lnTo>
                    <a:pt x="261937" y="433388"/>
                  </a:lnTo>
                  <a:lnTo>
                    <a:pt x="157162" y="395288"/>
                  </a:lnTo>
                  <a:lnTo>
                    <a:pt x="38100" y="366713"/>
                  </a:lnTo>
                  <a:lnTo>
                    <a:pt x="0" y="204788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2712243" y="1238250"/>
              <a:ext cx="1621632" cy="438150"/>
            </a:xfrm>
            <a:custGeom>
              <a:avLst/>
              <a:gdLst>
                <a:gd name="connsiteX0" fmla="*/ 1621632 w 1621632"/>
                <a:gd name="connsiteY0" fmla="*/ 269081 h 438150"/>
                <a:gd name="connsiteX1" fmla="*/ 1550194 w 1621632"/>
                <a:gd name="connsiteY1" fmla="*/ 219075 h 438150"/>
                <a:gd name="connsiteX2" fmla="*/ 1495425 w 1621632"/>
                <a:gd name="connsiteY2" fmla="*/ 164306 h 438150"/>
                <a:gd name="connsiteX3" fmla="*/ 1454944 w 1621632"/>
                <a:gd name="connsiteY3" fmla="*/ 119062 h 438150"/>
                <a:gd name="connsiteX4" fmla="*/ 1388269 w 1621632"/>
                <a:gd name="connsiteY4" fmla="*/ 90487 h 438150"/>
                <a:gd name="connsiteX5" fmla="*/ 1326357 w 1621632"/>
                <a:gd name="connsiteY5" fmla="*/ 66675 h 438150"/>
                <a:gd name="connsiteX6" fmla="*/ 1290638 w 1621632"/>
                <a:gd name="connsiteY6" fmla="*/ 69056 h 438150"/>
                <a:gd name="connsiteX7" fmla="*/ 1245394 w 1621632"/>
                <a:gd name="connsiteY7" fmla="*/ 30956 h 438150"/>
                <a:gd name="connsiteX8" fmla="*/ 1176338 w 1621632"/>
                <a:gd name="connsiteY8" fmla="*/ 2381 h 438150"/>
                <a:gd name="connsiteX9" fmla="*/ 1114425 w 1621632"/>
                <a:gd name="connsiteY9" fmla="*/ 0 h 438150"/>
                <a:gd name="connsiteX10" fmla="*/ 1004888 w 1621632"/>
                <a:gd name="connsiteY10" fmla="*/ 33337 h 438150"/>
                <a:gd name="connsiteX11" fmla="*/ 985838 w 1621632"/>
                <a:gd name="connsiteY11" fmla="*/ 50006 h 438150"/>
                <a:gd name="connsiteX12" fmla="*/ 957263 w 1621632"/>
                <a:gd name="connsiteY12" fmla="*/ 52387 h 438150"/>
                <a:gd name="connsiteX13" fmla="*/ 916782 w 1621632"/>
                <a:gd name="connsiteY13" fmla="*/ 28575 h 438150"/>
                <a:gd name="connsiteX14" fmla="*/ 869157 w 1621632"/>
                <a:gd name="connsiteY14" fmla="*/ 14287 h 438150"/>
                <a:gd name="connsiteX15" fmla="*/ 828675 w 1621632"/>
                <a:gd name="connsiteY15" fmla="*/ 4762 h 438150"/>
                <a:gd name="connsiteX16" fmla="*/ 754857 w 1621632"/>
                <a:gd name="connsiteY16" fmla="*/ 7144 h 438150"/>
                <a:gd name="connsiteX17" fmla="*/ 697707 w 1621632"/>
                <a:gd name="connsiteY17" fmla="*/ 28575 h 438150"/>
                <a:gd name="connsiteX18" fmla="*/ 614363 w 1621632"/>
                <a:gd name="connsiteY18" fmla="*/ 57150 h 438150"/>
                <a:gd name="connsiteX19" fmla="*/ 554832 w 1621632"/>
                <a:gd name="connsiteY19" fmla="*/ 61912 h 438150"/>
                <a:gd name="connsiteX20" fmla="*/ 519113 w 1621632"/>
                <a:gd name="connsiteY20" fmla="*/ 38100 h 438150"/>
                <a:gd name="connsiteX21" fmla="*/ 469107 w 1621632"/>
                <a:gd name="connsiteY21" fmla="*/ 23812 h 438150"/>
                <a:gd name="connsiteX22" fmla="*/ 402432 w 1621632"/>
                <a:gd name="connsiteY22" fmla="*/ 16669 h 438150"/>
                <a:gd name="connsiteX23" fmla="*/ 354807 w 1621632"/>
                <a:gd name="connsiteY23" fmla="*/ 16669 h 438150"/>
                <a:gd name="connsiteX24" fmla="*/ 304800 w 1621632"/>
                <a:gd name="connsiteY24" fmla="*/ 38100 h 438150"/>
                <a:gd name="connsiteX25" fmla="*/ 238125 w 1621632"/>
                <a:gd name="connsiteY25" fmla="*/ 69056 h 438150"/>
                <a:gd name="connsiteX26" fmla="*/ 183357 w 1621632"/>
                <a:gd name="connsiteY26" fmla="*/ 90487 h 438150"/>
                <a:gd name="connsiteX27" fmla="*/ 104775 w 1621632"/>
                <a:gd name="connsiteY27" fmla="*/ 100012 h 438150"/>
                <a:gd name="connsiteX28" fmla="*/ 52388 w 1621632"/>
                <a:gd name="connsiteY28" fmla="*/ 104775 h 438150"/>
                <a:gd name="connsiteX29" fmla="*/ 0 w 1621632"/>
                <a:gd name="connsiteY29" fmla="*/ 114300 h 438150"/>
                <a:gd name="connsiteX30" fmla="*/ 61913 w 1621632"/>
                <a:gd name="connsiteY30" fmla="*/ 121444 h 438150"/>
                <a:gd name="connsiteX31" fmla="*/ 80963 w 1621632"/>
                <a:gd name="connsiteY31" fmla="*/ 130969 h 438150"/>
                <a:gd name="connsiteX32" fmla="*/ 107157 w 1621632"/>
                <a:gd name="connsiteY32" fmla="*/ 150019 h 438150"/>
                <a:gd name="connsiteX33" fmla="*/ 123825 w 1621632"/>
                <a:gd name="connsiteY33" fmla="*/ 159544 h 438150"/>
                <a:gd name="connsiteX34" fmla="*/ 161925 w 1621632"/>
                <a:gd name="connsiteY34" fmla="*/ 171450 h 438150"/>
                <a:gd name="connsiteX35" fmla="*/ 245269 w 1621632"/>
                <a:gd name="connsiteY35" fmla="*/ 185737 h 438150"/>
                <a:gd name="connsiteX36" fmla="*/ 302419 w 1621632"/>
                <a:gd name="connsiteY36" fmla="*/ 188119 h 438150"/>
                <a:gd name="connsiteX37" fmla="*/ 338138 w 1621632"/>
                <a:gd name="connsiteY37" fmla="*/ 195262 h 438150"/>
                <a:gd name="connsiteX38" fmla="*/ 392907 w 1621632"/>
                <a:gd name="connsiteY38" fmla="*/ 207169 h 438150"/>
                <a:gd name="connsiteX39" fmla="*/ 445294 w 1621632"/>
                <a:gd name="connsiteY39" fmla="*/ 223837 h 438150"/>
                <a:gd name="connsiteX40" fmla="*/ 478632 w 1621632"/>
                <a:gd name="connsiteY40" fmla="*/ 240506 h 438150"/>
                <a:gd name="connsiteX41" fmla="*/ 509588 w 1621632"/>
                <a:gd name="connsiteY41" fmla="*/ 261937 h 438150"/>
                <a:gd name="connsiteX42" fmla="*/ 540544 w 1621632"/>
                <a:gd name="connsiteY42" fmla="*/ 285750 h 438150"/>
                <a:gd name="connsiteX43" fmla="*/ 566738 w 1621632"/>
                <a:gd name="connsiteY43" fmla="*/ 319087 h 438150"/>
                <a:gd name="connsiteX44" fmla="*/ 590550 w 1621632"/>
                <a:gd name="connsiteY44" fmla="*/ 342900 h 438150"/>
                <a:gd name="connsiteX45" fmla="*/ 614363 w 1621632"/>
                <a:gd name="connsiteY45" fmla="*/ 361950 h 438150"/>
                <a:gd name="connsiteX46" fmla="*/ 659607 w 1621632"/>
                <a:gd name="connsiteY46" fmla="*/ 388144 h 438150"/>
                <a:gd name="connsiteX47" fmla="*/ 750094 w 1621632"/>
                <a:gd name="connsiteY47" fmla="*/ 411956 h 438150"/>
                <a:gd name="connsiteX48" fmla="*/ 788194 w 1621632"/>
                <a:gd name="connsiteY48" fmla="*/ 421481 h 438150"/>
                <a:gd name="connsiteX49" fmla="*/ 876300 w 1621632"/>
                <a:gd name="connsiteY49" fmla="*/ 438150 h 438150"/>
                <a:gd name="connsiteX50" fmla="*/ 976313 w 1621632"/>
                <a:gd name="connsiteY50" fmla="*/ 426244 h 438150"/>
                <a:gd name="connsiteX51" fmla="*/ 1078707 w 1621632"/>
                <a:gd name="connsiteY51" fmla="*/ 409575 h 438150"/>
                <a:gd name="connsiteX52" fmla="*/ 1181100 w 1621632"/>
                <a:gd name="connsiteY52" fmla="*/ 395287 h 438150"/>
                <a:gd name="connsiteX53" fmla="*/ 1259682 w 1621632"/>
                <a:gd name="connsiteY53" fmla="*/ 366712 h 438150"/>
                <a:gd name="connsiteX54" fmla="*/ 1366838 w 1621632"/>
                <a:gd name="connsiteY54" fmla="*/ 342900 h 438150"/>
                <a:gd name="connsiteX55" fmla="*/ 1495425 w 1621632"/>
                <a:gd name="connsiteY55" fmla="*/ 321469 h 438150"/>
                <a:gd name="connsiteX56" fmla="*/ 1578769 w 1621632"/>
                <a:gd name="connsiteY56" fmla="*/ 297656 h 438150"/>
                <a:gd name="connsiteX57" fmla="*/ 1621632 w 1621632"/>
                <a:gd name="connsiteY57" fmla="*/ 269081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621632" h="438150">
                  <a:moveTo>
                    <a:pt x="1621632" y="269081"/>
                  </a:moveTo>
                  <a:lnTo>
                    <a:pt x="1550194" y="219075"/>
                  </a:lnTo>
                  <a:lnTo>
                    <a:pt x="1495425" y="164306"/>
                  </a:lnTo>
                  <a:lnTo>
                    <a:pt x="1454944" y="119062"/>
                  </a:lnTo>
                  <a:lnTo>
                    <a:pt x="1388269" y="90487"/>
                  </a:lnTo>
                  <a:lnTo>
                    <a:pt x="1326357" y="66675"/>
                  </a:lnTo>
                  <a:lnTo>
                    <a:pt x="1290638" y="69056"/>
                  </a:lnTo>
                  <a:lnTo>
                    <a:pt x="1245394" y="30956"/>
                  </a:lnTo>
                  <a:lnTo>
                    <a:pt x="1176338" y="2381"/>
                  </a:lnTo>
                  <a:lnTo>
                    <a:pt x="1114425" y="0"/>
                  </a:lnTo>
                  <a:lnTo>
                    <a:pt x="1004888" y="33337"/>
                  </a:lnTo>
                  <a:lnTo>
                    <a:pt x="985838" y="50006"/>
                  </a:lnTo>
                  <a:lnTo>
                    <a:pt x="957263" y="52387"/>
                  </a:lnTo>
                  <a:lnTo>
                    <a:pt x="916782" y="28575"/>
                  </a:lnTo>
                  <a:lnTo>
                    <a:pt x="869157" y="14287"/>
                  </a:lnTo>
                  <a:lnTo>
                    <a:pt x="828675" y="4762"/>
                  </a:lnTo>
                  <a:lnTo>
                    <a:pt x="754857" y="7144"/>
                  </a:lnTo>
                  <a:lnTo>
                    <a:pt x="697707" y="28575"/>
                  </a:lnTo>
                  <a:lnTo>
                    <a:pt x="614363" y="57150"/>
                  </a:lnTo>
                  <a:lnTo>
                    <a:pt x="554832" y="61912"/>
                  </a:lnTo>
                  <a:lnTo>
                    <a:pt x="519113" y="38100"/>
                  </a:lnTo>
                  <a:lnTo>
                    <a:pt x="469107" y="23812"/>
                  </a:lnTo>
                  <a:lnTo>
                    <a:pt x="402432" y="16669"/>
                  </a:lnTo>
                  <a:lnTo>
                    <a:pt x="354807" y="16669"/>
                  </a:lnTo>
                  <a:lnTo>
                    <a:pt x="304800" y="38100"/>
                  </a:lnTo>
                  <a:lnTo>
                    <a:pt x="238125" y="69056"/>
                  </a:lnTo>
                  <a:lnTo>
                    <a:pt x="183357" y="90487"/>
                  </a:lnTo>
                  <a:lnTo>
                    <a:pt x="104775" y="100012"/>
                  </a:lnTo>
                  <a:lnTo>
                    <a:pt x="52388" y="104775"/>
                  </a:lnTo>
                  <a:lnTo>
                    <a:pt x="0" y="114300"/>
                  </a:lnTo>
                  <a:lnTo>
                    <a:pt x="61913" y="121444"/>
                  </a:lnTo>
                  <a:lnTo>
                    <a:pt x="80963" y="130969"/>
                  </a:lnTo>
                  <a:lnTo>
                    <a:pt x="107157" y="150019"/>
                  </a:lnTo>
                  <a:lnTo>
                    <a:pt x="123825" y="159544"/>
                  </a:lnTo>
                  <a:lnTo>
                    <a:pt x="161925" y="171450"/>
                  </a:lnTo>
                  <a:lnTo>
                    <a:pt x="245269" y="185737"/>
                  </a:lnTo>
                  <a:lnTo>
                    <a:pt x="302419" y="188119"/>
                  </a:lnTo>
                  <a:lnTo>
                    <a:pt x="338138" y="195262"/>
                  </a:lnTo>
                  <a:lnTo>
                    <a:pt x="392907" y="207169"/>
                  </a:lnTo>
                  <a:lnTo>
                    <a:pt x="445294" y="223837"/>
                  </a:lnTo>
                  <a:lnTo>
                    <a:pt x="478632" y="240506"/>
                  </a:lnTo>
                  <a:lnTo>
                    <a:pt x="509588" y="261937"/>
                  </a:lnTo>
                  <a:lnTo>
                    <a:pt x="540544" y="285750"/>
                  </a:lnTo>
                  <a:lnTo>
                    <a:pt x="566738" y="319087"/>
                  </a:lnTo>
                  <a:lnTo>
                    <a:pt x="590550" y="342900"/>
                  </a:lnTo>
                  <a:lnTo>
                    <a:pt x="614363" y="361950"/>
                  </a:lnTo>
                  <a:lnTo>
                    <a:pt x="659607" y="388144"/>
                  </a:lnTo>
                  <a:lnTo>
                    <a:pt x="750094" y="411956"/>
                  </a:lnTo>
                  <a:lnTo>
                    <a:pt x="788194" y="421481"/>
                  </a:lnTo>
                  <a:lnTo>
                    <a:pt x="876300" y="438150"/>
                  </a:lnTo>
                  <a:lnTo>
                    <a:pt x="976313" y="426244"/>
                  </a:lnTo>
                  <a:lnTo>
                    <a:pt x="1078707" y="409575"/>
                  </a:lnTo>
                  <a:lnTo>
                    <a:pt x="1181100" y="395287"/>
                  </a:lnTo>
                  <a:lnTo>
                    <a:pt x="1259682" y="366712"/>
                  </a:lnTo>
                  <a:lnTo>
                    <a:pt x="1366838" y="342900"/>
                  </a:lnTo>
                  <a:lnTo>
                    <a:pt x="1495425" y="321469"/>
                  </a:lnTo>
                  <a:lnTo>
                    <a:pt x="1578769" y="297656"/>
                  </a:lnTo>
                  <a:lnTo>
                    <a:pt x="1621632" y="26908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3486150" y="1504950"/>
              <a:ext cx="1140618" cy="250031"/>
            </a:xfrm>
            <a:custGeom>
              <a:avLst/>
              <a:gdLst>
                <a:gd name="connsiteX0" fmla="*/ 0 w 1140618"/>
                <a:gd name="connsiteY0" fmla="*/ 147637 h 250031"/>
                <a:gd name="connsiteX1" fmla="*/ 100012 w 1140618"/>
                <a:gd name="connsiteY1" fmla="*/ 171450 h 250031"/>
                <a:gd name="connsiteX2" fmla="*/ 219075 w 1140618"/>
                <a:gd name="connsiteY2" fmla="*/ 157162 h 250031"/>
                <a:gd name="connsiteX3" fmla="*/ 321468 w 1140618"/>
                <a:gd name="connsiteY3" fmla="*/ 140494 h 250031"/>
                <a:gd name="connsiteX4" fmla="*/ 369093 w 1140618"/>
                <a:gd name="connsiteY4" fmla="*/ 130969 h 250031"/>
                <a:gd name="connsiteX5" fmla="*/ 402431 w 1140618"/>
                <a:gd name="connsiteY5" fmla="*/ 130969 h 250031"/>
                <a:gd name="connsiteX6" fmla="*/ 464343 w 1140618"/>
                <a:gd name="connsiteY6" fmla="*/ 109537 h 250031"/>
                <a:gd name="connsiteX7" fmla="*/ 514350 w 1140618"/>
                <a:gd name="connsiteY7" fmla="*/ 92869 h 250031"/>
                <a:gd name="connsiteX8" fmla="*/ 592931 w 1140618"/>
                <a:gd name="connsiteY8" fmla="*/ 78581 h 250031"/>
                <a:gd name="connsiteX9" fmla="*/ 669131 w 1140618"/>
                <a:gd name="connsiteY9" fmla="*/ 64294 h 250031"/>
                <a:gd name="connsiteX10" fmla="*/ 714375 w 1140618"/>
                <a:gd name="connsiteY10" fmla="*/ 59531 h 250031"/>
                <a:gd name="connsiteX11" fmla="*/ 762000 w 1140618"/>
                <a:gd name="connsiteY11" fmla="*/ 42862 h 250031"/>
                <a:gd name="connsiteX12" fmla="*/ 802481 w 1140618"/>
                <a:gd name="connsiteY12" fmla="*/ 33337 h 250031"/>
                <a:gd name="connsiteX13" fmla="*/ 847725 w 1140618"/>
                <a:gd name="connsiteY13" fmla="*/ 0 h 250031"/>
                <a:gd name="connsiteX14" fmla="*/ 885825 w 1140618"/>
                <a:gd name="connsiteY14" fmla="*/ 14287 h 250031"/>
                <a:gd name="connsiteX15" fmla="*/ 923925 w 1140618"/>
                <a:gd name="connsiteY15" fmla="*/ 28575 h 250031"/>
                <a:gd name="connsiteX16" fmla="*/ 947737 w 1140618"/>
                <a:gd name="connsiteY16" fmla="*/ 52387 h 250031"/>
                <a:gd name="connsiteX17" fmla="*/ 981075 w 1140618"/>
                <a:gd name="connsiteY17" fmla="*/ 64294 h 250031"/>
                <a:gd name="connsiteX18" fmla="*/ 1004887 w 1140618"/>
                <a:gd name="connsiteY18" fmla="*/ 61912 h 250031"/>
                <a:gd name="connsiteX19" fmla="*/ 1026318 w 1140618"/>
                <a:gd name="connsiteY19" fmla="*/ 61912 h 250031"/>
                <a:gd name="connsiteX20" fmla="*/ 1047750 w 1140618"/>
                <a:gd name="connsiteY20" fmla="*/ 57150 h 250031"/>
                <a:gd name="connsiteX21" fmla="*/ 1088231 w 1140618"/>
                <a:gd name="connsiteY21" fmla="*/ 61912 h 250031"/>
                <a:gd name="connsiteX22" fmla="*/ 1119187 w 1140618"/>
                <a:gd name="connsiteY22" fmla="*/ 76200 h 250031"/>
                <a:gd name="connsiteX23" fmla="*/ 1140618 w 1140618"/>
                <a:gd name="connsiteY23" fmla="*/ 100012 h 250031"/>
                <a:gd name="connsiteX24" fmla="*/ 1102518 w 1140618"/>
                <a:gd name="connsiteY24" fmla="*/ 126206 h 250031"/>
                <a:gd name="connsiteX25" fmla="*/ 1057275 w 1140618"/>
                <a:gd name="connsiteY25" fmla="*/ 116681 h 250031"/>
                <a:gd name="connsiteX26" fmla="*/ 1033462 w 1140618"/>
                <a:gd name="connsiteY26" fmla="*/ 116681 h 250031"/>
                <a:gd name="connsiteX27" fmla="*/ 1014412 w 1140618"/>
                <a:gd name="connsiteY27" fmla="*/ 123825 h 250031"/>
                <a:gd name="connsiteX28" fmla="*/ 995362 w 1140618"/>
                <a:gd name="connsiteY28" fmla="*/ 133350 h 250031"/>
                <a:gd name="connsiteX29" fmla="*/ 976312 w 1140618"/>
                <a:gd name="connsiteY29" fmla="*/ 159544 h 250031"/>
                <a:gd name="connsiteX30" fmla="*/ 957262 w 1140618"/>
                <a:gd name="connsiteY30" fmla="*/ 185737 h 250031"/>
                <a:gd name="connsiteX31" fmla="*/ 940593 w 1140618"/>
                <a:gd name="connsiteY31" fmla="*/ 190500 h 250031"/>
                <a:gd name="connsiteX32" fmla="*/ 916781 w 1140618"/>
                <a:gd name="connsiteY32" fmla="*/ 200025 h 250031"/>
                <a:gd name="connsiteX33" fmla="*/ 895350 w 1140618"/>
                <a:gd name="connsiteY33" fmla="*/ 197644 h 250031"/>
                <a:gd name="connsiteX34" fmla="*/ 873918 w 1140618"/>
                <a:gd name="connsiteY34" fmla="*/ 192881 h 250031"/>
                <a:gd name="connsiteX35" fmla="*/ 845343 w 1140618"/>
                <a:gd name="connsiteY35" fmla="*/ 185737 h 250031"/>
                <a:gd name="connsiteX36" fmla="*/ 828675 w 1140618"/>
                <a:gd name="connsiteY36" fmla="*/ 176212 h 250031"/>
                <a:gd name="connsiteX37" fmla="*/ 800100 w 1140618"/>
                <a:gd name="connsiteY37" fmla="*/ 171450 h 250031"/>
                <a:gd name="connsiteX38" fmla="*/ 769143 w 1140618"/>
                <a:gd name="connsiteY38" fmla="*/ 164306 h 250031"/>
                <a:gd name="connsiteX39" fmla="*/ 745331 w 1140618"/>
                <a:gd name="connsiteY39" fmla="*/ 164306 h 250031"/>
                <a:gd name="connsiteX40" fmla="*/ 728662 w 1140618"/>
                <a:gd name="connsiteY40" fmla="*/ 164306 h 250031"/>
                <a:gd name="connsiteX41" fmla="*/ 697706 w 1140618"/>
                <a:gd name="connsiteY41" fmla="*/ 178594 h 250031"/>
                <a:gd name="connsiteX42" fmla="*/ 673893 w 1140618"/>
                <a:gd name="connsiteY42" fmla="*/ 200025 h 250031"/>
                <a:gd name="connsiteX43" fmla="*/ 652462 w 1140618"/>
                <a:gd name="connsiteY43" fmla="*/ 207169 h 250031"/>
                <a:gd name="connsiteX44" fmla="*/ 628650 w 1140618"/>
                <a:gd name="connsiteY44" fmla="*/ 230981 h 250031"/>
                <a:gd name="connsiteX45" fmla="*/ 566737 w 1140618"/>
                <a:gd name="connsiteY45" fmla="*/ 233362 h 250031"/>
                <a:gd name="connsiteX46" fmla="*/ 514350 w 1140618"/>
                <a:gd name="connsiteY46" fmla="*/ 238125 h 250031"/>
                <a:gd name="connsiteX47" fmla="*/ 452437 w 1140618"/>
                <a:gd name="connsiteY47" fmla="*/ 240506 h 250031"/>
                <a:gd name="connsiteX48" fmla="*/ 407193 w 1140618"/>
                <a:gd name="connsiteY48" fmla="*/ 230981 h 250031"/>
                <a:gd name="connsiteX49" fmla="*/ 402431 w 1140618"/>
                <a:gd name="connsiteY49" fmla="*/ 230981 h 250031"/>
                <a:gd name="connsiteX50" fmla="*/ 347662 w 1140618"/>
                <a:gd name="connsiteY50" fmla="*/ 240506 h 250031"/>
                <a:gd name="connsiteX51" fmla="*/ 295275 w 1140618"/>
                <a:gd name="connsiteY51" fmla="*/ 247650 h 250031"/>
                <a:gd name="connsiteX52" fmla="*/ 261937 w 1140618"/>
                <a:gd name="connsiteY52" fmla="*/ 250031 h 250031"/>
                <a:gd name="connsiteX53" fmla="*/ 226218 w 1140618"/>
                <a:gd name="connsiteY53" fmla="*/ 245269 h 250031"/>
                <a:gd name="connsiteX54" fmla="*/ 204787 w 1140618"/>
                <a:gd name="connsiteY54" fmla="*/ 240506 h 250031"/>
                <a:gd name="connsiteX55" fmla="*/ 176212 w 1140618"/>
                <a:gd name="connsiteY55" fmla="*/ 221456 h 250031"/>
                <a:gd name="connsiteX56" fmla="*/ 166687 w 1140618"/>
                <a:gd name="connsiteY56" fmla="*/ 214312 h 250031"/>
                <a:gd name="connsiteX57" fmla="*/ 142875 w 1140618"/>
                <a:gd name="connsiteY57" fmla="*/ 211931 h 250031"/>
                <a:gd name="connsiteX58" fmla="*/ 116681 w 1140618"/>
                <a:gd name="connsiteY58" fmla="*/ 223837 h 250031"/>
                <a:gd name="connsiteX59" fmla="*/ 92868 w 1140618"/>
                <a:gd name="connsiteY59" fmla="*/ 245269 h 250031"/>
                <a:gd name="connsiteX60" fmla="*/ 64293 w 1140618"/>
                <a:gd name="connsiteY60" fmla="*/ 233362 h 250031"/>
                <a:gd name="connsiteX61" fmla="*/ 42862 w 1140618"/>
                <a:gd name="connsiteY61" fmla="*/ 216694 h 250031"/>
                <a:gd name="connsiteX62" fmla="*/ 19050 w 1140618"/>
                <a:gd name="connsiteY62" fmla="*/ 202406 h 250031"/>
                <a:gd name="connsiteX63" fmla="*/ 0 w 1140618"/>
                <a:gd name="connsiteY63" fmla="*/ 147637 h 25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40618" h="250031">
                  <a:moveTo>
                    <a:pt x="0" y="147637"/>
                  </a:moveTo>
                  <a:lnTo>
                    <a:pt x="100012" y="171450"/>
                  </a:lnTo>
                  <a:lnTo>
                    <a:pt x="219075" y="157162"/>
                  </a:lnTo>
                  <a:lnTo>
                    <a:pt x="321468" y="140494"/>
                  </a:lnTo>
                  <a:lnTo>
                    <a:pt x="369093" y="130969"/>
                  </a:lnTo>
                  <a:lnTo>
                    <a:pt x="402431" y="130969"/>
                  </a:lnTo>
                  <a:lnTo>
                    <a:pt x="464343" y="109537"/>
                  </a:lnTo>
                  <a:lnTo>
                    <a:pt x="514350" y="92869"/>
                  </a:lnTo>
                  <a:lnTo>
                    <a:pt x="592931" y="78581"/>
                  </a:lnTo>
                  <a:lnTo>
                    <a:pt x="669131" y="64294"/>
                  </a:lnTo>
                  <a:lnTo>
                    <a:pt x="714375" y="59531"/>
                  </a:lnTo>
                  <a:lnTo>
                    <a:pt x="762000" y="42862"/>
                  </a:lnTo>
                  <a:lnTo>
                    <a:pt x="802481" y="33337"/>
                  </a:lnTo>
                  <a:lnTo>
                    <a:pt x="847725" y="0"/>
                  </a:lnTo>
                  <a:lnTo>
                    <a:pt x="885825" y="14287"/>
                  </a:lnTo>
                  <a:lnTo>
                    <a:pt x="923925" y="28575"/>
                  </a:lnTo>
                  <a:lnTo>
                    <a:pt x="947737" y="52387"/>
                  </a:lnTo>
                  <a:lnTo>
                    <a:pt x="981075" y="64294"/>
                  </a:lnTo>
                  <a:lnTo>
                    <a:pt x="1004887" y="61912"/>
                  </a:lnTo>
                  <a:lnTo>
                    <a:pt x="1026318" y="61912"/>
                  </a:lnTo>
                  <a:lnTo>
                    <a:pt x="1047750" y="57150"/>
                  </a:lnTo>
                  <a:lnTo>
                    <a:pt x="1088231" y="61912"/>
                  </a:lnTo>
                  <a:lnTo>
                    <a:pt x="1119187" y="76200"/>
                  </a:lnTo>
                  <a:lnTo>
                    <a:pt x="1140618" y="100012"/>
                  </a:lnTo>
                  <a:lnTo>
                    <a:pt x="1102518" y="126206"/>
                  </a:lnTo>
                  <a:lnTo>
                    <a:pt x="1057275" y="116681"/>
                  </a:lnTo>
                  <a:lnTo>
                    <a:pt x="1033462" y="116681"/>
                  </a:lnTo>
                  <a:lnTo>
                    <a:pt x="1014412" y="123825"/>
                  </a:lnTo>
                  <a:lnTo>
                    <a:pt x="995362" y="133350"/>
                  </a:lnTo>
                  <a:lnTo>
                    <a:pt x="976312" y="159544"/>
                  </a:lnTo>
                  <a:lnTo>
                    <a:pt x="957262" y="185737"/>
                  </a:lnTo>
                  <a:lnTo>
                    <a:pt x="940593" y="190500"/>
                  </a:lnTo>
                  <a:lnTo>
                    <a:pt x="916781" y="200025"/>
                  </a:lnTo>
                  <a:lnTo>
                    <a:pt x="895350" y="197644"/>
                  </a:lnTo>
                  <a:lnTo>
                    <a:pt x="873918" y="192881"/>
                  </a:lnTo>
                  <a:lnTo>
                    <a:pt x="845343" y="185737"/>
                  </a:lnTo>
                  <a:lnTo>
                    <a:pt x="828675" y="176212"/>
                  </a:lnTo>
                  <a:lnTo>
                    <a:pt x="800100" y="171450"/>
                  </a:lnTo>
                  <a:lnTo>
                    <a:pt x="769143" y="164306"/>
                  </a:lnTo>
                  <a:lnTo>
                    <a:pt x="745331" y="164306"/>
                  </a:lnTo>
                  <a:lnTo>
                    <a:pt x="728662" y="164306"/>
                  </a:lnTo>
                  <a:lnTo>
                    <a:pt x="697706" y="178594"/>
                  </a:lnTo>
                  <a:lnTo>
                    <a:pt x="673893" y="200025"/>
                  </a:lnTo>
                  <a:lnTo>
                    <a:pt x="652462" y="207169"/>
                  </a:lnTo>
                  <a:lnTo>
                    <a:pt x="628650" y="230981"/>
                  </a:lnTo>
                  <a:lnTo>
                    <a:pt x="566737" y="233362"/>
                  </a:lnTo>
                  <a:lnTo>
                    <a:pt x="514350" y="238125"/>
                  </a:lnTo>
                  <a:lnTo>
                    <a:pt x="452437" y="240506"/>
                  </a:lnTo>
                  <a:lnTo>
                    <a:pt x="407193" y="230981"/>
                  </a:lnTo>
                  <a:lnTo>
                    <a:pt x="402431" y="230981"/>
                  </a:lnTo>
                  <a:lnTo>
                    <a:pt x="347662" y="240506"/>
                  </a:lnTo>
                  <a:lnTo>
                    <a:pt x="295275" y="247650"/>
                  </a:lnTo>
                  <a:lnTo>
                    <a:pt x="261937" y="250031"/>
                  </a:lnTo>
                  <a:lnTo>
                    <a:pt x="226218" y="245269"/>
                  </a:lnTo>
                  <a:lnTo>
                    <a:pt x="204787" y="240506"/>
                  </a:lnTo>
                  <a:lnTo>
                    <a:pt x="176212" y="221456"/>
                  </a:lnTo>
                  <a:lnTo>
                    <a:pt x="166687" y="214312"/>
                  </a:lnTo>
                  <a:lnTo>
                    <a:pt x="142875" y="211931"/>
                  </a:lnTo>
                  <a:lnTo>
                    <a:pt x="116681" y="223837"/>
                  </a:lnTo>
                  <a:lnTo>
                    <a:pt x="92868" y="245269"/>
                  </a:lnTo>
                  <a:lnTo>
                    <a:pt x="64293" y="233362"/>
                  </a:lnTo>
                  <a:lnTo>
                    <a:pt x="42862" y="216694"/>
                  </a:lnTo>
                  <a:lnTo>
                    <a:pt x="19050" y="202406"/>
                  </a:lnTo>
                  <a:lnTo>
                    <a:pt x="0" y="147637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2226468" y="1316831"/>
              <a:ext cx="1214438" cy="457200"/>
            </a:xfrm>
            <a:custGeom>
              <a:avLst/>
              <a:gdLst>
                <a:gd name="connsiteX0" fmla="*/ 485775 w 1214438"/>
                <a:gd name="connsiteY0" fmla="*/ 38100 h 457200"/>
                <a:gd name="connsiteX1" fmla="*/ 454819 w 1214438"/>
                <a:gd name="connsiteY1" fmla="*/ 11906 h 457200"/>
                <a:gd name="connsiteX2" fmla="*/ 397669 w 1214438"/>
                <a:gd name="connsiteY2" fmla="*/ 0 h 457200"/>
                <a:gd name="connsiteX3" fmla="*/ 352425 w 1214438"/>
                <a:gd name="connsiteY3" fmla="*/ 0 h 457200"/>
                <a:gd name="connsiteX4" fmla="*/ 295275 w 1214438"/>
                <a:gd name="connsiteY4" fmla="*/ 4763 h 457200"/>
                <a:gd name="connsiteX5" fmla="*/ 230982 w 1214438"/>
                <a:gd name="connsiteY5" fmla="*/ 23813 h 457200"/>
                <a:gd name="connsiteX6" fmla="*/ 145257 w 1214438"/>
                <a:gd name="connsiteY6" fmla="*/ 47625 h 457200"/>
                <a:gd name="connsiteX7" fmla="*/ 83344 w 1214438"/>
                <a:gd name="connsiteY7" fmla="*/ 83344 h 457200"/>
                <a:gd name="connsiteX8" fmla="*/ 0 w 1214438"/>
                <a:gd name="connsiteY8" fmla="*/ 114300 h 457200"/>
                <a:gd name="connsiteX9" fmla="*/ 59532 w 1214438"/>
                <a:gd name="connsiteY9" fmla="*/ 140494 h 457200"/>
                <a:gd name="connsiteX10" fmla="*/ 121444 w 1214438"/>
                <a:gd name="connsiteY10" fmla="*/ 171450 h 457200"/>
                <a:gd name="connsiteX11" fmla="*/ 192882 w 1214438"/>
                <a:gd name="connsiteY11" fmla="*/ 207169 h 457200"/>
                <a:gd name="connsiteX12" fmla="*/ 207169 w 1214438"/>
                <a:gd name="connsiteY12" fmla="*/ 235744 h 457200"/>
                <a:gd name="connsiteX13" fmla="*/ 221457 w 1214438"/>
                <a:gd name="connsiteY13" fmla="*/ 252413 h 457200"/>
                <a:gd name="connsiteX14" fmla="*/ 226219 w 1214438"/>
                <a:gd name="connsiteY14" fmla="*/ 261938 h 457200"/>
                <a:gd name="connsiteX15" fmla="*/ 235744 w 1214438"/>
                <a:gd name="connsiteY15" fmla="*/ 283369 h 457200"/>
                <a:gd name="connsiteX16" fmla="*/ 245269 w 1214438"/>
                <a:gd name="connsiteY16" fmla="*/ 304800 h 457200"/>
                <a:gd name="connsiteX17" fmla="*/ 261938 w 1214438"/>
                <a:gd name="connsiteY17" fmla="*/ 350044 h 457200"/>
                <a:gd name="connsiteX18" fmla="*/ 273844 w 1214438"/>
                <a:gd name="connsiteY18" fmla="*/ 371475 h 457200"/>
                <a:gd name="connsiteX19" fmla="*/ 297657 w 1214438"/>
                <a:gd name="connsiteY19" fmla="*/ 390525 h 457200"/>
                <a:gd name="connsiteX20" fmla="*/ 357188 w 1214438"/>
                <a:gd name="connsiteY20" fmla="*/ 411956 h 457200"/>
                <a:gd name="connsiteX21" fmla="*/ 419100 w 1214438"/>
                <a:gd name="connsiteY21" fmla="*/ 423863 h 457200"/>
                <a:gd name="connsiteX22" fmla="*/ 492919 w 1214438"/>
                <a:gd name="connsiteY22" fmla="*/ 428625 h 457200"/>
                <a:gd name="connsiteX23" fmla="*/ 566738 w 1214438"/>
                <a:gd name="connsiteY23" fmla="*/ 450056 h 457200"/>
                <a:gd name="connsiteX24" fmla="*/ 659607 w 1214438"/>
                <a:gd name="connsiteY24" fmla="*/ 457200 h 457200"/>
                <a:gd name="connsiteX25" fmla="*/ 783432 w 1214438"/>
                <a:gd name="connsiteY25" fmla="*/ 421481 h 457200"/>
                <a:gd name="connsiteX26" fmla="*/ 871538 w 1214438"/>
                <a:gd name="connsiteY26" fmla="*/ 423863 h 457200"/>
                <a:gd name="connsiteX27" fmla="*/ 973932 w 1214438"/>
                <a:gd name="connsiteY27" fmla="*/ 397669 h 457200"/>
                <a:gd name="connsiteX28" fmla="*/ 1069182 w 1214438"/>
                <a:gd name="connsiteY28" fmla="*/ 381000 h 457200"/>
                <a:gd name="connsiteX29" fmla="*/ 1150144 w 1214438"/>
                <a:gd name="connsiteY29" fmla="*/ 366713 h 457200"/>
                <a:gd name="connsiteX30" fmla="*/ 1214438 w 1214438"/>
                <a:gd name="connsiteY30" fmla="*/ 354806 h 457200"/>
                <a:gd name="connsiteX31" fmla="*/ 1140619 w 1214438"/>
                <a:gd name="connsiteY31" fmla="*/ 304800 h 457200"/>
                <a:gd name="connsiteX32" fmla="*/ 1095375 w 1214438"/>
                <a:gd name="connsiteY32" fmla="*/ 280988 h 457200"/>
                <a:gd name="connsiteX33" fmla="*/ 1073944 w 1214438"/>
                <a:gd name="connsiteY33" fmla="*/ 257175 h 457200"/>
                <a:gd name="connsiteX34" fmla="*/ 1052513 w 1214438"/>
                <a:gd name="connsiteY34" fmla="*/ 240506 h 457200"/>
                <a:gd name="connsiteX35" fmla="*/ 1038225 w 1214438"/>
                <a:gd name="connsiteY35" fmla="*/ 223838 h 457200"/>
                <a:gd name="connsiteX36" fmla="*/ 1023938 w 1214438"/>
                <a:gd name="connsiteY36" fmla="*/ 200025 h 457200"/>
                <a:gd name="connsiteX37" fmla="*/ 992982 w 1214438"/>
                <a:gd name="connsiteY37" fmla="*/ 178594 h 457200"/>
                <a:gd name="connsiteX38" fmla="*/ 971550 w 1214438"/>
                <a:gd name="connsiteY38" fmla="*/ 164306 h 457200"/>
                <a:gd name="connsiteX39" fmla="*/ 940594 w 1214438"/>
                <a:gd name="connsiteY39" fmla="*/ 150019 h 457200"/>
                <a:gd name="connsiteX40" fmla="*/ 904875 w 1214438"/>
                <a:gd name="connsiteY40" fmla="*/ 138113 h 457200"/>
                <a:gd name="connsiteX41" fmla="*/ 869157 w 1214438"/>
                <a:gd name="connsiteY41" fmla="*/ 123825 h 457200"/>
                <a:gd name="connsiteX42" fmla="*/ 809625 w 1214438"/>
                <a:gd name="connsiteY42" fmla="*/ 114300 h 457200"/>
                <a:gd name="connsiteX43" fmla="*/ 759619 w 1214438"/>
                <a:gd name="connsiteY43" fmla="*/ 109538 h 457200"/>
                <a:gd name="connsiteX44" fmla="*/ 733425 w 1214438"/>
                <a:gd name="connsiteY44" fmla="*/ 104775 h 457200"/>
                <a:gd name="connsiteX45" fmla="*/ 681038 w 1214438"/>
                <a:gd name="connsiteY45" fmla="*/ 97631 h 457200"/>
                <a:gd name="connsiteX46" fmla="*/ 619125 w 1214438"/>
                <a:gd name="connsiteY46" fmla="*/ 85725 h 457200"/>
                <a:gd name="connsiteX47" fmla="*/ 604838 w 1214438"/>
                <a:gd name="connsiteY47" fmla="*/ 76200 h 457200"/>
                <a:gd name="connsiteX48" fmla="*/ 581025 w 1214438"/>
                <a:gd name="connsiteY48" fmla="*/ 59531 h 457200"/>
                <a:gd name="connsiteX49" fmla="*/ 554832 w 1214438"/>
                <a:gd name="connsiteY49" fmla="*/ 42863 h 457200"/>
                <a:gd name="connsiteX50" fmla="*/ 485775 w 1214438"/>
                <a:gd name="connsiteY50" fmla="*/ 381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14438" h="457200">
                  <a:moveTo>
                    <a:pt x="485775" y="38100"/>
                  </a:moveTo>
                  <a:lnTo>
                    <a:pt x="454819" y="11906"/>
                  </a:lnTo>
                  <a:lnTo>
                    <a:pt x="397669" y="0"/>
                  </a:lnTo>
                  <a:lnTo>
                    <a:pt x="352425" y="0"/>
                  </a:lnTo>
                  <a:lnTo>
                    <a:pt x="295275" y="4763"/>
                  </a:lnTo>
                  <a:lnTo>
                    <a:pt x="230982" y="23813"/>
                  </a:lnTo>
                  <a:lnTo>
                    <a:pt x="145257" y="47625"/>
                  </a:lnTo>
                  <a:lnTo>
                    <a:pt x="83344" y="83344"/>
                  </a:lnTo>
                  <a:lnTo>
                    <a:pt x="0" y="114300"/>
                  </a:lnTo>
                  <a:lnTo>
                    <a:pt x="59532" y="140494"/>
                  </a:lnTo>
                  <a:lnTo>
                    <a:pt x="121444" y="171450"/>
                  </a:lnTo>
                  <a:lnTo>
                    <a:pt x="192882" y="207169"/>
                  </a:lnTo>
                  <a:lnTo>
                    <a:pt x="207169" y="235744"/>
                  </a:lnTo>
                  <a:cubicBezTo>
                    <a:pt x="211932" y="241300"/>
                    <a:pt x="217260" y="246418"/>
                    <a:pt x="221457" y="252413"/>
                  </a:cubicBezTo>
                  <a:cubicBezTo>
                    <a:pt x="234236" y="270669"/>
                    <a:pt x="217571" y="253287"/>
                    <a:pt x="226219" y="261938"/>
                  </a:cubicBezTo>
                  <a:lnTo>
                    <a:pt x="235744" y="283369"/>
                  </a:lnTo>
                  <a:lnTo>
                    <a:pt x="245269" y="304800"/>
                  </a:lnTo>
                  <a:lnTo>
                    <a:pt x="261938" y="350044"/>
                  </a:lnTo>
                  <a:cubicBezTo>
                    <a:pt x="271965" y="370098"/>
                    <a:pt x="266443" y="364074"/>
                    <a:pt x="273844" y="371475"/>
                  </a:cubicBezTo>
                  <a:lnTo>
                    <a:pt x="297657" y="390525"/>
                  </a:lnTo>
                  <a:lnTo>
                    <a:pt x="357188" y="411956"/>
                  </a:lnTo>
                  <a:lnTo>
                    <a:pt x="419100" y="423863"/>
                  </a:lnTo>
                  <a:lnTo>
                    <a:pt x="492919" y="428625"/>
                  </a:lnTo>
                  <a:lnTo>
                    <a:pt x="566738" y="450056"/>
                  </a:lnTo>
                  <a:lnTo>
                    <a:pt x="659607" y="457200"/>
                  </a:lnTo>
                  <a:lnTo>
                    <a:pt x="783432" y="421481"/>
                  </a:lnTo>
                  <a:lnTo>
                    <a:pt x="871538" y="423863"/>
                  </a:lnTo>
                  <a:lnTo>
                    <a:pt x="973932" y="397669"/>
                  </a:lnTo>
                  <a:lnTo>
                    <a:pt x="1069182" y="381000"/>
                  </a:lnTo>
                  <a:lnTo>
                    <a:pt x="1150144" y="366713"/>
                  </a:lnTo>
                  <a:lnTo>
                    <a:pt x="1214438" y="354806"/>
                  </a:lnTo>
                  <a:lnTo>
                    <a:pt x="1140619" y="304800"/>
                  </a:lnTo>
                  <a:lnTo>
                    <a:pt x="1095375" y="280988"/>
                  </a:lnTo>
                  <a:lnTo>
                    <a:pt x="1073944" y="257175"/>
                  </a:lnTo>
                  <a:lnTo>
                    <a:pt x="1052513" y="240506"/>
                  </a:lnTo>
                  <a:lnTo>
                    <a:pt x="1038225" y="223838"/>
                  </a:lnTo>
                  <a:lnTo>
                    <a:pt x="1023938" y="200025"/>
                  </a:lnTo>
                  <a:lnTo>
                    <a:pt x="992982" y="178594"/>
                  </a:lnTo>
                  <a:lnTo>
                    <a:pt x="971550" y="164306"/>
                  </a:lnTo>
                  <a:lnTo>
                    <a:pt x="940594" y="150019"/>
                  </a:lnTo>
                  <a:lnTo>
                    <a:pt x="904875" y="138113"/>
                  </a:lnTo>
                  <a:lnTo>
                    <a:pt x="869157" y="123825"/>
                  </a:lnTo>
                  <a:lnTo>
                    <a:pt x="809625" y="114300"/>
                  </a:lnTo>
                  <a:lnTo>
                    <a:pt x="759619" y="109538"/>
                  </a:lnTo>
                  <a:lnTo>
                    <a:pt x="733425" y="104775"/>
                  </a:lnTo>
                  <a:lnTo>
                    <a:pt x="681038" y="97631"/>
                  </a:lnTo>
                  <a:lnTo>
                    <a:pt x="619125" y="85725"/>
                  </a:lnTo>
                  <a:lnTo>
                    <a:pt x="604838" y="76200"/>
                  </a:lnTo>
                  <a:lnTo>
                    <a:pt x="581025" y="59531"/>
                  </a:lnTo>
                  <a:lnTo>
                    <a:pt x="554832" y="42863"/>
                  </a:lnTo>
                  <a:lnTo>
                    <a:pt x="485775" y="381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790700" y="1314450"/>
              <a:ext cx="438150" cy="204787"/>
            </a:xfrm>
            <a:custGeom>
              <a:avLst/>
              <a:gdLst>
                <a:gd name="connsiteX0" fmla="*/ 438150 w 438150"/>
                <a:gd name="connsiteY0" fmla="*/ 116681 h 204787"/>
                <a:gd name="connsiteX1" fmla="*/ 383381 w 438150"/>
                <a:gd name="connsiteY1" fmla="*/ 104775 h 204787"/>
                <a:gd name="connsiteX2" fmla="*/ 352425 w 438150"/>
                <a:gd name="connsiteY2" fmla="*/ 83344 h 204787"/>
                <a:gd name="connsiteX3" fmla="*/ 326231 w 438150"/>
                <a:gd name="connsiteY3" fmla="*/ 61912 h 204787"/>
                <a:gd name="connsiteX4" fmla="*/ 297656 w 438150"/>
                <a:gd name="connsiteY4" fmla="*/ 26194 h 204787"/>
                <a:gd name="connsiteX5" fmla="*/ 285750 w 438150"/>
                <a:gd name="connsiteY5" fmla="*/ 7144 h 204787"/>
                <a:gd name="connsiteX6" fmla="*/ 264318 w 438150"/>
                <a:gd name="connsiteY6" fmla="*/ 0 h 204787"/>
                <a:gd name="connsiteX7" fmla="*/ 247650 w 438150"/>
                <a:gd name="connsiteY7" fmla="*/ 11906 h 204787"/>
                <a:gd name="connsiteX8" fmla="*/ 216693 w 438150"/>
                <a:gd name="connsiteY8" fmla="*/ 30956 h 204787"/>
                <a:gd name="connsiteX9" fmla="*/ 192881 w 438150"/>
                <a:gd name="connsiteY9" fmla="*/ 69056 h 204787"/>
                <a:gd name="connsiteX10" fmla="*/ 152400 w 438150"/>
                <a:gd name="connsiteY10" fmla="*/ 97631 h 204787"/>
                <a:gd name="connsiteX11" fmla="*/ 116681 w 438150"/>
                <a:gd name="connsiteY11" fmla="*/ 126206 h 204787"/>
                <a:gd name="connsiteX12" fmla="*/ 104775 w 438150"/>
                <a:gd name="connsiteY12" fmla="*/ 138112 h 204787"/>
                <a:gd name="connsiteX13" fmla="*/ 66675 w 438150"/>
                <a:gd name="connsiteY13" fmla="*/ 164306 h 204787"/>
                <a:gd name="connsiteX14" fmla="*/ 0 w 438150"/>
                <a:gd name="connsiteY14" fmla="*/ 176212 h 204787"/>
                <a:gd name="connsiteX15" fmla="*/ 73818 w 438150"/>
                <a:gd name="connsiteY15" fmla="*/ 204787 h 204787"/>
                <a:gd name="connsiteX16" fmla="*/ 119062 w 438150"/>
                <a:gd name="connsiteY16" fmla="*/ 180975 h 204787"/>
                <a:gd name="connsiteX17" fmla="*/ 176212 w 438150"/>
                <a:gd name="connsiteY17" fmla="*/ 140494 h 204787"/>
                <a:gd name="connsiteX18" fmla="*/ 235743 w 438150"/>
                <a:gd name="connsiteY18" fmla="*/ 104775 h 204787"/>
                <a:gd name="connsiteX19" fmla="*/ 273843 w 438150"/>
                <a:gd name="connsiteY19" fmla="*/ 83344 h 204787"/>
                <a:gd name="connsiteX20" fmla="*/ 314325 w 438150"/>
                <a:gd name="connsiteY20" fmla="*/ 88106 h 204787"/>
                <a:gd name="connsiteX21" fmla="*/ 357187 w 438150"/>
                <a:gd name="connsiteY21" fmla="*/ 104775 h 204787"/>
                <a:gd name="connsiteX22" fmla="*/ 438150 w 438150"/>
                <a:gd name="connsiteY22" fmla="*/ 116681 h 204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8150" h="204787">
                  <a:moveTo>
                    <a:pt x="438150" y="116681"/>
                  </a:moveTo>
                  <a:lnTo>
                    <a:pt x="383381" y="104775"/>
                  </a:lnTo>
                  <a:lnTo>
                    <a:pt x="352425" y="83344"/>
                  </a:lnTo>
                  <a:lnTo>
                    <a:pt x="326231" y="61912"/>
                  </a:lnTo>
                  <a:lnTo>
                    <a:pt x="297656" y="26194"/>
                  </a:lnTo>
                  <a:lnTo>
                    <a:pt x="285750" y="7144"/>
                  </a:lnTo>
                  <a:lnTo>
                    <a:pt x="264318" y="0"/>
                  </a:lnTo>
                  <a:lnTo>
                    <a:pt x="247650" y="11906"/>
                  </a:lnTo>
                  <a:lnTo>
                    <a:pt x="216693" y="30956"/>
                  </a:lnTo>
                  <a:lnTo>
                    <a:pt x="192881" y="69056"/>
                  </a:lnTo>
                  <a:lnTo>
                    <a:pt x="152400" y="97631"/>
                  </a:lnTo>
                  <a:lnTo>
                    <a:pt x="116681" y="126206"/>
                  </a:lnTo>
                  <a:lnTo>
                    <a:pt x="104775" y="138112"/>
                  </a:lnTo>
                  <a:lnTo>
                    <a:pt x="66675" y="164306"/>
                  </a:lnTo>
                  <a:lnTo>
                    <a:pt x="0" y="176212"/>
                  </a:lnTo>
                  <a:lnTo>
                    <a:pt x="73818" y="204787"/>
                  </a:lnTo>
                  <a:lnTo>
                    <a:pt x="119062" y="180975"/>
                  </a:lnTo>
                  <a:lnTo>
                    <a:pt x="176212" y="140494"/>
                  </a:lnTo>
                  <a:lnTo>
                    <a:pt x="235743" y="104775"/>
                  </a:lnTo>
                  <a:lnTo>
                    <a:pt x="273843" y="83344"/>
                  </a:lnTo>
                  <a:lnTo>
                    <a:pt x="314325" y="88106"/>
                  </a:lnTo>
                  <a:lnTo>
                    <a:pt x="357187" y="104775"/>
                  </a:lnTo>
                  <a:lnTo>
                    <a:pt x="438150" y="11668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2093118" y="1247775"/>
              <a:ext cx="309563" cy="185737"/>
            </a:xfrm>
            <a:custGeom>
              <a:avLst/>
              <a:gdLst>
                <a:gd name="connsiteX0" fmla="*/ 0 w 309563"/>
                <a:gd name="connsiteY0" fmla="*/ 100012 h 185737"/>
                <a:gd name="connsiteX1" fmla="*/ 42863 w 309563"/>
                <a:gd name="connsiteY1" fmla="*/ 80962 h 185737"/>
                <a:gd name="connsiteX2" fmla="*/ 97632 w 309563"/>
                <a:gd name="connsiteY2" fmla="*/ 38100 h 185737"/>
                <a:gd name="connsiteX3" fmla="*/ 157163 w 309563"/>
                <a:gd name="connsiteY3" fmla="*/ 0 h 185737"/>
                <a:gd name="connsiteX4" fmla="*/ 192882 w 309563"/>
                <a:gd name="connsiteY4" fmla="*/ 0 h 185737"/>
                <a:gd name="connsiteX5" fmla="*/ 219075 w 309563"/>
                <a:gd name="connsiteY5" fmla="*/ 23812 h 185737"/>
                <a:gd name="connsiteX6" fmla="*/ 250032 w 309563"/>
                <a:gd name="connsiteY6" fmla="*/ 61912 h 185737"/>
                <a:gd name="connsiteX7" fmla="*/ 280988 w 309563"/>
                <a:gd name="connsiteY7" fmla="*/ 90487 h 185737"/>
                <a:gd name="connsiteX8" fmla="*/ 309563 w 309563"/>
                <a:gd name="connsiteY8" fmla="*/ 114300 h 185737"/>
                <a:gd name="connsiteX9" fmla="*/ 273844 w 309563"/>
                <a:gd name="connsiteY9" fmla="*/ 116681 h 185737"/>
                <a:gd name="connsiteX10" fmla="*/ 200025 w 309563"/>
                <a:gd name="connsiteY10" fmla="*/ 164306 h 185737"/>
                <a:gd name="connsiteX11" fmla="*/ 159544 w 309563"/>
                <a:gd name="connsiteY11" fmla="*/ 173831 h 185737"/>
                <a:gd name="connsiteX12" fmla="*/ 130969 w 309563"/>
                <a:gd name="connsiteY12" fmla="*/ 185737 h 185737"/>
                <a:gd name="connsiteX13" fmla="*/ 76200 w 309563"/>
                <a:gd name="connsiteY13" fmla="*/ 173831 h 185737"/>
                <a:gd name="connsiteX14" fmla="*/ 57150 w 309563"/>
                <a:gd name="connsiteY14" fmla="*/ 152400 h 185737"/>
                <a:gd name="connsiteX15" fmla="*/ 0 w 309563"/>
                <a:gd name="connsiteY15" fmla="*/ 100012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9563" h="185737">
                  <a:moveTo>
                    <a:pt x="0" y="100012"/>
                  </a:moveTo>
                  <a:lnTo>
                    <a:pt x="42863" y="80962"/>
                  </a:lnTo>
                  <a:lnTo>
                    <a:pt x="97632" y="38100"/>
                  </a:lnTo>
                  <a:lnTo>
                    <a:pt x="157163" y="0"/>
                  </a:lnTo>
                  <a:lnTo>
                    <a:pt x="192882" y="0"/>
                  </a:lnTo>
                  <a:lnTo>
                    <a:pt x="219075" y="23812"/>
                  </a:lnTo>
                  <a:lnTo>
                    <a:pt x="250032" y="61912"/>
                  </a:lnTo>
                  <a:lnTo>
                    <a:pt x="280988" y="90487"/>
                  </a:lnTo>
                  <a:lnTo>
                    <a:pt x="309563" y="114300"/>
                  </a:lnTo>
                  <a:lnTo>
                    <a:pt x="273844" y="116681"/>
                  </a:lnTo>
                  <a:lnTo>
                    <a:pt x="200025" y="164306"/>
                  </a:lnTo>
                  <a:lnTo>
                    <a:pt x="159544" y="173831"/>
                  </a:lnTo>
                  <a:lnTo>
                    <a:pt x="130969" y="185737"/>
                  </a:lnTo>
                  <a:lnTo>
                    <a:pt x="76200" y="173831"/>
                  </a:lnTo>
                  <a:lnTo>
                    <a:pt x="57150" y="152400"/>
                  </a:lnTo>
                  <a:lnTo>
                    <a:pt x="0" y="10001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862137" y="1397794"/>
              <a:ext cx="1019175" cy="411956"/>
            </a:xfrm>
            <a:custGeom>
              <a:avLst/>
              <a:gdLst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50081 w 1019175"/>
                <a:gd name="connsiteY19" fmla="*/ 314325 h 411956"/>
                <a:gd name="connsiteX20" fmla="*/ 631031 w 1019175"/>
                <a:gd name="connsiteY20" fmla="*/ 288131 h 411956"/>
                <a:gd name="connsiteX21" fmla="*/ 611981 w 1019175"/>
                <a:gd name="connsiteY21" fmla="*/ 223837 h 411956"/>
                <a:gd name="connsiteX22" fmla="*/ 592931 w 1019175"/>
                <a:gd name="connsiteY22" fmla="*/ 188118 h 411956"/>
                <a:gd name="connsiteX23" fmla="*/ 585788 w 1019175"/>
                <a:gd name="connsiteY23" fmla="*/ 171450 h 411956"/>
                <a:gd name="connsiteX24" fmla="*/ 566738 w 1019175"/>
                <a:gd name="connsiteY24" fmla="*/ 157162 h 411956"/>
                <a:gd name="connsiteX25" fmla="*/ 554831 w 1019175"/>
                <a:gd name="connsiteY25" fmla="*/ 123825 h 411956"/>
                <a:gd name="connsiteX26" fmla="*/ 450056 w 1019175"/>
                <a:gd name="connsiteY26" fmla="*/ 76200 h 411956"/>
                <a:gd name="connsiteX27" fmla="*/ 400050 w 1019175"/>
                <a:gd name="connsiteY27" fmla="*/ 47625 h 411956"/>
                <a:gd name="connsiteX28" fmla="*/ 352425 w 1019175"/>
                <a:gd name="connsiteY28" fmla="*/ 33337 h 411956"/>
                <a:gd name="connsiteX29" fmla="*/ 300038 w 1019175"/>
                <a:gd name="connsiteY29" fmla="*/ 23812 h 411956"/>
                <a:gd name="connsiteX30" fmla="*/ 280988 w 1019175"/>
                <a:gd name="connsiteY30" fmla="*/ 23812 h 411956"/>
                <a:gd name="connsiteX31" fmla="*/ 259556 w 1019175"/>
                <a:gd name="connsiteY31" fmla="*/ 11906 h 411956"/>
                <a:gd name="connsiteX32" fmla="*/ 226219 w 1019175"/>
                <a:gd name="connsiteY32" fmla="*/ 4762 h 411956"/>
                <a:gd name="connsiteX33" fmla="*/ 200025 w 1019175"/>
                <a:gd name="connsiteY33" fmla="*/ 0 h 411956"/>
                <a:gd name="connsiteX34" fmla="*/ 97631 w 1019175"/>
                <a:gd name="connsiteY34" fmla="*/ 61912 h 411956"/>
                <a:gd name="connsiteX35" fmla="*/ 66675 w 1019175"/>
                <a:gd name="connsiteY35" fmla="*/ 85725 h 411956"/>
                <a:gd name="connsiteX36" fmla="*/ 0 w 1019175"/>
                <a:gd name="connsiteY36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23887 w 1019175"/>
                <a:gd name="connsiteY19" fmla="*/ 319087 h 411956"/>
                <a:gd name="connsiteX20" fmla="*/ 631031 w 1019175"/>
                <a:gd name="connsiteY20" fmla="*/ 288131 h 411956"/>
                <a:gd name="connsiteX21" fmla="*/ 611981 w 1019175"/>
                <a:gd name="connsiteY21" fmla="*/ 223837 h 411956"/>
                <a:gd name="connsiteX22" fmla="*/ 592931 w 1019175"/>
                <a:gd name="connsiteY22" fmla="*/ 188118 h 411956"/>
                <a:gd name="connsiteX23" fmla="*/ 585788 w 1019175"/>
                <a:gd name="connsiteY23" fmla="*/ 171450 h 411956"/>
                <a:gd name="connsiteX24" fmla="*/ 566738 w 1019175"/>
                <a:gd name="connsiteY24" fmla="*/ 157162 h 411956"/>
                <a:gd name="connsiteX25" fmla="*/ 554831 w 1019175"/>
                <a:gd name="connsiteY25" fmla="*/ 123825 h 411956"/>
                <a:gd name="connsiteX26" fmla="*/ 450056 w 1019175"/>
                <a:gd name="connsiteY26" fmla="*/ 76200 h 411956"/>
                <a:gd name="connsiteX27" fmla="*/ 400050 w 1019175"/>
                <a:gd name="connsiteY27" fmla="*/ 47625 h 411956"/>
                <a:gd name="connsiteX28" fmla="*/ 352425 w 1019175"/>
                <a:gd name="connsiteY28" fmla="*/ 33337 h 411956"/>
                <a:gd name="connsiteX29" fmla="*/ 300038 w 1019175"/>
                <a:gd name="connsiteY29" fmla="*/ 23812 h 411956"/>
                <a:gd name="connsiteX30" fmla="*/ 280988 w 1019175"/>
                <a:gd name="connsiteY30" fmla="*/ 23812 h 411956"/>
                <a:gd name="connsiteX31" fmla="*/ 259556 w 1019175"/>
                <a:gd name="connsiteY31" fmla="*/ 11906 h 411956"/>
                <a:gd name="connsiteX32" fmla="*/ 226219 w 1019175"/>
                <a:gd name="connsiteY32" fmla="*/ 4762 h 411956"/>
                <a:gd name="connsiteX33" fmla="*/ 200025 w 1019175"/>
                <a:gd name="connsiteY33" fmla="*/ 0 h 411956"/>
                <a:gd name="connsiteX34" fmla="*/ 97631 w 1019175"/>
                <a:gd name="connsiteY34" fmla="*/ 61912 h 411956"/>
                <a:gd name="connsiteX35" fmla="*/ 66675 w 1019175"/>
                <a:gd name="connsiteY35" fmla="*/ 85725 h 411956"/>
                <a:gd name="connsiteX36" fmla="*/ 0 w 1019175"/>
                <a:gd name="connsiteY36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23887 w 1019175"/>
                <a:gd name="connsiteY19" fmla="*/ 319087 h 411956"/>
                <a:gd name="connsiteX20" fmla="*/ 631031 w 1019175"/>
                <a:gd name="connsiteY20" fmla="*/ 288131 h 411956"/>
                <a:gd name="connsiteX21" fmla="*/ 611981 w 1019175"/>
                <a:gd name="connsiteY21" fmla="*/ 223837 h 411956"/>
                <a:gd name="connsiteX22" fmla="*/ 592931 w 1019175"/>
                <a:gd name="connsiteY22" fmla="*/ 188118 h 411956"/>
                <a:gd name="connsiteX23" fmla="*/ 585788 w 1019175"/>
                <a:gd name="connsiteY23" fmla="*/ 171450 h 411956"/>
                <a:gd name="connsiteX24" fmla="*/ 566738 w 1019175"/>
                <a:gd name="connsiteY24" fmla="*/ 157162 h 411956"/>
                <a:gd name="connsiteX25" fmla="*/ 554831 w 1019175"/>
                <a:gd name="connsiteY25" fmla="*/ 123825 h 411956"/>
                <a:gd name="connsiteX26" fmla="*/ 450056 w 1019175"/>
                <a:gd name="connsiteY26" fmla="*/ 76200 h 411956"/>
                <a:gd name="connsiteX27" fmla="*/ 400050 w 1019175"/>
                <a:gd name="connsiteY27" fmla="*/ 47625 h 411956"/>
                <a:gd name="connsiteX28" fmla="*/ 352425 w 1019175"/>
                <a:gd name="connsiteY28" fmla="*/ 33337 h 411956"/>
                <a:gd name="connsiteX29" fmla="*/ 300038 w 1019175"/>
                <a:gd name="connsiteY29" fmla="*/ 23812 h 411956"/>
                <a:gd name="connsiteX30" fmla="*/ 280988 w 1019175"/>
                <a:gd name="connsiteY30" fmla="*/ 23812 h 411956"/>
                <a:gd name="connsiteX31" fmla="*/ 259556 w 1019175"/>
                <a:gd name="connsiteY31" fmla="*/ 11906 h 411956"/>
                <a:gd name="connsiteX32" fmla="*/ 226219 w 1019175"/>
                <a:gd name="connsiteY32" fmla="*/ 4762 h 411956"/>
                <a:gd name="connsiteX33" fmla="*/ 200025 w 1019175"/>
                <a:gd name="connsiteY33" fmla="*/ 0 h 411956"/>
                <a:gd name="connsiteX34" fmla="*/ 97631 w 1019175"/>
                <a:gd name="connsiteY34" fmla="*/ 61912 h 411956"/>
                <a:gd name="connsiteX35" fmla="*/ 66675 w 1019175"/>
                <a:gd name="connsiteY35" fmla="*/ 85725 h 411956"/>
                <a:gd name="connsiteX36" fmla="*/ 0 w 1019175"/>
                <a:gd name="connsiteY36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31031 w 1019175"/>
                <a:gd name="connsiteY19" fmla="*/ 288131 h 411956"/>
                <a:gd name="connsiteX20" fmla="*/ 611981 w 1019175"/>
                <a:gd name="connsiteY20" fmla="*/ 223837 h 411956"/>
                <a:gd name="connsiteX21" fmla="*/ 592931 w 1019175"/>
                <a:gd name="connsiteY21" fmla="*/ 188118 h 411956"/>
                <a:gd name="connsiteX22" fmla="*/ 585788 w 1019175"/>
                <a:gd name="connsiteY22" fmla="*/ 171450 h 411956"/>
                <a:gd name="connsiteX23" fmla="*/ 566738 w 1019175"/>
                <a:gd name="connsiteY23" fmla="*/ 157162 h 411956"/>
                <a:gd name="connsiteX24" fmla="*/ 554831 w 1019175"/>
                <a:gd name="connsiteY24" fmla="*/ 123825 h 411956"/>
                <a:gd name="connsiteX25" fmla="*/ 450056 w 1019175"/>
                <a:gd name="connsiteY25" fmla="*/ 76200 h 411956"/>
                <a:gd name="connsiteX26" fmla="*/ 400050 w 1019175"/>
                <a:gd name="connsiteY26" fmla="*/ 47625 h 411956"/>
                <a:gd name="connsiteX27" fmla="*/ 352425 w 1019175"/>
                <a:gd name="connsiteY27" fmla="*/ 33337 h 411956"/>
                <a:gd name="connsiteX28" fmla="*/ 300038 w 1019175"/>
                <a:gd name="connsiteY28" fmla="*/ 23812 h 411956"/>
                <a:gd name="connsiteX29" fmla="*/ 280988 w 1019175"/>
                <a:gd name="connsiteY29" fmla="*/ 23812 h 411956"/>
                <a:gd name="connsiteX30" fmla="*/ 259556 w 1019175"/>
                <a:gd name="connsiteY30" fmla="*/ 11906 h 411956"/>
                <a:gd name="connsiteX31" fmla="*/ 226219 w 1019175"/>
                <a:gd name="connsiteY31" fmla="*/ 4762 h 411956"/>
                <a:gd name="connsiteX32" fmla="*/ 200025 w 1019175"/>
                <a:gd name="connsiteY32" fmla="*/ 0 h 411956"/>
                <a:gd name="connsiteX33" fmla="*/ 97631 w 1019175"/>
                <a:gd name="connsiteY33" fmla="*/ 61912 h 411956"/>
                <a:gd name="connsiteX34" fmla="*/ 66675 w 1019175"/>
                <a:gd name="connsiteY34" fmla="*/ 85725 h 411956"/>
                <a:gd name="connsiteX35" fmla="*/ 0 w 1019175"/>
                <a:gd name="connsiteY35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31031 w 1019175"/>
                <a:gd name="connsiteY19" fmla="*/ 288131 h 411956"/>
                <a:gd name="connsiteX20" fmla="*/ 611981 w 1019175"/>
                <a:gd name="connsiteY20" fmla="*/ 223837 h 411956"/>
                <a:gd name="connsiteX21" fmla="*/ 592931 w 1019175"/>
                <a:gd name="connsiteY21" fmla="*/ 188118 h 411956"/>
                <a:gd name="connsiteX22" fmla="*/ 585788 w 1019175"/>
                <a:gd name="connsiteY22" fmla="*/ 171450 h 411956"/>
                <a:gd name="connsiteX23" fmla="*/ 554831 w 1019175"/>
                <a:gd name="connsiteY23" fmla="*/ 123825 h 411956"/>
                <a:gd name="connsiteX24" fmla="*/ 450056 w 1019175"/>
                <a:gd name="connsiteY24" fmla="*/ 76200 h 411956"/>
                <a:gd name="connsiteX25" fmla="*/ 400050 w 1019175"/>
                <a:gd name="connsiteY25" fmla="*/ 47625 h 411956"/>
                <a:gd name="connsiteX26" fmla="*/ 352425 w 1019175"/>
                <a:gd name="connsiteY26" fmla="*/ 33337 h 411956"/>
                <a:gd name="connsiteX27" fmla="*/ 300038 w 1019175"/>
                <a:gd name="connsiteY27" fmla="*/ 23812 h 411956"/>
                <a:gd name="connsiteX28" fmla="*/ 280988 w 1019175"/>
                <a:gd name="connsiteY28" fmla="*/ 23812 h 411956"/>
                <a:gd name="connsiteX29" fmla="*/ 259556 w 1019175"/>
                <a:gd name="connsiteY29" fmla="*/ 11906 h 411956"/>
                <a:gd name="connsiteX30" fmla="*/ 226219 w 1019175"/>
                <a:gd name="connsiteY30" fmla="*/ 4762 h 411956"/>
                <a:gd name="connsiteX31" fmla="*/ 200025 w 1019175"/>
                <a:gd name="connsiteY31" fmla="*/ 0 h 411956"/>
                <a:gd name="connsiteX32" fmla="*/ 97631 w 1019175"/>
                <a:gd name="connsiteY32" fmla="*/ 61912 h 411956"/>
                <a:gd name="connsiteX33" fmla="*/ 66675 w 1019175"/>
                <a:gd name="connsiteY33" fmla="*/ 85725 h 411956"/>
                <a:gd name="connsiteX34" fmla="*/ 0 w 1019175"/>
                <a:gd name="connsiteY34" fmla="*/ 121443 h 41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19175" h="411956">
                  <a:moveTo>
                    <a:pt x="0" y="121443"/>
                  </a:moveTo>
                  <a:lnTo>
                    <a:pt x="61913" y="178593"/>
                  </a:lnTo>
                  <a:lnTo>
                    <a:pt x="133350" y="245268"/>
                  </a:lnTo>
                  <a:lnTo>
                    <a:pt x="169069" y="280987"/>
                  </a:lnTo>
                  <a:lnTo>
                    <a:pt x="216694" y="335756"/>
                  </a:lnTo>
                  <a:lnTo>
                    <a:pt x="226219" y="400050"/>
                  </a:lnTo>
                  <a:lnTo>
                    <a:pt x="328613" y="409575"/>
                  </a:lnTo>
                  <a:lnTo>
                    <a:pt x="416719" y="402431"/>
                  </a:lnTo>
                  <a:lnTo>
                    <a:pt x="502444" y="409575"/>
                  </a:lnTo>
                  <a:lnTo>
                    <a:pt x="566738" y="411956"/>
                  </a:lnTo>
                  <a:lnTo>
                    <a:pt x="704850" y="409575"/>
                  </a:lnTo>
                  <a:lnTo>
                    <a:pt x="933450" y="390525"/>
                  </a:lnTo>
                  <a:lnTo>
                    <a:pt x="1019175" y="381000"/>
                  </a:lnTo>
                  <a:lnTo>
                    <a:pt x="931069" y="371475"/>
                  </a:lnTo>
                  <a:lnTo>
                    <a:pt x="890588" y="361950"/>
                  </a:lnTo>
                  <a:lnTo>
                    <a:pt x="859631" y="350043"/>
                  </a:lnTo>
                  <a:lnTo>
                    <a:pt x="826294" y="347662"/>
                  </a:lnTo>
                  <a:lnTo>
                    <a:pt x="747713" y="340518"/>
                  </a:lnTo>
                  <a:lnTo>
                    <a:pt x="688181" y="323850"/>
                  </a:lnTo>
                  <a:lnTo>
                    <a:pt x="631031" y="288131"/>
                  </a:lnTo>
                  <a:lnTo>
                    <a:pt x="611981" y="223837"/>
                  </a:lnTo>
                  <a:lnTo>
                    <a:pt x="592931" y="188118"/>
                  </a:lnTo>
                  <a:lnTo>
                    <a:pt x="585788" y="171450"/>
                  </a:lnTo>
                  <a:lnTo>
                    <a:pt x="554831" y="123825"/>
                  </a:lnTo>
                  <a:lnTo>
                    <a:pt x="450056" y="76200"/>
                  </a:lnTo>
                  <a:lnTo>
                    <a:pt x="400050" y="47625"/>
                  </a:lnTo>
                  <a:lnTo>
                    <a:pt x="352425" y="33337"/>
                  </a:lnTo>
                  <a:lnTo>
                    <a:pt x="300038" y="23812"/>
                  </a:lnTo>
                  <a:lnTo>
                    <a:pt x="280988" y="23812"/>
                  </a:lnTo>
                  <a:lnTo>
                    <a:pt x="259556" y="11906"/>
                  </a:lnTo>
                  <a:lnTo>
                    <a:pt x="226219" y="4762"/>
                  </a:lnTo>
                  <a:lnTo>
                    <a:pt x="200025" y="0"/>
                  </a:lnTo>
                  <a:lnTo>
                    <a:pt x="97631" y="61912"/>
                  </a:lnTo>
                  <a:lnTo>
                    <a:pt x="66675" y="85725"/>
                  </a:lnTo>
                  <a:lnTo>
                    <a:pt x="0" y="12144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926306" y="1504950"/>
              <a:ext cx="1240631" cy="419100"/>
            </a:xfrm>
            <a:custGeom>
              <a:avLst/>
              <a:gdLst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71550 w 1240631"/>
                <a:gd name="connsiteY38" fmla="*/ 269081 h 419100"/>
                <a:gd name="connsiteX39" fmla="*/ 1088231 w 1240631"/>
                <a:gd name="connsiteY39" fmla="*/ 309562 h 419100"/>
                <a:gd name="connsiteX40" fmla="*/ 1164431 w 1240631"/>
                <a:gd name="connsiteY40" fmla="*/ 295275 h 419100"/>
                <a:gd name="connsiteX41" fmla="*/ 1240631 w 1240631"/>
                <a:gd name="connsiteY41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71550 w 1240631"/>
                <a:gd name="connsiteY38" fmla="*/ 269081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09675 w 1240631"/>
                <a:gd name="connsiteY41" fmla="*/ 330040 h 419100"/>
                <a:gd name="connsiteX42" fmla="*/ 1240631 w 1240631"/>
                <a:gd name="connsiteY42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04800 h 419100"/>
                <a:gd name="connsiteX42" fmla="*/ 1240631 w 1240631"/>
                <a:gd name="connsiteY42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04800 h 419100"/>
                <a:gd name="connsiteX42" fmla="*/ 1240631 w 1240631"/>
                <a:gd name="connsiteY42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30040 h 419100"/>
                <a:gd name="connsiteX42" fmla="*/ 1240631 w 1240631"/>
                <a:gd name="connsiteY42" fmla="*/ 350044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40631" h="419100">
                  <a:moveTo>
                    <a:pt x="1240631" y="350044"/>
                  </a:moveTo>
                  <a:lnTo>
                    <a:pt x="1240631" y="350044"/>
                  </a:lnTo>
                  <a:lnTo>
                    <a:pt x="1219200" y="390525"/>
                  </a:lnTo>
                  <a:lnTo>
                    <a:pt x="1185862" y="404812"/>
                  </a:lnTo>
                  <a:lnTo>
                    <a:pt x="1119187" y="397669"/>
                  </a:lnTo>
                  <a:lnTo>
                    <a:pt x="1052512" y="383381"/>
                  </a:lnTo>
                  <a:lnTo>
                    <a:pt x="964406" y="369094"/>
                  </a:lnTo>
                  <a:lnTo>
                    <a:pt x="883444" y="376237"/>
                  </a:lnTo>
                  <a:lnTo>
                    <a:pt x="800100" y="400050"/>
                  </a:lnTo>
                  <a:lnTo>
                    <a:pt x="728662" y="411956"/>
                  </a:lnTo>
                  <a:lnTo>
                    <a:pt x="659606" y="414337"/>
                  </a:lnTo>
                  <a:lnTo>
                    <a:pt x="581025" y="411956"/>
                  </a:lnTo>
                  <a:lnTo>
                    <a:pt x="516731" y="409575"/>
                  </a:lnTo>
                  <a:lnTo>
                    <a:pt x="440531" y="419100"/>
                  </a:lnTo>
                  <a:lnTo>
                    <a:pt x="423862" y="361950"/>
                  </a:lnTo>
                  <a:lnTo>
                    <a:pt x="392906" y="290512"/>
                  </a:lnTo>
                  <a:lnTo>
                    <a:pt x="371475" y="238125"/>
                  </a:lnTo>
                  <a:lnTo>
                    <a:pt x="352425" y="214312"/>
                  </a:lnTo>
                  <a:lnTo>
                    <a:pt x="316706" y="183356"/>
                  </a:lnTo>
                  <a:lnTo>
                    <a:pt x="290512" y="164306"/>
                  </a:lnTo>
                  <a:lnTo>
                    <a:pt x="221456" y="130969"/>
                  </a:lnTo>
                  <a:lnTo>
                    <a:pt x="130969" y="83344"/>
                  </a:lnTo>
                  <a:lnTo>
                    <a:pt x="73819" y="66675"/>
                  </a:lnTo>
                  <a:lnTo>
                    <a:pt x="0" y="45244"/>
                  </a:lnTo>
                  <a:lnTo>
                    <a:pt x="76200" y="38100"/>
                  </a:lnTo>
                  <a:lnTo>
                    <a:pt x="126206" y="28575"/>
                  </a:lnTo>
                  <a:lnTo>
                    <a:pt x="195262" y="14287"/>
                  </a:lnTo>
                  <a:lnTo>
                    <a:pt x="242887" y="9525"/>
                  </a:lnTo>
                  <a:lnTo>
                    <a:pt x="290512" y="0"/>
                  </a:lnTo>
                  <a:lnTo>
                    <a:pt x="357187" y="14287"/>
                  </a:lnTo>
                  <a:lnTo>
                    <a:pt x="409575" y="26194"/>
                  </a:lnTo>
                  <a:lnTo>
                    <a:pt x="440531" y="35719"/>
                  </a:lnTo>
                  <a:lnTo>
                    <a:pt x="495300" y="59531"/>
                  </a:lnTo>
                  <a:lnTo>
                    <a:pt x="571500" y="92869"/>
                  </a:lnTo>
                  <a:lnTo>
                    <a:pt x="638175" y="123825"/>
                  </a:lnTo>
                  <a:lnTo>
                    <a:pt x="733425" y="171450"/>
                  </a:lnTo>
                  <a:lnTo>
                    <a:pt x="814387" y="202406"/>
                  </a:lnTo>
                  <a:lnTo>
                    <a:pt x="888206" y="226219"/>
                  </a:lnTo>
                  <a:lnTo>
                    <a:pt x="935831" y="246219"/>
                  </a:lnTo>
                  <a:lnTo>
                    <a:pt x="1054893" y="284321"/>
                  </a:lnTo>
                  <a:lnTo>
                    <a:pt x="1164431" y="295275"/>
                  </a:lnTo>
                  <a:lnTo>
                    <a:pt x="1240631" y="330040"/>
                  </a:lnTo>
                  <a:lnTo>
                    <a:pt x="1240631" y="35004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293018" y="1435894"/>
              <a:ext cx="797719" cy="364331"/>
            </a:xfrm>
            <a:custGeom>
              <a:avLst/>
              <a:gdLst>
                <a:gd name="connsiteX0" fmla="*/ 0 w 797719"/>
                <a:gd name="connsiteY0" fmla="*/ 78581 h 364331"/>
                <a:gd name="connsiteX1" fmla="*/ 66675 w 797719"/>
                <a:gd name="connsiteY1" fmla="*/ 40481 h 364331"/>
                <a:gd name="connsiteX2" fmla="*/ 107157 w 797719"/>
                <a:gd name="connsiteY2" fmla="*/ 23812 h 364331"/>
                <a:gd name="connsiteX3" fmla="*/ 138113 w 797719"/>
                <a:gd name="connsiteY3" fmla="*/ 28575 h 364331"/>
                <a:gd name="connsiteX4" fmla="*/ 173832 w 797719"/>
                <a:gd name="connsiteY4" fmla="*/ 42862 h 364331"/>
                <a:gd name="connsiteX5" fmla="*/ 283369 w 797719"/>
                <a:gd name="connsiteY5" fmla="*/ 21431 h 364331"/>
                <a:gd name="connsiteX6" fmla="*/ 340519 w 797719"/>
                <a:gd name="connsiteY6" fmla="*/ 0 h 364331"/>
                <a:gd name="connsiteX7" fmla="*/ 423863 w 797719"/>
                <a:gd name="connsiteY7" fmla="*/ 14287 h 364331"/>
                <a:gd name="connsiteX8" fmla="*/ 502444 w 797719"/>
                <a:gd name="connsiteY8" fmla="*/ 57150 h 364331"/>
                <a:gd name="connsiteX9" fmla="*/ 571500 w 797719"/>
                <a:gd name="connsiteY9" fmla="*/ 83343 h 364331"/>
                <a:gd name="connsiteX10" fmla="*/ 654844 w 797719"/>
                <a:gd name="connsiteY10" fmla="*/ 164306 h 364331"/>
                <a:gd name="connsiteX11" fmla="*/ 754857 w 797719"/>
                <a:gd name="connsiteY11" fmla="*/ 257175 h 364331"/>
                <a:gd name="connsiteX12" fmla="*/ 783432 w 797719"/>
                <a:gd name="connsiteY12" fmla="*/ 295275 h 364331"/>
                <a:gd name="connsiteX13" fmla="*/ 797719 w 797719"/>
                <a:gd name="connsiteY13" fmla="*/ 364331 h 364331"/>
                <a:gd name="connsiteX14" fmla="*/ 697707 w 797719"/>
                <a:gd name="connsiteY14" fmla="*/ 354806 h 364331"/>
                <a:gd name="connsiteX15" fmla="*/ 595313 w 797719"/>
                <a:gd name="connsiteY15" fmla="*/ 326231 h 364331"/>
                <a:gd name="connsiteX16" fmla="*/ 516732 w 797719"/>
                <a:gd name="connsiteY16" fmla="*/ 290512 h 364331"/>
                <a:gd name="connsiteX17" fmla="*/ 435769 w 797719"/>
                <a:gd name="connsiteY17" fmla="*/ 266700 h 364331"/>
                <a:gd name="connsiteX18" fmla="*/ 311944 w 797719"/>
                <a:gd name="connsiteY18" fmla="*/ 214312 h 364331"/>
                <a:gd name="connsiteX19" fmla="*/ 223838 w 797719"/>
                <a:gd name="connsiteY19" fmla="*/ 171450 h 364331"/>
                <a:gd name="connsiteX20" fmla="*/ 128588 w 797719"/>
                <a:gd name="connsiteY20" fmla="*/ 128587 h 364331"/>
                <a:gd name="connsiteX21" fmla="*/ 45244 w 797719"/>
                <a:gd name="connsiteY21" fmla="*/ 100012 h 364331"/>
                <a:gd name="connsiteX22" fmla="*/ 0 w 797719"/>
                <a:gd name="connsiteY22" fmla="*/ 78581 h 364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7719" h="364331">
                  <a:moveTo>
                    <a:pt x="0" y="78581"/>
                  </a:moveTo>
                  <a:lnTo>
                    <a:pt x="66675" y="40481"/>
                  </a:lnTo>
                  <a:lnTo>
                    <a:pt x="107157" y="23812"/>
                  </a:lnTo>
                  <a:cubicBezTo>
                    <a:pt x="133304" y="29042"/>
                    <a:pt x="122874" y="28575"/>
                    <a:pt x="138113" y="28575"/>
                  </a:cubicBezTo>
                  <a:lnTo>
                    <a:pt x="173832" y="42862"/>
                  </a:lnTo>
                  <a:lnTo>
                    <a:pt x="283369" y="21431"/>
                  </a:lnTo>
                  <a:lnTo>
                    <a:pt x="340519" y="0"/>
                  </a:lnTo>
                  <a:lnTo>
                    <a:pt x="423863" y="14287"/>
                  </a:lnTo>
                  <a:lnTo>
                    <a:pt x="502444" y="57150"/>
                  </a:lnTo>
                  <a:lnTo>
                    <a:pt x="571500" y="83343"/>
                  </a:lnTo>
                  <a:lnTo>
                    <a:pt x="654844" y="164306"/>
                  </a:lnTo>
                  <a:lnTo>
                    <a:pt x="754857" y="257175"/>
                  </a:lnTo>
                  <a:lnTo>
                    <a:pt x="783432" y="295275"/>
                  </a:lnTo>
                  <a:lnTo>
                    <a:pt x="797719" y="364331"/>
                  </a:lnTo>
                  <a:lnTo>
                    <a:pt x="697707" y="354806"/>
                  </a:lnTo>
                  <a:lnTo>
                    <a:pt x="595313" y="326231"/>
                  </a:lnTo>
                  <a:lnTo>
                    <a:pt x="516732" y="290512"/>
                  </a:lnTo>
                  <a:lnTo>
                    <a:pt x="435769" y="266700"/>
                  </a:lnTo>
                  <a:lnTo>
                    <a:pt x="311944" y="214312"/>
                  </a:lnTo>
                  <a:lnTo>
                    <a:pt x="223838" y="171450"/>
                  </a:lnTo>
                  <a:lnTo>
                    <a:pt x="128588" y="128587"/>
                  </a:lnTo>
                  <a:lnTo>
                    <a:pt x="45244" y="100012"/>
                  </a:lnTo>
                  <a:lnTo>
                    <a:pt x="0" y="7858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2216943" y="1945481"/>
              <a:ext cx="1881188" cy="495300"/>
            </a:xfrm>
            <a:custGeom>
              <a:avLst/>
              <a:gdLst>
                <a:gd name="connsiteX0" fmla="*/ 1662113 w 1881188"/>
                <a:gd name="connsiteY0" fmla="*/ 495300 h 495300"/>
                <a:gd name="connsiteX1" fmla="*/ 1821657 w 1881188"/>
                <a:gd name="connsiteY1" fmla="*/ 457200 h 495300"/>
                <a:gd name="connsiteX2" fmla="*/ 1881188 w 1881188"/>
                <a:gd name="connsiteY2" fmla="*/ 454819 h 495300"/>
                <a:gd name="connsiteX3" fmla="*/ 1814513 w 1881188"/>
                <a:gd name="connsiteY3" fmla="*/ 442913 h 495300"/>
                <a:gd name="connsiteX4" fmla="*/ 1750219 w 1881188"/>
                <a:gd name="connsiteY4" fmla="*/ 426244 h 495300"/>
                <a:gd name="connsiteX5" fmla="*/ 1695450 w 1881188"/>
                <a:gd name="connsiteY5" fmla="*/ 419100 h 495300"/>
                <a:gd name="connsiteX6" fmla="*/ 1657350 w 1881188"/>
                <a:gd name="connsiteY6" fmla="*/ 411956 h 495300"/>
                <a:gd name="connsiteX7" fmla="*/ 1576388 w 1881188"/>
                <a:gd name="connsiteY7" fmla="*/ 404813 h 495300"/>
                <a:gd name="connsiteX8" fmla="*/ 1514475 w 1881188"/>
                <a:gd name="connsiteY8" fmla="*/ 404813 h 495300"/>
                <a:gd name="connsiteX9" fmla="*/ 1473994 w 1881188"/>
                <a:gd name="connsiteY9" fmla="*/ 402431 h 495300"/>
                <a:gd name="connsiteX10" fmla="*/ 1445419 w 1881188"/>
                <a:gd name="connsiteY10" fmla="*/ 388144 h 495300"/>
                <a:gd name="connsiteX11" fmla="*/ 1416844 w 1881188"/>
                <a:gd name="connsiteY11" fmla="*/ 376238 h 495300"/>
                <a:gd name="connsiteX12" fmla="*/ 1407319 w 1881188"/>
                <a:gd name="connsiteY12" fmla="*/ 323850 h 495300"/>
                <a:gd name="connsiteX13" fmla="*/ 1404938 w 1881188"/>
                <a:gd name="connsiteY13" fmla="*/ 311944 h 495300"/>
                <a:gd name="connsiteX14" fmla="*/ 1402557 w 1881188"/>
                <a:gd name="connsiteY14" fmla="*/ 261938 h 495300"/>
                <a:gd name="connsiteX15" fmla="*/ 1402557 w 1881188"/>
                <a:gd name="connsiteY15" fmla="*/ 261938 h 495300"/>
                <a:gd name="connsiteX16" fmla="*/ 1462088 w 1881188"/>
                <a:gd name="connsiteY16" fmla="*/ 209550 h 495300"/>
                <a:gd name="connsiteX17" fmla="*/ 1493044 w 1881188"/>
                <a:gd name="connsiteY17" fmla="*/ 188119 h 495300"/>
                <a:gd name="connsiteX18" fmla="*/ 1526382 w 1881188"/>
                <a:gd name="connsiteY18" fmla="*/ 164306 h 495300"/>
                <a:gd name="connsiteX19" fmla="*/ 1454944 w 1881188"/>
                <a:gd name="connsiteY19" fmla="*/ 150019 h 495300"/>
                <a:gd name="connsiteX20" fmla="*/ 1397794 w 1881188"/>
                <a:gd name="connsiteY20" fmla="*/ 138113 h 495300"/>
                <a:gd name="connsiteX21" fmla="*/ 1340644 w 1881188"/>
                <a:gd name="connsiteY21" fmla="*/ 135731 h 495300"/>
                <a:gd name="connsiteX22" fmla="*/ 1295400 w 1881188"/>
                <a:gd name="connsiteY22" fmla="*/ 142875 h 495300"/>
                <a:gd name="connsiteX23" fmla="*/ 1262063 w 1881188"/>
                <a:gd name="connsiteY23" fmla="*/ 145256 h 495300"/>
                <a:gd name="connsiteX24" fmla="*/ 1233488 w 1881188"/>
                <a:gd name="connsiteY24" fmla="*/ 164306 h 495300"/>
                <a:gd name="connsiteX25" fmla="*/ 1185863 w 1881188"/>
                <a:gd name="connsiteY25" fmla="*/ 183356 h 495300"/>
                <a:gd name="connsiteX26" fmla="*/ 1135857 w 1881188"/>
                <a:gd name="connsiteY26" fmla="*/ 180975 h 495300"/>
                <a:gd name="connsiteX27" fmla="*/ 1100138 w 1881188"/>
                <a:gd name="connsiteY27" fmla="*/ 169069 h 495300"/>
                <a:gd name="connsiteX28" fmla="*/ 1066800 w 1881188"/>
                <a:gd name="connsiteY28" fmla="*/ 152400 h 495300"/>
                <a:gd name="connsiteX29" fmla="*/ 1038225 w 1881188"/>
                <a:gd name="connsiteY29" fmla="*/ 133350 h 495300"/>
                <a:gd name="connsiteX30" fmla="*/ 1021557 w 1881188"/>
                <a:gd name="connsiteY30" fmla="*/ 114300 h 495300"/>
                <a:gd name="connsiteX31" fmla="*/ 992982 w 1881188"/>
                <a:gd name="connsiteY31" fmla="*/ 102394 h 495300"/>
                <a:gd name="connsiteX32" fmla="*/ 947738 w 1881188"/>
                <a:gd name="connsiteY32" fmla="*/ 104775 h 495300"/>
                <a:gd name="connsiteX33" fmla="*/ 914400 w 1881188"/>
                <a:gd name="connsiteY33" fmla="*/ 104775 h 495300"/>
                <a:gd name="connsiteX34" fmla="*/ 902494 w 1881188"/>
                <a:gd name="connsiteY34" fmla="*/ 107156 h 495300"/>
                <a:gd name="connsiteX35" fmla="*/ 869157 w 1881188"/>
                <a:gd name="connsiteY35" fmla="*/ 88106 h 495300"/>
                <a:gd name="connsiteX36" fmla="*/ 838200 w 1881188"/>
                <a:gd name="connsiteY36" fmla="*/ 61913 h 495300"/>
                <a:gd name="connsiteX37" fmla="*/ 819150 w 1881188"/>
                <a:gd name="connsiteY37" fmla="*/ 35719 h 495300"/>
                <a:gd name="connsiteX38" fmla="*/ 802482 w 1881188"/>
                <a:gd name="connsiteY38" fmla="*/ 33338 h 495300"/>
                <a:gd name="connsiteX39" fmla="*/ 757238 w 1881188"/>
                <a:gd name="connsiteY39" fmla="*/ 19050 h 495300"/>
                <a:gd name="connsiteX40" fmla="*/ 726282 w 1881188"/>
                <a:gd name="connsiteY40" fmla="*/ 4763 h 495300"/>
                <a:gd name="connsiteX41" fmla="*/ 697707 w 1881188"/>
                <a:gd name="connsiteY41" fmla="*/ 0 h 495300"/>
                <a:gd name="connsiteX42" fmla="*/ 719138 w 1881188"/>
                <a:gd name="connsiteY42" fmla="*/ 19050 h 495300"/>
                <a:gd name="connsiteX43" fmla="*/ 716757 w 1881188"/>
                <a:gd name="connsiteY43" fmla="*/ 57150 h 495300"/>
                <a:gd name="connsiteX44" fmla="*/ 716757 w 1881188"/>
                <a:gd name="connsiteY44" fmla="*/ 57150 h 495300"/>
                <a:gd name="connsiteX45" fmla="*/ 695325 w 1881188"/>
                <a:gd name="connsiteY45" fmla="*/ 80963 h 495300"/>
                <a:gd name="connsiteX46" fmla="*/ 678657 w 1881188"/>
                <a:gd name="connsiteY46" fmla="*/ 100013 h 495300"/>
                <a:gd name="connsiteX47" fmla="*/ 652463 w 1881188"/>
                <a:gd name="connsiteY47" fmla="*/ 114300 h 495300"/>
                <a:gd name="connsiteX48" fmla="*/ 623888 w 1881188"/>
                <a:gd name="connsiteY48" fmla="*/ 121444 h 495300"/>
                <a:gd name="connsiteX49" fmla="*/ 602457 w 1881188"/>
                <a:gd name="connsiteY49" fmla="*/ 126206 h 495300"/>
                <a:gd name="connsiteX50" fmla="*/ 559594 w 1881188"/>
                <a:gd name="connsiteY50" fmla="*/ 123825 h 495300"/>
                <a:gd name="connsiteX51" fmla="*/ 514350 w 1881188"/>
                <a:gd name="connsiteY51" fmla="*/ 119063 h 495300"/>
                <a:gd name="connsiteX52" fmla="*/ 481013 w 1881188"/>
                <a:gd name="connsiteY52" fmla="*/ 111919 h 495300"/>
                <a:gd name="connsiteX53" fmla="*/ 452438 w 1881188"/>
                <a:gd name="connsiteY53" fmla="*/ 111919 h 495300"/>
                <a:gd name="connsiteX54" fmla="*/ 395288 w 1881188"/>
                <a:gd name="connsiteY54" fmla="*/ 119063 h 495300"/>
                <a:gd name="connsiteX55" fmla="*/ 352425 w 1881188"/>
                <a:gd name="connsiteY55" fmla="*/ 123825 h 495300"/>
                <a:gd name="connsiteX56" fmla="*/ 292894 w 1881188"/>
                <a:gd name="connsiteY56" fmla="*/ 128588 h 495300"/>
                <a:gd name="connsiteX57" fmla="*/ 228600 w 1881188"/>
                <a:gd name="connsiteY57" fmla="*/ 135731 h 495300"/>
                <a:gd name="connsiteX58" fmla="*/ 150019 w 1881188"/>
                <a:gd name="connsiteY58" fmla="*/ 145256 h 495300"/>
                <a:gd name="connsiteX59" fmla="*/ 100013 w 1881188"/>
                <a:gd name="connsiteY59" fmla="*/ 147638 h 495300"/>
                <a:gd name="connsiteX60" fmla="*/ 100013 w 1881188"/>
                <a:gd name="connsiteY60" fmla="*/ 147638 h 495300"/>
                <a:gd name="connsiteX61" fmla="*/ 42863 w 1881188"/>
                <a:gd name="connsiteY61" fmla="*/ 178594 h 495300"/>
                <a:gd name="connsiteX62" fmla="*/ 4763 w 1881188"/>
                <a:gd name="connsiteY62" fmla="*/ 197644 h 495300"/>
                <a:gd name="connsiteX63" fmla="*/ 0 w 1881188"/>
                <a:gd name="connsiteY63" fmla="*/ 219075 h 495300"/>
                <a:gd name="connsiteX64" fmla="*/ 21432 w 1881188"/>
                <a:gd name="connsiteY64" fmla="*/ 214313 h 495300"/>
                <a:gd name="connsiteX65" fmla="*/ 73819 w 1881188"/>
                <a:gd name="connsiteY65" fmla="*/ 209550 h 495300"/>
                <a:gd name="connsiteX66" fmla="*/ 135732 w 1881188"/>
                <a:gd name="connsiteY66" fmla="*/ 207169 h 495300"/>
                <a:gd name="connsiteX67" fmla="*/ 352425 w 1881188"/>
                <a:gd name="connsiteY67" fmla="*/ 261938 h 495300"/>
                <a:gd name="connsiteX68" fmla="*/ 523875 w 1881188"/>
                <a:gd name="connsiteY68" fmla="*/ 311944 h 495300"/>
                <a:gd name="connsiteX69" fmla="*/ 721519 w 1881188"/>
                <a:gd name="connsiteY69" fmla="*/ 364331 h 495300"/>
                <a:gd name="connsiteX70" fmla="*/ 873919 w 1881188"/>
                <a:gd name="connsiteY70" fmla="*/ 402431 h 495300"/>
                <a:gd name="connsiteX71" fmla="*/ 1040607 w 1881188"/>
                <a:gd name="connsiteY71" fmla="*/ 419100 h 495300"/>
                <a:gd name="connsiteX72" fmla="*/ 1226344 w 1881188"/>
                <a:gd name="connsiteY72" fmla="*/ 440531 h 495300"/>
                <a:gd name="connsiteX73" fmla="*/ 1662113 w 1881188"/>
                <a:gd name="connsiteY73" fmla="*/ 4953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881188" h="495300">
                  <a:moveTo>
                    <a:pt x="1662113" y="495300"/>
                  </a:moveTo>
                  <a:lnTo>
                    <a:pt x="1821657" y="457200"/>
                  </a:lnTo>
                  <a:lnTo>
                    <a:pt x="1881188" y="454819"/>
                  </a:lnTo>
                  <a:lnTo>
                    <a:pt x="1814513" y="442913"/>
                  </a:lnTo>
                  <a:lnTo>
                    <a:pt x="1750219" y="426244"/>
                  </a:lnTo>
                  <a:lnTo>
                    <a:pt x="1695450" y="419100"/>
                  </a:lnTo>
                  <a:lnTo>
                    <a:pt x="1657350" y="411956"/>
                  </a:lnTo>
                  <a:lnTo>
                    <a:pt x="1576388" y="404813"/>
                  </a:lnTo>
                  <a:lnTo>
                    <a:pt x="1514475" y="404813"/>
                  </a:lnTo>
                  <a:lnTo>
                    <a:pt x="1473994" y="402431"/>
                  </a:lnTo>
                  <a:lnTo>
                    <a:pt x="1445419" y="388144"/>
                  </a:lnTo>
                  <a:lnTo>
                    <a:pt x="1416844" y="376238"/>
                  </a:lnTo>
                  <a:lnTo>
                    <a:pt x="1407319" y="323850"/>
                  </a:lnTo>
                  <a:lnTo>
                    <a:pt x="1404938" y="311944"/>
                  </a:lnTo>
                  <a:lnTo>
                    <a:pt x="1402557" y="261938"/>
                  </a:lnTo>
                  <a:lnTo>
                    <a:pt x="1402557" y="261938"/>
                  </a:lnTo>
                  <a:lnTo>
                    <a:pt x="1462088" y="209550"/>
                  </a:lnTo>
                  <a:lnTo>
                    <a:pt x="1493044" y="188119"/>
                  </a:lnTo>
                  <a:lnTo>
                    <a:pt x="1526382" y="164306"/>
                  </a:lnTo>
                  <a:lnTo>
                    <a:pt x="1454944" y="150019"/>
                  </a:lnTo>
                  <a:lnTo>
                    <a:pt x="1397794" y="138113"/>
                  </a:lnTo>
                  <a:lnTo>
                    <a:pt x="1340644" y="135731"/>
                  </a:lnTo>
                  <a:lnTo>
                    <a:pt x="1295400" y="142875"/>
                  </a:lnTo>
                  <a:lnTo>
                    <a:pt x="1262063" y="145256"/>
                  </a:lnTo>
                  <a:lnTo>
                    <a:pt x="1233488" y="164306"/>
                  </a:lnTo>
                  <a:lnTo>
                    <a:pt x="1185863" y="183356"/>
                  </a:lnTo>
                  <a:lnTo>
                    <a:pt x="1135857" y="180975"/>
                  </a:lnTo>
                  <a:lnTo>
                    <a:pt x="1100138" y="169069"/>
                  </a:lnTo>
                  <a:lnTo>
                    <a:pt x="1066800" y="152400"/>
                  </a:lnTo>
                  <a:lnTo>
                    <a:pt x="1038225" y="133350"/>
                  </a:lnTo>
                  <a:lnTo>
                    <a:pt x="1021557" y="114300"/>
                  </a:lnTo>
                  <a:lnTo>
                    <a:pt x="992982" y="102394"/>
                  </a:lnTo>
                  <a:lnTo>
                    <a:pt x="947738" y="104775"/>
                  </a:lnTo>
                  <a:lnTo>
                    <a:pt x="914400" y="104775"/>
                  </a:lnTo>
                  <a:lnTo>
                    <a:pt x="902494" y="107156"/>
                  </a:lnTo>
                  <a:lnTo>
                    <a:pt x="869157" y="88106"/>
                  </a:lnTo>
                  <a:lnTo>
                    <a:pt x="838200" y="61913"/>
                  </a:lnTo>
                  <a:lnTo>
                    <a:pt x="819150" y="35719"/>
                  </a:lnTo>
                  <a:lnTo>
                    <a:pt x="802482" y="33338"/>
                  </a:lnTo>
                  <a:lnTo>
                    <a:pt x="757238" y="19050"/>
                  </a:lnTo>
                  <a:lnTo>
                    <a:pt x="726282" y="4763"/>
                  </a:lnTo>
                  <a:lnTo>
                    <a:pt x="697707" y="0"/>
                  </a:lnTo>
                  <a:lnTo>
                    <a:pt x="719138" y="19050"/>
                  </a:lnTo>
                  <a:lnTo>
                    <a:pt x="716757" y="57150"/>
                  </a:lnTo>
                  <a:lnTo>
                    <a:pt x="716757" y="57150"/>
                  </a:lnTo>
                  <a:lnTo>
                    <a:pt x="695325" y="80963"/>
                  </a:lnTo>
                  <a:lnTo>
                    <a:pt x="678657" y="100013"/>
                  </a:lnTo>
                  <a:lnTo>
                    <a:pt x="652463" y="114300"/>
                  </a:lnTo>
                  <a:lnTo>
                    <a:pt x="623888" y="121444"/>
                  </a:lnTo>
                  <a:lnTo>
                    <a:pt x="602457" y="126206"/>
                  </a:lnTo>
                  <a:lnTo>
                    <a:pt x="559594" y="123825"/>
                  </a:lnTo>
                  <a:lnTo>
                    <a:pt x="514350" y="119063"/>
                  </a:lnTo>
                  <a:lnTo>
                    <a:pt x="481013" y="111919"/>
                  </a:lnTo>
                  <a:lnTo>
                    <a:pt x="452438" y="111919"/>
                  </a:lnTo>
                  <a:lnTo>
                    <a:pt x="395288" y="119063"/>
                  </a:lnTo>
                  <a:lnTo>
                    <a:pt x="352425" y="123825"/>
                  </a:lnTo>
                  <a:lnTo>
                    <a:pt x="292894" y="128588"/>
                  </a:lnTo>
                  <a:lnTo>
                    <a:pt x="228600" y="135731"/>
                  </a:lnTo>
                  <a:lnTo>
                    <a:pt x="150019" y="145256"/>
                  </a:lnTo>
                  <a:lnTo>
                    <a:pt x="100013" y="147638"/>
                  </a:lnTo>
                  <a:lnTo>
                    <a:pt x="100013" y="147638"/>
                  </a:lnTo>
                  <a:lnTo>
                    <a:pt x="42863" y="178594"/>
                  </a:lnTo>
                  <a:lnTo>
                    <a:pt x="4763" y="197644"/>
                  </a:lnTo>
                  <a:lnTo>
                    <a:pt x="0" y="219075"/>
                  </a:lnTo>
                  <a:lnTo>
                    <a:pt x="21432" y="214313"/>
                  </a:lnTo>
                  <a:lnTo>
                    <a:pt x="73819" y="209550"/>
                  </a:lnTo>
                  <a:lnTo>
                    <a:pt x="135732" y="207169"/>
                  </a:lnTo>
                  <a:lnTo>
                    <a:pt x="352425" y="261938"/>
                  </a:lnTo>
                  <a:lnTo>
                    <a:pt x="523875" y="311944"/>
                  </a:lnTo>
                  <a:lnTo>
                    <a:pt x="721519" y="364331"/>
                  </a:lnTo>
                  <a:lnTo>
                    <a:pt x="873919" y="402431"/>
                  </a:lnTo>
                  <a:lnTo>
                    <a:pt x="1040607" y="419100"/>
                  </a:lnTo>
                  <a:lnTo>
                    <a:pt x="1226344" y="440531"/>
                  </a:lnTo>
                  <a:lnTo>
                    <a:pt x="1662113" y="49530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369218" y="1850231"/>
              <a:ext cx="1466850" cy="290513"/>
            </a:xfrm>
            <a:custGeom>
              <a:avLst/>
              <a:gdLst>
                <a:gd name="connsiteX0" fmla="*/ 0 w 1466850"/>
                <a:gd name="connsiteY0" fmla="*/ 73819 h 290513"/>
                <a:gd name="connsiteX1" fmla="*/ 80963 w 1466850"/>
                <a:gd name="connsiteY1" fmla="*/ 64294 h 290513"/>
                <a:gd name="connsiteX2" fmla="*/ 183357 w 1466850"/>
                <a:gd name="connsiteY2" fmla="*/ 71438 h 290513"/>
                <a:gd name="connsiteX3" fmla="*/ 288132 w 1466850"/>
                <a:gd name="connsiteY3" fmla="*/ 64294 h 290513"/>
                <a:gd name="connsiteX4" fmla="*/ 321469 w 1466850"/>
                <a:gd name="connsiteY4" fmla="*/ 61913 h 290513"/>
                <a:gd name="connsiteX5" fmla="*/ 373857 w 1466850"/>
                <a:gd name="connsiteY5" fmla="*/ 52388 h 290513"/>
                <a:gd name="connsiteX6" fmla="*/ 450057 w 1466850"/>
                <a:gd name="connsiteY6" fmla="*/ 30956 h 290513"/>
                <a:gd name="connsiteX7" fmla="*/ 519113 w 1466850"/>
                <a:gd name="connsiteY7" fmla="*/ 23813 h 290513"/>
                <a:gd name="connsiteX8" fmla="*/ 619125 w 1466850"/>
                <a:gd name="connsiteY8" fmla="*/ 40481 h 290513"/>
                <a:gd name="connsiteX9" fmla="*/ 709613 w 1466850"/>
                <a:gd name="connsiteY9" fmla="*/ 59531 h 290513"/>
                <a:gd name="connsiteX10" fmla="*/ 740569 w 1466850"/>
                <a:gd name="connsiteY10" fmla="*/ 61913 h 290513"/>
                <a:gd name="connsiteX11" fmla="*/ 771525 w 1466850"/>
                <a:gd name="connsiteY11" fmla="*/ 47625 h 290513"/>
                <a:gd name="connsiteX12" fmla="*/ 800100 w 1466850"/>
                <a:gd name="connsiteY12" fmla="*/ 0 h 290513"/>
                <a:gd name="connsiteX13" fmla="*/ 900113 w 1466850"/>
                <a:gd name="connsiteY13" fmla="*/ 11906 h 290513"/>
                <a:gd name="connsiteX14" fmla="*/ 859632 w 1466850"/>
                <a:gd name="connsiteY14" fmla="*/ 33338 h 290513"/>
                <a:gd name="connsiteX15" fmla="*/ 878682 w 1466850"/>
                <a:gd name="connsiteY15" fmla="*/ 64294 h 290513"/>
                <a:gd name="connsiteX16" fmla="*/ 904875 w 1466850"/>
                <a:gd name="connsiteY16" fmla="*/ 69056 h 290513"/>
                <a:gd name="connsiteX17" fmla="*/ 978694 w 1466850"/>
                <a:gd name="connsiteY17" fmla="*/ 38100 h 290513"/>
                <a:gd name="connsiteX18" fmla="*/ 1019175 w 1466850"/>
                <a:gd name="connsiteY18" fmla="*/ 54769 h 290513"/>
                <a:gd name="connsiteX19" fmla="*/ 1050132 w 1466850"/>
                <a:gd name="connsiteY19" fmla="*/ 61913 h 290513"/>
                <a:gd name="connsiteX20" fmla="*/ 1071563 w 1466850"/>
                <a:gd name="connsiteY20" fmla="*/ 83344 h 290513"/>
                <a:gd name="connsiteX21" fmla="*/ 1104900 w 1466850"/>
                <a:gd name="connsiteY21" fmla="*/ 100013 h 290513"/>
                <a:gd name="connsiteX22" fmla="*/ 1143000 w 1466850"/>
                <a:gd name="connsiteY22" fmla="*/ 107156 h 290513"/>
                <a:gd name="connsiteX23" fmla="*/ 1164432 w 1466850"/>
                <a:gd name="connsiteY23" fmla="*/ 102394 h 290513"/>
                <a:gd name="connsiteX24" fmla="*/ 1178719 w 1466850"/>
                <a:gd name="connsiteY24" fmla="*/ 71438 h 290513"/>
                <a:gd name="connsiteX25" fmla="*/ 1240632 w 1466850"/>
                <a:gd name="connsiteY25" fmla="*/ 66675 h 290513"/>
                <a:gd name="connsiteX26" fmla="*/ 1328738 w 1466850"/>
                <a:gd name="connsiteY26" fmla="*/ 71438 h 290513"/>
                <a:gd name="connsiteX27" fmla="*/ 1421607 w 1466850"/>
                <a:gd name="connsiteY27" fmla="*/ 95250 h 290513"/>
                <a:gd name="connsiteX28" fmla="*/ 1459707 w 1466850"/>
                <a:gd name="connsiteY28" fmla="*/ 107156 h 290513"/>
                <a:gd name="connsiteX29" fmla="*/ 1466850 w 1466850"/>
                <a:gd name="connsiteY29" fmla="*/ 135731 h 290513"/>
                <a:gd name="connsiteX30" fmla="*/ 1459707 w 1466850"/>
                <a:gd name="connsiteY30" fmla="*/ 152400 h 290513"/>
                <a:gd name="connsiteX31" fmla="*/ 1397794 w 1466850"/>
                <a:gd name="connsiteY31" fmla="*/ 171450 h 290513"/>
                <a:gd name="connsiteX32" fmla="*/ 1264444 w 1466850"/>
                <a:gd name="connsiteY32" fmla="*/ 171450 h 290513"/>
                <a:gd name="connsiteX33" fmla="*/ 1159669 w 1466850"/>
                <a:gd name="connsiteY33" fmla="*/ 188119 h 290513"/>
                <a:gd name="connsiteX34" fmla="*/ 1073944 w 1466850"/>
                <a:gd name="connsiteY34" fmla="*/ 195263 h 290513"/>
                <a:gd name="connsiteX35" fmla="*/ 981075 w 1466850"/>
                <a:gd name="connsiteY35" fmla="*/ 207169 h 290513"/>
                <a:gd name="connsiteX36" fmla="*/ 904875 w 1466850"/>
                <a:gd name="connsiteY36" fmla="*/ 230981 h 290513"/>
                <a:gd name="connsiteX37" fmla="*/ 878682 w 1466850"/>
                <a:gd name="connsiteY37" fmla="*/ 238125 h 290513"/>
                <a:gd name="connsiteX38" fmla="*/ 804863 w 1466850"/>
                <a:gd name="connsiteY38" fmla="*/ 269081 h 290513"/>
                <a:gd name="connsiteX39" fmla="*/ 771525 w 1466850"/>
                <a:gd name="connsiteY39" fmla="*/ 273844 h 290513"/>
                <a:gd name="connsiteX40" fmla="*/ 728663 w 1466850"/>
                <a:gd name="connsiteY40" fmla="*/ 290513 h 290513"/>
                <a:gd name="connsiteX41" fmla="*/ 719138 w 1466850"/>
                <a:gd name="connsiteY41" fmla="*/ 278606 h 290513"/>
                <a:gd name="connsiteX42" fmla="*/ 645319 w 1466850"/>
                <a:gd name="connsiteY42" fmla="*/ 242888 h 290513"/>
                <a:gd name="connsiteX43" fmla="*/ 595313 w 1466850"/>
                <a:gd name="connsiteY43" fmla="*/ 211931 h 290513"/>
                <a:gd name="connsiteX44" fmla="*/ 519113 w 1466850"/>
                <a:gd name="connsiteY44" fmla="*/ 192881 h 290513"/>
                <a:gd name="connsiteX45" fmla="*/ 464344 w 1466850"/>
                <a:gd name="connsiteY45" fmla="*/ 178594 h 290513"/>
                <a:gd name="connsiteX46" fmla="*/ 388144 w 1466850"/>
                <a:gd name="connsiteY46" fmla="*/ 161925 h 290513"/>
                <a:gd name="connsiteX47" fmla="*/ 269082 w 1466850"/>
                <a:gd name="connsiteY47" fmla="*/ 138113 h 290513"/>
                <a:gd name="connsiteX48" fmla="*/ 164307 w 1466850"/>
                <a:gd name="connsiteY48" fmla="*/ 109538 h 290513"/>
                <a:gd name="connsiteX49" fmla="*/ 0 w 1466850"/>
                <a:gd name="connsiteY49" fmla="*/ 73819 h 290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66850" h="290513">
                  <a:moveTo>
                    <a:pt x="0" y="73819"/>
                  </a:moveTo>
                  <a:lnTo>
                    <a:pt x="80963" y="64294"/>
                  </a:lnTo>
                  <a:lnTo>
                    <a:pt x="183357" y="71438"/>
                  </a:lnTo>
                  <a:lnTo>
                    <a:pt x="288132" y="64294"/>
                  </a:lnTo>
                  <a:lnTo>
                    <a:pt x="321469" y="61913"/>
                  </a:lnTo>
                  <a:lnTo>
                    <a:pt x="373857" y="52388"/>
                  </a:lnTo>
                  <a:lnTo>
                    <a:pt x="450057" y="30956"/>
                  </a:lnTo>
                  <a:lnTo>
                    <a:pt x="519113" y="23813"/>
                  </a:lnTo>
                  <a:lnTo>
                    <a:pt x="619125" y="40481"/>
                  </a:lnTo>
                  <a:lnTo>
                    <a:pt x="709613" y="59531"/>
                  </a:lnTo>
                  <a:lnTo>
                    <a:pt x="740569" y="61913"/>
                  </a:lnTo>
                  <a:lnTo>
                    <a:pt x="771525" y="47625"/>
                  </a:lnTo>
                  <a:lnTo>
                    <a:pt x="800100" y="0"/>
                  </a:lnTo>
                  <a:lnTo>
                    <a:pt x="900113" y="11906"/>
                  </a:lnTo>
                  <a:lnTo>
                    <a:pt x="859632" y="33338"/>
                  </a:lnTo>
                  <a:lnTo>
                    <a:pt x="878682" y="64294"/>
                  </a:lnTo>
                  <a:lnTo>
                    <a:pt x="904875" y="69056"/>
                  </a:lnTo>
                  <a:lnTo>
                    <a:pt x="978694" y="38100"/>
                  </a:lnTo>
                  <a:lnTo>
                    <a:pt x="1019175" y="54769"/>
                  </a:lnTo>
                  <a:lnTo>
                    <a:pt x="1050132" y="61913"/>
                  </a:lnTo>
                  <a:lnTo>
                    <a:pt x="1071563" y="83344"/>
                  </a:lnTo>
                  <a:lnTo>
                    <a:pt x="1104900" y="100013"/>
                  </a:lnTo>
                  <a:lnTo>
                    <a:pt x="1143000" y="107156"/>
                  </a:lnTo>
                  <a:lnTo>
                    <a:pt x="1164432" y="102394"/>
                  </a:lnTo>
                  <a:lnTo>
                    <a:pt x="1178719" y="71438"/>
                  </a:lnTo>
                  <a:lnTo>
                    <a:pt x="1240632" y="66675"/>
                  </a:lnTo>
                  <a:lnTo>
                    <a:pt x="1328738" y="71438"/>
                  </a:lnTo>
                  <a:lnTo>
                    <a:pt x="1421607" y="95250"/>
                  </a:lnTo>
                  <a:lnTo>
                    <a:pt x="1459707" y="107156"/>
                  </a:lnTo>
                  <a:lnTo>
                    <a:pt x="1466850" y="135731"/>
                  </a:lnTo>
                  <a:lnTo>
                    <a:pt x="1459707" y="152400"/>
                  </a:lnTo>
                  <a:lnTo>
                    <a:pt x="1397794" y="171450"/>
                  </a:lnTo>
                  <a:lnTo>
                    <a:pt x="1264444" y="171450"/>
                  </a:lnTo>
                  <a:lnTo>
                    <a:pt x="1159669" y="188119"/>
                  </a:lnTo>
                  <a:lnTo>
                    <a:pt x="1073944" y="195263"/>
                  </a:lnTo>
                  <a:lnTo>
                    <a:pt x="981075" y="207169"/>
                  </a:lnTo>
                  <a:lnTo>
                    <a:pt x="904875" y="230981"/>
                  </a:lnTo>
                  <a:lnTo>
                    <a:pt x="878682" y="238125"/>
                  </a:lnTo>
                  <a:lnTo>
                    <a:pt x="804863" y="269081"/>
                  </a:lnTo>
                  <a:lnTo>
                    <a:pt x="771525" y="273844"/>
                  </a:lnTo>
                  <a:lnTo>
                    <a:pt x="728663" y="290513"/>
                  </a:lnTo>
                  <a:lnTo>
                    <a:pt x="719138" y="278606"/>
                  </a:lnTo>
                  <a:lnTo>
                    <a:pt x="645319" y="242888"/>
                  </a:lnTo>
                  <a:lnTo>
                    <a:pt x="595313" y="211931"/>
                  </a:lnTo>
                  <a:lnTo>
                    <a:pt x="519113" y="192881"/>
                  </a:lnTo>
                  <a:lnTo>
                    <a:pt x="464344" y="178594"/>
                  </a:lnTo>
                  <a:lnTo>
                    <a:pt x="388144" y="161925"/>
                  </a:lnTo>
                  <a:lnTo>
                    <a:pt x="269082" y="138113"/>
                  </a:lnTo>
                  <a:lnTo>
                    <a:pt x="164307" y="109538"/>
                  </a:lnTo>
                  <a:lnTo>
                    <a:pt x="0" y="73819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183606" y="1604962"/>
              <a:ext cx="2976562" cy="585788"/>
            </a:xfrm>
            <a:custGeom>
              <a:avLst/>
              <a:gdLst>
                <a:gd name="connsiteX0" fmla="*/ 2345531 w 2976562"/>
                <a:gd name="connsiteY0" fmla="*/ 585788 h 585788"/>
                <a:gd name="connsiteX1" fmla="*/ 2281237 w 2976562"/>
                <a:gd name="connsiteY1" fmla="*/ 564357 h 585788"/>
                <a:gd name="connsiteX2" fmla="*/ 2266950 w 2976562"/>
                <a:gd name="connsiteY2" fmla="*/ 559594 h 585788"/>
                <a:gd name="connsiteX3" fmla="*/ 2228850 w 2976562"/>
                <a:gd name="connsiteY3" fmla="*/ 559594 h 585788"/>
                <a:gd name="connsiteX4" fmla="*/ 2197894 w 2976562"/>
                <a:gd name="connsiteY4" fmla="*/ 550069 h 585788"/>
                <a:gd name="connsiteX5" fmla="*/ 2183606 w 2976562"/>
                <a:gd name="connsiteY5" fmla="*/ 542925 h 585788"/>
                <a:gd name="connsiteX6" fmla="*/ 2105025 w 2976562"/>
                <a:gd name="connsiteY6" fmla="*/ 531019 h 585788"/>
                <a:gd name="connsiteX7" fmla="*/ 2050256 w 2976562"/>
                <a:gd name="connsiteY7" fmla="*/ 521494 h 585788"/>
                <a:gd name="connsiteX8" fmla="*/ 2009775 w 2976562"/>
                <a:gd name="connsiteY8" fmla="*/ 519113 h 585788"/>
                <a:gd name="connsiteX9" fmla="*/ 1957387 w 2976562"/>
                <a:gd name="connsiteY9" fmla="*/ 502444 h 585788"/>
                <a:gd name="connsiteX10" fmla="*/ 1893094 w 2976562"/>
                <a:gd name="connsiteY10" fmla="*/ 485775 h 585788"/>
                <a:gd name="connsiteX11" fmla="*/ 1845469 w 2976562"/>
                <a:gd name="connsiteY11" fmla="*/ 473869 h 585788"/>
                <a:gd name="connsiteX12" fmla="*/ 1800225 w 2976562"/>
                <a:gd name="connsiteY12" fmla="*/ 464344 h 585788"/>
                <a:gd name="connsiteX13" fmla="*/ 1788319 w 2976562"/>
                <a:gd name="connsiteY13" fmla="*/ 461963 h 585788"/>
                <a:gd name="connsiteX14" fmla="*/ 1728787 w 2976562"/>
                <a:gd name="connsiteY14" fmla="*/ 473869 h 585788"/>
                <a:gd name="connsiteX15" fmla="*/ 1714500 w 2976562"/>
                <a:gd name="connsiteY15" fmla="*/ 481013 h 585788"/>
                <a:gd name="connsiteX16" fmla="*/ 1654969 w 2976562"/>
                <a:gd name="connsiteY16" fmla="*/ 490538 h 585788"/>
                <a:gd name="connsiteX17" fmla="*/ 1600200 w 2976562"/>
                <a:gd name="connsiteY17" fmla="*/ 492919 h 585788"/>
                <a:gd name="connsiteX18" fmla="*/ 1574006 w 2976562"/>
                <a:gd name="connsiteY18" fmla="*/ 495300 h 585788"/>
                <a:gd name="connsiteX19" fmla="*/ 1524000 w 2976562"/>
                <a:gd name="connsiteY19" fmla="*/ 483394 h 585788"/>
                <a:gd name="connsiteX20" fmla="*/ 1481137 w 2976562"/>
                <a:gd name="connsiteY20" fmla="*/ 476250 h 585788"/>
                <a:gd name="connsiteX21" fmla="*/ 1447800 w 2976562"/>
                <a:gd name="connsiteY21" fmla="*/ 473869 h 585788"/>
                <a:gd name="connsiteX22" fmla="*/ 1404937 w 2976562"/>
                <a:gd name="connsiteY22" fmla="*/ 469107 h 585788"/>
                <a:gd name="connsiteX23" fmla="*/ 1364456 w 2976562"/>
                <a:gd name="connsiteY23" fmla="*/ 471488 h 585788"/>
                <a:gd name="connsiteX24" fmla="*/ 1333500 w 2976562"/>
                <a:gd name="connsiteY24" fmla="*/ 471488 h 585788"/>
                <a:gd name="connsiteX25" fmla="*/ 1333500 w 2976562"/>
                <a:gd name="connsiteY25" fmla="*/ 471488 h 585788"/>
                <a:gd name="connsiteX26" fmla="*/ 1276350 w 2976562"/>
                <a:gd name="connsiteY26" fmla="*/ 485775 h 585788"/>
                <a:gd name="connsiteX27" fmla="*/ 1238250 w 2976562"/>
                <a:gd name="connsiteY27" fmla="*/ 504825 h 585788"/>
                <a:gd name="connsiteX28" fmla="*/ 1207294 w 2976562"/>
                <a:gd name="connsiteY28" fmla="*/ 516732 h 585788"/>
                <a:gd name="connsiteX29" fmla="*/ 1143000 w 2976562"/>
                <a:gd name="connsiteY29" fmla="*/ 502444 h 585788"/>
                <a:gd name="connsiteX30" fmla="*/ 1114425 w 2976562"/>
                <a:gd name="connsiteY30" fmla="*/ 488157 h 585788"/>
                <a:gd name="connsiteX31" fmla="*/ 1088231 w 2976562"/>
                <a:gd name="connsiteY31" fmla="*/ 464344 h 585788"/>
                <a:gd name="connsiteX32" fmla="*/ 1064419 w 2976562"/>
                <a:gd name="connsiteY32" fmla="*/ 442913 h 585788"/>
                <a:gd name="connsiteX33" fmla="*/ 1064419 w 2976562"/>
                <a:gd name="connsiteY33" fmla="*/ 442913 h 585788"/>
                <a:gd name="connsiteX34" fmla="*/ 1033462 w 2976562"/>
                <a:gd name="connsiteY34" fmla="*/ 431007 h 585788"/>
                <a:gd name="connsiteX35" fmla="*/ 1009650 w 2976562"/>
                <a:gd name="connsiteY35" fmla="*/ 431007 h 585788"/>
                <a:gd name="connsiteX36" fmla="*/ 983456 w 2976562"/>
                <a:gd name="connsiteY36" fmla="*/ 431007 h 585788"/>
                <a:gd name="connsiteX37" fmla="*/ 959644 w 2976562"/>
                <a:gd name="connsiteY37" fmla="*/ 442913 h 585788"/>
                <a:gd name="connsiteX38" fmla="*/ 945356 w 2976562"/>
                <a:gd name="connsiteY38" fmla="*/ 435769 h 585788"/>
                <a:gd name="connsiteX39" fmla="*/ 914400 w 2976562"/>
                <a:gd name="connsiteY39" fmla="*/ 421482 h 585788"/>
                <a:gd name="connsiteX40" fmla="*/ 890587 w 2976562"/>
                <a:gd name="connsiteY40" fmla="*/ 404813 h 585788"/>
                <a:gd name="connsiteX41" fmla="*/ 869156 w 2976562"/>
                <a:gd name="connsiteY41" fmla="*/ 376238 h 585788"/>
                <a:gd name="connsiteX42" fmla="*/ 845344 w 2976562"/>
                <a:gd name="connsiteY42" fmla="*/ 359569 h 585788"/>
                <a:gd name="connsiteX43" fmla="*/ 804862 w 2976562"/>
                <a:gd name="connsiteY43" fmla="*/ 342900 h 585788"/>
                <a:gd name="connsiteX44" fmla="*/ 771525 w 2976562"/>
                <a:gd name="connsiteY44" fmla="*/ 335757 h 585788"/>
                <a:gd name="connsiteX45" fmla="*/ 750094 w 2976562"/>
                <a:gd name="connsiteY45" fmla="*/ 326232 h 585788"/>
                <a:gd name="connsiteX46" fmla="*/ 702469 w 2976562"/>
                <a:gd name="connsiteY46" fmla="*/ 330994 h 585788"/>
                <a:gd name="connsiteX47" fmla="*/ 661987 w 2976562"/>
                <a:gd name="connsiteY47" fmla="*/ 326232 h 585788"/>
                <a:gd name="connsiteX48" fmla="*/ 609600 w 2976562"/>
                <a:gd name="connsiteY48" fmla="*/ 311944 h 585788"/>
                <a:gd name="connsiteX49" fmla="*/ 581025 w 2976562"/>
                <a:gd name="connsiteY49" fmla="*/ 304800 h 585788"/>
                <a:gd name="connsiteX50" fmla="*/ 538162 w 2976562"/>
                <a:gd name="connsiteY50" fmla="*/ 297657 h 585788"/>
                <a:gd name="connsiteX51" fmla="*/ 504825 w 2976562"/>
                <a:gd name="connsiteY51" fmla="*/ 292894 h 585788"/>
                <a:gd name="connsiteX52" fmla="*/ 483394 w 2976562"/>
                <a:gd name="connsiteY52" fmla="*/ 290513 h 585788"/>
                <a:gd name="connsiteX53" fmla="*/ 461962 w 2976562"/>
                <a:gd name="connsiteY53" fmla="*/ 278607 h 585788"/>
                <a:gd name="connsiteX54" fmla="*/ 426244 w 2976562"/>
                <a:gd name="connsiteY54" fmla="*/ 269082 h 585788"/>
                <a:gd name="connsiteX55" fmla="*/ 392906 w 2976562"/>
                <a:gd name="connsiteY55" fmla="*/ 264319 h 585788"/>
                <a:gd name="connsiteX56" fmla="*/ 352425 w 2976562"/>
                <a:gd name="connsiteY56" fmla="*/ 264319 h 585788"/>
                <a:gd name="connsiteX57" fmla="*/ 314325 w 2976562"/>
                <a:gd name="connsiteY57" fmla="*/ 269082 h 585788"/>
                <a:gd name="connsiteX58" fmla="*/ 297656 w 2976562"/>
                <a:gd name="connsiteY58" fmla="*/ 290513 h 585788"/>
                <a:gd name="connsiteX59" fmla="*/ 278606 w 2976562"/>
                <a:gd name="connsiteY59" fmla="*/ 295275 h 585788"/>
                <a:gd name="connsiteX60" fmla="*/ 271462 w 2976562"/>
                <a:gd name="connsiteY60" fmla="*/ 297657 h 585788"/>
                <a:gd name="connsiteX61" fmla="*/ 219075 w 2976562"/>
                <a:gd name="connsiteY61" fmla="*/ 285750 h 585788"/>
                <a:gd name="connsiteX62" fmla="*/ 190500 w 2976562"/>
                <a:gd name="connsiteY62" fmla="*/ 278607 h 585788"/>
                <a:gd name="connsiteX63" fmla="*/ 190500 w 2976562"/>
                <a:gd name="connsiteY63" fmla="*/ 278607 h 585788"/>
                <a:gd name="connsiteX64" fmla="*/ 178594 w 2976562"/>
                <a:gd name="connsiteY64" fmla="*/ 266700 h 585788"/>
                <a:gd name="connsiteX65" fmla="*/ 135731 w 2976562"/>
                <a:gd name="connsiteY65" fmla="*/ 276225 h 585788"/>
                <a:gd name="connsiteX66" fmla="*/ 135731 w 2976562"/>
                <a:gd name="connsiteY66" fmla="*/ 276225 h 585788"/>
                <a:gd name="connsiteX67" fmla="*/ 116681 w 2976562"/>
                <a:gd name="connsiteY67" fmla="*/ 278607 h 585788"/>
                <a:gd name="connsiteX68" fmla="*/ 95250 w 2976562"/>
                <a:gd name="connsiteY68" fmla="*/ 266700 h 585788"/>
                <a:gd name="connsiteX69" fmla="*/ 119062 w 2976562"/>
                <a:gd name="connsiteY69" fmla="*/ 257175 h 585788"/>
                <a:gd name="connsiteX70" fmla="*/ 121444 w 2976562"/>
                <a:gd name="connsiteY70" fmla="*/ 240507 h 585788"/>
                <a:gd name="connsiteX71" fmla="*/ 88106 w 2976562"/>
                <a:gd name="connsiteY71" fmla="*/ 235744 h 585788"/>
                <a:gd name="connsiteX72" fmla="*/ 69056 w 2976562"/>
                <a:gd name="connsiteY72" fmla="*/ 245269 h 585788"/>
                <a:gd name="connsiteX73" fmla="*/ 4762 w 2976562"/>
                <a:gd name="connsiteY73" fmla="*/ 240507 h 585788"/>
                <a:gd name="connsiteX74" fmla="*/ 0 w 2976562"/>
                <a:gd name="connsiteY74" fmla="*/ 238125 h 585788"/>
                <a:gd name="connsiteX75" fmla="*/ 0 w 2976562"/>
                <a:gd name="connsiteY75" fmla="*/ 216694 h 585788"/>
                <a:gd name="connsiteX76" fmla="*/ 9525 w 2976562"/>
                <a:gd name="connsiteY76" fmla="*/ 214313 h 585788"/>
                <a:gd name="connsiteX77" fmla="*/ 14287 w 2976562"/>
                <a:gd name="connsiteY77" fmla="*/ 202407 h 585788"/>
                <a:gd name="connsiteX78" fmla="*/ 54769 w 2976562"/>
                <a:gd name="connsiteY78" fmla="*/ 202407 h 585788"/>
                <a:gd name="connsiteX79" fmla="*/ 83344 w 2976562"/>
                <a:gd name="connsiteY79" fmla="*/ 195263 h 585788"/>
                <a:gd name="connsiteX80" fmla="*/ 119062 w 2976562"/>
                <a:gd name="connsiteY80" fmla="*/ 197644 h 585788"/>
                <a:gd name="connsiteX81" fmla="*/ 173831 w 2976562"/>
                <a:gd name="connsiteY81" fmla="*/ 202407 h 585788"/>
                <a:gd name="connsiteX82" fmla="*/ 240506 w 2976562"/>
                <a:gd name="connsiteY82" fmla="*/ 204788 h 585788"/>
                <a:gd name="connsiteX83" fmla="*/ 300037 w 2976562"/>
                <a:gd name="connsiteY83" fmla="*/ 202407 h 585788"/>
                <a:gd name="connsiteX84" fmla="*/ 354806 w 2976562"/>
                <a:gd name="connsiteY84" fmla="*/ 202407 h 585788"/>
                <a:gd name="connsiteX85" fmla="*/ 395287 w 2976562"/>
                <a:gd name="connsiteY85" fmla="*/ 200025 h 585788"/>
                <a:gd name="connsiteX86" fmla="*/ 438150 w 2976562"/>
                <a:gd name="connsiteY86" fmla="*/ 200025 h 585788"/>
                <a:gd name="connsiteX87" fmla="*/ 485775 w 2976562"/>
                <a:gd name="connsiteY87" fmla="*/ 195263 h 585788"/>
                <a:gd name="connsiteX88" fmla="*/ 535781 w 2976562"/>
                <a:gd name="connsiteY88" fmla="*/ 190500 h 585788"/>
                <a:gd name="connsiteX89" fmla="*/ 590550 w 2976562"/>
                <a:gd name="connsiteY89" fmla="*/ 185738 h 585788"/>
                <a:gd name="connsiteX90" fmla="*/ 621506 w 2976562"/>
                <a:gd name="connsiteY90" fmla="*/ 183357 h 585788"/>
                <a:gd name="connsiteX91" fmla="*/ 685800 w 2976562"/>
                <a:gd name="connsiteY91" fmla="*/ 176213 h 585788"/>
                <a:gd name="connsiteX92" fmla="*/ 702469 w 2976562"/>
                <a:gd name="connsiteY92" fmla="*/ 171450 h 585788"/>
                <a:gd name="connsiteX93" fmla="*/ 769144 w 2976562"/>
                <a:gd name="connsiteY93" fmla="*/ 152400 h 585788"/>
                <a:gd name="connsiteX94" fmla="*/ 814387 w 2976562"/>
                <a:gd name="connsiteY94" fmla="*/ 133350 h 585788"/>
                <a:gd name="connsiteX95" fmla="*/ 831056 w 2976562"/>
                <a:gd name="connsiteY95" fmla="*/ 130969 h 585788"/>
                <a:gd name="connsiteX96" fmla="*/ 881062 w 2976562"/>
                <a:gd name="connsiteY96" fmla="*/ 138113 h 585788"/>
                <a:gd name="connsiteX97" fmla="*/ 923925 w 2976562"/>
                <a:gd name="connsiteY97" fmla="*/ 135732 h 585788"/>
                <a:gd name="connsiteX98" fmla="*/ 985837 w 2976562"/>
                <a:gd name="connsiteY98" fmla="*/ 116682 h 585788"/>
                <a:gd name="connsiteX99" fmla="*/ 1023937 w 2976562"/>
                <a:gd name="connsiteY99" fmla="*/ 107157 h 585788"/>
                <a:gd name="connsiteX100" fmla="*/ 1081087 w 2976562"/>
                <a:gd name="connsiteY100" fmla="*/ 100013 h 585788"/>
                <a:gd name="connsiteX101" fmla="*/ 1143000 w 2976562"/>
                <a:gd name="connsiteY101" fmla="*/ 85725 h 585788"/>
                <a:gd name="connsiteX102" fmla="*/ 1195387 w 2976562"/>
                <a:gd name="connsiteY102" fmla="*/ 78582 h 585788"/>
                <a:gd name="connsiteX103" fmla="*/ 1252537 w 2976562"/>
                <a:gd name="connsiteY103" fmla="*/ 64294 h 585788"/>
                <a:gd name="connsiteX104" fmla="*/ 1276350 w 2976562"/>
                <a:gd name="connsiteY104" fmla="*/ 83344 h 585788"/>
                <a:gd name="connsiteX105" fmla="*/ 1283494 w 2976562"/>
                <a:gd name="connsiteY105" fmla="*/ 107157 h 585788"/>
                <a:gd name="connsiteX106" fmla="*/ 1314450 w 2976562"/>
                <a:gd name="connsiteY106" fmla="*/ 126207 h 585788"/>
                <a:gd name="connsiteX107" fmla="*/ 1326356 w 2976562"/>
                <a:gd name="connsiteY107" fmla="*/ 128588 h 585788"/>
                <a:gd name="connsiteX108" fmla="*/ 1362075 w 2976562"/>
                <a:gd name="connsiteY108" fmla="*/ 166688 h 585788"/>
                <a:gd name="connsiteX109" fmla="*/ 1407319 w 2976562"/>
                <a:gd name="connsiteY109" fmla="*/ 166688 h 585788"/>
                <a:gd name="connsiteX110" fmla="*/ 1435894 w 2976562"/>
                <a:gd name="connsiteY110" fmla="*/ 157163 h 585788"/>
                <a:gd name="connsiteX111" fmla="*/ 1481137 w 2976562"/>
                <a:gd name="connsiteY111" fmla="*/ 154782 h 585788"/>
                <a:gd name="connsiteX112" fmla="*/ 1521619 w 2976562"/>
                <a:gd name="connsiteY112" fmla="*/ 161925 h 585788"/>
                <a:gd name="connsiteX113" fmla="*/ 1552575 w 2976562"/>
                <a:gd name="connsiteY113" fmla="*/ 169069 h 585788"/>
                <a:gd name="connsiteX114" fmla="*/ 1593056 w 2976562"/>
                <a:gd name="connsiteY114" fmla="*/ 169069 h 585788"/>
                <a:gd name="connsiteX115" fmla="*/ 1619250 w 2976562"/>
                <a:gd name="connsiteY115" fmla="*/ 164307 h 585788"/>
                <a:gd name="connsiteX116" fmla="*/ 1678781 w 2976562"/>
                <a:gd name="connsiteY116" fmla="*/ 166688 h 585788"/>
                <a:gd name="connsiteX117" fmla="*/ 1731169 w 2976562"/>
                <a:gd name="connsiteY117" fmla="*/ 164307 h 585788"/>
                <a:gd name="connsiteX118" fmla="*/ 1764506 w 2976562"/>
                <a:gd name="connsiteY118" fmla="*/ 159544 h 585788"/>
                <a:gd name="connsiteX119" fmla="*/ 1790700 w 2976562"/>
                <a:gd name="connsiteY119" fmla="*/ 154782 h 585788"/>
                <a:gd name="connsiteX120" fmla="*/ 1852612 w 2976562"/>
                <a:gd name="connsiteY120" fmla="*/ 157163 h 585788"/>
                <a:gd name="connsiteX121" fmla="*/ 1907381 w 2976562"/>
                <a:gd name="connsiteY121" fmla="*/ 157163 h 585788"/>
                <a:gd name="connsiteX122" fmla="*/ 1924050 w 2976562"/>
                <a:gd name="connsiteY122" fmla="*/ 159544 h 585788"/>
                <a:gd name="connsiteX123" fmla="*/ 1924050 w 2976562"/>
                <a:gd name="connsiteY123" fmla="*/ 159544 h 585788"/>
                <a:gd name="connsiteX124" fmla="*/ 1981200 w 2976562"/>
                <a:gd name="connsiteY124" fmla="*/ 116682 h 585788"/>
                <a:gd name="connsiteX125" fmla="*/ 2002631 w 2976562"/>
                <a:gd name="connsiteY125" fmla="*/ 97632 h 585788"/>
                <a:gd name="connsiteX126" fmla="*/ 2033587 w 2976562"/>
                <a:gd name="connsiteY126" fmla="*/ 78582 h 585788"/>
                <a:gd name="connsiteX127" fmla="*/ 2059781 w 2976562"/>
                <a:gd name="connsiteY127" fmla="*/ 76200 h 585788"/>
                <a:gd name="connsiteX128" fmla="*/ 2145506 w 2976562"/>
                <a:gd name="connsiteY128" fmla="*/ 100013 h 585788"/>
                <a:gd name="connsiteX129" fmla="*/ 2193131 w 2976562"/>
                <a:gd name="connsiteY129" fmla="*/ 116682 h 585788"/>
                <a:gd name="connsiteX130" fmla="*/ 2219325 w 2976562"/>
                <a:gd name="connsiteY130" fmla="*/ 119063 h 585788"/>
                <a:gd name="connsiteX131" fmla="*/ 2243137 w 2976562"/>
                <a:gd name="connsiteY131" fmla="*/ 116682 h 585788"/>
                <a:gd name="connsiteX132" fmla="*/ 2271712 w 2976562"/>
                <a:gd name="connsiteY132" fmla="*/ 107157 h 585788"/>
                <a:gd name="connsiteX133" fmla="*/ 2281237 w 2976562"/>
                <a:gd name="connsiteY133" fmla="*/ 102394 h 585788"/>
                <a:gd name="connsiteX134" fmla="*/ 2297906 w 2976562"/>
                <a:gd name="connsiteY134" fmla="*/ 69057 h 585788"/>
                <a:gd name="connsiteX135" fmla="*/ 2328862 w 2976562"/>
                <a:gd name="connsiteY135" fmla="*/ 35719 h 585788"/>
                <a:gd name="connsiteX136" fmla="*/ 2359819 w 2976562"/>
                <a:gd name="connsiteY136" fmla="*/ 30957 h 585788"/>
                <a:gd name="connsiteX137" fmla="*/ 2395537 w 2976562"/>
                <a:gd name="connsiteY137" fmla="*/ 40482 h 585788"/>
                <a:gd name="connsiteX138" fmla="*/ 2414587 w 2976562"/>
                <a:gd name="connsiteY138" fmla="*/ 40482 h 585788"/>
                <a:gd name="connsiteX139" fmla="*/ 2433637 w 2976562"/>
                <a:gd name="connsiteY139" fmla="*/ 26194 h 585788"/>
                <a:gd name="connsiteX140" fmla="*/ 2462212 w 2976562"/>
                <a:gd name="connsiteY140" fmla="*/ 14288 h 585788"/>
                <a:gd name="connsiteX141" fmla="*/ 2469356 w 2976562"/>
                <a:gd name="connsiteY141" fmla="*/ 7144 h 585788"/>
                <a:gd name="connsiteX142" fmla="*/ 2524125 w 2976562"/>
                <a:gd name="connsiteY142" fmla="*/ 4763 h 585788"/>
                <a:gd name="connsiteX143" fmla="*/ 2638425 w 2976562"/>
                <a:gd name="connsiteY143" fmla="*/ 4763 h 585788"/>
                <a:gd name="connsiteX144" fmla="*/ 2719387 w 2976562"/>
                <a:gd name="connsiteY144" fmla="*/ 0 h 585788"/>
                <a:gd name="connsiteX145" fmla="*/ 2793206 w 2976562"/>
                <a:gd name="connsiteY145" fmla="*/ 0 h 585788"/>
                <a:gd name="connsiteX146" fmla="*/ 2878931 w 2976562"/>
                <a:gd name="connsiteY146" fmla="*/ 4763 h 585788"/>
                <a:gd name="connsiteX147" fmla="*/ 2917031 w 2976562"/>
                <a:gd name="connsiteY147" fmla="*/ 11907 h 585788"/>
                <a:gd name="connsiteX148" fmla="*/ 2740819 w 2976562"/>
                <a:gd name="connsiteY148" fmla="*/ 73819 h 585788"/>
                <a:gd name="connsiteX149" fmla="*/ 2838450 w 2976562"/>
                <a:gd name="connsiteY149" fmla="*/ 128588 h 585788"/>
                <a:gd name="connsiteX150" fmla="*/ 2657475 w 2976562"/>
                <a:gd name="connsiteY150" fmla="*/ 204788 h 585788"/>
                <a:gd name="connsiteX151" fmla="*/ 2771775 w 2976562"/>
                <a:gd name="connsiteY151" fmla="*/ 283369 h 585788"/>
                <a:gd name="connsiteX152" fmla="*/ 2897981 w 2976562"/>
                <a:gd name="connsiteY152" fmla="*/ 235744 h 585788"/>
                <a:gd name="connsiteX153" fmla="*/ 2976562 w 2976562"/>
                <a:gd name="connsiteY153" fmla="*/ 340519 h 585788"/>
                <a:gd name="connsiteX154" fmla="*/ 2345531 w 2976562"/>
                <a:gd name="connsiteY154" fmla="*/ 585788 h 585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2976562" h="585788">
                  <a:moveTo>
                    <a:pt x="2345531" y="585788"/>
                  </a:moveTo>
                  <a:lnTo>
                    <a:pt x="2281237" y="564357"/>
                  </a:lnTo>
                  <a:lnTo>
                    <a:pt x="2266950" y="559594"/>
                  </a:lnTo>
                  <a:lnTo>
                    <a:pt x="2228850" y="559594"/>
                  </a:lnTo>
                  <a:lnTo>
                    <a:pt x="2197894" y="550069"/>
                  </a:lnTo>
                  <a:lnTo>
                    <a:pt x="2183606" y="542925"/>
                  </a:lnTo>
                  <a:lnTo>
                    <a:pt x="2105025" y="531019"/>
                  </a:lnTo>
                  <a:lnTo>
                    <a:pt x="2050256" y="521494"/>
                  </a:lnTo>
                  <a:lnTo>
                    <a:pt x="2009775" y="519113"/>
                  </a:lnTo>
                  <a:lnTo>
                    <a:pt x="1957387" y="502444"/>
                  </a:lnTo>
                  <a:lnTo>
                    <a:pt x="1893094" y="485775"/>
                  </a:lnTo>
                  <a:lnTo>
                    <a:pt x="1845469" y="473869"/>
                  </a:lnTo>
                  <a:lnTo>
                    <a:pt x="1800225" y="464344"/>
                  </a:lnTo>
                  <a:lnTo>
                    <a:pt x="1788319" y="461963"/>
                  </a:lnTo>
                  <a:lnTo>
                    <a:pt x="1728787" y="473869"/>
                  </a:lnTo>
                  <a:lnTo>
                    <a:pt x="1714500" y="481013"/>
                  </a:lnTo>
                  <a:lnTo>
                    <a:pt x="1654969" y="490538"/>
                  </a:lnTo>
                  <a:lnTo>
                    <a:pt x="1600200" y="492919"/>
                  </a:lnTo>
                  <a:lnTo>
                    <a:pt x="1574006" y="495300"/>
                  </a:lnTo>
                  <a:lnTo>
                    <a:pt x="1524000" y="483394"/>
                  </a:lnTo>
                  <a:lnTo>
                    <a:pt x="1481137" y="476250"/>
                  </a:lnTo>
                  <a:lnTo>
                    <a:pt x="1447800" y="473869"/>
                  </a:lnTo>
                  <a:lnTo>
                    <a:pt x="1404937" y="469107"/>
                  </a:lnTo>
                  <a:lnTo>
                    <a:pt x="1364456" y="471488"/>
                  </a:lnTo>
                  <a:lnTo>
                    <a:pt x="1333500" y="471488"/>
                  </a:lnTo>
                  <a:lnTo>
                    <a:pt x="1333500" y="471488"/>
                  </a:lnTo>
                  <a:lnTo>
                    <a:pt x="1276350" y="485775"/>
                  </a:lnTo>
                  <a:lnTo>
                    <a:pt x="1238250" y="504825"/>
                  </a:lnTo>
                  <a:lnTo>
                    <a:pt x="1207294" y="516732"/>
                  </a:lnTo>
                  <a:lnTo>
                    <a:pt x="1143000" y="502444"/>
                  </a:lnTo>
                  <a:lnTo>
                    <a:pt x="1114425" y="488157"/>
                  </a:lnTo>
                  <a:lnTo>
                    <a:pt x="1088231" y="464344"/>
                  </a:lnTo>
                  <a:lnTo>
                    <a:pt x="1064419" y="442913"/>
                  </a:lnTo>
                  <a:lnTo>
                    <a:pt x="1064419" y="442913"/>
                  </a:lnTo>
                  <a:lnTo>
                    <a:pt x="1033462" y="431007"/>
                  </a:lnTo>
                  <a:lnTo>
                    <a:pt x="1009650" y="431007"/>
                  </a:lnTo>
                  <a:lnTo>
                    <a:pt x="983456" y="431007"/>
                  </a:lnTo>
                  <a:lnTo>
                    <a:pt x="959644" y="442913"/>
                  </a:lnTo>
                  <a:lnTo>
                    <a:pt x="945356" y="435769"/>
                  </a:lnTo>
                  <a:lnTo>
                    <a:pt x="914400" y="421482"/>
                  </a:lnTo>
                  <a:lnTo>
                    <a:pt x="890587" y="404813"/>
                  </a:lnTo>
                  <a:lnTo>
                    <a:pt x="869156" y="376238"/>
                  </a:lnTo>
                  <a:lnTo>
                    <a:pt x="845344" y="359569"/>
                  </a:lnTo>
                  <a:lnTo>
                    <a:pt x="804862" y="342900"/>
                  </a:lnTo>
                  <a:lnTo>
                    <a:pt x="771525" y="335757"/>
                  </a:lnTo>
                  <a:lnTo>
                    <a:pt x="750094" y="326232"/>
                  </a:lnTo>
                  <a:lnTo>
                    <a:pt x="702469" y="330994"/>
                  </a:lnTo>
                  <a:lnTo>
                    <a:pt x="661987" y="326232"/>
                  </a:lnTo>
                  <a:lnTo>
                    <a:pt x="609600" y="311944"/>
                  </a:lnTo>
                  <a:lnTo>
                    <a:pt x="581025" y="304800"/>
                  </a:lnTo>
                  <a:lnTo>
                    <a:pt x="538162" y="297657"/>
                  </a:lnTo>
                  <a:lnTo>
                    <a:pt x="504825" y="292894"/>
                  </a:lnTo>
                  <a:lnTo>
                    <a:pt x="483394" y="290513"/>
                  </a:lnTo>
                  <a:lnTo>
                    <a:pt x="461962" y="278607"/>
                  </a:lnTo>
                  <a:lnTo>
                    <a:pt x="426244" y="269082"/>
                  </a:lnTo>
                  <a:lnTo>
                    <a:pt x="392906" y="264319"/>
                  </a:lnTo>
                  <a:lnTo>
                    <a:pt x="352425" y="264319"/>
                  </a:lnTo>
                  <a:lnTo>
                    <a:pt x="314325" y="269082"/>
                  </a:lnTo>
                  <a:lnTo>
                    <a:pt x="297656" y="290513"/>
                  </a:lnTo>
                  <a:lnTo>
                    <a:pt x="278606" y="295275"/>
                  </a:lnTo>
                  <a:lnTo>
                    <a:pt x="271462" y="297657"/>
                  </a:lnTo>
                  <a:lnTo>
                    <a:pt x="219075" y="285750"/>
                  </a:lnTo>
                  <a:lnTo>
                    <a:pt x="190500" y="278607"/>
                  </a:lnTo>
                  <a:lnTo>
                    <a:pt x="190500" y="278607"/>
                  </a:lnTo>
                  <a:lnTo>
                    <a:pt x="178594" y="266700"/>
                  </a:lnTo>
                  <a:lnTo>
                    <a:pt x="135731" y="276225"/>
                  </a:lnTo>
                  <a:lnTo>
                    <a:pt x="135731" y="276225"/>
                  </a:lnTo>
                  <a:lnTo>
                    <a:pt x="116681" y="278607"/>
                  </a:lnTo>
                  <a:lnTo>
                    <a:pt x="95250" y="266700"/>
                  </a:lnTo>
                  <a:lnTo>
                    <a:pt x="119062" y="257175"/>
                  </a:lnTo>
                  <a:lnTo>
                    <a:pt x="121444" y="240507"/>
                  </a:lnTo>
                  <a:lnTo>
                    <a:pt x="88106" y="235744"/>
                  </a:lnTo>
                  <a:lnTo>
                    <a:pt x="69056" y="245269"/>
                  </a:lnTo>
                  <a:lnTo>
                    <a:pt x="4762" y="240507"/>
                  </a:lnTo>
                  <a:lnTo>
                    <a:pt x="0" y="238125"/>
                  </a:lnTo>
                  <a:lnTo>
                    <a:pt x="0" y="216694"/>
                  </a:lnTo>
                  <a:lnTo>
                    <a:pt x="9525" y="214313"/>
                  </a:lnTo>
                  <a:lnTo>
                    <a:pt x="14287" y="202407"/>
                  </a:lnTo>
                  <a:lnTo>
                    <a:pt x="54769" y="202407"/>
                  </a:lnTo>
                  <a:lnTo>
                    <a:pt x="83344" y="195263"/>
                  </a:lnTo>
                  <a:lnTo>
                    <a:pt x="119062" y="197644"/>
                  </a:lnTo>
                  <a:lnTo>
                    <a:pt x="173831" y="202407"/>
                  </a:lnTo>
                  <a:lnTo>
                    <a:pt x="240506" y="204788"/>
                  </a:lnTo>
                  <a:lnTo>
                    <a:pt x="300037" y="202407"/>
                  </a:lnTo>
                  <a:lnTo>
                    <a:pt x="354806" y="202407"/>
                  </a:lnTo>
                  <a:lnTo>
                    <a:pt x="395287" y="200025"/>
                  </a:lnTo>
                  <a:lnTo>
                    <a:pt x="438150" y="200025"/>
                  </a:lnTo>
                  <a:lnTo>
                    <a:pt x="485775" y="195263"/>
                  </a:lnTo>
                  <a:lnTo>
                    <a:pt x="535781" y="190500"/>
                  </a:lnTo>
                  <a:lnTo>
                    <a:pt x="590550" y="185738"/>
                  </a:lnTo>
                  <a:lnTo>
                    <a:pt x="621506" y="183357"/>
                  </a:lnTo>
                  <a:lnTo>
                    <a:pt x="685800" y="176213"/>
                  </a:lnTo>
                  <a:lnTo>
                    <a:pt x="702469" y="171450"/>
                  </a:lnTo>
                  <a:lnTo>
                    <a:pt x="769144" y="152400"/>
                  </a:lnTo>
                  <a:lnTo>
                    <a:pt x="814387" y="133350"/>
                  </a:lnTo>
                  <a:lnTo>
                    <a:pt x="831056" y="130969"/>
                  </a:lnTo>
                  <a:lnTo>
                    <a:pt x="881062" y="138113"/>
                  </a:lnTo>
                  <a:lnTo>
                    <a:pt x="923925" y="135732"/>
                  </a:lnTo>
                  <a:lnTo>
                    <a:pt x="985837" y="116682"/>
                  </a:lnTo>
                  <a:lnTo>
                    <a:pt x="1023937" y="107157"/>
                  </a:lnTo>
                  <a:lnTo>
                    <a:pt x="1081087" y="100013"/>
                  </a:lnTo>
                  <a:lnTo>
                    <a:pt x="1143000" y="85725"/>
                  </a:lnTo>
                  <a:lnTo>
                    <a:pt x="1195387" y="78582"/>
                  </a:lnTo>
                  <a:lnTo>
                    <a:pt x="1252537" y="64294"/>
                  </a:lnTo>
                  <a:lnTo>
                    <a:pt x="1276350" y="83344"/>
                  </a:lnTo>
                  <a:lnTo>
                    <a:pt x="1283494" y="107157"/>
                  </a:lnTo>
                  <a:lnTo>
                    <a:pt x="1314450" y="126207"/>
                  </a:lnTo>
                  <a:lnTo>
                    <a:pt x="1326356" y="128588"/>
                  </a:lnTo>
                  <a:lnTo>
                    <a:pt x="1362075" y="166688"/>
                  </a:lnTo>
                  <a:lnTo>
                    <a:pt x="1407319" y="166688"/>
                  </a:lnTo>
                  <a:lnTo>
                    <a:pt x="1435894" y="157163"/>
                  </a:lnTo>
                  <a:lnTo>
                    <a:pt x="1481137" y="154782"/>
                  </a:lnTo>
                  <a:lnTo>
                    <a:pt x="1521619" y="161925"/>
                  </a:lnTo>
                  <a:lnTo>
                    <a:pt x="1552575" y="169069"/>
                  </a:lnTo>
                  <a:lnTo>
                    <a:pt x="1593056" y="169069"/>
                  </a:lnTo>
                  <a:lnTo>
                    <a:pt x="1619250" y="164307"/>
                  </a:lnTo>
                  <a:lnTo>
                    <a:pt x="1678781" y="166688"/>
                  </a:lnTo>
                  <a:lnTo>
                    <a:pt x="1731169" y="164307"/>
                  </a:lnTo>
                  <a:lnTo>
                    <a:pt x="1764506" y="159544"/>
                  </a:lnTo>
                  <a:lnTo>
                    <a:pt x="1790700" y="154782"/>
                  </a:lnTo>
                  <a:lnTo>
                    <a:pt x="1852612" y="157163"/>
                  </a:lnTo>
                  <a:lnTo>
                    <a:pt x="1907381" y="157163"/>
                  </a:lnTo>
                  <a:lnTo>
                    <a:pt x="1924050" y="159544"/>
                  </a:lnTo>
                  <a:lnTo>
                    <a:pt x="1924050" y="159544"/>
                  </a:lnTo>
                  <a:lnTo>
                    <a:pt x="1981200" y="116682"/>
                  </a:lnTo>
                  <a:lnTo>
                    <a:pt x="2002631" y="97632"/>
                  </a:lnTo>
                  <a:lnTo>
                    <a:pt x="2033587" y="78582"/>
                  </a:lnTo>
                  <a:lnTo>
                    <a:pt x="2059781" y="76200"/>
                  </a:lnTo>
                  <a:lnTo>
                    <a:pt x="2145506" y="100013"/>
                  </a:lnTo>
                  <a:lnTo>
                    <a:pt x="2193131" y="116682"/>
                  </a:lnTo>
                  <a:lnTo>
                    <a:pt x="2219325" y="119063"/>
                  </a:lnTo>
                  <a:lnTo>
                    <a:pt x="2243137" y="116682"/>
                  </a:lnTo>
                  <a:lnTo>
                    <a:pt x="2271712" y="107157"/>
                  </a:lnTo>
                  <a:lnTo>
                    <a:pt x="2281237" y="102394"/>
                  </a:lnTo>
                  <a:lnTo>
                    <a:pt x="2297906" y="69057"/>
                  </a:lnTo>
                  <a:lnTo>
                    <a:pt x="2328862" y="35719"/>
                  </a:lnTo>
                  <a:lnTo>
                    <a:pt x="2359819" y="30957"/>
                  </a:lnTo>
                  <a:lnTo>
                    <a:pt x="2395537" y="40482"/>
                  </a:lnTo>
                  <a:lnTo>
                    <a:pt x="2414587" y="40482"/>
                  </a:lnTo>
                  <a:lnTo>
                    <a:pt x="2433637" y="26194"/>
                  </a:lnTo>
                  <a:lnTo>
                    <a:pt x="2462212" y="14288"/>
                  </a:lnTo>
                  <a:lnTo>
                    <a:pt x="2469356" y="7144"/>
                  </a:lnTo>
                  <a:lnTo>
                    <a:pt x="2524125" y="4763"/>
                  </a:lnTo>
                  <a:lnTo>
                    <a:pt x="2638425" y="4763"/>
                  </a:lnTo>
                  <a:lnTo>
                    <a:pt x="2719387" y="0"/>
                  </a:lnTo>
                  <a:lnTo>
                    <a:pt x="2793206" y="0"/>
                  </a:lnTo>
                  <a:lnTo>
                    <a:pt x="2878931" y="4763"/>
                  </a:lnTo>
                  <a:lnTo>
                    <a:pt x="2917031" y="11907"/>
                  </a:lnTo>
                  <a:lnTo>
                    <a:pt x="2740819" y="73819"/>
                  </a:lnTo>
                  <a:lnTo>
                    <a:pt x="2838450" y="128588"/>
                  </a:lnTo>
                  <a:lnTo>
                    <a:pt x="2657475" y="204788"/>
                  </a:lnTo>
                  <a:lnTo>
                    <a:pt x="2771775" y="283369"/>
                  </a:lnTo>
                  <a:lnTo>
                    <a:pt x="2897981" y="235744"/>
                  </a:lnTo>
                  <a:lnTo>
                    <a:pt x="2976562" y="340519"/>
                  </a:lnTo>
                  <a:lnTo>
                    <a:pt x="2345531" y="585788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3367087" y="1604962"/>
              <a:ext cx="1283494" cy="169069"/>
            </a:xfrm>
            <a:custGeom>
              <a:avLst/>
              <a:gdLst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04788 w 1283494"/>
                <a:gd name="connsiteY78" fmla="*/ 130969 h 169069"/>
                <a:gd name="connsiteX79" fmla="*/ 192881 w 1283494"/>
                <a:gd name="connsiteY79" fmla="*/ 133350 h 169069"/>
                <a:gd name="connsiteX80" fmla="*/ 171450 w 1283494"/>
                <a:gd name="connsiteY80" fmla="*/ 138113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04788 w 1283494"/>
                <a:gd name="connsiteY78" fmla="*/ 130969 h 169069"/>
                <a:gd name="connsiteX79" fmla="*/ 192881 w 1283494"/>
                <a:gd name="connsiteY79" fmla="*/ 133350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04788 w 1283494"/>
                <a:gd name="connsiteY78" fmla="*/ 130969 h 169069"/>
                <a:gd name="connsiteX79" fmla="*/ 219075 w 1283494"/>
                <a:gd name="connsiteY79" fmla="*/ 169069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52413 w 1283494"/>
                <a:gd name="connsiteY78" fmla="*/ 157162 h 169069"/>
                <a:gd name="connsiteX79" fmla="*/ 219075 w 1283494"/>
                <a:gd name="connsiteY79" fmla="*/ 169069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197643 w 1283494"/>
                <a:gd name="connsiteY77" fmla="*/ 111919 h 169069"/>
                <a:gd name="connsiteX78" fmla="*/ 252413 w 1283494"/>
                <a:gd name="connsiteY78" fmla="*/ 157162 h 169069"/>
                <a:gd name="connsiteX79" fmla="*/ 219075 w 1283494"/>
                <a:gd name="connsiteY79" fmla="*/ 169069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88131 w 1283494"/>
                <a:gd name="connsiteY72" fmla="*/ 138113 h 169069"/>
                <a:gd name="connsiteX73" fmla="*/ 269081 w 1283494"/>
                <a:gd name="connsiteY73" fmla="*/ 119063 h 169069"/>
                <a:gd name="connsiteX74" fmla="*/ 257175 w 1283494"/>
                <a:gd name="connsiteY74" fmla="*/ 107157 h 169069"/>
                <a:gd name="connsiteX75" fmla="*/ 242888 w 1283494"/>
                <a:gd name="connsiteY75" fmla="*/ 104775 h 169069"/>
                <a:gd name="connsiteX76" fmla="*/ 197643 w 1283494"/>
                <a:gd name="connsiteY76" fmla="*/ 111919 h 169069"/>
                <a:gd name="connsiteX77" fmla="*/ 252413 w 1283494"/>
                <a:gd name="connsiteY77" fmla="*/ 157162 h 169069"/>
                <a:gd name="connsiteX78" fmla="*/ 219075 w 1283494"/>
                <a:gd name="connsiteY78" fmla="*/ 169069 h 169069"/>
                <a:gd name="connsiteX79" fmla="*/ 176213 w 1283494"/>
                <a:gd name="connsiteY79" fmla="*/ 169069 h 169069"/>
                <a:gd name="connsiteX80" fmla="*/ 145256 w 1283494"/>
                <a:gd name="connsiteY80" fmla="*/ 135732 h 169069"/>
                <a:gd name="connsiteX81" fmla="*/ 126206 w 1283494"/>
                <a:gd name="connsiteY81" fmla="*/ 126207 h 169069"/>
                <a:gd name="connsiteX82" fmla="*/ 102394 w 1283494"/>
                <a:gd name="connsiteY82" fmla="*/ 104775 h 169069"/>
                <a:gd name="connsiteX83" fmla="*/ 90488 w 1283494"/>
                <a:gd name="connsiteY83" fmla="*/ 80963 h 169069"/>
                <a:gd name="connsiteX84" fmla="*/ 61913 w 1283494"/>
                <a:gd name="connsiteY84" fmla="*/ 59532 h 169069"/>
                <a:gd name="connsiteX85" fmla="*/ 0 w 1283494"/>
                <a:gd name="connsiteY85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69081 w 1283494"/>
                <a:gd name="connsiteY72" fmla="*/ 119063 h 169069"/>
                <a:gd name="connsiteX73" fmla="*/ 257175 w 1283494"/>
                <a:gd name="connsiteY73" fmla="*/ 107157 h 169069"/>
                <a:gd name="connsiteX74" fmla="*/ 242888 w 1283494"/>
                <a:gd name="connsiteY74" fmla="*/ 104775 h 169069"/>
                <a:gd name="connsiteX75" fmla="*/ 197643 w 1283494"/>
                <a:gd name="connsiteY75" fmla="*/ 111919 h 169069"/>
                <a:gd name="connsiteX76" fmla="*/ 252413 w 1283494"/>
                <a:gd name="connsiteY76" fmla="*/ 157162 h 169069"/>
                <a:gd name="connsiteX77" fmla="*/ 219075 w 1283494"/>
                <a:gd name="connsiteY77" fmla="*/ 169069 h 169069"/>
                <a:gd name="connsiteX78" fmla="*/ 176213 w 1283494"/>
                <a:gd name="connsiteY78" fmla="*/ 169069 h 169069"/>
                <a:gd name="connsiteX79" fmla="*/ 145256 w 1283494"/>
                <a:gd name="connsiteY79" fmla="*/ 135732 h 169069"/>
                <a:gd name="connsiteX80" fmla="*/ 126206 w 1283494"/>
                <a:gd name="connsiteY80" fmla="*/ 126207 h 169069"/>
                <a:gd name="connsiteX81" fmla="*/ 102394 w 1283494"/>
                <a:gd name="connsiteY81" fmla="*/ 104775 h 169069"/>
                <a:gd name="connsiteX82" fmla="*/ 90488 w 1283494"/>
                <a:gd name="connsiteY82" fmla="*/ 80963 h 169069"/>
                <a:gd name="connsiteX83" fmla="*/ 61913 w 1283494"/>
                <a:gd name="connsiteY83" fmla="*/ 59532 h 169069"/>
                <a:gd name="connsiteX84" fmla="*/ 0 w 1283494"/>
                <a:gd name="connsiteY84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69081 w 1283494"/>
                <a:gd name="connsiteY72" fmla="*/ 119063 h 169069"/>
                <a:gd name="connsiteX73" fmla="*/ 242888 w 1283494"/>
                <a:gd name="connsiteY73" fmla="*/ 104775 h 169069"/>
                <a:gd name="connsiteX74" fmla="*/ 197643 w 1283494"/>
                <a:gd name="connsiteY74" fmla="*/ 111919 h 169069"/>
                <a:gd name="connsiteX75" fmla="*/ 252413 w 1283494"/>
                <a:gd name="connsiteY75" fmla="*/ 157162 h 169069"/>
                <a:gd name="connsiteX76" fmla="*/ 219075 w 1283494"/>
                <a:gd name="connsiteY76" fmla="*/ 169069 h 169069"/>
                <a:gd name="connsiteX77" fmla="*/ 176213 w 1283494"/>
                <a:gd name="connsiteY77" fmla="*/ 169069 h 169069"/>
                <a:gd name="connsiteX78" fmla="*/ 145256 w 1283494"/>
                <a:gd name="connsiteY78" fmla="*/ 135732 h 169069"/>
                <a:gd name="connsiteX79" fmla="*/ 126206 w 1283494"/>
                <a:gd name="connsiteY79" fmla="*/ 126207 h 169069"/>
                <a:gd name="connsiteX80" fmla="*/ 102394 w 1283494"/>
                <a:gd name="connsiteY80" fmla="*/ 104775 h 169069"/>
                <a:gd name="connsiteX81" fmla="*/ 90488 w 1283494"/>
                <a:gd name="connsiteY81" fmla="*/ 80963 h 169069"/>
                <a:gd name="connsiteX82" fmla="*/ 61913 w 1283494"/>
                <a:gd name="connsiteY82" fmla="*/ 59532 h 169069"/>
                <a:gd name="connsiteX83" fmla="*/ 0 w 1283494"/>
                <a:gd name="connsiteY83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42888 w 1283494"/>
                <a:gd name="connsiteY72" fmla="*/ 104775 h 169069"/>
                <a:gd name="connsiteX73" fmla="*/ 197643 w 1283494"/>
                <a:gd name="connsiteY73" fmla="*/ 111919 h 169069"/>
                <a:gd name="connsiteX74" fmla="*/ 252413 w 1283494"/>
                <a:gd name="connsiteY74" fmla="*/ 157162 h 169069"/>
                <a:gd name="connsiteX75" fmla="*/ 219075 w 1283494"/>
                <a:gd name="connsiteY75" fmla="*/ 169069 h 169069"/>
                <a:gd name="connsiteX76" fmla="*/ 176213 w 1283494"/>
                <a:gd name="connsiteY76" fmla="*/ 169069 h 169069"/>
                <a:gd name="connsiteX77" fmla="*/ 145256 w 1283494"/>
                <a:gd name="connsiteY77" fmla="*/ 135732 h 169069"/>
                <a:gd name="connsiteX78" fmla="*/ 126206 w 1283494"/>
                <a:gd name="connsiteY78" fmla="*/ 126207 h 169069"/>
                <a:gd name="connsiteX79" fmla="*/ 102394 w 1283494"/>
                <a:gd name="connsiteY79" fmla="*/ 104775 h 169069"/>
                <a:gd name="connsiteX80" fmla="*/ 90488 w 1283494"/>
                <a:gd name="connsiteY80" fmla="*/ 80963 h 169069"/>
                <a:gd name="connsiteX81" fmla="*/ 61913 w 1283494"/>
                <a:gd name="connsiteY81" fmla="*/ 59532 h 169069"/>
                <a:gd name="connsiteX82" fmla="*/ 0 w 1283494"/>
                <a:gd name="connsiteY82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52413 w 1283494"/>
                <a:gd name="connsiteY72" fmla="*/ 111919 h 169069"/>
                <a:gd name="connsiteX73" fmla="*/ 197643 w 1283494"/>
                <a:gd name="connsiteY73" fmla="*/ 111919 h 169069"/>
                <a:gd name="connsiteX74" fmla="*/ 252413 w 1283494"/>
                <a:gd name="connsiteY74" fmla="*/ 157162 h 169069"/>
                <a:gd name="connsiteX75" fmla="*/ 219075 w 1283494"/>
                <a:gd name="connsiteY75" fmla="*/ 169069 h 169069"/>
                <a:gd name="connsiteX76" fmla="*/ 176213 w 1283494"/>
                <a:gd name="connsiteY76" fmla="*/ 169069 h 169069"/>
                <a:gd name="connsiteX77" fmla="*/ 145256 w 1283494"/>
                <a:gd name="connsiteY77" fmla="*/ 135732 h 169069"/>
                <a:gd name="connsiteX78" fmla="*/ 126206 w 1283494"/>
                <a:gd name="connsiteY78" fmla="*/ 126207 h 169069"/>
                <a:gd name="connsiteX79" fmla="*/ 102394 w 1283494"/>
                <a:gd name="connsiteY79" fmla="*/ 104775 h 169069"/>
                <a:gd name="connsiteX80" fmla="*/ 90488 w 1283494"/>
                <a:gd name="connsiteY80" fmla="*/ 80963 h 169069"/>
                <a:gd name="connsiteX81" fmla="*/ 61913 w 1283494"/>
                <a:gd name="connsiteY81" fmla="*/ 59532 h 169069"/>
                <a:gd name="connsiteX82" fmla="*/ 0 w 1283494"/>
                <a:gd name="connsiteY82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52413 w 1283494"/>
                <a:gd name="connsiteY72" fmla="*/ 111919 h 169069"/>
                <a:gd name="connsiteX73" fmla="*/ 197643 w 1283494"/>
                <a:gd name="connsiteY73" fmla="*/ 111919 h 169069"/>
                <a:gd name="connsiteX74" fmla="*/ 252413 w 1283494"/>
                <a:gd name="connsiteY74" fmla="*/ 157162 h 169069"/>
                <a:gd name="connsiteX75" fmla="*/ 219075 w 1283494"/>
                <a:gd name="connsiteY75" fmla="*/ 169069 h 169069"/>
                <a:gd name="connsiteX76" fmla="*/ 176213 w 1283494"/>
                <a:gd name="connsiteY76" fmla="*/ 169069 h 169069"/>
                <a:gd name="connsiteX77" fmla="*/ 145256 w 1283494"/>
                <a:gd name="connsiteY77" fmla="*/ 135732 h 169069"/>
                <a:gd name="connsiteX78" fmla="*/ 126206 w 1283494"/>
                <a:gd name="connsiteY78" fmla="*/ 126207 h 169069"/>
                <a:gd name="connsiteX79" fmla="*/ 102394 w 1283494"/>
                <a:gd name="connsiteY79" fmla="*/ 104775 h 169069"/>
                <a:gd name="connsiteX80" fmla="*/ 90488 w 1283494"/>
                <a:gd name="connsiteY80" fmla="*/ 80963 h 169069"/>
                <a:gd name="connsiteX81" fmla="*/ 61913 w 1283494"/>
                <a:gd name="connsiteY81" fmla="*/ 59532 h 169069"/>
                <a:gd name="connsiteX82" fmla="*/ 0 w 1283494"/>
                <a:gd name="connsiteY82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197643 w 1283494"/>
                <a:gd name="connsiteY72" fmla="*/ 111919 h 169069"/>
                <a:gd name="connsiteX73" fmla="*/ 252413 w 1283494"/>
                <a:gd name="connsiteY73" fmla="*/ 157162 h 169069"/>
                <a:gd name="connsiteX74" fmla="*/ 219075 w 1283494"/>
                <a:gd name="connsiteY74" fmla="*/ 169069 h 169069"/>
                <a:gd name="connsiteX75" fmla="*/ 176213 w 1283494"/>
                <a:gd name="connsiteY75" fmla="*/ 169069 h 169069"/>
                <a:gd name="connsiteX76" fmla="*/ 145256 w 1283494"/>
                <a:gd name="connsiteY76" fmla="*/ 135732 h 169069"/>
                <a:gd name="connsiteX77" fmla="*/ 126206 w 1283494"/>
                <a:gd name="connsiteY77" fmla="*/ 126207 h 169069"/>
                <a:gd name="connsiteX78" fmla="*/ 102394 w 1283494"/>
                <a:gd name="connsiteY78" fmla="*/ 104775 h 169069"/>
                <a:gd name="connsiteX79" fmla="*/ 90488 w 1283494"/>
                <a:gd name="connsiteY79" fmla="*/ 80963 h 169069"/>
                <a:gd name="connsiteX80" fmla="*/ 61913 w 1283494"/>
                <a:gd name="connsiteY80" fmla="*/ 59532 h 169069"/>
                <a:gd name="connsiteX81" fmla="*/ 0 w 1283494"/>
                <a:gd name="connsiteY81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2418 w 1283494"/>
                <a:gd name="connsiteY72" fmla="*/ 157162 h 169069"/>
                <a:gd name="connsiteX73" fmla="*/ 252413 w 1283494"/>
                <a:gd name="connsiteY73" fmla="*/ 157162 h 169069"/>
                <a:gd name="connsiteX74" fmla="*/ 219075 w 1283494"/>
                <a:gd name="connsiteY74" fmla="*/ 169069 h 169069"/>
                <a:gd name="connsiteX75" fmla="*/ 176213 w 1283494"/>
                <a:gd name="connsiteY75" fmla="*/ 169069 h 169069"/>
                <a:gd name="connsiteX76" fmla="*/ 145256 w 1283494"/>
                <a:gd name="connsiteY76" fmla="*/ 135732 h 169069"/>
                <a:gd name="connsiteX77" fmla="*/ 126206 w 1283494"/>
                <a:gd name="connsiteY77" fmla="*/ 126207 h 169069"/>
                <a:gd name="connsiteX78" fmla="*/ 102394 w 1283494"/>
                <a:gd name="connsiteY78" fmla="*/ 104775 h 169069"/>
                <a:gd name="connsiteX79" fmla="*/ 90488 w 1283494"/>
                <a:gd name="connsiteY79" fmla="*/ 80963 h 169069"/>
                <a:gd name="connsiteX80" fmla="*/ 61913 w 1283494"/>
                <a:gd name="connsiteY80" fmla="*/ 59532 h 169069"/>
                <a:gd name="connsiteX81" fmla="*/ 0 w 1283494"/>
                <a:gd name="connsiteY81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2418 w 1283494"/>
                <a:gd name="connsiteY72" fmla="*/ 157162 h 169069"/>
                <a:gd name="connsiteX73" fmla="*/ 252413 w 1283494"/>
                <a:gd name="connsiteY73" fmla="*/ 157162 h 169069"/>
                <a:gd name="connsiteX74" fmla="*/ 219075 w 1283494"/>
                <a:gd name="connsiteY74" fmla="*/ 169069 h 169069"/>
                <a:gd name="connsiteX75" fmla="*/ 176213 w 1283494"/>
                <a:gd name="connsiteY75" fmla="*/ 169069 h 169069"/>
                <a:gd name="connsiteX76" fmla="*/ 145256 w 1283494"/>
                <a:gd name="connsiteY76" fmla="*/ 135732 h 169069"/>
                <a:gd name="connsiteX77" fmla="*/ 126206 w 1283494"/>
                <a:gd name="connsiteY77" fmla="*/ 126207 h 169069"/>
                <a:gd name="connsiteX78" fmla="*/ 102394 w 1283494"/>
                <a:gd name="connsiteY78" fmla="*/ 104775 h 169069"/>
                <a:gd name="connsiteX79" fmla="*/ 90488 w 1283494"/>
                <a:gd name="connsiteY79" fmla="*/ 80963 h 169069"/>
                <a:gd name="connsiteX80" fmla="*/ 61913 w 1283494"/>
                <a:gd name="connsiteY80" fmla="*/ 59532 h 169069"/>
                <a:gd name="connsiteX81" fmla="*/ 0 w 1283494"/>
                <a:gd name="connsiteY81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35744 w 1283494"/>
                <a:gd name="connsiteY8" fmla="*/ 83344 h 169069"/>
                <a:gd name="connsiteX9" fmla="*/ 264319 w 1283494"/>
                <a:gd name="connsiteY9" fmla="*/ 83344 h 169069"/>
                <a:gd name="connsiteX10" fmla="*/ 273844 w 1283494"/>
                <a:gd name="connsiteY10" fmla="*/ 100013 h 169069"/>
                <a:gd name="connsiteX11" fmla="*/ 285750 w 1283494"/>
                <a:gd name="connsiteY11" fmla="*/ 111919 h 169069"/>
                <a:gd name="connsiteX12" fmla="*/ 304800 w 1283494"/>
                <a:gd name="connsiteY12" fmla="*/ 126207 h 169069"/>
                <a:gd name="connsiteX13" fmla="*/ 323850 w 1283494"/>
                <a:gd name="connsiteY13" fmla="*/ 140494 h 169069"/>
                <a:gd name="connsiteX14" fmla="*/ 357188 w 1283494"/>
                <a:gd name="connsiteY14" fmla="*/ 150019 h 169069"/>
                <a:gd name="connsiteX15" fmla="*/ 390525 w 1283494"/>
                <a:gd name="connsiteY15" fmla="*/ 150019 h 169069"/>
                <a:gd name="connsiteX16" fmla="*/ 426244 w 1283494"/>
                <a:gd name="connsiteY16" fmla="*/ 147638 h 169069"/>
                <a:gd name="connsiteX17" fmla="*/ 519113 w 1283494"/>
                <a:gd name="connsiteY17" fmla="*/ 133350 h 169069"/>
                <a:gd name="connsiteX18" fmla="*/ 569119 w 1283494"/>
                <a:gd name="connsiteY18" fmla="*/ 138113 h 169069"/>
                <a:gd name="connsiteX19" fmla="*/ 602456 w 1283494"/>
                <a:gd name="connsiteY19" fmla="*/ 140494 h 169069"/>
                <a:gd name="connsiteX20" fmla="*/ 702469 w 1283494"/>
                <a:gd name="connsiteY20" fmla="*/ 138113 h 169069"/>
                <a:gd name="connsiteX21" fmla="*/ 747713 w 1283494"/>
                <a:gd name="connsiteY21" fmla="*/ 135732 h 169069"/>
                <a:gd name="connsiteX22" fmla="*/ 764381 w 1283494"/>
                <a:gd name="connsiteY22" fmla="*/ 119063 h 169069"/>
                <a:gd name="connsiteX23" fmla="*/ 823913 w 1283494"/>
                <a:gd name="connsiteY23" fmla="*/ 80963 h 169069"/>
                <a:gd name="connsiteX24" fmla="*/ 845344 w 1283494"/>
                <a:gd name="connsiteY24" fmla="*/ 66675 h 169069"/>
                <a:gd name="connsiteX25" fmla="*/ 881063 w 1283494"/>
                <a:gd name="connsiteY25" fmla="*/ 64294 h 169069"/>
                <a:gd name="connsiteX26" fmla="*/ 935831 w 1283494"/>
                <a:gd name="connsiteY26" fmla="*/ 71438 h 169069"/>
                <a:gd name="connsiteX27" fmla="*/ 964406 w 1283494"/>
                <a:gd name="connsiteY27" fmla="*/ 85725 h 169069"/>
                <a:gd name="connsiteX28" fmla="*/ 1023938 w 1283494"/>
                <a:gd name="connsiteY28" fmla="*/ 100013 h 169069"/>
                <a:gd name="connsiteX29" fmla="*/ 1042988 w 1283494"/>
                <a:gd name="connsiteY29" fmla="*/ 97632 h 169069"/>
                <a:gd name="connsiteX30" fmla="*/ 1073944 w 1283494"/>
                <a:gd name="connsiteY30" fmla="*/ 88107 h 169069"/>
                <a:gd name="connsiteX31" fmla="*/ 1107281 w 1283494"/>
                <a:gd name="connsiteY31" fmla="*/ 45244 h 169069"/>
                <a:gd name="connsiteX32" fmla="*/ 1123950 w 1283494"/>
                <a:gd name="connsiteY32" fmla="*/ 30957 h 169069"/>
                <a:gd name="connsiteX33" fmla="*/ 1159669 w 1283494"/>
                <a:gd name="connsiteY33" fmla="*/ 16669 h 169069"/>
                <a:gd name="connsiteX34" fmla="*/ 1190625 w 1283494"/>
                <a:gd name="connsiteY34" fmla="*/ 19050 h 169069"/>
                <a:gd name="connsiteX35" fmla="*/ 1223963 w 1283494"/>
                <a:gd name="connsiteY35" fmla="*/ 26194 h 169069"/>
                <a:gd name="connsiteX36" fmla="*/ 1247775 w 1283494"/>
                <a:gd name="connsiteY36" fmla="*/ 9525 h 169069"/>
                <a:gd name="connsiteX37" fmla="*/ 1254919 w 1283494"/>
                <a:gd name="connsiteY37" fmla="*/ 0 h 169069"/>
                <a:gd name="connsiteX38" fmla="*/ 1278731 w 1283494"/>
                <a:gd name="connsiteY38" fmla="*/ 4763 h 169069"/>
                <a:gd name="connsiteX39" fmla="*/ 1283494 w 1283494"/>
                <a:gd name="connsiteY39" fmla="*/ 9525 h 169069"/>
                <a:gd name="connsiteX40" fmla="*/ 1250156 w 1283494"/>
                <a:gd name="connsiteY40" fmla="*/ 26194 h 169069"/>
                <a:gd name="connsiteX41" fmla="*/ 1233488 w 1283494"/>
                <a:gd name="connsiteY41" fmla="*/ 38100 h 169069"/>
                <a:gd name="connsiteX42" fmla="*/ 1216819 w 1283494"/>
                <a:gd name="connsiteY42" fmla="*/ 40482 h 169069"/>
                <a:gd name="connsiteX43" fmla="*/ 1181100 w 1283494"/>
                <a:gd name="connsiteY43" fmla="*/ 33338 h 169069"/>
                <a:gd name="connsiteX44" fmla="*/ 1159669 w 1283494"/>
                <a:gd name="connsiteY44" fmla="*/ 30957 h 169069"/>
                <a:gd name="connsiteX45" fmla="*/ 1143000 w 1283494"/>
                <a:gd name="connsiteY45" fmla="*/ 35719 h 169069"/>
                <a:gd name="connsiteX46" fmla="*/ 1119188 w 1283494"/>
                <a:gd name="connsiteY46" fmla="*/ 61913 h 169069"/>
                <a:gd name="connsiteX47" fmla="*/ 1102519 w 1283494"/>
                <a:gd name="connsiteY47" fmla="*/ 92869 h 169069"/>
                <a:gd name="connsiteX48" fmla="*/ 1085850 w 1283494"/>
                <a:gd name="connsiteY48" fmla="*/ 107157 h 169069"/>
                <a:gd name="connsiteX49" fmla="*/ 1066800 w 1283494"/>
                <a:gd name="connsiteY49" fmla="*/ 111919 h 169069"/>
                <a:gd name="connsiteX50" fmla="*/ 1045369 w 1283494"/>
                <a:gd name="connsiteY50" fmla="*/ 114300 h 169069"/>
                <a:gd name="connsiteX51" fmla="*/ 1009650 w 1283494"/>
                <a:gd name="connsiteY51" fmla="*/ 114300 h 169069"/>
                <a:gd name="connsiteX52" fmla="*/ 978694 w 1283494"/>
                <a:gd name="connsiteY52" fmla="*/ 104775 h 169069"/>
                <a:gd name="connsiteX53" fmla="*/ 942975 w 1283494"/>
                <a:gd name="connsiteY53" fmla="*/ 95250 h 169069"/>
                <a:gd name="connsiteX54" fmla="*/ 909638 w 1283494"/>
                <a:gd name="connsiteY54" fmla="*/ 85725 h 169069"/>
                <a:gd name="connsiteX55" fmla="*/ 873919 w 1283494"/>
                <a:gd name="connsiteY55" fmla="*/ 76200 h 169069"/>
                <a:gd name="connsiteX56" fmla="*/ 847725 w 1283494"/>
                <a:gd name="connsiteY56" fmla="*/ 76200 h 169069"/>
                <a:gd name="connsiteX57" fmla="*/ 807244 w 1283494"/>
                <a:gd name="connsiteY57" fmla="*/ 100013 h 169069"/>
                <a:gd name="connsiteX58" fmla="*/ 781050 w 1283494"/>
                <a:gd name="connsiteY58" fmla="*/ 123825 h 169069"/>
                <a:gd name="connsiteX59" fmla="*/ 766763 w 1283494"/>
                <a:gd name="connsiteY59" fmla="*/ 140494 h 169069"/>
                <a:gd name="connsiteX60" fmla="*/ 745331 w 1283494"/>
                <a:gd name="connsiteY60" fmla="*/ 157163 h 169069"/>
                <a:gd name="connsiteX61" fmla="*/ 711994 w 1283494"/>
                <a:gd name="connsiteY61" fmla="*/ 159544 h 169069"/>
                <a:gd name="connsiteX62" fmla="*/ 652463 w 1283494"/>
                <a:gd name="connsiteY62" fmla="*/ 157163 h 169069"/>
                <a:gd name="connsiteX63" fmla="*/ 585788 w 1283494"/>
                <a:gd name="connsiteY63" fmla="*/ 157163 h 169069"/>
                <a:gd name="connsiteX64" fmla="*/ 554831 w 1283494"/>
                <a:gd name="connsiteY64" fmla="*/ 161925 h 169069"/>
                <a:gd name="connsiteX65" fmla="*/ 497681 w 1283494"/>
                <a:gd name="connsiteY65" fmla="*/ 164307 h 169069"/>
                <a:gd name="connsiteX66" fmla="*/ 452438 w 1283494"/>
                <a:gd name="connsiteY66" fmla="*/ 164307 h 169069"/>
                <a:gd name="connsiteX67" fmla="*/ 428625 w 1283494"/>
                <a:gd name="connsiteY67" fmla="*/ 164307 h 169069"/>
                <a:gd name="connsiteX68" fmla="*/ 407194 w 1283494"/>
                <a:gd name="connsiteY68" fmla="*/ 169069 h 169069"/>
                <a:gd name="connsiteX69" fmla="*/ 359569 w 1283494"/>
                <a:gd name="connsiteY69" fmla="*/ 166688 h 169069"/>
                <a:gd name="connsiteX70" fmla="*/ 335756 w 1283494"/>
                <a:gd name="connsiteY70" fmla="*/ 159544 h 169069"/>
                <a:gd name="connsiteX71" fmla="*/ 302418 w 1283494"/>
                <a:gd name="connsiteY71" fmla="*/ 157162 h 169069"/>
                <a:gd name="connsiteX72" fmla="*/ 252413 w 1283494"/>
                <a:gd name="connsiteY72" fmla="*/ 157162 h 169069"/>
                <a:gd name="connsiteX73" fmla="*/ 219075 w 1283494"/>
                <a:gd name="connsiteY73" fmla="*/ 169069 h 169069"/>
                <a:gd name="connsiteX74" fmla="*/ 176213 w 1283494"/>
                <a:gd name="connsiteY74" fmla="*/ 169069 h 169069"/>
                <a:gd name="connsiteX75" fmla="*/ 145256 w 1283494"/>
                <a:gd name="connsiteY75" fmla="*/ 135732 h 169069"/>
                <a:gd name="connsiteX76" fmla="*/ 126206 w 1283494"/>
                <a:gd name="connsiteY76" fmla="*/ 126207 h 169069"/>
                <a:gd name="connsiteX77" fmla="*/ 102394 w 1283494"/>
                <a:gd name="connsiteY77" fmla="*/ 104775 h 169069"/>
                <a:gd name="connsiteX78" fmla="*/ 90488 w 1283494"/>
                <a:gd name="connsiteY78" fmla="*/ 80963 h 169069"/>
                <a:gd name="connsiteX79" fmla="*/ 61913 w 1283494"/>
                <a:gd name="connsiteY79" fmla="*/ 59532 h 169069"/>
                <a:gd name="connsiteX80" fmla="*/ 0 w 1283494"/>
                <a:gd name="connsiteY80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64319 w 1283494"/>
                <a:gd name="connsiteY8" fmla="*/ 83344 h 169069"/>
                <a:gd name="connsiteX9" fmla="*/ 273844 w 1283494"/>
                <a:gd name="connsiteY9" fmla="*/ 100013 h 169069"/>
                <a:gd name="connsiteX10" fmla="*/ 285750 w 1283494"/>
                <a:gd name="connsiteY10" fmla="*/ 111919 h 169069"/>
                <a:gd name="connsiteX11" fmla="*/ 304800 w 1283494"/>
                <a:gd name="connsiteY11" fmla="*/ 126207 h 169069"/>
                <a:gd name="connsiteX12" fmla="*/ 323850 w 1283494"/>
                <a:gd name="connsiteY12" fmla="*/ 140494 h 169069"/>
                <a:gd name="connsiteX13" fmla="*/ 357188 w 1283494"/>
                <a:gd name="connsiteY13" fmla="*/ 150019 h 169069"/>
                <a:gd name="connsiteX14" fmla="*/ 390525 w 1283494"/>
                <a:gd name="connsiteY14" fmla="*/ 150019 h 169069"/>
                <a:gd name="connsiteX15" fmla="*/ 426244 w 1283494"/>
                <a:gd name="connsiteY15" fmla="*/ 147638 h 169069"/>
                <a:gd name="connsiteX16" fmla="*/ 519113 w 1283494"/>
                <a:gd name="connsiteY16" fmla="*/ 133350 h 169069"/>
                <a:gd name="connsiteX17" fmla="*/ 569119 w 1283494"/>
                <a:gd name="connsiteY17" fmla="*/ 138113 h 169069"/>
                <a:gd name="connsiteX18" fmla="*/ 602456 w 1283494"/>
                <a:gd name="connsiteY18" fmla="*/ 140494 h 169069"/>
                <a:gd name="connsiteX19" fmla="*/ 702469 w 1283494"/>
                <a:gd name="connsiteY19" fmla="*/ 138113 h 169069"/>
                <a:gd name="connsiteX20" fmla="*/ 747713 w 1283494"/>
                <a:gd name="connsiteY20" fmla="*/ 135732 h 169069"/>
                <a:gd name="connsiteX21" fmla="*/ 764381 w 1283494"/>
                <a:gd name="connsiteY21" fmla="*/ 119063 h 169069"/>
                <a:gd name="connsiteX22" fmla="*/ 823913 w 1283494"/>
                <a:gd name="connsiteY22" fmla="*/ 80963 h 169069"/>
                <a:gd name="connsiteX23" fmla="*/ 845344 w 1283494"/>
                <a:gd name="connsiteY23" fmla="*/ 66675 h 169069"/>
                <a:gd name="connsiteX24" fmla="*/ 881063 w 1283494"/>
                <a:gd name="connsiteY24" fmla="*/ 64294 h 169069"/>
                <a:gd name="connsiteX25" fmla="*/ 935831 w 1283494"/>
                <a:gd name="connsiteY25" fmla="*/ 71438 h 169069"/>
                <a:gd name="connsiteX26" fmla="*/ 964406 w 1283494"/>
                <a:gd name="connsiteY26" fmla="*/ 85725 h 169069"/>
                <a:gd name="connsiteX27" fmla="*/ 1023938 w 1283494"/>
                <a:gd name="connsiteY27" fmla="*/ 100013 h 169069"/>
                <a:gd name="connsiteX28" fmla="*/ 1042988 w 1283494"/>
                <a:gd name="connsiteY28" fmla="*/ 97632 h 169069"/>
                <a:gd name="connsiteX29" fmla="*/ 1073944 w 1283494"/>
                <a:gd name="connsiteY29" fmla="*/ 88107 h 169069"/>
                <a:gd name="connsiteX30" fmla="*/ 1107281 w 1283494"/>
                <a:gd name="connsiteY30" fmla="*/ 45244 h 169069"/>
                <a:gd name="connsiteX31" fmla="*/ 1123950 w 1283494"/>
                <a:gd name="connsiteY31" fmla="*/ 30957 h 169069"/>
                <a:gd name="connsiteX32" fmla="*/ 1159669 w 1283494"/>
                <a:gd name="connsiteY32" fmla="*/ 16669 h 169069"/>
                <a:gd name="connsiteX33" fmla="*/ 1190625 w 1283494"/>
                <a:gd name="connsiteY33" fmla="*/ 19050 h 169069"/>
                <a:gd name="connsiteX34" fmla="*/ 1223963 w 1283494"/>
                <a:gd name="connsiteY34" fmla="*/ 26194 h 169069"/>
                <a:gd name="connsiteX35" fmla="*/ 1247775 w 1283494"/>
                <a:gd name="connsiteY35" fmla="*/ 9525 h 169069"/>
                <a:gd name="connsiteX36" fmla="*/ 1254919 w 1283494"/>
                <a:gd name="connsiteY36" fmla="*/ 0 h 169069"/>
                <a:gd name="connsiteX37" fmla="*/ 1278731 w 1283494"/>
                <a:gd name="connsiteY37" fmla="*/ 4763 h 169069"/>
                <a:gd name="connsiteX38" fmla="*/ 1283494 w 1283494"/>
                <a:gd name="connsiteY38" fmla="*/ 9525 h 169069"/>
                <a:gd name="connsiteX39" fmla="*/ 1250156 w 1283494"/>
                <a:gd name="connsiteY39" fmla="*/ 26194 h 169069"/>
                <a:gd name="connsiteX40" fmla="*/ 1233488 w 1283494"/>
                <a:gd name="connsiteY40" fmla="*/ 38100 h 169069"/>
                <a:gd name="connsiteX41" fmla="*/ 1216819 w 1283494"/>
                <a:gd name="connsiteY41" fmla="*/ 40482 h 169069"/>
                <a:gd name="connsiteX42" fmla="*/ 1181100 w 1283494"/>
                <a:gd name="connsiteY42" fmla="*/ 33338 h 169069"/>
                <a:gd name="connsiteX43" fmla="*/ 1159669 w 1283494"/>
                <a:gd name="connsiteY43" fmla="*/ 30957 h 169069"/>
                <a:gd name="connsiteX44" fmla="*/ 1143000 w 1283494"/>
                <a:gd name="connsiteY44" fmla="*/ 35719 h 169069"/>
                <a:gd name="connsiteX45" fmla="*/ 1119188 w 1283494"/>
                <a:gd name="connsiteY45" fmla="*/ 61913 h 169069"/>
                <a:gd name="connsiteX46" fmla="*/ 1102519 w 1283494"/>
                <a:gd name="connsiteY46" fmla="*/ 92869 h 169069"/>
                <a:gd name="connsiteX47" fmla="*/ 1085850 w 1283494"/>
                <a:gd name="connsiteY47" fmla="*/ 107157 h 169069"/>
                <a:gd name="connsiteX48" fmla="*/ 1066800 w 1283494"/>
                <a:gd name="connsiteY48" fmla="*/ 111919 h 169069"/>
                <a:gd name="connsiteX49" fmla="*/ 1045369 w 1283494"/>
                <a:gd name="connsiteY49" fmla="*/ 114300 h 169069"/>
                <a:gd name="connsiteX50" fmla="*/ 1009650 w 1283494"/>
                <a:gd name="connsiteY50" fmla="*/ 114300 h 169069"/>
                <a:gd name="connsiteX51" fmla="*/ 978694 w 1283494"/>
                <a:gd name="connsiteY51" fmla="*/ 104775 h 169069"/>
                <a:gd name="connsiteX52" fmla="*/ 942975 w 1283494"/>
                <a:gd name="connsiteY52" fmla="*/ 95250 h 169069"/>
                <a:gd name="connsiteX53" fmla="*/ 909638 w 1283494"/>
                <a:gd name="connsiteY53" fmla="*/ 85725 h 169069"/>
                <a:gd name="connsiteX54" fmla="*/ 873919 w 1283494"/>
                <a:gd name="connsiteY54" fmla="*/ 76200 h 169069"/>
                <a:gd name="connsiteX55" fmla="*/ 847725 w 1283494"/>
                <a:gd name="connsiteY55" fmla="*/ 76200 h 169069"/>
                <a:gd name="connsiteX56" fmla="*/ 807244 w 1283494"/>
                <a:gd name="connsiteY56" fmla="*/ 100013 h 169069"/>
                <a:gd name="connsiteX57" fmla="*/ 781050 w 1283494"/>
                <a:gd name="connsiteY57" fmla="*/ 123825 h 169069"/>
                <a:gd name="connsiteX58" fmla="*/ 766763 w 1283494"/>
                <a:gd name="connsiteY58" fmla="*/ 140494 h 169069"/>
                <a:gd name="connsiteX59" fmla="*/ 745331 w 1283494"/>
                <a:gd name="connsiteY59" fmla="*/ 157163 h 169069"/>
                <a:gd name="connsiteX60" fmla="*/ 711994 w 1283494"/>
                <a:gd name="connsiteY60" fmla="*/ 159544 h 169069"/>
                <a:gd name="connsiteX61" fmla="*/ 652463 w 1283494"/>
                <a:gd name="connsiteY61" fmla="*/ 157163 h 169069"/>
                <a:gd name="connsiteX62" fmla="*/ 585788 w 1283494"/>
                <a:gd name="connsiteY62" fmla="*/ 157163 h 169069"/>
                <a:gd name="connsiteX63" fmla="*/ 554831 w 1283494"/>
                <a:gd name="connsiteY63" fmla="*/ 161925 h 169069"/>
                <a:gd name="connsiteX64" fmla="*/ 497681 w 1283494"/>
                <a:gd name="connsiteY64" fmla="*/ 164307 h 169069"/>
                <a:gd name="connsiteX65" fmla="*/ 452438 w 1283494"/>
                <a:gd name="connsiteY65" fmla="*/ 164307 h 169069"/>
                <a:gd name="connsiteX66" fmla="*/ 428625 w 1283494"/>
                <a:gd name="connsiteY66" fmla="*/ 164307 h 169069"/>
                <a:gd name="connsiteX67" fmla="*/ 407194 w 1283494"/>
                <a:gd name="connsiteY67" fmla="*/ 169069 h 169069"/>
                <a:gd name="connsiteX68" fmla="*/ 359569 w 1283494"/>
                <a:gd name="connsiteY68" fmla="*/ 166688 h 169069"/>
                <a:gd name="connsiteX69" fmla="*/ 335756 w 1283494"/>
                <a:gd name="connsiteY69" fmla="*/ 159544 h 169069"/>
                <a:gd name="connsiteX70" fmla="*/ 302418 w 1283494"/>
                <a:gd name="connsiteY70" fmla="*/ 157162 h 169069"/>
                <a:gd name="connsiteX71" fmla="*/ 252413 w 1283494"/>
                <a:gd name="connsiteY71" fmla="*/ 157162 h 169069"/>
                <a:gd name="connsiteX72" fmla="*/ 219075 w 1283494"/>
                <a:gd name="connsiteY72" fmla="*/ 169069 h 169069"/>
                <a:gd name="connsiteX73" fmla="*/ 176213 w 1283494"/>
                <a:gd name="connsiteY73" fmla="*/ 169069 h 169069"/>
                <a:gd name="connsiteX74" fmla="*/ 145256 w 1283494"/>
                <a:gd name="connsiteY74" fmla="*/ 135732 h 169069"/>
                <a:gd name="connsiteX75" fmla="*/ 126206 w 1283494"/>
                <a:gd name="connsiteY75" fmla="*/ 126207 h 169069"/>
                <a:gd name="connsiteX76" fmla="*/ 102394 w 1283494"/>
                <a:gd name="connsiteY76" fmla="*/ 104775 h 169069"/>
                <a:gd name="connsiteX77" fmla="*/ 90488 w 1283494"/>
                <a:gd name="connsiteY77" fmla="*/ 80963 h 169069"/>
                <a:gd name="connsiteX78" fmla="*/ 61913 w 1283494"/>
                <a:gd name="connsiteY78" fmla="*/ 59532 h 169069"/>
                <a:gd name="connsiteX79" fmla="*/ 0 w 1283494"/>
                <a:gd name="connsiteY79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57175 w 1283494"/>
                <a:gd name="connsiteY8" fmla="*/ 111919 h 169069"/>
                <a:gd name="connsiteX9" fmla="*/ 273844 w 1283494"/>
                <a:gd name="connsiteY9" fmla="*/ 100013 h 169069"/>
                <a:gd name="connsiteX10" fmla="*/ 285750 w 1283494"/>
                <a:gd name="connsiteY10" fmla="*/ 111919 h 169069"/>
                <a:gd name="connsiteX11" fmla="*/ 304800 w 1283494"/>
                <a:gd name="connsiteY11" fmla="*/ 126207 h 169069"/>
                <a:gd name="connsiteX12" fmla="*/ 323850 w 1283494"/>
                <a:gd name="connsiteY12" fmla="*/ 140494 h 169069"/>
                <a:gd name="connsiteX13" fmla="*/ 357188 w 1283494"/>
                <a:gd name="connsiteY13" fmla="*/ 150019 h 169069"/>
                <a:gd name="connsiteX14" fmla="*/ 390525 w 1283494"/>
                <a:gd name="connsiteY14" fmla="*/ 150019 h 169069"/>
                <a:gd name="connsiteX15" fmla="*/ 426244 w 1283494"/>
                <a:gd name="connsiteY15" fmla="*/ 147638 h 169069"/>
                <a:gd name="connsiteX16" fmla="*/ 519113 w 1283494"/>
                <a:gd name="connsiteY16" fmla="*/ 133350 h 169069"/>
                <a:gd name="connsiteX17" fmla="*/ 569119 w 1283494"/>
                <a:gd name="connsiteY17" fmla="*/ 138113 h 169069"/>
                <a:gd name="connsiteX18" fmla="*/ 602456 w 1283494"/>
                <a:gd name="connsiteY18" fmla="*/ 140494 h 169069"/>
                <a:gd name="connsiteX19" fmla="*/ 702469 w 1283494"/>
                <a:gd name="connsiteY19" fmla="*/ 138113 h 169069"/>
                <a:gd name="connsiteX20" fmla="*/ 747713 w 1283494"/>
                <a:gd name="connsiteY20" fmla="*/ 135732 h 169069"/>
                <a:gd name="connsiteX21" fmla="*/ 764381 w 1283494"/>
                <a:gd name="connsiteY21" fmla="*/ 119063 h 169069"/>
                <a:gd name="connsiteX22" fmla="*/ 823913 w 1283494"/>
                <a:gd name="connsiteY22" fmla="*/ 80963 h 169069"/>
                <a:gd name="connsiteX23" fmla="*/ 845344 w 1283494"/>
                <a:gd name="connsiteY23" fmla="*/ 66675 h 169069"/>
                <a:gd name="connsiteX24" fmla="*/ 881063 w 1283494"/>
                <a:gd name="connsiteY24" fmla="*/ 64294 h 169069"/>
                <a:gd name="connsiteX25" fmla="*/ 935831 w 1283494"/>
                <a:gd name="connsiteY25" fmla="*/ 71438 h 169069"/>
                <a:gd name="connsiteX26" fmla="*/ 964406 w 1283494"/>
                <a:gd name="connsiteY26" fmla="*/ 85725 h 169069"/>
                <a:gd name="connsiteX27" fmla="*/ 1023938 w 1283494"/>
                <a:gd name="connsiteY27" fmla="*/ 100013 h 169069"/>
                <a:gd name="connsiteX28" fmla="*/ 1042988 w 1283494"/>
                <a:gd name="connsiteY28" fmla="*/ 97632 h 169069"/>
                <a:gd name="connsiteX29" fmla="*/ 1073944 w 1283494"/>
                <a:gd name="connsiteY29" fmla="*/ 88107 h 169069"/>
                <a:gd name="connsiteX30" fmla="*/ 1107281 w 1283494"/>
                <a:gd name="connsiteY30" fmla="*/ 45244 h 169069"/>
                <a:gd name="connsiteX31" fmla="*/ 1123950 w 1283494"/>
                <a:gd name="connsiteY31" fmla="*/ 30957 h 169069"/>
                <a:gd name="connsiteX32" fmla="*/ 1159669 w 1283494"/>
                <a:gd name="connsiteY32" fmla="*/ 16669 h 169069"/>
                <a:gd name="connsiteX33" fmla="*/ 1190625 w 1283494"/>
                <a:gd name="connsiteY33" fmla="*/ 19050 h 169069"/>
                <a:gd name="connsiteX34" fmla="*/ 1223963 w 1283494"/>
                <a:gd name="connsiteY34" fmla="*/ 26194 h 169069"/>
                <a:gd name="connsiteX35" fmla="*/ 1247775 w 1283494"/>
                <a:gd name="connsiteY35" fmla="*/ 9525 h 169069"/>
                <a:gd name="connsiteX36" fmla="*/ 1254919 w 1283494"/>
                <a:gd name="connsiteY36" fmla="*/ 0 h 169069"/>
                <a:gd name="connsiteX37" fmla="*/ 1278731 w 1283494"/>
                <a:gd name="connsiteY37" fmla="*/ 4763 h 169069"/>
                <a:gd name="connsiteX38" fmla="*/ 1283494 w 1283494"/>
                <a:gd name="connsiteY38" fmla="*/ 9525 h 169069"/>
                <a:gd name="connsiteX39" fmla="*/ 1250156 w 1283494"/>
                <a:gd name="connsiteY39" fmla="*/ 26194 h 169069"/>
                <a:gd name="connsiteX40" fmla="*/ 1233488 w 1283494"/>
                <a:gd name="connsiteY40" fmla="*/ 38100 h 169069"/>
                <a:gd name="connsiteX41" fmla="*/ 1216819 w 1283494"/>
                <a:gd name="connsiteY41" fmla="*/ 40482 h 169069"/>
                <a:gd name="connsiteX42" fmla="*/ 1181100 w 1283494"/>
                <a:gd name="connsiteY42" fmla="*/ 33338 h 169069"/>
                <a:gd name="connsiteX43" fmla="*/ 1159669 w 1283494"/>
                <a:gd name="connsiteY43" fmla="*/ 30957 h 169069"/>
                <a:gd name="connsiteX44" fmla="*/ 1143000 w 1283494"/>
                <a:gd name="connsiteY44" fmla="*/ 35719 h 169069"/>
                <a:gd name="connsiteX45" fmla="*/ 1119188 w 1283494"/>
                <a:gd name="connsiteY45" fmla="*/ 61913 h 169069"/>
                <a:gd name="connsiteX46" fmla="*/ 1102519 w 1283494"/>
                <a:gd name="connsiteY46" fmla="*/ 92869 h 169069"/>
                <a:gd name="connsiteX47" fmla="*/ 1085850 w 1283494"/>
                <a:gd name="connsiteY47" fmla="*/ 107157 h 169069"/>
                <a:gd name="connsiteX48" fmla="*/ 1066800 w 1283494"/>
                <a:gd name="connsiteY48" fmla="*/ 111919 h 169069"/>
                <a:gd name="connsiteX49" fmla="*/ 1045369 w 1283494"/>
                <a:gd name="connsiteY49" fmla="*/ 114300 h 169069"/>
                <a:gd name="connsiteX50" fmla="*/ 1009650 w 1283494"/>
                <a:gd name="connsiteY50" fmla="*/ 114300 h 169069"/>
                <a:gd name="connsiteX51" fmla="*/ 978694 w 1283494"/>
                <a:gd name="connsiteY51" fmla="*/ 104775 h 169069"/>
                <a:gd name="connsiteX52" fmla="*/ 942975 w 1283494"/>
                <a:gd name="connsiteY52" fmla="*/ 95250 h 169069"/>
                <a:gd name="connsiteX53" fmla="*/ 909638 w 1283494"/>
                <a:gd name="connsiteY53" fmla="*/ 85725 h 169069"/>
                <a:gd name="connsiteX54" fmla="*/ 873919 w 1283494"/>
                <a:gd name="connsiteY54" fmla="*/ 76200 h 169069"/>
                <a:gd name="connsiteX55" fmla="*/ 847725 w 1283494"/>
                <a:gd name="connsiteY55" fmla="*/ 76200 h 169069"/>
                <a:gd name="connsiteX56" fmla="*/ 807244 w 1283494"/>
                <a:gd name="connsiteY56" fmla="*/ 100013 h 169069"/>
                <a:gd name="connsiteX57" fmla="*/ 781050 w 1283494"/>
                <a:gd name="connsiteY57" fmla="*/ 123825 h 169069"/>
                <a:gd name="connsiteX58" fmla="*/ 766763 w 1283494"/>
                <a:gd name="connsiteY58" fmla="*/ 140494 h 169069"/>
                <a:gd name="connsiteX59" fmla="*/ 745331 w 1283494"/>
                <a:gd name="connsiteY59" fmla="*/ 157163 h 169069"/>
                <a:gd name="connsiteX60" fmla="*/ 711994 w 1283494"/>
                <a:gd name="connsiteY60" fmla="*/ 159544 h 169069"/>
                <a:gd name="connsiteX61" fmla="*/ 652463 w 1283494"/>
                <a:gd name="connsiteY61" fmla="*/ 157163 h 169069"/>
                <a:gd name="connsiteX62" fmla="*/ 585788 w 1283494"/>
                <a:gd name="connsiteY62" fmla="*/ 157163 h 169069"/>
                <a:gd name="connsiteX63" fmla="*/ 554831 w 1283494"/>
                <a:gd name="connsiteY63" fmla="*/ 161925 h 169069"/>
                <a:gd name="connsiteX64" fmla="*/ 497681 w 1283494"/>
                <a:gd name="connsiteY64" fmla="*/ 164307 h 169069"/>
                <a:gd name="connsiteX65" fmla="*/ 452438 w 1283494"/>
                <a:gd name="connsiteY65" fmla="*/ 164307 h 169069"/>
                <a:gd name="connsiteX66" fmla="*/ 428625 w 1283494"/>
                <a:gd name="connsiteY66" fmla="*/ 164307 h 169069"/>
                <a:gd name="connsiteX67" fmla="*/ 407194 w 1283494"/>
                <a:gd name="connsiteY67" fmla="*/ 169069 h 169069"/>
                <a:gd name="connsiteX68" fmla="*/ 359569 w 1283494"/>
                <a:gd name="connsiteY68" fmla="*/ 166688 h 169069"/>
                <a:gd name="connsiteX69" fmla="*/ 335756 w 1283494"/>
                <a:gd name="connsiteY69" fmla="*/ 159544 h 169069"/>
                <a:gd name="connsiteX70" fmla="*/ 302418 w 1283494"/>
                <a:gd name="connsiteY70" fmla="*/ 157162 h 169069"/>
                <a:gd name="connsiteX71" fmla="*/ 252413 w 1283494"/>
                <a:gd name="connsiteY71" fmla="*/ 157162 h 169069"/>
                <a:gd name="connsiteX72" fmla="*/ 219075 w 1283494"/>
                <a:gd name="connsiteY72" fmla="*/ 169069 h 169069"/>
                <a:gd name="connsiteX73" fmla="*/ 176213 w 1283494"/>
                <a:gd name="connsiteY73" fmla="*/ 169069 h 169069"/>
                <a:gd name="connsiteX74" fmla="*/ 145256 w 1283494"/>
                <a:gd name="connsiteY74" fmla="*/ 135732 h 169069"/>
                <a:gd name="connsiteX75" fmla="*/ 126206 w 1283494"/>
                <a:gd name="connsiteY75" fmla="*/ 126207 h 169069"/>
                <a:gd name="connsiteX76" fmla="*/ 102394 w 1283494"/>
                <a:gd name="connsiteY76" fmla="*/ 104775 h 169069"/>
                <a:gd name="connsiteX77" fmla="*/ 90488 w 1283494"/>
                <a:gd name="connsiteY77" fmla="*/ 80963 h 169069"/>
                <a:gd name="connsiteX78" fmla="*/ 61913 w 1283494"/>
                <a:gd name="connsiteY78" fmla="*/ 59532 h 169069"/>
                <a:gd name="connsiteX79" fmla="*/ 0 w 1283494"/>
                <a:gd name="connsiteY79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57175 w 1283494"/>
                <a:gd name="connsiteY8" fmla="*/ 111919 h 169069"/>
                <a:gd name="connsiteX9" fmla="*/ 285750 w 1283494"/>
                <a:gd name="connsiteY9" fmla="*/ 111919 h 169069"/>
                <a:gd name="connsiteX10" fmla="*/ 304800 w 1283494"/>
                <a:gd name="connsiteY10" fmla="*/ 126207 h 169069"/>
                <a:gd name="connsiteX11" fmla="*/ 323850 w 1283494"/>
                <a:gd name="connsiteY11" fmla="*/ 140494 h 169069"/>
                <a:gd name="connsiteX12" fmla="*/ 357188 w 1283494"/>
                <a:gd name="connsiteY12" fmla="*/ 150019 h 169069"/>
                <a:gd name="connsiteX13" fmla="*/ 390525 w 1283494"/>
                <a:gd name="connsiteY13" fmla="*/ 150019 h 169069"/>
                <a:gd name="connsiteX14" fmla="*/ 426244 w 1283494"/>
                <a:gd name="connsiteY14" fmla="*/ 147638 h 169069"/>
                <a:gd name="connsiteX15" fmla="*/ 519113 w 1283494"/>
                <a:gd name="connsiteY15" fmla="*/ 133350 h 169069"/>
                <a:gd name="connsiteX16" fmla="*/ 569119 w 1283494"/>
                <a:gd name="connsiteY16" fmla="*/ 138113 h 169069"/>
                <a:gd name="connsiteX17" fmla="*/ 602456 w 1283494"/>
                <a:gd name="connsiteY17" fmla="*/ 140494 h 169069"/>
                <a:gd name="connsiteX18" fmla="*/ 702469 w 1283494"/>
                <a:gd name="connsiteY18" fmla="*/ 138113 h 169069"/>
                <a:gd name="connsiteX19" fmla="*/ 747713 w 1283494"/>
                <a:gd name="connsiteY19" fmla="*/ 135732 h 169069"/>
                <a:gd name="connsiteX20" fmla="*/ 764381 w 1283494"/>
                <a:gd name="connsiteY20" fmla="*/ 119063 h 169069"/>
                <a:gd name="connsiteX21" fmla="*/ 823913 w 1283494"/>
                <a:gd name="connsiteY21" fmla="*/ 80963 h 169069"/>
                <a:gd name="connsiteX22" fmla="*/ 845344 w 1283494"/>
                <a:gd name="connsiteY22" fmla="*/ 66675 h 169069"/>
                <a:gd name="connsiteX23" fmla="*/ 881063 w 1283494"/>
                <a:gd name="connsiteY23" fmla="*/ 64294 h 169069"/>
                <a:gd name="connsiteX24" fmla="*/ 935831 w 1283494"/>
                <a:gd name="connsiteY24" fmla="*/ 71438 h 169069"/>
                <a:gd name="connsiteX25" fmla="*/ 964406 w 1283494"/>
                <a:gd name="connsiteY25" fmla="*/ 85725 h 169069"/>
                <a:gd name="connsiteX26" fmla="*/ 1023938 w 1283494"/>
                <a:gd name="connsiteY26" fmla="*/ 100013 h 169069"/>
                <a:gd name="connsiteX27" fmla="*/ 1042988 w 1283494"/>
                <a:gd name="connsiteY27" fmla="*/ 97632 h 169069"/>
                <a:gd name="connsiteX28" fmla="*/ 1073944 w 1283494"/>
                <a:gd name="connsiteY28" fmla="*/ 88107 h 169069"/>
                <a:gd name="connsiteX29" fmla="*/ 1107281 w 1283494"/>
                <a:gd name="connsiteY29" fmla="*/ 45244 h 169069"/>
                <a:gd name="connsiteX30" fmla="*/ 1123950 w 1283494"/>
                <a:gd name="connsiteY30" fmla="*/ 30957 h 169069"/>
                <a:gd name="connsiteX31" fmla="*/ 1159669 w 1283494"/>
                <a:gd name="connsiteY31" fmla="*/ 16669 h 169069"/>
                <a:gd name="connsiteX32" fmla="*/ 1190625 w 1283494"/>
                <a:gd name="connsiteY32" fmla="*/ 19050 h 169069"/>
                <a:gd name="connsiteX33" fmla="*/ 1223963 w 1283494"/>
                <a:gd name="connsiteY33" fmla="*/ 26194 h 169069"/>
                <a:gd name="connsiteX34" fmla="*/ 1247775 w 1283494"/>
                <a:gd name="connsiteY34" fmla="*/ 9525 h 169069"/>
                <a:gd name="connsiteX35" fmla="*/ 1254919 w 1283494"/>
                <a:gd name="connsiteY35" fmla="*/ 0 h 169069"/>
                <a:gd name="connsiteX36" fmla="*/ 1278731 w 1283494"/>
                <a:gd name="connsiteY36" fmla="*/ 4763 h 169069"/>
                <a:gd name="connsiteX37" fmla="*/ 1283494 w 1283494"/>
                <a:gd name="connsiteY37" fmla="*/ 9525 h 169069"/>
                <a:gd name="connsiteX38" fmla="*/ 1250156 w 1283494"/>
                <a:gd name="connsiteY38" fmla="*/ 26194 h 169069"/>
                <a:gd name="connsiteX39" fmla="*/ 1233488 w 1283494"/>
                <a:gd name="connsiteY39" fmla="*/ 38100 h 169069"/>
                <a:gd name="connsiteX40" fmla="*/ 1216819 w 1283494"/>
                <a:gd name="connsiteY40" fmla="*/ 40482 h 169069"/>
                <a:gd name="connsiteX41" fmla="*/ 1181100 w 1283494"/>
                <a:gd name="connsiteY41" fmla="*/ 33338 h 169069"/>
                <a:gd name="connsiteX42" fmla="*/ 1159669 w 1283494"/>
                <a:gd name="connsiteY42" fmla="*/ 30957 h 169069"/>
                <a:gd name="connsiteX43" fmla="*/ 1143000 w 1283494"/>
                <a:gd name="connsiteY43" fmla="*/ 35719 h 169069"/>
                <a:gd name="connsiteX44" fmla="*/ 1119188 w 1283494"/>
                <a:gd name="connsiteY44" fmla="*/ 61913 h 169069"/>
                <a:gd name="connsiteX45" fmla="*/ 1102519 w 1283494"/>
                <a:gd name="connsiteY45" fmla="*/ 92869 h 169069"/>
                <a:gd name="connsiteX46" fmla="*/ 1085850 w 1283494"/>
                <a:gd name="connsiteY46" fmla="*/ 107157 h 169069"/>
                <a:gd name="connsiteX47" fmla="*/ 1066800 w 1283494"/>
                <a:gd name="connsiteY47" fmla="*/ 111919 h 169069"/>
                <a:gd name="connsiteX48" fmla="*/ 1045369 w 1283494"/>
                <a:gd name="connsiteY48" fmla="*/ 114300 h 169069"/>
                <a:gd name="connsiteX49" fmla="*/ 1009650 w 1283494"/>
                <a:gd name="connsiteY49" fmla="*/ 114300 h 169069"/>
                <a:gd name="connsiteX50" fmla="*/ 978694 w 1283494"/>
                <a:gd name="connsiteY50" fmla="*/ 104775 h 169069"/>
                <a:gd name="connsiteX51" fmla="*/ 942975 w 1283494"/>
                <a:gd name="connsiteY51" fmla="*/ 95250 h 169069"/>
                <a:gd name="connsiteX52" fmla="*/ 909638 w 1283494"/>
                <a:gd name="connsiteY52" fmla="*/ 85725 h 169069"/>
                <a:gd name="connsiteX53" fmla="*/ 873919 w 1283494"/>
                <a:gd name="connsiteY53" fmla="*/ 76200 h 169069"/>
                <a:gd name="connsiteX54" fmla="*/ 847725 w 1283494"/>
                <a:gd name="connsiteY54" fmla="*/ 76200 h 169069"/>
                <a:gd name="connsiteX55" fmla="*/ 807244 w 1283494"/>
                <a:gd name="connsiteY55" fmla="*/ 100013 h 169069"/>
                <a:gd name="connsiteX56" fmla="*/ 781050 w 1283494"/>
                <a:gd name="connsiteY56" fmla="*/ 123825 h 169069"/>
                <a:gd name="connsiteX57" fmla="*/ 766763 w 1283494"/>
                <a:gd name="connsiteY57" fmla="*/ 140494 h 169069"/>
                <a:gd name="connsiteX58" fmla="*/ 745331 w 1283494"/>
                <a:gd name="connsiteY58" fmla="*/ 157163 h 169069"/>
                <a:gd name="connsiteX59" fmla="*/ 711994 w 1283494"/>
                <a:gd name="connsiteY59" fmla="*/ 159544 h 169069"/>
                <a:gd name="connsiteX60" fmla="*/ 652463 w 1283494"/>
                <a:gd name="connsiteY60" fmla="*/ 157163 h 169069"/>
                <a:gd name="connsiteX61" fmla="*/ 585788 w 1283494"/>
                <a:gd name="connsiteY61" fmla="*/ 157163 h 169069"/>
                <a:gd name="connsiteX62" fmla="*/ 554831 w 1283494"/>
                <a:gd name="connsiteY62" fmla="*/ 161925 h 169069"/>
                <a:gd name="connsiteX63" fmla="*/ 497681 w 1283494"/>
                <a:gd name="connsiteY63" fmla="*/ 164307 h 169069"/>
                <a:gd name="connsiteX64" fmla="*/ 452438 w 1283494"/>
                <a:gd name="connsiteY64" fmla="*/ 164307 h 169069"/>
                <a:gd name="connsiteX65" fmla="*/ 428625 w 1283494"/>
                <a:gd name="connsiteY65" fmla="*/ 164307 h 169069"/>
                <a:gd name="connsiteX66" fmla="*/ 407194 w 1283494"/>
                <a:gd name="connsiteY66" fmla="*/ 169069 h 169069"/>
                <a:gd name="connsiteX67" fmla="*/ 359569 w 1283494"/>
                <a:gd name="connsiteY67" fmla="*/ 166688 h 169069"/>
                <a:gd name="connsiteX68" fmla="*/ 335756 w 1283494"/>
                <a:gd name="connsiteY68" fmla="*/ 159544 h 169069"/>
                <a:gd name="connsiteX69" fmla="*/ 302418 w 1283494"/>
                <a:gd name="connsiteY69" fmla="*/ 157162 h 169069"/>
                <a:gd name="connsiteX70" fmla="*/ 252413 w 1283494"/>
                <a:gd name="connsiteY70" fmla="*/ 157162 h 169069"/>
                <a:gd name="connsiteX71" fmla="*/ 219075 w 1283494"/>
                <a:gd name="connsiteY71" fmla="*/ 169069 h 169069"/>
                <a:gd name="connsiteX72" fmla="*/ 176213 w 1283494"/>
                <a:gd name="connsiteY72" fmla="*/ 169069 h 169069"/>
                <a:gd name="connsiteX73" fmla="*/ 145256 w 1283494"/>
                <a:gd name="connsiteY73" fmla="*/ 135732 h 169069"/>
                <a:gd name="connsiteX74" fmla="*/ 126206 w 1283494"/>
                <a:gd name="connsiteY74" fmla="*/ 126207 h 169069"/>
                <a:gd name="connsiteX75" fmla="*/ 102394 w 1283494"/>
                <a:gd name="connsiteY75" fmla="*/ 104775 h 169069"/>
                <a:gd name="connsiteX76" fmla="*/ 90488 w 1283494"/>
                <a:gd name="connsiteY76" fmla="*/ 80963 h 169069"/>
                <a:gd name="connsiteX77" fmla="*/ 61913 w 1283494"/>
                <a:gd name="connsiteY77" fmla="*/ 59532 h 169069"/>
                <a:gd name="connsiteX78" fmla="*/ 0 w 1283494"/>
                <a:gd name="connsiteY78" fmla="*/ 23813 h 169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283494" h="169069">
                  <a:moveTo>
                    <a:pt x="0" y="23813"/>
                  </a:moveTo>
                  <a:lnTo>
                    <a:pt x="0" y="23813"/>
                  </a:lnTo>
                  <a:lnTo>
                    <a:pt x="71438" y="40482"/>
                  </a:lnTo>
                  <a:lnTo>
                    <a:pt x="111919" y="54769"/>
                  </a:lnTo>
                  <a:lnTo>
                    <a:pt x="121444" y="71438"/>
                  </a:lnTo>
                  <a:lnTo>
                    <a:pt x="140494" y="102394"/>
                  </a:lnTo>
                  <a:lnTo>
                    <a:pt x="173831" y="121444"/>
                  </a:lnTo>
                  <a:lnTo>
                    <a:pt x="211931" y="146207"/>
                  </a:lnTo>
                  <a:lnTo>
                    <a:pt x="257175" y="111919"/>
                  </a:lnTo>
                  <a:lnTo>
                    <a:pt x="285750" y="111919"/>
                  </a:lnTo>
                  <a:lnTo>
                    <a:pt x="304800" y="126207"/>
                  </a:lnTo>
                  <a:lnTo>
                    <a:pt x="323850" y="140494"/>
                  </a:lnTo>
                  <a:lnTo>
                    <a:pt x="357188" y="150019"/>
                  </a:lnTo>
                  <a:lnTo>
                    <a:pt x="390525" y="150019"/>
                  </a:lnTo>
                  <a:lnTo>
                    <a:pt x="426244" y="147638"/>
                  </a:lnTo>
                  <a:lnTo>
                    <a:pt x="519113" y="133350"/>
                  </a:lnTo>
                  <a:lnTo>
                    <a:pt x="569119" y="138113"/>
                  </a:lnTo>
                  <a:lnTo>
                    <a:pt x="602456" y="140494"/>
                  </a:lnTo>
                  <a:lnTo>
                    <a:pt x="702469" y="138113"/>
                  </a:lnTo>
                  <a:lnTo>
                    <a:pt x="747713" y="135732"/>
                  </a:lnTo>
                  <a:lnTo>
                    <a:pt x="764381" y="119063"/>
                  </a:lnTo>
                  <a:lnTo>
                    <a:pt x="823913" y="80963"/>
                  </a:lnTo>
                  <a:lnTo>
                    <a:pt x="845344" y="66675"/>
                  </a:lnTo>
                  <a:lnTo>
                    <a:pt x="881063" y="64294"/>
                  </a:lnTo>
                  <a:lnTo>
                    <a:pt x="935831" y="71438"/>
                  </a:lnTo>
                  <a:lnTo>
                    <a:pt x="964406" y="85725"/>
                  </a:lnTo>
                  <a:lnTo>
                    <a:pt x="1023938" y="100013"/>
                  </a:lnTo>
                  <a:lnTo>
                    <a:pt x="1042988" y="97632"/>
                  </a:lnTo>
                  <a:lnTo>
                    <a:pt x="1073944" y="88107"/>
                  </a:lnTo>
                  <a:lnTo>
                    <a:pt x="1107281" y="45244"/>
                  </a:lnTo>
                  <a:lnTo>
                    <a:pt x="1123950" y="30957"/>
                  </a:lnTo>
                  <a:lnTo>
                    <a:pt x="1159669" y="16669"/>
                  </a:lnTo>
                  <a:lnTo>
                    <a:pt x="1190625" y="19050"/>
                  </a:lnTo>
                  <a:lnTo>
                    <a:pt x="1223963" y="26194"/>
                  </a:lnTo>
                  <a:lnTo>
                    <a:pt x="1247775" y="9525"/>
                  </a:lnTo>
                  <a:lnTo>
                    <a:pt x="1254919" y="0"/>
                  </a:lnTo>
                  <a:lnTo>
                    <a:pt x="1278731" y="4763"/>
                  </a:lnTo>
                  <a:lnTo>
                    <a:pt x="1283494" y="9525"/>
                  </a:lnTo>
                  <a:lnTo>
                    <a:pt x="1250156" y="26194"/>
                  </a:lnTo>
                  <a:lnTo>
                    <a:pt x="1233488" y="38100"/>
                  </a:lnTo>
                  <a:lnTo>
                    <a:pt x="1216819" y="40482"/>
                  </a:lnTo>
                  <a:lnTo>
                    <a:pt x="1181100" y="33338"/>
                  </a:lnTo>
                  <a:lnTo>
                    <a:pt x="1159669" y="30957"/>
                  </a:lnTo>
                  <a:lnTo>
                    <a:pt x="1143000" y="35719"/>
                  </a:lnTo>
                  <a:lnTo>
                    <a:pt x="1119188" y="61913"/>
                  </a:lnTo>
                  <a:lnTo>
                    <a:pt x="1102519" y="92869"/>
                  </a:lnTo>
                  <a:lnTo>
                    <a:pt x="1085850" y="107157"/>
                  </a:lnTo>
                  <a:lnTo>
                    <a:pt x="1066800" y="111919"/>
                  </a:lnTo>
                  <a:lnTo>
                    <a:pt x="1045369" y="114300"/>
                  </a:lnTo>
                  <a:lnTo>
                    <a:pt x="1009650" y="114300"/>
                  </a:lnTo>
                  <a:lnTo>
                    <a:pt x="978694" y="104775"/>
                  </a:lnTo>
                  <a:lnTo>
                    <a:pt x="942975" y="95250"/>
                  </a:lnTo>
                  <a:lnTo>
                    <a:pt x="909638" y="85725"/>
                  </a:lnTo>
                  <a:lnTo>
                    <a:pt x="873919" y="76200"/>
                  </a:lnTo>
                  <a:lnTo>
                    <a:pt x="847725" y="76200"/>
                  </a:lnTo>
                  <a:lnTo>
                    <a:pt x="807244" y="100013"/>
                  </a:lnTo>
                  <a:lnTo>
                    <a:pt x="781050" y="123825"/>
                  </a:lnTo>
                  <a:lnTo>
                    <a:pt x="766763" y="140494"/>
                  </a:lnTo>
                  <a:lnTo>
                    <a:pt x="745331" y="157163"/>
                  </a:lnTo>
                  <a:lnTo>
                    <a:pt x="711994" y="159544"/>
                  </a:lnTo>
                  <a:lnTo>
                    <a:pt x="652463" y="157163"/>
                  </a:lnTo>
                  <a:lnTo>
                    <a:pt x="585788" y="157163"/>
                  </a:lnTo>
                  <a:lnTo>
                    <a:pt x="554831" y="161925"/>
                  </a:lnTo>
                  <a:lnTo>
                    <a:pt x="497681" y="164307"/>
                  </a:lnTo>
                  <a:lnTo>
                    <a:pt x="452438" y="164307"/>
                  </a:lnTo>
                  <a:lnTo>
                    <a:pt x="428625" y="164307"/>
                  </a:lnTo>
                  <a:lnTo>
                    <a:pt x="407194" y="169069"/>
                  </a:lnTo>
                  <a:lnTo>
                    <a:pt x="359569" y="166688"/>
                  </a:lnTo>
                  <a:lnTo>
                    <a:pt x="335756" y="159544"/>
                  </a:lnTo>
                  <a:lnTo>
                    <a:pt x="302418" y="157162"/>
                  </a:lnTo>
                  <a:lnTo>
                    <a:pt x="252413" y="157162"/>
                  </a:lnTo>
                  <a:lnTo>
                    <a:pt x="219075" y="169069"/>
                  </a:lnTo>
                  <a:lnTo>
                    <a:pt x="176213" y="169069"/>
                  </a:lnTo>
                  <a:lnTo>
                    <a:pt x="145256" y="135732"/>
                  </a:lnTo>
                  <a:lnTo>
                    <a:pt x="126206" y="126207"/>
                  </a:lnTo>
                  <a:lnTo>
                    <a:pt x="102394" y="104775"/>
                  </a:lnTo>
                  <a:lnTo>
                    <a:pt x="90488" y="80963"/>
                  </a:lnTo>
                  <a:lnTo>
                    <a:pt x="61913" y="59532"/>
                  </a:lnTo>
                  <a:lnTo>
                    <a:pt x="0" y="23813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4841081" y="1616869"/>
              <a:ext cx="1076325" cy="328612"/>
            </a:xfrm>
            <a:custGeom>
              <a:avLst/>
              <a:gdLst>
                <a:gd name="connsiteX0" fmla="*/ 1076325 w 1076325"/>
                <a:gd name="connsiteY0" fmla="*/ 97631 h 328612"/>
                <a:gd name="connsiteX1" fmla="*/ 259556 w 1076325"/>
                <a:gd name="connsiteY1" fmla="*/ 0 h 328612"/>
                <a:gd name="connsiteX2" fmla="*/ 83344 w 1076325"/>
                <a:gd name="connsiteY2" fmla="*/ 61912 h 328612"/>
                <a:gd name="connsiteX3" fmla="*/ 173831 w 1076325"/>
                <a:gd name="connsiteY3" fmla="*/ 119062 h 328612"/>
                <a:gd name="connsiteX4" fmla="*/ 0 w 1076325"/>
                <a:gd name="connsiteY4" fmla="*/ 192881 h 328612"/>
                <a:gd name="connsiteX5" fmla="*/ 111919 w 1076325"/>
                <a:gd name="connsiteY5" fmla="*/ 269081 h 328612"/>
                <a:gd name="connsiteX6" fmla="*/ 233362 w 1076325"/>
                <a:gd name="connsiteY6" fmla="*/ 219075 h 328612"/>
                <a:gd name="connsiteX7" fmla="*/ 321469 w 1076325"/>
                <a:gd name="connsiteY7" fmla="*/ 328612 h 328612"/>
                <a:gd name="connsiteX8" fmla="*/ 573881 w 1076325"/>
                <a:gd name="connsiteY8" fmla="*/ 242887 h 328612"/>
                <a:gd name="connsiteX9" fmla="*/ 781050 w 1076325"/>
                <a:gd name="connsiteY9" fmla="*/ 180975 h 328612"/>
                <a:gd name="connsiteX10" fmla="*/ 864394 w 1076325"/>
                <a:gd name="connsiteY10" fmla="*/ 157162 h 328612"/>
                <a:gd name="connsiteX11" fmla="*/ 1076325 w 1076325"/>
                <a:gd name="connsiteY11" fmla="*/ 97631 h 32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25" h="328612">
                  <a:moveTo>
                    <a:pt x="1076325" y="97631"/>
                  </a:moveTo>
                  <a:lnTo>
                    <a:pt x="259556" y="0"/>
                  </a:lnTo>
                  <a:lnTo>
                    <a:pt x="83344" y="61912"/>
                  </a:lnTo>
                  <a:lnTo>
                    <a:pt x="173831" y="119062"/>
                  </a:lnTo>
                  <a:lnTo>
                    <a:pt x="0" y="192881"/>
                  </a:lnTo>
                  <a:lnTo>
                    <a:pt x="111919" y="269081"/>
                  </a:lnTo>
                  <a:lnTo>
                    <a:pt x="233362" y="219075"/>
                  </a:lnTo>
                  <a:lnTo>
                    <a:pt x="321469" y="328612"/>
                  </a:lnTo>
                  <a:lnTo>
                    <a:pt x="573881" y="242887"/>
                  </a:lnTo>
                  <a:lnTo>
                    <a:pt x="781050" y="180975"/>
                  </a:lnTo>
                  <a:lnTo>
                    <a:pt x="864394" y="157162"/>
                  </a:lnTo>
                  <a:lnTo>
                    <a:pt x="1076325" y="97631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26" name="Group 105"/>
            <p:cNvGrpSpPr/>
            <p:nvPr/>
          </p:nvGrpSpPr>
          <p:grpSpPr>
            <a:xfrm>
              <a:off x="4959668" y="1659731"/>
              <a:ext cx="870541" cy="1081088"/>
              <a:chOff x="4954906" y="3019425"/>
              <a:chExt cx="870541" cy="1081088"/>
            </a:xfrm>
            <a:solidFill>
              <a:schemeClr val="bg1">
                <a:lumMod val="75000"/>
              </a:schemeClr>
            </a:solidFill>
          </p:grpSpPr>
          <p:sp>
            <p:nvSpPr>
              <p:cNvPr id="126" name="Can 125"/>
              <p:cNvSpPr/>
              <p:nvPr/>
            </p:nvSpPr>
            <p:spPr>
              <a:xfrm>
                <a:off x="5779728" y="3078969"/>
                <a:ext cx="45719" cy="183357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7" name="Can 126"/>
              <p:cNvSpPr/>
              <p:nvPr/>
            </p:nvSpPr>
            <p:spPr>
              <a:xfrm>
                <a:off x="5578794" y="3121818"/>
                <a:ext cx="45719" cy="978695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8" name="Can 127"/>
              <p:cNvSpPr/>
              <p:nvPr/>
            </p:nvSpPr>
            <p:spPr>
              <a:xfrm>
                <a:off x="5306378" y="3213496"/>
                <a:ext cx="45719" cy="553641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9" name="Can 128"/>
              <p:cNvSpPr/>
              <p:nvPr/>
            </p:nvSpPr>
            <p:spPr>
              <a:xfrm>
                <a:off x="5126831" y="3019425"/>
                <a:ext cx="45719" cy="45719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0" name="Can 129"/>
              <p:cNvSpPr/>
              <p:nvPr/>
            </p:nvSpPr>
            <p:spPr>
              <a:xfrm>
                <a:off x="5306378" y="3053715"/>
                <a:ext cx="45719" cy="45719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1" name="Can 130"/>
              <p:cNvSpPr/>
              <p:nvPr/>
            </p:nvSpPr>
            <p:spPr>
              <a:xfrm>
                <a:off x="4954906" y="3148965"/>
                <a:ext cx="45719" cy="45719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2" name="Can 131"/>
              <p:cNvSpPr/>
              <p:nvPr/>
            </p:nvSpPr>
            <p:spPr>
              <a:xfrm>
                <a:off x="5484039" y="3041334"/>
                <a:ext cx="45719" cy="45719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27" name="Can 26"/>
            <p:cNvSpPr/>
            <p:nvPr/>
          </p:nvSpPr>
          <p:spPr>
            <a:xfrm>
              <a:off x="3388043" y="2336006"/>
              <a:ext cx="45719" cy="1023938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Can 27"/>
            <p:cNvSpPr/>
            <p:nvPr/>
          </p:nvSpPr>
          <p:spPr>
            <a:xfrm>
              <a:off x="1814037" y="1971674"/>
              <a:ext cx="45719" cy="473870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19235" y="1085999"/>
              <a:ext cx="136447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GW_ManagementArea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 rot="697791">
              <a:off x="2162753" y="2237258"/>
              <a:ext cx="11528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Unconfined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 rot="935058">
              <a:off x="2076863" y="2642566"/>
              <a:ext cx="8963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Confining bed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 rot="1020000">
              <a:off x="2000663" y="2880691"/>
              <a:ext cx="10310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Confined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95763" y="2328241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Bedrock</a:t>
              </a:r>
            </a:p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 rot="20170142">
              <a:off x="3927689" y="2394916"/>
              <a:ext cx="81304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 rot="20160000">
              <a:off x="3797629" y="2702943"/>
              <a:ext cx="813043" cy="22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 rot="900000">
              <a:off x="2321242" y="2418233"/>
              <a:ext cx="5501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 rot="1320000">
              <a:off x="3066526" y="3357030"/>
              <a:ext cx="8963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Confining bed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 rot="20160000">
              <a:off x="4037240" y="2728314"/>
              <a:ext cx="11400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GW_ConfiningBed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4453" y="1426516"/>
              <a:ext cx="62068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err="1" smtClean="0">
                  <a:latin typeface="Arial" pitchFamily="34" charset="0"/>
                  <a:cs typeface="Arial" pitchFamily="34" charset="0"/>
                </a:rPr>
                <a:t>Wellfield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4959668" y="1286126"/>
              <a:ext cx="149153" cy="52813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3357562" y="2456921"/>
              <a:ext cx="40908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Well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Isosceles Triangle 44"/>
            <p:cNvSpPr/>
            <p:nvPr/>
          </p:nvSpPr>
          <p:spPr>
            <a:xfrm rot="21120000" flipH="1">
              <a:off x="2982935" y="3148793"/>
              <a:ext cx="252000" cy="792000"/>
            </a:xfrm>
            <a:prstGeom prst="triangle">
              <a:avLst/>
            </a:prstGeom>
            <a:solidFill>
              <a:srgbClr val="677FF9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6" name="Isosceles Triangle 45"/>
            <p:cNvSpPr/>
            <p:nvPr/>
          </p:nvSpPr>
          <p:spPr>
            <a:xfrm rot="1680000" flipH="1">
              <a:off x="1378598" y="2850285"/>
              <a:ext cx="252000" cy="684000"/>
            </a:xfrm>
            <a:prstGeom prst="triangle">
              <a:avLst/>
            </a:prstGeom>
            <a:solidFill>
              <a:srgbClr val="677FF9">
                <a:alpha val="5294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683779" y="3562691"/>
              <a:ext cx="1208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Groundwater  filling the pore space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529558" y="4206985"/>
              <a:ext cx="96051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GW_FluidBody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98924" y="4513130"/>
              <a:ext cx="11785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GW_HydrogeoVoid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690678" y="3958585"/>
              <a:ext cx="101822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GW_AquiferUnit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484917" y="3418489"/>
              <a:ext cx="1099356" cy="1349808"/>
              <a:chOff x="636679" y="3671290"/>
              <a:chExt cx="1099356" cy="1349808"/>
            </a:xfrm>
          </p:grpSpPr>
          <p:pic>
            <p:nvPicPr>
              <p:cNvPr id="106" name="Picture 6" descr="C:\Users\Peter\AppData\Local\Microsoft\Windows\Temporary Internet Files\Content.IE5\DW85N11Z\Blue_magnifying_glass_icon.svg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36679" y="3671290"/>
                <a:ext cx="1099356" cy="1349808"/>
              </a:xfrm>
              <a:prstGeom prst="rect">
                <a:avLst/>
              </a:prstGeom>
              <a:noFill/>
            </p:spPr>
          </p:pic>
          <p:grpSp>
            <p:nvGrpSpPr>
              <p:cNvPr id="107" name="Group 103"/>
              <p:cNvGrpSpPr/>
              <p:nvPr/>
            </p:nvGrpSpPr>
            <p:grpSpPr>
              <a:xfrm>
                <a:off x="810117" y="3687361"/>
                <a:ext cx="900475" cy="900057"/>
                <a:chOff x="178594" y="4945856"/>
                <a:chExt cx="900475" cy="900057"/>
              </a:xfrm>
            </p:grpSpPr>
            <p:sp>
              <p:nvSpPr>
                <p:cNvPr id="108" name="Oval 107"/>
                <p:cNvSpPr/>
                <p:nvPr/>
              </p:nvSpPr>
              <p:spPr>
                <a:xfrm>
                  <a:off x="179069" y="4945913"/>
                  <a:ext cx="900000" cy="900000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grpSp>
              <p:nvGrpSpPr>
                <p:cNvPr id="109" name="Group 102"/>
                <p:cNvGrpSpPr/>
                <p:nvPr/>
              </p:nvGrpSpPr>
              <p:grpSpPr>
                <a:xfrm>
                  <a:off x="178594" y="4945856"/>
                  <a:ext cx="900112" cy="897732"/>
                  <a:chOff x="178594" y="4945856"/>
                  <a:chExt cx="900112" cy="897732"/>
                </a:xfrm>
              </p:grpSpPr>
              <p:sp>
                <p:nvSpPr>
                  <p:cNvPr id="110" name="Freeform 109"/>
                  <p:cNvSpPr/>
                  <p:nvPr/>
                </p:nvSpPr>
                <p:spPr>
                  <a:xfrm>
                    <a:off x="245269" y="4962525"/>
                    <a:ext cx="357187" cy="428625"/>
                  </a:xfrm>
                  <a:custGeom>
                    <a:avLst/>
                    <a:gdLst>
                      <a:gd name="connsiteX0" fmla="*/ 261937 w 357187"/>
                      <a:gd name="connsiteY0" fmla="*/ 0 h 428625"/>
                      <a:gd name="connsiteX1" fmla="*/ 283369 w 357187"/>
                      <a:gd name="connsiteY1" fmla="*/ 102394 h 428625"/>
                      <a:gd name="connsiteX2" fmla="*/ 319087 w 357187"/>
                      <a:gd name="connsiteY2" fmla="*/ 204788 h 428625"/>
                      <a:gd name="connsiteX3" fmla="*/ 357187 w 357187"/>
                      <a:gd name="connsiteY3" fmla="*/ 297656 h 428625"/>
                      <a:gd name="connsiteX4" fmla="*/ 164306 w 357187"/>
                      <a:gd name="connsiteY4" fmla="*/ 428625 h 428625"/>
                      <a:gd name="connsiteX5" fmla="*/ 0 w 357187"/>
                      <a:gd name="connsiteY5" fmla="*/ 197644 h 428625"/>
                      <a:gd name="connsiteX6" fmla="*/ 38100 w 357187"/>
                      <a:gd name="connsiteY6" fmla="*/ 145256 h 428625"/>
                      <a:gd name="connsiteX7" fmla="*/ 95250 w 357187"/>
                      <a:gd name="connsiteY7" fmla="*/ 90488 h 428625"/>
                      <a:gd name="connsiteX8" fmla="*/ 159544 w 357187"/>
                      <a:gd name="connsiteY8" fmla="*/ 45244 h 428625"/>
                      <a:gd name="connsiteX9" fmla="*/ 261937 w 357187"/>
                      <a:gd name="connsiteY9" fmla="*/ 0 h 4286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7187" h="428625">
                        <a:moveTo>
                          <a:pt x="261937" y="0"/>
                        </a:moveTo>
                        <a:lnTo>
                          <a:pt x="283369" y="102394"/>
                        </a:lnTo>
                        <a:lnTo>
                          <a:pt x="319087" y="204788"/>
                        </a:lnTo>
                        <a:lnTo>
                          <a:pt x="357187" y="297656"/>
                        </a:lnTo>
                        <a:lnTo>
                          <a:pt x="164306" y="428625"/>
                        </a:lnTo>
                        <a:lnTo>
                          <a:pt x="0" y="197644"/>
                        </a:lnTo>
                        <a:lnTo>
                          <a:pt x="38100" y="145256"/>
                        </a:lnTo>
                        <a:lnTo>
                          <a:pt x="95250" y="90488"/>
                        </a:lnTo>
                        <a:lnTo>
                          <a:pt x="159544" y="45244"/>
                        </a:lnTo>
                        <a:lnTo>
                          <a:pt x="261937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1" name="Freeform 110"/>
                  <p:cNvSpPr/>
                  <p:nvPr/>
                </p:nvSpPr>
                <p:spPr>
                  <a:xfrm>
                    <a:off x="178594" y="5179219"/>
                    <a:ext cx="211931" cy="319087"/>
                  </a:xfrm>
                  <a:custGeom>
                    <a:avLst/>
                    <a:gdLst>
                      <a:gd name="connsiteX0" fmla="*/ 54769 w 211931"/>
                      <a:gd name="connsiteY0" fmla="*/ 0 h 319087"/>
                      <a:gd name="connsiteX1" fmla="*/ 211931 w 211931"/>
                      <a:gd name="connsiteY1" fmla="*/ 221456 h 319087"/>
                      <a:gd name="connsiteX2" fmla="*/ 76200 w 211931"/>
                      <a:gd name="connsiteY2" fmla="*/ 319087 h 319087"/>
                      <a:gd name="connsiteX3" fmla="*/ 0 w 211931"/>
                      <a:gd name="connsiteY3" fmla="*/ 204787 h 319087"/>
                      <a:gd name="connsiteX4" fmla="*/ 4762 w 211931"/>
                      <a:gd name="connsiteY4" fmla="*/ 150019 h 319087"/>
                      <a:gd name="connsiteX5" fmla="*/ 14287 w 211931"/>
                      <a:gd name="connsiteY5" fmla="*/ 109537 h 319087"/>
                      <a:gd name="connsiteX6" fmla="*/ 26194 w 211931"/>
                      <a:gd name="connsiteY6" fmla="*/ 59531 h 319087"/>
                      <a:gd name="connsiteX7" fmla="*/ 54769 w 211931"/>
                      <a:gd name="connsiteY7" fmla="*/ 0 h 3190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11931" h="319087">
                        <a:moveTo>
                          <a:pt x="54769" y="0"/>
                        </a:moveTo>
                        <a:lnTo>
                          <a:pt x="211931" y="221456"/>
                        </a:lnTo>
                        <a:lnTo>
                          <a:pt x="76200" y="319087"/>
                        </a:lnTo>
                        <a:lnTo>
                          <a:pt x="0" y="204787"/>
                        </a:lnTo>
                        <a:lnTo>
                          <a:pt x="4762" y="150019"/>
                        </a:lnTo>
                        <a:lnTo>
                          <a:pt x="14287" y="109537"/>
                        </a:lnTo>
                        <a:lnTo>
                          <a:pt x="26194" y="59531"/>
                        </a:lnTo>
                        <a:lnTo>
                          <a:pt x="54769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2" name="Freeform 111"/>
                  <p:cNvSpPr/>
                  <p:nvPr/>
                </p:nvSpPr>
                <p:spPr>
                  <a:xfrm>
                    <a:off x="523875" y="4945856"/>
                    <a:ext cx="276225" cy="307182"/>
                  </a:xfrm>
                  <a:custGeom>
                    <a:avLst/>
                    <a:gdLst>
                      <a:gd name="connsiteX0" fmla="*/ 0 w 276225"/>
                      <a:gd name="connsiteY0" fmla="*/ 14288 h 307182"/>
                      <a:gd name="connsiteX1" fmla="*/ 97631 w 276225"/>
                      <a:gd name="connsiteY1" fmla="*/ 307182 h 307182"/>
                      <a:gd name="connsiteX2" fmla="*/ 276225 w 276225"/>
                      <a:gd name="connsiteY2" fmla="*/ 188119 h 307182"/>
                      <a:gd name="connsiteX3" fmla="*/ 200025 w 276225"/>
                      <a:gd name="connsiteY3" fmla="*/ 11907 h 307182"/>
                      <a:gd name="connsiteX4" fmla="*/ 157163 w 276225"/>
                      <a:gd name="connsiteY4" fmla="*/ 4763 h 307182"/>
                      <a:gd name="connsiteX5" fmla="*/ 121444 w 276225"/>
                      <a:gd name="connsiteY5" fmla="*/ 4763 h 307182"/>
                      <a:gd name="connsiteX6" fmla="*/ 83344 w 276225"/>
                      <a:gd name="connsiteY6" fmla="*/ 0 h 307182"/>
                      <a:gd name="connsiteX7" fmla="*/ 0 w 276225"/>
                      <a:gd name="connsiteY7" fmla="*/ 14288 h 3071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76225" h="307182">
                        <a:moveTo>
                          <a:pt x="0" y="14288"/>
                        </a:moveTo>
                        <a:lnTo>
                          <a:pt x="97631" y="307182"/>
                        </a:lnTo>
                        <a:lnTo>
                          <a:pt x="276225" y="188119"/>
                        </a:lnTo>
                        <a:lnTo>
                          <a:pt x="200025" y="11907"/>
                        </a:lnTo>
                        <a:lnTo>
                          <a:pt x="157163" y="4763"/>
                        </a:lnTo>
                        <a:lnTo>
                          <a:pt x="121444" y="4763"/>
                        </a:lnTo>
                        <a:lnTo>
                          <a:pt x="83344" y="0"/>
                        </a:lnTo>
                        <a:lnTo>
                          <a:pt x="0" y="14288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3" name="Freeform 112"/>
                  <p:cNvSpPr/>
                  <p:nvPr/>
                </p:nvSpPr>
                <p:spPr>
                  <a:xfrm>
                    <a:off x="738188" y="4960144"/>
                    <a:ext cx="180975" cy="164306"/>
                  </a:xfrm>
                  <a:custGeom>
                    <a:avLst/>
                    <a:gdLst>
                      <a:gd name="connsiteX0" fmla="*/ 76200 w 180975"/>
                      <a:gd name="connsiteY0" fmla="*/ 164306 h 164306"/>
                      <a:gd name="connsiteX1" fmla="*/ 180975 w 180975"/>
                      <a:gd name="connsiteY1" fmla="*/ 92869 h 164306"/>
                      <a:gd name="connsiteX2" fmla="*/ 133350 w 180975"/>
                      <a:gd name="connsiteY2" fmla="*/ 54769 h 164306"/>
                      <a:gd name="connsiteX3" fmla="*/ 88106 w 180975"/>
                      <a:gd name="connsiteY3" fmla="*/ 23812 h 164306"/>
                      <a:gd name="connsiteX4" fmla="*/ 88106 w 180975"/>
                      <a:gd name="connsiteY4" fmla="*/ 23812 h 164306"/>
                      <a:gd name="connsiteX5" fmla="*/ 33337 w 180975"/>
                      <a:gd name="connsiteY5" fmla="*/ 7144 h 164306"/>
                      <a:gd name="connsiteX6" fmla="*/ 0 w 180975"/>
                      <a:gd name="connsiteY6" fmla="*/ 0 h 164306"/>
                      <a:gd name="connsiteX7" fmla="*/ 76200 w 180975"/>
                      <a:gd name="connsiteY7" fmla="*/ 164306 h 1643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0975" h="164306">
                        <a:moveTo>
                          <a:pt x="76200" y="164306"/>
                        </a:moveTo>
                        <a:lnTo>
                          <a:pt x="180975" y="92869"/>
                        </a:lnTo>
                        <a:lnTo>
                          <a:pt x="133350" y="54769"/>
                        </a:lnTo>
                        <a:lnTo>
                          <a:pt x="88106" y="23812"/>
                        </a:lnTo>
                        <a:lnTo>
                          <a:pt x="88106" y="23812"/>
                        </a:lnTo>
                        <a:lnTo>
                          <a:pt x="33337" y="7144"/>
                        </a:lnTo>
                        <a:lnTo>
                          <a:pt x="0" y="0"/>
                        </a:lnTo>
                        <a:lnTo>
                          <a:pt x="76200" y="164306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4" name="Freeform 113"/>
                  <p:cNvSpPr/>
                  <p:nvPr/>
                </p:nvSpPr>
                <p:spPr>
                  <a:xfrm>
                    <a:off x="178594" y="5393531"/>
                    <a:ext cx="66675" cy="142875"/>
                  </a:xfrm>
                  <a:custGeom>
                    <a:avLst/>
                    <a:gdLst>
                      <a:gd name="connsiteX0" fmla="*/ 26194 w 66675"/>
                      <a:gd name="connsiteY0" fmla="*/ 142875 h 142875"/>
                      <a:gd name="connsiteX1" fmla="*/ 66675 w 66675"/>
                      <a:gd name="connsiteY1" fmla="*/ 109538 h 142875"/>
                      <a:gd name="connsiteX2" fmla="*/ 0 w 66675"/>
                      <a:gd name="connsiteY2" fmla="*/ 0 h 142875"/>
                      <a:gd name="connsiteX3" fmla="*/ 2381 w 66675"/>
                      <a:gd name="connsiteY3" fmla="*/ 59532 h 142875"/>
                      <a:gd name="connsiteX4" fmla="*/ 26194 w 66675"/>
                      <a:gd name="connsiteY4" fmla="*/ 142875 h 1428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6675" h="142875">
                        <a:moveTo>
                          <a:pt x="26194" y="142875"/>
                        </a:moveTo>
                        <a:lnTo>
                          <a:pt x="66675" y="109538"/>
                        </a:lnTo>
                        <a:lnTo>
                          <a:pt x="0" y="0"/>
                        </a:lnTo>
                        <a:cubicBezTo>
                          <a:pt x="794" y="19844"/>
                          <a:pt x="1587" y="39688"/>
                          <a:pt x="2381" y="59532"/>
                        </a:cubicBezTo>
                        <a:lnTo>
                          <a:pt x="26194" y="142875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5" name="Freeform 114"/>
                  <p:cNvSpPr/>
                  <p:nvPr/>
                </p:nvSpPr>
                <p:spPr>
                  <a:xfrm>
                    <a:off x="204788" y="5517356"/>
                    <a:ext cx="254793" cy="292894"/>
                  </a:xfrm>
                  <a:custGeom>
                    <a:avLst/>
                    <a:gdLst>
                      <a:gd name="connsiteX0" fmla="*/ 0 w 254793"/>
                      <a:gd name="connsiteY0" fmla="*/ 35719 h 292894"/>
                      <a:gd name="connsiteX1" fmla="*/ 45243 w 254793"/>
                      <a:gd name="connsiteY1" fmla="*/ 0 h 292894"/>
                      <a:gd name="connsiteX2" fmla="*/ 235743 w 254793"/>
                      <a:gd name="connsiteY2" fmla="*/ 278607 h 292894"/>
                      <a:gd name="connsiteX3" fmla="*/ 254793 w 254793"/>
                      <a:gd name="connsiteY3" fmla="*/ 292894 h 292894"/>
                      <a:gd name="connsiteX4" fmla="*/ 183356 w 254793"/>
                      <a:gd name="connsiteY4" fmla="*/ 259557 h 292894"/>
                      <a:gd name="connsiteX5" fmla="*/ 138112 w 254793"/>
                      <a:gd name="connsiteY5" fmla="*/ 226219 h 292894"/>
                      <a:gd name="connsiteX6" fmla="*/ 102393 w 254793"/>
                      <a:gd name="connsiteY6" fmla="*/ 192882 h 292894"/>
                      <a:gd name="connsiteX7" fmla="*/ 76200 w 254793"/>
                      <a:gd name="connsiteY7" fmla="*/ 166688 h 292894"/>
                      <a:gd name="connsiteX8" fmla="*/ 59531 w 254793"/>
                      <a:gd name="connsiteY8" fmla="*/ 140494 h 292894"/>
                      <a:gd name="connsiteX9" fmla="*/ 42862 w 254793"/>
                      <a:gd name="connsiteY9" fmla="*/ 119063 h 292894"/>
                      <a:gd name="connsiteX10" fmla="*/ 23812 w 254793"/>
                      <a:gd name="connsiteY10" fmla="*/ 90488 h 292894"/>
                      <a:gd name="connsiteX11" fmla="*/ 0 w 254793"/>
                      <a:gd name="connsiteY11" fmla="*/ 35719 h 292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54793" h="292894">
                        <a:moveTo>
                          <a:pt x="0" y="35719"/>
                        </a:moveTo>
                        <a:lnTo>
                          <a:pt x="45243" y="0"/>
                        </a:lnTo>
                        <a:lnTo>
                          <a:pt x="235743" y="278607"/>
                        </a:lnTo>
                        <a:lnTo>
                          <a:pt x="254793" y="292894"/>
                        </a:lnTo>
                        <a:lnTo>
                          <a:pt x="183356" y="259557"/>
                        </a:lnTo>
                        <a:lnTo>
                          <a:pt x="138112" y="226219"/>
                        </a:lnTo>
                        <a:lnTo>
                          <a:pt x="102393" y="192882"/>
                        </a:lnTo>
                        <a:lnTo>
                          <a:pt x="76200" y="166688"/>
                        </a:lnTo>
                        <a:lnTo>
                          <a:pt x="59531" y="140494"/>
                        </a:lnTo>
                        <a:lnTo>
                          <a:pt x="42862" y="119063"/>
                        </a:lnTo>
                        <a:lnTo>
                          <a:pt x="23812" y="90488"/>
                        </a:lnTo>
                        <a:lnTo>
                          <a:pt x="0" y="35719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6" name="Freeform 115"/>
                  <p:cNvSpPr/>
                  <p:nvPr/>
                </p:nvSpPr>
                <p:spPr>
                  <a:xfrm>
                    <a:off x="631031" y="5150644"/>
                    <a:ext cx="307182" cy="554831"/>
                  </a:xfrm>
                  <a:custGeom>
                    <a:avLst/>
                    <a:gdLst>
                      <a:gd name="connsiteX0" fmla="*/ 0 w 307182"/>
                      <a:gd name="connsiteY0" fmla="*/ 121444 h 554831"/>
                      <a:gd name="connsiteX1" fmla="*/ 88107 w 307182"/>
                      <a:gd name="connsiteY1" fmla="*/ 390525 h 554831"/>
                      <a:gd name="connsiteX2" fmla="*/ 111919 w 307182"/>
                      <a:gd name="connsiteY2" fmla="*/ 554831 h 554831"/>
                      <a:gd name="connsiteX3" fmla="*/ 111919 w 307182"/>
                      <a:gd name="connsiteY3" fmla="*/ 554831 h 554831"/>
                      <a:gd name="connsiteX4" fmla="*/ 307182 w 307182"/>
                      <a:gd name="connsiteY4" fmla="*/ 423862 h 554831"/>
                      <a:gd name="connsiteX5" fmla="*/ 171450 w 307182"/>
                      <a:gd name="connsiteY5" fmla="*/ 0 h 554831"/>
                      <a:gd name="connsiteX6" fmla="*/ 0 w 307182"/>
                      <a:gd name="connsiteY6" fmla="*/ 121444 h 5548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07182" h="554831">
                        <a:moveTo>
                          <a:pt x="0" y="121444"/>
                        </a:moveTo>
                        <a:lnTo>
                          <a:pt x="88107" y="390525"/>
                        </a:lnTo>
                        <a:lnTo>
                          <a:pt x="111919" y="554831"/>
                        </a:lnTo>
                        <a:lnTo>
                          <a:pt x="111919" y="554831"/>
                        </a:lnTo>
                        <a:lnTo>
                          <a:pt x="307182" y="423862"/>
                        </a:lnTo>
                        <a:lnTo>
                          <a:pt x="171450" y="0"/>
                        </a:lnTo>
                        <a:lnTo>
                          <a:pt x="0" y="121444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7" name="Freeform 116"/>
                  <p:cNvSpPr/>
                  <p:nvPr/>
                </p:nvSpPr>
                <p:spPr>
                  <a:xfrm>
                    <a:off x="428625" y="5288756"/>
                    <a:ext cx="290513" cy="345282"/>
                  </a:xfrm>
                  <a:custGeom>
                    <a:avLst/>
                    <a:gdLst>
                      <a:gd name="connsiteX0" fmla="*/ 180975 w 290513"/>
                      <a:gd name="connsiteY0" fmla="*/ 0 h 345282"/>
                      <a:gd name="connsiteX1" fmla="*/ 290513 w 290513"/>
                      <a:gd name="connsiteY1" fmla="*/ 257175 h 345282"/>
                      <a:gd name="connsiteX2" fmla="*/ 164306 w 290513"/>
                      <a:gd name="connsiteY2" fmla="*/ 345282 h 345282"/>
                      <a:gd name="connsiteX3" fmla="*/ 0 w 290513"/>
                      <a:gd name="connsiteY3" fmla="*/ 116682 h 345282"/>
                      <a:gd name="connsiteX4" fmla="*/ 180975 w 290513"/>
                      <a:gd name="connsiteY4" fmla="*/ 0 h 3452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0513" h="345282">
                        <a:moveTo>
                          <a:pt x="180975" y="0"/>
                        </a:moveTo>
                        <a:lnTo>
                          <a:pt x="290513" y="257175"/>
                        </a:lnTo>
                        <a:lnTo>
                          <a:pt x="164306" y="345282"/>
                        </a:lnTo>
                        <a:lnTo>
                          <a:pt x="0" y="116682"/>
                        </a:lnTo>
                        <a:lnTo>
                          <a:pt x="180975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8" name="Freeform 117"/>
                  <p:cNvSpPr/>
                  <p:nvPr/>
                </p:nvSpPr>
                <p:spPr>
                  <a:xfrm>
                    <a:off x="602457" y="5586413"/>
                    <a:ext cx="133350" cy="114300"/>
                  </a:xfrm>
                  <a:custGeom>
                    <a:avLst/>
                    <a:gdLst>
                      <a:gd name="connsiteX0" fmla="*/ 0 w 133350"/>
                      <a:gd name="connsiteY0" fmla="*/ 61912 h 114300"/>
                      <a:gd name="connsiteX1" fmla="*/ 114300 w 133350"/>
                      <a:gd name="connsiteY1" fmla="*/ 0 h 114300"/>
                      <a:gd name="connsiteX2" fmla="*/ 133350 w 133350"/>
                      <a:gd name="connsiteY2" fmla="*/ 114300 h 114300"/>
                      <a:gd name="connsiteX3" fmla="*/ 0 w 133350"/>
                      <a:gd name="connsiteY3" fmla="*/ 61912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3350" h="114300">
                        <a:moveTo>
                          <a:pt x="0" y="61912"/>
                        </a:moveTo>
                        <a:lnTo>
                          <a:pt x="114300" y="0"/>
                        </a:lnTo>
                        <a:lnTo>
                          <a:pt x="133350" y="114300"/>
                        </a:lnTo>
                        <a:lnTo>
                          <a:pt x="0" y="61912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9" name="Freeform 118"/>
                  <p:cNvSpPr/>
                  <p:nvPr/>
                </p:nvSpPr>
                <p:spPr>
                  <a:xfrm>
                    <a:off x="269081" y="5424488"/>
                    <a:ext cx="307182" cy="269081"/>
                  </a:xfrm>
                  <a:custGeom>
                    <a:avLst/>
                    <a:gdLst>
                      <a:gd name="connsiteX0" fmla="*/ 0 w 307182"/>
                      <a:gd name="connsiteY0" fmla="*/ 88106 h 269081"/>
                      <a:gd name="connsiteX1" fmla="*/ 119063 w 307182"/>
                      <a:gd name="connsiteY1" fmla="*/ 269081 h 269081"/>
                      <a:gd name="connsiteX2" fmla="*/ 307182 w 307182"/>
                      <a:gd name="connsiteY2" fmla="*/ 219075 h 269081"/>
                      <a:gd name="connsiteX3" fmla="*/ 142875 w 307182"/>
                      <a:gd name="connsiteY3" fmla="*/ 0 h 269081"/>
                      <a:gd name="connsiteX4" fmla="*/ 0 w 307182"/>
                      <a:gd name="connsiteY4" fmla="*/ 88106 h 2690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07182" h="269081">
                        <a:moveTo>
                          <a:pt x="0" y="88106"/>
                        </a:moveTo>
                        <a:lnTo>
                          <a:pt x="119063" y="269081"/>
                        </a:lnTo>
                        <a:lnTo>
                          <a:pt x="307182" y="219075"/>
                        </a:lnTo>
                        <a:lnTo>
                          <a:pt x="142875" y="0"/>
                        </a:lnTo>
                        <a:lnTo>
                          <a:pt x="0" y="88106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0" name="Freeform 119"/>
                  <p:cNvSpPr/>
                  <p:nvPr/>
                </p:nvSpPr>
                <p:spPr>
                  <a:xfrm>
                    <a:off x="407194" y="5669756"/>
                    <a:ext cx="209550" cy="45244"/>
                  </a:xfrm>
                  <a:custGeom>
                    <a:avLst/>
                    <a:gdLst>
                      <a:gd name="connsiteX0" fmla="*/ 0 w 209550"/>
                      <a:gd name="connsiteY0" fmla="*/ 45244 h 45244"/>
                      <a:gd name="connsiteX1" fmla="*/ 180975 w 209550"/>
                      <a:gd name="connsiteY1" fmla="*/ 0 h 45244"/>
                      <a:gd name="connsiteX2" fmla="*/ 209550 w 209550"/>
                      <a:gd name="connsiteY2" fmla="*/ 33338 h 45244"/>
                      <a:gd name="connsiteX3" fmla="*/ 0 w 209550"/>
                      <a:gd name="connsiteY3" fmla="*/ 45244 h 452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9550" h="45244">
                        <a:moveTo>
                          <a:pt x="0" y="45244"/>
                        </a:moveTo>
                        <a:lnTo>
                          <a:pt x="180975" y="0"/>
                        </a:lnTo>
                        <a:lnTo>
                          <a:pt x="209550" y="33338"/>
                        </a:lnTo>
                        <a:lnTo>
                          <a:pt x="0" y="45244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1" name="Freeform 120"/>
                  <p:cNvSpPr/>
                  <p:nvPr/>
                </p:nvSpPr>
                <p:spPr>
                  <a:xfrm>
                    <a:off x="423863" y="5715000"/>
                    <a:ext cx="311943" cy="128588"/>
                  </a:xfrm>
                  <a:custGeom>
                    <a:avLst/>
                    <a:gdLst>
                      <a:gd name="connsiteX0" fmla="*/ 200025 w 311943"/>
                      <a:gd name="connsiteY0" fmla="*/ 0 h 128588"/>
                      <a:gd name="connsiteX1" fmla="*/ 311943 w 311943"/>
                      <a:gd name="connsiteY1" fmla="*/ 121444 h 128588"/>
                      <a:gd name="connsiteX2" fmla="*/ 242887 w 311943"/>
                      <a:gd name="connsiteY2" fmla="*/ 128588 h 128588"/>
                      <a:gd name="connsiteX3" fmla="*/ 200025 w 311943"/>
                      <a:gd name="connsiteY3" fmla="*/ 128588 h 128588"/>
                      <a:gd name="connsiteX4" fmla="*/ 154781 w 311943"/>
                      <a:gd name="connsiteY4" fmla="*/ 128588 h 128588"/>
                      <a:gd name="connsiteX5" fmla="*/ 92868 w 311943"/>
                      <a:gd name="connsiteY5" fmla="*/ 119063 h 128588"/>
                      <a:gd name="connsiteX6" fmla="*/ 54768 w 311943"/>
                      <a:gd name="connsiteY6" fmla="*/ 107156 h 128588"/>
                      <a:gd name="connsiteX7" fmla="*/ 0 w 311943"/>
                      <a:gd name="connsiteY7" fmla="*/ 19050 h 128588"/>
                      <a:gd name="connsiteX8" fmla="*/ 200025 w 311943"/>
                      <a:gd name="connsiteY8" fmla="*/ 0 h 1285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11943" h="128588">
                        <a:moveTo>
                          <a:pt x="200025" y="0"/>
                        </a:moveTo>
                        <a:lnTo>
                          <a:pt x="311943" y="121444"/>
                        </a:lnTo>
                        <a:lnTo>
                          <a:pt x="242887" y="128588"/>
                        </a:lnTo>
                        <a:lnTo>
                          <a:pt x="200025" y="128588"/>
                        </a:lnTo>
                        <a:lnTo>
                          <a:pt x="154781" y="128588"/>
                        </a:lnTo>
                        <a:lnTo>
                          <a:pt x="92868" y="119063"/>
                        </a:lnTo>
                        <a:lnTo>
                          <a:pt x="54768" y="107156"/>
                        </a:lnTo>
                        <a:lnTo>
                          <a:pt x="0" y="19050"/>
                        </a:lnTo>
                        <a:lnTo>
                          <a:pt x="200025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2" name="Freeform 121"/>
                  <p:cNvSpPr/>
                  <p:nvPr/>
                </p:nvSpPr>
                <p:spPr>
                  <a:xfrm>
                    <a:off x="750094" y="5598319"/>
                    <a:ext cx="228600" cy="228600"/>
                  </a:xfrm>
                  <a:custGeom>
                    <a:avLst/>
                    <a:gdLst>
                      <a:gd name="connsiteX0" fmla="*/ 197644 w 228600"/>
                      <a:gd name="connsiteY0" fmla="*/ 0 h 228600"/>
                      <a:gd name="connsiteX1" fmla="*/ 228600 w 228600"/>
                      <a:gd name="connsiteY1" fmla="*/ 83344 h 228600"/>
                      <a:gd name="connsiteX2" fmla="*/ 197644 w 228600"/>
                      <a:gd name="connsiteY2" fmla="*/ 114300 h 228600"/>
                      <a:gd name="connsiteX3" fmla="*/ 152400 w 228600"/>
                      <a:gd name="connsiteY3" fmla="*/ 152400 h 228600"/>
                      <a:gd name="connsiteX4" fmla="*/ 100012 w 228600"/>
                      <a:gd name="connsiteY4" fmla="*/ 188119 h 228600"/>
                      <a:gd name="connsiteX5" fmla="*/ 59531 w 228600"/>
                      <a:gd name="connsiteY5" fmla="*/ 209550 h 228600"/>
                      <a:gd name="connsiteX6" fmla="*/ 9525 w 228600"/>
                      <a:gd name="connsiteY6" fmla="*/ 228600 h 228600"/>
                      <a:gd name="connsiteX7" fmla="*/ 0 w 228600"/>
                      <a:gd name="connsiteY7" fmla="*/ 121444 h 228600"/>
                      <a:gd name="connsiteX8" fmla="*/ 197644 w 228600"/>
                      <a:gd name="connsiteY8" fmla="*/ 0 h 2286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28600" h="228600">
                        <a:moveTo>
                          <a:pt x="197644" y="0"/>
                        </a:moveTo>
                        <a:lnTo>
                          <a:pt x="228600" y="83344"/>
                        </a:lnTo>
                        <a:lnTo>
                          <a:pt x="197644" y="114300"/>
                        </a:lnTo>
                        <a:lnTo>
                          <a:pt x="152400" y="152400"/>
                        </a:lnTo>
                        <a:lnTo>
                          <a:pt x="100012" y="188119"/>
                        </a:lnTo>
                        <a:lnTo>
                          <a:pt x="59531" y="209550"/>
                        </a:lnTo>
                        <a:lnTo>
                          <a:pt x="9525" y="228600"/>
                        </a:lnTo>
                        <a:lnTo>
                          <a:pt x="0" y="121444"/>
                        </a:lnTo>
                        <a:lnTo>
                          <a:pt x="197644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3" name="Freeform 122"/>
                  <p:cNvSpPr/>
                  <p:nvPr/>
                </p:nvSpPr>
                <p:spPr>
                  <a:xfrm>
                    <a:off x="650081" y="5691188"/>
                    <a:ext cx="92869" cy="102393"/>
                  </a:xfrm>
                  <a:custGeom>
                    <a:avLst/>
                    <a:gdLst>
                      <a:gd name="connsiteX0" fmla="*/ 0 w 92869"/>
                      <a:gd name="connsiteY0" fmla="*/ 0 h 102393"/>
                      <a:gd name="connsiteX1" fmla="*/ 83344 w 92869"/>
                      <a:gd name="connsiteY1" fmla="*/ 30956 h 102393"/>
                      <a:gd name="connsiteX2" fmla="*/ 92869 w 92869"/>
                      <a:gd name="connsiteY2" fmla="*/ 102393 h 102393"/>
                      <a:gd name="connsiteX3" fmla="*/ 0 w 92869"/>
                      <a:gd name="connsiteY3" fmla="*/ 0 h 1023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2869" h="102393">
                        <a:moveTo>
                          <a:pt x="0" y="0"/>
                        </a:moveTo>
                        <a:lnTo>
                          <a:pt x="83344" y="30956"/>
                        </a:lnTo>
                        <a:lnTo>
                          <a:pt x="92869" y="10239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4" name="Freeform 123"/>
                  <p:cNvSpPr/>
                  <p:nvPr/>
                </p:nvSpPr>
                <p:spPr>
                  <a:xfrm>
                    <a:off x="823913" y="5067300"/>
                    <a:ext cx="254793" cy="488156"/>
                  </a:xfrm>
                  <a:custGeom>
                    <a:avLst/>
                    <a:gdLst>
                      <a:gd name="connsiteX0" fmla="*/ 107156 w 254793"/>
                      <a:gd name="connsiteY0" fmla="*/ 0 h 488156"/>
                      <a:gd name="connsiteX1" fmla="*/ 0 w 254793"/>
                      <a:gd name="connsiteY1" fmla="*/ 76200 h 488156"/>
                      <a:gd name="connsiteX2" fmla="*/ 133350 w 254793"/>
                      <a:gd name="connsiteY2" fmla="*/ 488156 h 488156"/>
                      <a:gd name="connsiteX3" fmla="*/ 250031 w 254793"/>
                      <a:gd name="connsiteY3" fmla="*/ 404813 h 488156"/>
                      <a:gd name="connsiteX4" fmla="*/ 252412 w 254793"/>
                      <a:gd name="connsiteY4" fmla="*/ 369094 h 488156"/>
                      <a:gd name="connsiteX5" fmla="*/ 254793 w 254793"/>
                      <a:gd name="connsiteY5" fmla="*/ 328613 h 488156"/>
                      <a:gd name="connsiteX6" fmla="*/ 252412 w 254793"/>
                      <a:gd name="connsiteY6" fmla="*/ 285750 h 488156"/>
                      <a:gd name="connsiteX7" fmla="*/ 247650 w 254793"/>
                      <a:gd name="connsiteY7" fmla="*/ 245269 h 488156"/>
                      <a:gd name="connsiteX8" fmla="*/ 242887 w 254793"/>
                      <a:gd name="connsiteY8" fmla="*/ 209550 h 488156"/>
                      <a:gd name="connsiteX9" fmla="*/ 223837 w 254793"/>
                      <a:gd name="connsiteY9" fmla="*/ 169069 h 488156"/>
                      <a:gd name="connsiteX10" fmla="*/ 214312 w 254793"/>
                      <a:gd name="connsiteY10" fmla="*/ 135731 h 488156"/>
                      <a:gd name="connsiteX11" fmla="*/ 192881 w 254793"/>
                      <a:gd name="connsiteY11" fmla="*/ 97631 h 488156"/>
                      <a:gd name="connsiteX12" fmla="*/ 173831 w 254793"/>
                      <a:gd name="connsiteY12" fmla="*/ 73819 h 488156"/>
                      <a:gd name="connsiteX13" fmla="*/ 161925 w 254793"/>
                      <a:gd name="connsiteY13" fmla="*/ 50006 h 488156"/>
                      <a:gd name="connsiteX14" fmla="*/ 107156 w 254793"/>
                      <a:gd name="connsiteY14" fmla="*/ 0 h 488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54793" h="488156">
                        <a:moveTo>
                          <a:pt x="107156" y="0"/>
                        </a:moveTo>
                        <a:lnTo>
                          <a:pt x="0" y="76200"/>
                        </a:lnTo>
                        <a:lnTo>
                          <a:pt x="133350" y="488156"/>
                        </a:lnTo>
                        <a:lnTo>
                          <a:pt x="250031" y="404813"/>
                        </a:lnTo>
                        <a:lnTo>
                          <a:pt x="252412" y="369094"/>
                        </a:lnTo>
                        <a:lnTo>
                          <a:pt x="254793" y="328613"/>
                        </a:lnTo>
                        <a:lnTo>
                          <a:pt x="252412" y="285750"/>
                        </a:lnTo>
                        <a:lnTo>
                          <a:pt x="247650" y="245269"/>
                        </a:lnTo>
                        <a:lnTo>
                          <a:pt x="242887" y="209550"/>
                        </a:lnTo>
                        <a:lnTo>
                          <a:pt x="223837" y="169069"/>
                        </a:lnTo>
                        <a:lnTo>
                          <a:pt x="214312" y="135731"/>
                        </a:lnTo>
                        <a:lnTo>
                          <a:pt x="192881" y="97631"/>
                        </a:lnTo>
                        <a:lnTo>
                          <a:pt x="173831" y="73819"/>
                        </a:lnTo>
                        <a:lnTo>
                          <a:pt x="161925" y="50006"/>
                        </a:lnTo>
                        <a:lnTo>
                          <a:pt x="107156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5" name="Freeform 124"/>
                  <p:cNvSpPr/>
                  <p:nvPr/>
                </p:nvSpPr>
                <p:spPr>
                  <a:xfrm>
                    <a:off x="969169" y="5531644"/>
                    <a:ext cx="90487" cy="116681"/>
                  </a:xfrm>
                  <a:custGeom>
                    <a:avLst/>
                    <a:gdLst>
                      <a:gd name="connsiteX0" fmla="*/ 33337 w 90487"/>
                      <a:gd name="connsiteY0" fmla="*/ 116681 h 116681"/>
                      <a:gd name="connsiteX1" fmla="*/ 52387 w 90487"/>
                      <a:gd name="connsiteY1" fmla="*/ 88106 h 116681"/>
                      <a:gd name="connsiteX2" fmla="*/ 66675 w 90487"/>
                      <a:gd name="connsiteY2" fmla="*/ 57150 h 116681"/>
                      <a:gd name="connsiteX3" fmla="*/ 80962 w 90487"/>
                      <a:gd name="connsiteY3" fmla="*/ 26194 h 116681"/>
                      <a:gd name="connsiteX4" fmla="*/ 80962 w 90487"/>
                      <a:gd name="connsiteY4" fmla="*/ 26194 h 116681"/>
                      <a:gd name="connsiteX5" fmla="*/ 90487 w 90487"/>
                      <a:gd name="connsiteY5" fmla="*/ 0 h 116681"/>
                      <a:gd name="connsiteX6" fmla="*/ 0 w 90487"/>
                      <a:gd name="connsiteY6" fmla="*/ 54769 h 116681"/>
                      <a:gd name="connsiteX7" fmla="*/ 33337 w 90487"/>
                      <a:gd name="connsiteY7" fmla="*/ 116681 h 1166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90487" h="116681">
                        <a:moveTo>
                          <a:pt x="33337" y="116681"/>
                        </a:moveTo>
                        <a:lnTo>
                          <a:pt x="52387" y="88106"/>
                        </a:lnTo>
                        <a:lnTo>
                          <a:pt x="66675" y="57150"/>
                        </a:lnTo>
                        <a:lnTo>
                          <a:pt x="80962" y="26194"/>
                        </a:lnTo>
                        <a:lnTo>
                          <a:pt x="80962" y="26194"/>
                        </a:lnTo>
                        <a:lnTo>
                          <a:pt x="90487" y="0"/>
                        </a:lnTo>
                        <a:lnTo>
                          <a:pt x="0" y="54769"/>
                        </a:lnTo>
                        <a:lnTo>
                          <a:pt x="33337" y="116681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</p:grpSp>
          </p:grpSp>
        </p:grpSp>
        <p:grpSp>
          <p:nvGrpSpPr>
            <p:cNvPr id="52" name="Group 51"/>
            <p:cNvGrpSpPr/>
            <p:nvPr/>
          </p:nvGrpSpPr>
          <p:grpSpPr>
            <a:xfrm>
              <a:off x="2599671" y="3929087"/>
              <a:ext cx="1099356" cy="1349808"/>
              <a:chOff x="1779575" y="3759403"/>
              <a:chExt cx="1099356" cy="1349808"/>
            </a:xfrm>
          </p:grpSpPr>
          <p:pic>
            <p:nvPicPr>
              <p:cNvPr id="76" name="Picture 6" descr="C:\Users\Peter\AppData\Local\Microsoft\Windows\Temporary Internet Files\Content.IE5\DW85N11Z\Blue_magnifying_glass_icon.svg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779575" y="3759403"/>
                <a:ext cx="1099356" cy="1349808"/>
              </a:xfrm>
              <a:prstGeom prst="rect">
                <a:avLst/>
              </a:prstGeom>
              <a:noFill/>
            </p:spPr>
          </p:pic>
          <p:grpSp>
            <p:nvGrpSpPr>
              <p:cNvPr id="77" name="Group 104"/>
              <p:cNvGrpSpPr/>
              <p:nvPr/>
            </p:nvGrpSpPr>
            <p:grpSpPr>
              <a:xfrm>
                <a:off x="1957444" y="3779012"/>
                <a:ext cx="900000" cy="902550"/>
                <a:chOff x="4487314" y="4921988"/>
                <a:chExt cx="900000" cy="902550"/>
              </a:xfrm>
            </p:grpSpPr>
            <p:sp>
              <p:nvSpPr>
                <p:cNvPr id="78" name="Oval 77"/>
                <p:cNvSpPr/>
                <p:nvPr/>
              </p:nvSpPr>
              <p:spPr>
                <a:xfrm>
                  <a:off x="4487314" y="4921988"/>
                  <a:ext cx="900000" cy="900000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grpSp>
              <p:nvGrpSpPr>
                <p:cNvPr id="79" name="Group 81"/>
                <p:cNvGrpSpPr/>
                <p:nvPr/>
              </p:nvGrpSpPr>
              <p:grpSpPr>
                <a:xfrm>
                  <a:off x="4488656" y="4922044"/>
                  <a:ext cx="894840" cy="902494"/>
                  <a:chOff x="4488656" y="4922044"/>
                  <a:chExt cx="894840" cy="902494"/>
                </a:xfrm>
                <a:solidFill>
                  <a:schemeClr val="bg2"/>
                </a:solidFill>
              </p:grpSpPr>
              <p:sp>
                <p:nvSpPr>
                  <p:cNvPr id="80" name="Freeform 79"/>
                  <p:cNvSpPr/>
                  <p:nvPr/>
                </p:nvSpPr>
                <p:spPr>
                  <a:xfrm>
                    <a:off x="4699461" y="5043488"/>
                    <a:ext cx="174954" cy="133350"/>
                  </a:xfrm>
                  <a:custGeom>
                    <a:avLst/>
                    <a:gdLst>
                      <a:gd name="connsiteX0" fmla="*/ 66675 w 174954"/>
                      <a:gd name="connsiteY0" fmla="*/ 0 h 133350"/>
                      <a:gd name="connsiteX1" fmla="*/ 66675 w 174954"/>
                      <a:gd name="connsiteY1" fmla="*/ 0 h 133350"/>
                      <a:gd name="connsiteX2" fmla="*/ 85725 w 174954"/>
                      <a:gd name="connsiteY2" fmla="*/ 7144 h 133350"/>
                      <a:gd name="connsiteX3" fmla="*/ 92869 w 174954"/>
                      <a:gd name="connsiteY3" fmla="*/ 11907 h 133350"/>
                      <a:gd name="connsiteX4" fmla="*/ 102394 w 174954"/>
                      <a:gd name="connsiteY4" fmla="*/ 14288 h 133350"/>
                      <a:gd name="connsiteX5" fmla="*/ 123825 w 174954"/>
                      <a:gd name="connsiteY5" fmla="*/ 21432 h 133350"/>
                      <a:gd name="connsiteX6" fmla="*/ 130969 w 174954"/>
                      <a:gd name="connsiteY6" fmla="*/ 26194 h 133350"/>
                      <a:gd name="connsiteX7" fmla="*/ 140494 w 174954"/>
                      <a:gd name="connsiteY7" fmla="*/ 30957 h 133350"/>
                      <a:gd name="connsiteX8" fmla="*/ 152400 w 174954"/>
                      <a:gd name="connsiteY8" fmla="*/ 40482 h 133350"/>
                      <a:gd name="connsiteX9" fmla="*/ 157163 w 174954"/>
                      <a:gd name="connsiteY9" fmla="*/ 47625 h 133350"/>
                      <a:gd name="connsiteX10" fmla="*/ 166688 w 174954"/>
                      <a:gd name="connsiteY10" fmla="*/ 54769 h 133350"/>
                      <a:gd name="connsiteX11" fmla="*/ 169069 w 174954"/>
                      <a:gd name="connsiteY11" fmla="*/ 73819 h 133350"/>
                      <a:gd name="connsiteX12" fmla="*/ 161925 w 174954"/>
                      <a:gd name="connsiteY12" fmla="*/ 78582 h 133350"/>
                      <a:gd name="connsiteX13" fmla="*/ 157163 w 174954"/>
                      <a:gd name="connsiteY13" fmla="*/ 85725 h 133350"/>
                      <a:gd name="connsiteX14" fmla="*/ 150019 w 174954"/>
                      <a:gd name="connsiteY14" fmla="*/ 95250 h 133350"/>
                      <a:gd name="connsiteX15" fmla="*/ 147638 w 174954"/>
                      <a:gd name="connsiteY15" fmla="*/ 102394 h 133350"/>
                      <a:gd name="connsiteX16" fmla="*/ 126206 w 174954"/>
                      <a:gd name="connsiteY16" fmla="*/ 119063 h 133350"/>
                      <a:gd name="connsiteX17" fmla="*/ 107156 w 174954"/>
                      <a:gd name="connsiteY17" fmla="*/ 128588 h 133350"/>
                      <a:gd name="connsiteX18" fmla="*/ 90488 w 174954"/>
                      <a:gd name="connsiteY18" fmla="*/ 133350 h 133350"/>
                      <a:gd name="connsiteX19" fmla="*/ 76200 w 174954"/>
                      <a:gd name="connsiteY19" fmla="*/ 130969 h 133350"/>
                      <a:gd name="connsiteX20" fmla="*/ 59531 w 174954"/>
                      <a:gd name="connsiteY20" fmla="*/ 126207 h 133350"/>
                      <a:gd name="connsiteX21" fmla="*/ 42863 w 174954"/>
                      <a:gd name="connsiteY21" fmla="*/ 116682 h 133350"/>
                      <a:gd name="connsiteX22" fmla="*/ 33338 w 174954"/>
                      <a:gd name="connsiteY22" fmla="*/ 114300 h 133350"/>
                      <a:gd name="connsiteX23" fmla="*/ 19050 w 174954"/>
                      <a:gd name="connsiteY23" fmla="*/ 102394 h 133350"/>
                      <a:gd name="connsiteX24" fmla="*/ 11906 w 174954"/>
                      <a:gd name="connsiteY24" fmla="*/ 95250 h 133350"/>
                      <a:gd name="connsiteX25" fmla="*/ 7144 w 174954"/>
                      <a:gd name="connsiteY25" fmla="*/ 85725 h 133350"/>
                      <a:gd name="connsiteX26" fmla="*/ 2381 w 174954"/>
                      <a:gd name="connsiteY26" fmla="*/ 78582 h 133350"/>
                      <a:gd name="connsiteX27" fmla="*/ 0 w 174954"/>
                      <a:gd name="connsiteY27" fmla="*/ 71438 h 133350"/>
                      <a:gd name="connsiteX28" fmla="*/ 2381 w 174954"/>
                      <a:gd name="connsiteY28" fmla="*/ 38100 h 133350"/>
                      <a:gd name="connsiteX29" fmla="*/ 4763 w 174954"/>
                      <a:gd name="connsiteY29" fmla="*/ 30957 h 133350"/>
                      <a:gd name="connsiteX30" fmla="*/ 11906 w 174954"/>
                      <a:gd name="connsiteY30" fmla="*/ 23813 h 133350"/>
                      <a:gd name="connsiteX31" fmla="*/ 26194 w 174954"/>
                      <a:gd name="connsiteY31" fmla="*/ 7144 h 133350"/>
                      <a:gd name="connsiteX32" fmla="*/ 38100 w 174954"/>
                      <a:gd name="connsiteY32" fmla="*/ 4763 h 133350"/>
                      <a:gd name="connsiteX33" fmla="*/ 64294 w 174954"/>
                      <a:gd name="connsiteY33" fmla="*/ 2382 h 133350"/>
                      <a:gd name="connsiteX34" fmla="*/ 66675 w 174954"/>
                      <a:gd name="connsiteY34" fmla="*/ 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174954" h="133350">
                        <a:moveTo>
                          <a:pt x="66675" y="0"/>
                        </a:moveTo>
                        <a:lnTo>
                          <a:pt x="66675" y="0"/>
                        </a:lnTo>
                        <a:cubicBezTo>
                          <a:pt x="73025" y="2381"/>
                          <a:pt x="79551" y="4338"/>
                          <a:pt x="85725" y="7144"/>
                        </a:cubicBezTo>
                        <a:cubicBezTo>
                          <a:pt x="88331" y="8328"/>
                          <a:pt x="90238" y="10780"/>
                          <a:pt x="92869" y="11907"/>
                        </a:cubicBezTo>
                        <a:cubicBezTo>
                          <a:pt x="95877" y="13196"/>
                          <a:pt x="99259" y="13348"/>
                          <a:pt x="102394" y="14288"/>
                        </a:cubicBezTo>
                        <a:cubicBezTo>
                          <a:pt x="102452" y="14305"/>
                          <a:pt x="120225" y="20232"/>
                          <a:pt x="123825" y="21432"/>
                        </a:cubicBezTo>
                        <a:cubicBezTo>
                          <a:pt x="126540" y="22337"/>
                          <a:pt x="128484" y="24774"/>
                          <a:pt x="130969" y="26194"/>
                        </a:cubicBezTo>
                        <a:cubicBezTo>
                          <a:pt x="134051" y="27955"/>
                          <a:pt x="137319" y="29369"/>
                          <a:pt x="140494" y="30957"/>
                        </a:cubicBezTo>
                        <a:cubicBezTo>
                          <a:pt x="154138" y="51423"/>
                          <a:pt x="135971" y="27340"/>
                          <a:pt x="152400" y="40482"/>
                        </a:cubicBezTo>
                        <a:cubicBezTo>
                          <a:pt x="154635" y="42270"/>
                          <a:pt x="155139" y="45601"/>
                          <a:pt x="157163" y="47625"/>
                        </a:cubicBezTo>
                        <a:cubicBezTo>
                          <a:pt x="159969" y="50431"/>
                          <a:pt x="163513" y="52388"/>
                          <a:pt x="166688" y="54769"/>
                        </a:cubicBezTo>
                        <a:cubicBezTo>
                          <a:pt x="171614" y="62159"/>
                          <a:pt x="174954" y="63521"/>
                          <a:pt x="169069" y="73819"/>
                        </a:cubicBezTo>
                        <a:cubicBezTo>
                          <a:pt x="167649" y="76304"/>
                          <a:pt x="164306" y="76994"/>
                          <a:pt x="161925" y="78582"/>
                        </a:cubicBezTo>
                        <a:cubicBezTo>
                          <a:pt x="160338" y="80963"/>
                          <a:pt x="158826" y="83396"/>
                          <a:pt x="157163" y="85725"/>
                        </a:cubicBezTo>
                        <a:cubicBezTo>
                          <a:pt x="154856" y="88955"/>
                          <a:pt x="151988" y="91804"/>
                          <a:pt x="150019" y="95250"/>
                        </a:cubicBezTo>
                        <a:cubicBezTo>
                          <a:pt x="148774" y="97429"/>
                          <a:pt x="149030" y="100305"/>
                          <a:pt x="147638" y="102394"/>
                        </a:cubicBezTo>
                        <a:cubicBezTo>
                          <a:pt x="143718" y="108274"/>
                          <a:pt x="130937" y="116697"/>
                          <a:pt x="126206" y="119063"/>
                        </a:cubicBezTo>
                        <a:cubicBezTo>
                          <a:pt x="119856" y="122238"/>
                          <a:pt x="114044" y="126866"/>
                          <a:pt x="107156" y="128588"/>
                        </a:cubicBezTo>
                        <a:cubicBezTo>
                          <a:pt x="95196" y="131578"/>
                          <a:pt x="100736" y="129934"/>
                          <a:pt x="90488" y="133350"/>
                        </a:cubicBezTo>
                        <a:cubicBezTo>
                          <a:pt x="85725" y="132556"/>
                          <a:pt x="80935" y="131916"/>
                          <a:pt x="76200" y="130969"/>
                        </a:cubicBezTo>
                        <a:cubicBezTo>
                          <a:pt x="68726" y="129474"/>
                          <a:pt x="66339" y="128476"/>
                          <a:pt x="59531" y="126207"/>
                        </a:cubicBezTo>
                        <a:cubicBezTo>
                          <a:pt x="53606" y="122256"/>
                          <a:pt x="49774" y="119274"/>
                          <a:pt x="42863" y="116682"/>
                        </a:cubicBezTo>
                        <a:cubicBezTo>
                          <a:pt x="39799" y="115533"/>
                          <a:pt x="36513" y="115094"/>
                          <a:pt x="33338" y="114300"/>
                        </a:cubicBezTo>
                        <a:cubicBezTo>
                          <a:pt x="12458" y="93423"/>
                          <a:pt x="38950" y="118978"/>
                          <a:pt x="19050" y="102394"/>
                        </a:cubicBezTo>
                        <a:cubicBezTo>
                          <a:pt x="16463" y="100238"/>
                          <a:pt x="14287" y="97631"/>
                          <a:pt x="11906" y="95250"/>
                        </a:cubicBezTo>
                        <a:cubicBezTo>
                          <a:pt x="10319" y="92075"/>
                          <a:pt x="8905" y="88807"/>
                          <a:pt x="7144" y="85725"/>
                        </a:cubicBezTo>
                        <a:cubicBezTo>
                          <a:pt x="5724" y="83240"/>
                          <a:pt x="3661" y="81142"/>
                          <a:pt x="2381" y="78582"/>
                        </a:cubicBezTo>
                        <a:cubicBezTo>
                          <a:pt x="1258" y="76337"/>
                          <a:pt x="794" y="73819"/>
                          <a:pt x="0" y="71438"/>
                        </a:cubicBezTo>
                        <a:cubicBezTo>
                          <a:pt x="794" y="60325"/>
                          <a:pt x="1079" y="49165"/>
                          <a:pt x="2381" y="38100"/>
                        </a:cubicBezTo>
                        <a:cubicBezTo>
                          <a:pt x="2674" y="35607"/>
                          <a:pt x="3371" y="33045"/>
                          <a:pt x="4763" y="30957"/>
                        </a:cubicBezTo>
                        <a:cubicBezTo>
                          <a:pt x="6631" y="28155"/>
                          <a:pt x="9750" y="26400"/>
                          <a:pt x="11906" y="23813"/>
                        </a:cubicBezTo>
                        <a:cubicBezTo>
                          <a:pt x="17458" y="17150"/>
                          <a:pt x="17315" y="12077"/>
                          <a:pt x="26194" y="7144"/>
                        </a:cubicBezTo>
                        <a:cubicBezTo>
                          <a:pt x="29732" y="5178"/>
                          <a:pt x="34084" y="5265"/>
                          <a:pt x="38100" y="4763"/>
                        </a:cubicBezTo>
                        <a:cubicBezTo>
                          <a:pt x="46800" y="3676"/>
                          <a:pt x="55563" y="3176"/>
                          <a:pt x="64294" y="2382"/>
                        </a:cubicBezTo>
                        <a:lnTo>
                          <a:pt x="66675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1" name="Freeform 80"/>
                  <p:cNvSpPr/>
                  <p:nvPr/>
                </p:nvSpPr>
                <p:spPr>
                  <a:xfrm>
                    <a:off x="4906849" y="5114925"/>
                    <a:ext cx="218420" cy="248647"/>
                  </a:xfrm>
                  <a:custGeom>
                    <a:avLst/>
                    <a:gdLst>
                      <a:gd name="connsiteX0" fmla="*/ 79489 w 218420"/>
                      <a:gd name="connsiteY0" fmla="*/ 7144 h 248647"/>
                      <a:gd name="connsiteX1" fmla="*/ 79489 w 218420"/>
                      <a:gd name="connsiteY1" fmla="*/ 7144 h 248647"/>
                      <a:gd name="connsiteX2" fmla="*/ 122351 w 218420"/>
                      <a:gd name="connsiteY2" fmla="*/ 9525 h 248647"/>
                      <a:gd name="connsiteX3" fmla="*/ 143782 w 218420"/>
                      <a:gd name="connsiteY3" fmla="*/ 19050 h 248647"/>
                      <a:gd name="connsiteX4" fmla="*/ 155689 w 218420"/>
                      <a:gd name="connsiteY4" fmla="*/ 21431 h 248647"/>
                      <a:gd name="connsiteX5" fmla="*/ 162832 w 218420"/>
                      <a:gd name="connsiteY5" fmla="*/ 23813 h 248647"/>
                      <a:gd name="connsiteX6" fmla="*/ 167595 w 218420"/>
                      <a:gd name="connsiteY6" fmla="*/ 30956 h 248647"/>
                      <a:gd name="connsiteX7" fmla="*/ 174739 w 218420"/>
                      <a:gd name="connsiteY7" fmla="*/ 38100 h 248647"/>
                      <a:gd name="connsiteX8" fmla="*/ 186645 w 218420"/>
                      <a:gd name="connsiteY8" fmla="*/ 52388 h 248647"/>
                      <a:gd name="connsiteX9" fmla="*/ 191407 w 218420"/>
                      <a:gd name="connsiteY9" fmla="*/ 59531 h 248647"/>
                      <a:gd name="connsiteX10" fmla="*/ 198551 w 218420"/>
                      <a:gd name="connsiteY10" fmla="*/ 80963 h 248647"/>
                      <a:gd name="connsiteX11" fmla="*/ 203314 w 218420"/>
                      <a:gd name="connsiteY11" fmla="*/ 95250 h 248647"/>
                      <a:gd name="connsiteX12" fmla="*/ 208076 w 218420"/>
                      <a:gd name="connsiteY12" fmla="*/ 104775 h 248647"/>
                      <a:gd name="connsiteX13" fmla="*/ 210457 w 218420"/>
                      <a:gd name="connsiteY13" fmla="*/ 114300 h 248647"/>
                      <a:gd name="connsiteX14" fmla="*/ 212839 w 218420"/>
                      <a:gd name="connsiteY14" fmla="*/ 121444 h 248647"/>
                      <a:gd name="connsiteX15" fmla="*/ 212839 w 218420"/>
                      <a:gd name="connsiteY15" fmla="*/ 202406 h 248647"/>
                      <a:gd name="connsiteX16" fmla="*/ 200932 w 218420"/>
                      <a:gd name="connsiteY16" fmla="*/ 230981 h 248647"/>
                      <a:gd name="connsiteX17" fmla="*/ 191407 w 218420"/>
                      <a:gd name="connsiteY17" fmla="*/ 233363 h 248647"/>
                      <a:gd name="connsiteX18" fmla="*/ 124732 w 218420"/>
                      <a:gd name="connsiteY18" fmla="*/ 235744 h 248647"/>
                      <a:gd name="connsiteX19" fmla="*/ 115207 w 218420"/>
                      <a:gd name="connsiteY19" fmla="*/ 230981 h 248647"/>
                      <a:gd name="connsiteX20" fmla="*/ 100920 w 218420"/>
                      <a:gd name="connsiteY20" fmla="*/ 226219 h 248647"/>
                      <a:gd name="connsiteX21" fmla="*/ 86632 w 218420"/>
                      <a:gd name="connsiteY21" fmla="*/ 214313 h 248647"/>
                      <a:gd name="connsiteX22" fmla="*/ 77107 w 218420"/>
                      <a:gd name="connsiteY22" fmla="*/ 207169 h 248647"/>
                      <a:gd name="connsiteX23" fmla="*/ 72345 w 218420"/>
                      <a:gd name="connsiteY23" fmla="*/ 200025 h 248647"/>
                      <a:gd name="connsiteX24" fmla="*/ 58057 w 218420"/>
                      <a:gd name="connsiteY24" fmla="*/ 188119 h 248647"/>
                      <a:gd name="connsiteX25" fmla="*/ 41389 w 218420"/>
                      <a:gd name="connsiteY25" fmla="*/ 166688 h 248647"/>
                      <a:gd name="connsiteX26" fmla="*/ 31864 w 218420"/>
                      <a:gd name="connsiteY26" fmla="*/ 152400 h 248647"/>
                      <a:gd name="connsiteX27" fmla="*/ 29482 w 218420"/>
                      <a:gd name="connsiteY27" fmla="*/ 145256 h 248647"/>
                      <a:gd name="connsiteX28" fmla="*/ 24720 w 218420"/>
                      <a:gd name="connsiteY28" fmla="*/ 138113 h 248647"/>
                      <a:gd name="connsiteX29" fmla="*/ 19957 w 218420"/>
                      <a:gd name="connsiteY29" fmla="*/ 119063 h 248647"/>
                      <a:gd name="connsiteX30" fmla="*/ 15195 w 218420"/>
                      <a:gd name="connsiteY30" fmla="*/ 109538 h 248647"/>
                      <a:gd name="connsiteX31" fmla="*/ 12814 w 218420"/>
                      <a:gd name="connsiteY31" fmla="*/ 102394 h 248647"/>
                      <a:gd name="connsiteX32" fmla="*/ 10432 w 218420"/>
                      <a:gd name="connsiteY32" fmla="*/ 92869 h 248647"/>
                      <a:gd name="connsiteX33" fmla="*/ 8051 w 218420"/>
                      <a:gd name="connsiteY33" fmla="*/ 85725 h 248647"/>
                      <a:gd name="connsiteX34" fmla="*/ 907 w 218420"/>
                      <a:gd name="connsiteY34" fmla="*/ 59531 h 248647"/>
                      <a:gd name="connsiteX35" fmla="*/ 3289 w 218420"/>
                      <a:gd name="connsiteY35" fmla="*/ 26194 h 248647"/>
                      <a:gd name="connsiteX36" fmla="*/ 5670 w 218420"/>
                      <a:gd name="connsiteY36" fmla="*/ 19050 h 248647"/>
                      <a:gd name="connsiteX37" fmla="*/ 19957 w 218420"/>
                      <a:gd name="connsiteY37" fmla="*/ 4763 h 248647"/>
                      <a:gd name="connsiteX38" fmla="*/ 34245 w 218420"/>
                      <a:gd name="connsiteY38" fmla="*/ 0 h 248647"/>
                      <a:gd name="connsiteX39" fmla="*/ 65201 w 218420"/>
                      <a:gd name="connsiteY39" fmla="*/ 2381 h 248647"/>
                      <a:gd name="connsiteX40" fmla="*/ 79489 w 218420"/>
                      <a:gd name="connsiteY40" fmla="*/ 7144 h 2486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218420" h="248647">
                        <a:moveTo>
                          <a:pt x="79489" y="7144"/>
                        </a:moveTo>
                        <a:lnTo>
                          <a:pt x="79489" y="7144"/>
                        </a:lnTo>
                        <a:cubicBezTo>
                          <a:pt x="93776" y="7938"/>
                          <a:pt x="108162" y="7674"/>
                          <a:pt x="122351" y="9525"/>
                        </a:cubicBezTo>
                        <a:cubicBezTo>
                          <a:pt x="130554" y="10595"/>
                          <a:pt x="136246" y="16538"/>
                          <a:pt x="143782" y="19050"/>
                        </a:cubicBezTo>
                        <a:cubicBezTo>
                          <a:pt x="147622" y="20330"/>
                          <a:pt x="151762" y="20449"/>
                          <a:pt x="155689" y="21431"/>
                        </a:cubicBezTo>
                        <a:cubicBezTo>
                          <a:pt x="158124" y="22040"/>
                          <a:pt x="160451" y="23019"/>
                          <a:pt x="162832" y="23813"/>
                        </a:cubicBezTo>
                        <a:cubicBezTo>
                          <a:pt x="164420" y="26194"/>
                          <a:pt x="165763" y="28758"/>
                          <a:pt x="167595" y="30956"/>
                        </a:cubicBezTo>
                        <a:cubicBezTo>
                          <a:pt x="169751" y="33543"/>
                          <a:pt x="172782" y="35360"/>
                          <a:pt x="174739" y="38100"/>
                        </a:cubicBezTo>
                        <a:cubicBezTo>
                          <a:pt x="185725" y="53482"/>
                          <a:pt x="172561" y="42998"/>
                          <a:pt x="186645" y="52388"/>
                        </a:cubicBezTo>
                        <a:cubicBezTo>
                          <a:pt x="188232" y="54769"/>
                          <a:pt x="190245" y="56916"/>
                          <a:pt x="191407" y="59531"/>
                        </a:cubicBezTo>
                        <a:cubicBezTo>
                          <a:pt x="191412" y="59543"/>
                          <a:pt x="197358" y="77385"/>
                          <a:pt x="198551" y="80963"/>
                        </a:cubicBezTo>
                        <a:lnTo>
                          <a:pt x="203314" y="95250"/>
                        </a:lnTo>
                        <a:cubicBezTo>
                          <a:pt x="204437" y="98617"/>
                          <a:pt x="206830" y="101451"/>
                          <a:pt x="208076" y="104775"/>
                        </a:cubicBezTo>
                        <a:cubicBezTo>
                          <a:pt x="209225" y="107839"/>
                          <a:pt x="209558" y="111153"/>
                          <a:pt x="210457" y="114300"/>
                        </a:cubicBezTo>
                        <a:cubicBezTo>
                          <a:pt x="211147" y="116714"/>
                          <a:pt x="212045" y="119063"/>
                          <a:pt x="212839" y="121444"/>
                        </a:cubicBezTo>
                        <a:cubicBezTo>
                          <a:pt x="218420" y="154935"/>
                          <a:pt x="217490" y="143494"/>
                          <a:pt x="212839" y="202406"/>
                        </a:cubicBezTo>
                        <a:cubicBezTo>
                          <a:pt x="211614" y="217925"/>
                          <a:pt x="213362" y="225654"/>
                          <a:pt x="200932" y="230981"/>
                        </a:cubicBezTo>
                        <a:cubicBezTo>
                          <a:pt x="197924" y="232270"/>
                          <a:pt x="194582" y="232569"/>
                          <a:pt x="191407" y="233363"/>
                        </a:cubicBezTo>
                        <a:cubicBezTo>
                          <a:pt x="168480" y="248647"/>
                          <a:pt x="181982" y="241667"/>
                          <a:pt x="124732" y="235744"/>
                        </a:cubicBezTo>
                        <a:cubicBezTo>
                          <a:pt x="121201" y="235379"/>
                          <a:pt x="118503" y="232299"/>
                          <a:pt x="115207" y="230981"/>
                        </a:cubicBezTo>
                        <a:cubicBezTo>
                          <a:pt x="110546" y="229117"/>
                          <a:pt x="100920" y="226219"/>
                          <a:pt x="100920" y="226219"/>
                        </a:cubicBezTo>
                        <a:cubicBezTo>
                          <a:pt x="85131" y="215693"/>
                          <a:pt x="102674" y="228063"/>
                          <a:pt x="86632" y="214313"/>
                        </a:cubicBezTo>
                        <a:cubicBezTo>
                          <a:pt x="83619" y="211730"/>
                          <a:pt x="80282" y="209550"/>
                          <a:pt x="77107" y="207169"/>
                        </a:cubicBezTo>
                        <a:cubicBezTo>
                          <a:pt x="75520" y="204788"/>
                          <a:pt x="74177" y="202224"/>
                          <a:pt x="72345" y="200025"/>
                        </a:cubicBezTo>
                        <a:cubicBezTo>
                          <a:pt x="66615" y="193149"/>
                          <a:pt x="65082" y="192801"/>
                          <a:pt x="58057" y="188119"/>
                        </a:cubicBezTo>
                        <a:cubicBezTo>
                          <a:pt x="46664" y="171029"/>
                          <a:pt x="52579" y="177878"/>
                          <a:pt x="41389" y="166688"/>
                        </a:cubicBezTo>
                        <a:cubicBezTo>
                          <a:pt x="35725" y="149701"/>
                          <a:pt x="43756" y="170238"/>
                          <a:pt x="31864" y="152400"/>
                        </a:cubicBezTo>
                        <a:cubicBezTo>
                          <a:pt x="30472" y="150311"/>
                          <a:pt x="30605" y="147501"/>
                          <a:pt x="29482" y="145256"/>
                        </a:cubicBezTo>
                        <a:cubicBezTo>
                          <a:pt x="28202" y="142697"/>
                          <a:pt x="26307" y="140494"/>
                          <a:pt x="24720" y="138113"/>
                        </a:cubicBezTo>
                        <a:lnTo>
                          <a:pt x="19957" y="119063"/>
                        </a:lnTo>
                        <a:cubicBezTo>
                          <a:pt x="19096" y="115619"/>
                          <a:pt x="16593" y="112801"/>
                          <a:pt x="15195" y="109538"/>
                        </a:cubicBezTo>
                        <a:cubicBezTo>
                          <a:pt x="14206" y="107231"/>
                          <a:pt x="13504" y="104808"/>
                          <a:pt x="12814" y="102394"/>
                        </a:cubicBezTo>
                        <a:cubicBezTo>
                          <a:pt x="11915" y="99247"/>
                          <a:pt x="11331" y="96016"/>
                          <a:pt x="10432" y="92869"/>
                        </a:cubicBezTo>
                        <a:cubicBezTo>
                          <a:pt x="9742" y="90455"/>
                          <a:pt x="8711" y="88147"/>
                          <a:pt x="8051" y="85725"/>
                        </a:cubicBezTo>
                        <a:cubicBezTo>
                          <a:pt x="0" y="56201"/>
                          <a:pt x="6387" y="75967"/>
                          <a:pt x="907" y="59531"/>
                        </a:cubicBezTo>
                        <a:cubicBezTo>
                          <a:pt x="1701" y="48419"/>
                          <a:pt x="1987" y="37258"/>
                          <a:pt x="3289" y="26194"/>
                        </a:cubicBezTo>
                        <a:cubicBezTo>
                          <a:pt x="3582" y="23701"/>
                          <a:pt x="4425" y="21229"/>
                          <a:pt x="5670" y="19050"/>
                        </a:cubicBezTo>
                        <a:cubicBezTo>
                          <a:pt x="9237" y="12808"/>
                          <a:pt x="13329" y="7709"/>
                          <a:pt x="19957" y="4763"/>
                        </a:cubicBezTo>
                        <a:cubicBezTo>
                          <a:pt x="24545" y="2724"/>
                          <a:pt x="34245" y="0"/>
                          <a:pt x="34245" y="0"/>
                        </a:cubicBezTo>
                        <a:cubicBezTo>
                          <a:pt x="44564" y="794"/>
                          <a:pt x="54979" y="767"/>
                          <a:pt x="65201" y="2381"/>
                        </a:cubicBezTo>
                        <a:cubicBezTo>
                          <a:pt x="70160" y="3164"/>
                          <a:pt x="77108" y="6350"/>
                          <a:pt x="79489" y="7144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2" name="Freeform 81"/>
                  <p:cNvSpPr/>
                  <p:nvPr/>
                </p:nvSpPr>
                <p:spPr>
                  <a:xfrm>
                    <a:off x="4785769" y="5169703"/>
                    <a:ext cx="79128" cy="76200"/>
                  </a:xfrm>
                  <a:custGeom>
                    <a:avLst/>
                    <a:gdLst>
                      <a:gd name="connsiteX0" fmla="*/ 52926 w 79128"/>
                      <a:gd name="connsiteY0" fmla="*/ 0 h 76200"/>
                      <a:gd name="connsiteX1" fmla="*/ 52926 w 79128"/>
                      <a:gd name="connsiteY1" fmla="*/ 0 h 76200"/>
                      <a:gd name="connsiteX2" fmla="*/ 31495 w 79128"/>
                      <a:gd name="connsiteY2" fmla="*/ 4763 h 76200"/>
                      <a:gd name="connsiteX3" fmla="*/ 14826 w 79128"/>
                      <a:gd name="connsiteY3" fmla="*/ 14288 h 76200"/>
                      <a:gd name="connsiteX4" fmla="*/ 2920 w 79128"/>
                      <a:gd name="connsiteY4" fmla="*/ 33338 h 76200"/>
                      <a:gd name="connsiteX5" fmla="*/ 14826 w 79128"/>
                      <a:gd name="connsiteY5" fmla="*/ 61913 h 76200"/>
                      <a:gd name="connsiteX6" fmla="*/ 24351 w 79128"/>
                      <a:gd name="connsiteY6" fmla="*/ 64294 h 76200"/>
                      <a:gd name="connsiteX7" fmla="*/ 41020 w 79128"/>
                      <a:gd name="connsiteY7" fmla="*/ 71438 h 76200"/>
                      <a:gd name="connsiteX8" fmla="*/ 55307 w 79128"/>
                      <a:gd name="connsiteY8" fmla="*/ 76200 h 76200"/>
                      <a:gd name="connsiteX9" fmla="*/ 71976 w 79128"/>
                      <a:gd name="connsiteY9" fmla="*/ 73819 h 76200"/>
                      <a:gd name="connsiteX10" fmla="*/ 79120 w 79128"/>
                      <a:gd name="connsiteY10" fmla="*/ 47625 h 76200"/>
                      <a:gd name="connsiteX11" fmla="*/ 71976 w 79128"/>
                      <a:gd name="connsiteY11" fmla="*/ 21431 h 76200"/>
                      <a:gd name="connsiteX12" fmla="*/ 67214 w 79128"/>
                      <a:gd name="connsiteY12" fmla="*/ 14288 h 76200"/>
                      <a:gd name="connsiteX13" fmla="*/ 52926 w 79128"/>
                      <a:gd name="connsiteY13" fmla="*/ 0 h 7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9128" h="76200">
                        <a:moveTo>
                          <a:pt x="52926" y="0"/>
                        </a:moveTo>
                        <a:lnTo>
                          <a:pt x="52926" y="0"/>
                        </a:lnTo>
                        <a:cubicBezTo>
                          <a:pt x="45782" y="1588"/>
                          <a:pt x="38489" y="2611"/>
                          <a:pt x="31495" y="4763"/>
                        </a:cubicBezTo>
                        <a:cubicBezTo>
                          <a:pt x="28795" y="5594"/>
                          <a:pt x="17356" y="11758"/>
                          <a:pt x="14826" y="14288"/>
                        </a:cubicBezTo>
                        <a:cubicBezTo>
                          <a:pt x="8642" y="20472"/>
                          <a:pt x="6693" y="25791"/>
                          <a:pt x="2920" y="33338"/>
                        </a:cubicBezTo>
                        <a:cubicBezTo>
                          <a:pt x="4926" y="51390"/>
                          <a:pt x="0" y="54500"/>
                          <a:pt x="14826" y="61913"/>
                        </a:cubicBezTo>
                        <a:cubicBezTo>
                          <a:pt x="17753" y="63377"/>
                          <a:pt x="21176" y="63500"/>
                          <a:pt x="24351" y="64294"/>
                        </a:cubicBezTo>
                        <a:cubicBezTo>
                          <a:pt x="35684" y="71848"/>
                          <a:pt x="27043" y="67245"/>
                          <a:pt x="41020" y="71438"/>
                        </a:cubicBezTo>
                        <a:cubicBezTo>
                          <a:pt x="45828" y="72881"/>
                          <a:pt x="55307" y="76200"/>
                          <a:pt x="55307" y="76200"/>
                        </a:cubicBezTo>
                        <a:cubicBezTo>
                          <a:pt x="60863" y="75406"/>
                          <a:pt x="66847" y="76098"/>
                          <a:pt x="71976" y="73819"/>
                        </a:cubicBezTo>
                        <a:cubicBezTo>
                          <a:pt x="79128" y="70641"/>
                          <a:pt x="78980" y="48743"/>
                          <a:pt x="79120" y="47625"/>
                        </a:cubicBezTo>
                        <a:cubicBezTo>
                          <a:pt x="76784" y="31273"/>
                          <a:pt x="78903" y="33553"/>
                          <a:pt x="71976" y="21431"/>
                        </a:cubicBezTo>
                        <a:cubicBezTo>
                          <a:pt x="70556" y="18946"/>
                          <a:pt x="69368" y="16172"/>
                          <a:pt x="67214" y="14288"/>
                        </a:cubicBezTo>
                        <a:cubicBezTo>
                          <a:pt x="51605" y="631"/>
                          <a:pt x="55307" y="2381"/>
                          <a:pt x="52926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3" name="Freeform 82"/>
                  <p:cNvSpPr/>
                  <p:nvPr/>
                </p:nvSpPr>
                <p:spPr>
                  <a:xfrm>
                    <a:off x="4778235" y="5395913"/>
                    <a:ext cx="262871" cy="240506"/>
                  </a:xfrm>
                  <a:custGeom>
                    <a:avLst/>
                    <a:gdLst>
                      <a:gd name="connsiteX0" fmla="*/ 112853 w 262871"/>
                      <a:gd name="connsiteY0" fmla="*/ 0 h 240506"/>
                      <a:gd name="connsiteX1" fmla="*/ 112853 w 262871"/>
                      <a:gd name="connsiteY1" fmla="*/ 0 h 240506"/>
                      <a:gd name="connsiteX2" fmla="*/ 150953 w 262871"/>
                      <a:gd name="connsiteY2" fmla="*/ 4762 h 240506"/>
                      <a:gd name="connsiteX3" fmla="*/ 165240 w 262871"/>
                      <a:gd name="connsiteY3" fmla="*/ 9525 h 240506"/>
                      <a:gd name="connsiteX4" fmla="*/ 184290 w 262871"/>
                      <a:gd name="connsiteY4" fmla="*/ 19050 h 240506"/>
                      <a:gd name="connsiteX5" fmla="*/ 193815 w 262871"/>
                      <a:gd name="connsiteY5" fmla="*/ 26193 h 240506"/>
                      <a:gd name="connsiteX6" fmla="*/ 200959 w 262871"/>
                      <a:gd name="connsiteY6" fmla="*/ 30956 h 240506"/>
                      <a:gd name="connsiteX7" fmla="*/ 208103 w 262871"/>
                      <a:gd name="connsiteY7" fmla="*/ 40481 h 240506"/>
                      <a:gd name="connsiteX8" fmla="*/ 217628 w 262871"/>
                      <a:gd name="connsiteY8" fmla="*/ 45243 h 240506"/>
                      <a:gd name="connsiteX9" fmla="*/ 231915 w 262871"/>
                      <a:gd name="connsiteY9" fmla="*/ 59531 h 240506"/>
                      <a:gd name="connsiteX10" fmla="*/ 246203 w 262871"/>
                      <a:gd name="connsiteY10" fmla="*/ 80962 h 240506"/>
                      <a:gd name="connsiteX11" fmla="*/ 248584 w 262871"/>
                      <a:gd name="connsiteY11" fmla="*/ 88106 h 240506"/>
                      <a:gd name="connsiteX12" fmla="*/ 253346 w 262871"/>
                      <a:gd name="connsiteY12" fmla="*/ 95250 h 240506"/>
                      <a:gd name="connsiteX13" fmla="*/ 255728 w 262871"/>
                      <a:gd name="connsiteY13" fmla="*/ 104775 h 240506"/>
                      <a:gd name="connsiteX14" fmla="*/ 258109 w 262871"/>
                      <a:gd name="connsiteY14" fmla="*/ 111918 h 240506"/>
                      <a:gd name="connsiteX15" fmla="*/ 260490 w 262871"/>
                      <a:gd name="connsiteY15" fmla="*/ 138112 h 240506"/>
                      <a:gd name="connsiteX16" fmla="*/ 262871 w 262871"/>
                      <a:gd name="connsiteY16" fmla="*/ 150018 h 240506"/>
                      <a:gd name="connsiteX17" fmla="*/ 260490 w 262871"/>
                      <a:gd name="connsiteY17" fmla="*/ 200025 h 240506"/>
                      <a:gd name="connsiteX18" fmla="*/ 248584 w 262871"/>
                      <a:gd name="connsiteY18" fmla="*/ 219075 h 240506"/>
                      <a:gd name="connsiteX19" fmla="*/ 234296 w 262871"/>
                      <a:gd name="connsiteY19" fmla="*/ 223837 h 240506"/>
                      <a:gd name="connsiteX20" fmla="*/ 217628 w 262871"/>
                      <a:gd name="connsiteY20" fmla="*/ 230981 h 240506"/>
                      <a:gd name="connsiteX21" fmla="*/ 203340 w 262871"/>
                      <a:gd name="connsiteY21" fmla="*/ 235743 h 240506"/>
                      <a:gd name="connsiteX22" fmla="*/ 184290 w 262871"/>
                      <a:gd name="connsiteY22" fmla="*/ 240506 h 240506"/>
                      <a:gd name="connsiteX23" fmla="*/ 150953 w 262871"/>
                      <a:gd name="connsiteY23" fmla="*/ 238125 h 240506"/>
                      <a:gd name="connsiteX24" fmla="*/ 119996 w 262871"/>
                      <a:gd name="connsiteY24" fmla="*/ 230981 h 240506"/>
                      <a:gd name="connsiteX25" fmla="*/ 93803 w 262871"/>
                      <a:gd name="connsiteY25" fmla="*/ 216693 h 240506"/>
                      <a:gd name="connsiteX26" fmla="*/ 84278 w 262871"/>
                      <a:gd name="connsiteY26" fmla="*/ 211931 h 240506"/>
                      <a:gd name="connsiteX27" fmla="*/ 77134 w 262871"/>
                      <a:gd name="connsiteY27" fmla="*/ 204787 h 240506"/>
                      <a:gd name="connsiteX28" fmla="*/ 67609 w 262871"/>
                      <a:gd name="connsiteY28" fmla="*/ 200025 h 240506"/>
                      <a:gd name="connsiteX29" fmla="*/ 60465 w 262871"/>
                      <a:gd name="connsiteY29" fmla="*/ 190500 h 240506"/>
                      <a:gd name="connsiteX30" fmla="*/ 46178 w 262871"/>
                      <a:gd name="connsiteY30" fmla="*/ 176212 h 240506"/>
                      <a:gd name="connsiteX31" fmla="*/ 43796 w 262871"/>
                      <a:gd name="connsiteY31" fmla="*/ 169068 h 240506"/>
                      <a:gd name="connsiteX32" fmla="*/ 36653 w 262871"/>
                      <a:gd name="connsiteY32" fmla="*/ 159543 h 240506"/>
                      <a:gd name="connsiteX33" fmla="*/ 31890 w 262871"/>
                      <a:gd name="connsiteY33" fmla="*/ 152400 h 240506"/>
                      <a:gd name="connsiteX34" fmla="*/ 24746 w 262871"/>
                      <a:gd name="connsiteY34" fmla="*/ 133350 h 240506"/>
                      <a:gd name="connsiteX35" fmla="*/ 19984 w 262871"/>
                      <a:gd name="connsiteY35" fmla="*/ 123825 h 240506"/>
                      <a:gd name="connsiteX36" fmla="*/ 17603 w 262871"/>
                      <a:gd name="connsiteY36" fmla="*/ 114300 h 240506"/>
                      <a:gd name="connsiteX37" fmla="*/ 15221 w 262871"/>
                      <a:gd name="connsiteY37" fmla="*/ 107156 h 240506"/>
                      <a:gd name="connsiteX38" fmla="*/ 12840 w 262871"/>
                      <a:gd name="connsiteY38" fmla="*/ 95250 h 240506"/>
                      <a:gd name="connsiteX39" fmla="*/ 10459 w 262871"/>
                      <a:gd name="connsiteY39" fmla="*/ 85725 h 240506"/>
                      <a:gd name="connsiteX40" fmla="*/ 3315 w 262871"/>
                      <a:gd name="connsiteY40" fmla="*/ 47625 h 240506"/>
                      <a:gd name="connsiteX41" fmla="*/ 8078 w 262871"/>
                      <a:gd name="connsiteY41" fmla="*/ 21431 h 240506"/>
                      <a:gd name="connsiteX42" fmla="*/ 12840 w 262871"/>
                      <a:gd name="connsiteY42" fmla="*/ 7143 h 240506"/>
                      <a:gd name="connsiteX43" fmla="*/ 19984 w 262871"/>
                      <a:gd name="connsiteY43" fmla="*/ 2381 h 240506"/>
                      <a:gd name="connsiteX44" fmla="*/ 62846 w 262871"/>
                      <a:gd name="connsiteY44" fmla="*/ 4762 h 240506"/>
                      <a:gd name="connsiteX45" fmla="*/ 112853 w 262871"/>
                      <a:gd name="connsiteY45" fmla="*/ 0 h 2405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262871" h="240506">
                        <a:moveTo>
                          <a:pt x="112853" y="0"/>
                        </a:moveTo>
                        <a:lnTo>
                          <a:pt x="112853" y="0"/>
                        </a:lnTo>
                        <a:cubicBezTo>
                          <a:pt x="132011" y="1596"/>
                          <a:pt x="136496" y="425"/>
                          <a:pt x="150953" y="4762"/>
                        </a:cubicBezTo>
                        <a:cubicBezTo>
                          <a:pt x="155761" y="6205"/>
                          <a:pt x="165240" y="9525"/>
                          <a:pt x="165240" y="9525"/>
                        </a:cubicBezTo>
                        <a:cubicBezTo>
                          <a:pt x="193602" y="30794"/>
                          <a:pt x="157540" y="5675"/>
                          <a:pt x="184290" y="19050"/>
                        </a:cubicBezTo>
                        <a:cubicBezTo>
                          <a:pt x="187840" y="20825"/>
                          <a:pt x="190586" y="23886"/>
                          <a:pt x="193815" y="26193"/>
                        </a:cubicBezTo>
                        <a:cubicBezTo>
                          <a:pt x="196144" y="27857"/>
                          <a:pt x="198935" y="28932"/>
                          <a:pt x="200959" y="30956"/>
                        </a:cubicBezTo>
                        <a:cubicBezTo>
                          <a:pt x="203765" y="33762"/>
                          <a:pt x="205090" y="37898"/>
                          <a:pt x="208103" y="40481"/>
                        </a:cubicBezTo>
                        <a:cubicBezTo>
                          <a:pt x="210798" y="42791"/>
                          <a:pt x="214453" y="43656"/>
                          <a:pt x="217628" y="45243"/>
                        </a:cubicBezTo>
                        <a:cubicBezTo>
                          <a:pt x="222390" y="50006"/>
                          <a:pt x="228179" y="53927"/>
                          <a:pt x="231915" y="59531"/>
                        </a:cubicBezTo>
                        <a:lnTo>
                          <a:pt x="246203" y="80962"/>
                        </a:lnTo>
                        <a:cubicBezTo>
                          <a:pt x="246997" y="83343"/>
                          <a:pt x="247462" y="85861"/>
                          <a:pt x="248584" y="88106"/>
                        </a:cubicBezTo>
                        <a:cubicBezTo>
                          <a:pt x="249864" y="90666"/>
                          <a:pt x="252219" y="92620"/>
                          <a:pt x="253346" y="95250"/>
                        </a:cubicBezTo>
                        <a:cubicBezTo>
                          <a:pt x="254635" y="98258"/>
                          <a:pt x="254829" y="101628"/>
                          <a:pt x="255728" y="104775"/>
                        </a:cubicBezTo>
                        <a:cubicBezTo>
                          <a:pt x="256418" y="107188"/>
                          <a:pt x="257315" y="109537"/>
                          <a:pt x="258109" y="111918"/>
                        </a:cubicBezTo>
                        <a:cubicBezTo>
                          <a:pt x="258903" y="120649"/>
                          <a:pt x="259403" y="129412"/>
                          <a:pt x="260490" y="138112"/>
                        </a:cubicBezTo>
                        <a:cubicBezTo>
                          <a:pt x="260992" y="142128"/>
                          <a:pt x="262871" y="145971"/>
                          <a:pt x="262871" y="150018"/>
                        </a:cubicBezTo>
                        <a:cubicBezTo>
                          <a:pt x="262871" y="166706"/>
                          <a:pt x="262478" y="183456"/>
                          <a:pt x="260490" y="200025"/>
                        </a:cubicBezTo>
                        <a:cubicBezTo>
                          <a:pt x="260074" y="203490"/>
                          <a:pt x="251014" y="217455"/>
                          <a:pt x="248584" y="219075"/>
                        </a:cubicBezTo>
                        <a:cubicBezTo>
                          <a:pt x="244407" y="221860"/>
                          <a:pt x="239059" y="222250"/>
                          <a:pt x="234296" y="223837"/>
                        </a:cubicBezTo>
                        <a:cubicBezTo>
                          <a:pt x="211305" y="231500"/>
                          <a:pt x="247050" y="219212"/>
                          <a:pt x="217628" y="230981"/>
                        </a:cubicBezTo>
                        <a:cubicBezTo>
                          <a:pt x="212967" y="232845"/>
                          <a:pt x="208103" y="234156"/>
                          <a:pt x="203340" y="235743"/>
                        </a:cubicBezTo>
                        <a:cubicBezTo>
                          <a:pt x="197130" y="237813"/>
                          <a:pt x="184290" y="240506"/>
                          <a:pt x="184290" y="240506"/>
                        </a:cubicBezTo>
                        <a:cubicBezTo>
                          <a:pt x="173178" y="239712"/>
                          <a:pt x="162008" y="239507"/>
                          <a:pt x="150953" y="238125"/>
                        </a:cubicBezTo>
                        <a:cubicBezTo>
                          <a:pt x="134141" y="236023"/>
                          <a:pt x="131885" y="234944"/>
                          <a:pt x="119996" y="230981"/>
                        </a:cubicBezTo>
                        <a:cubicBezTo>
                          <a:pt x="106947" y="222280"/>
                          <a:pt x="115410" y="227496"/>
                          <a:pt x="93803" y="216693"/>
                        </a:cubicBezTo>
                        <a:lnTo>
                          <a:pt x="84278" y="211931"/>
                        </a:lnTo>
                        <a:cubicBezTo>
                          <a:pt x="81897" y="209550"/>
                          <a:pt x="79874" y="206744"/>
                          <a:pt x="77134" y="204787"/>
                        </a:cubicBezTo>
                        <a:cubicBezTo>
                          <a:pt x="74245" y="202724"/>
                          <a:pt x="70304" y="202335"/>
                          <a:pt x="67609" y="200025"/>
                        </a:cubicBezTo>
                        <a:cubicBezTo>
                          <a:pt x="64596" y="197442"/>
                          <a:pt x="63120" y="193450"/>
                          <a:pt x="60465" y="190500"/>
                        </a:cubicBezTo>
                        <a:cubicBezTo>
                          <a:pt x="55959" y="185494"/>
                          <a:pt x="46178" y="176212"/>
                          <a:pt x="46178" y="176212"/>
                        </a:cubicBezTo>
                        <a:cubicBezTo>
                          <a:pt x="45384" y="173831"/>
                          <a:pt x="45041" y="171247"/>
                          <a:pt x="43796" y="169068"/>
                        </a:cubicBezTo>
                        <a:cubicBezTo>
                          <a:pt x="41827" y="165622"/>
                          <a:pt x="38960" y="162772"/>
                          <a:pt x="36653" y="159543"/>
                        </a:cubicBezTo>
                        <a:cubicBezTo>
                          <a:pt x="34990" y="157214"/>
                          <a:pt x="33310" y="154885"/>
                          <a:pt x="31890" y="152400"/>
                        </a:cubicBezTo>
                        <a:cubicBezTo>
                          <a:pt x="22252" y="135535"/>
                          <a:pt x="31135" y="150387"/>
                          <a:pt x="24746" y="133350"/>
                        </a:cubicBezTo>
                        <a:cubicBezTo>
                          <a:pt x="23500" y="130026"/>
                          <a:pt x="21230" y="127149"/>
                          <a:pt x="19984" y="123825"/>
                        </a:cubicBezTo>
                        <a:cubicBezTo>
                          <a:pt x="18835" y="120761"/>
                          <a:pt x="18502" y="117447"/>
                          <a:pt x="17603" y="114300"/>
                        </a:cubicBezTo>
                        <a:cubicBezTo>
                          <a:pt x="16913" y="111886"/>
                          <a:pt x="15830" y="109591"/>
                          <a:pt x="15221" y="107156"/>
                        </a:cubicBezTo>
                        <a:cubicBezTo>
                          <a:pt x="14239" y="103230"/>
                          <a:pt x="13718" y="99201"/>
                          <a:pt x="12840" y="95250"/>
                        </a:cubicBezTo>
                        <a:cubicBezTo>
                          <a:pt x="12130" y="92055"/>
                          <a:pt x="11062" y="88942"/>
                          <a:pt x="10459" y="85725"/>
                        </a:cubicBezTo>
                        <a:cubicBezTo>
                          <a:pt x="2508" y="43321"/>
                          <a:pt x="8936" y="70111"/>
                          <a:pt x="3315" y="47625"/>
                        </a:cubicBezTo>
                        <a:cubicBezTo>
                          <a:pt x="9831" y="28073"/>
                          <a:pt x="0" y="59128"/>
                          <a:pt x="8078" y="21431"/>
                        </a:cubicBezTo>
                        <a:cubicBezTo>
                          <a:pt x="9130" y="16522"/>
                          <a:pt x="8663" y="9927"/>
                          <a:pt x="12840" y="7143"/>
                        </a:cubicBezTo>
                        <a:lnTo>
                          <a:pt x="19984" y="2381"/>
                        </a:lnTo>
                        <a:cubicBezTo>
                          <a:pt x="34271" y="3175"/>
                          <a:pt x="48541" y="5103"/>
                          <a:pt x="62846" y="4762"/>
                        </a:cubicBezTo>
                        <a:cubicBezTo>
                          <a:pt x="81957" y="4307"/>
                          <a:pt x="104519" y="794"/>
                          <a:pt x="112853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4" name="Freeform 83"/>
                  <p:cNvSpPr/>
                  <p:nvPr/>
                </p:nvSpPr>
                <p:spPr>
                  <a:xfrm>
                    <a:off x="5007371" y="5009537"/>
                    <a:ext cx="127535" cy="138724"/>
                  </a:xfrm>
                  <a:custGeom>
                    <a:avLst/>
                    <a:gdLst>
                      <a:gd name="connsiteX0" fmla="*/ 0 w 141426"/>
                      <a:gd name="connsiteY0" fmla="*/ 10137 h 138724"/>
                      <a:gd name="connsiteX1" fmla="*/ 0 w 141426"/>
                      <a:gd name="connsiteY1" fmla="*/ 10137 h 138724"/>
                      <a:gd name="connsiteX2" fmla="*/ 21432 w 141426"/>
                      <a:gd name="connsiteY2" fmla="*/ 5374 h 138724"/>
                      <a:gd name="connsiteX3" fmla="*/ 28575 w 141426"/>
                      <a:gd name="connsiteY3" fmla="*/ 612 h 138724"/>
                      <a:gd name="connsiteX4" fmla="*/ 52388 w 141426"/>
                      <a:gd name="connsiteY4" fmla="*/ 2993 h 138724"/>
                      <a:gd name="connsiteX5" fmla="*/ 59532 w 141426"/>
                      <a:gd name="connsiteY5" fmla="*/ 5374 h 138724"/>
                      <a:gd name="connsiteX6" fmla="*/ 66675 w 141426"/>
                      <a:gd name="connsiteY6" fmla="*/ 12518 h 138724"/>
                      <a:gd name="connsiteX7" fmla="*/ 76200 w 141426"/>
                      <a:gd name="connsiteY7" fmla="*/ 19662 h 138724"/>
                      <a:gd name="connsiteX8" fmla="*/ 88107 w 141426"/>
                      <a:gd name="connsiteY8" fmla="*/ 38712 h 138724"/>
                      <a:gd name="connsiteX9" fmla="*/ 95250 w 141426"/>
                      <a:gd name="connsiteY9" fmla="*/ 55381 h 138724"/>
                      <a:gd name="connsiteX10" fmla="*/ 100013 w 141426"/>
                      <a:gd name="connsiteY10" fmla="*/ 64906 h 138724"/>
                      <a:gd name="connsiteX11" fmla="*/ 111919 w 141426"/>
                      <a:gd name="connsiteY11" fmla="*/ 81574 h 138724"/>
                      <a:gd name="connsiteX12" fmla="*/ 116682 w 141426"/>
                      <a:gd name="connsiteY12" fmla="*/ 91099 h 138724"/>
                      <a:gd name="connsiteX13" fmla="*/ 130969 w 141426"/>
                      <a:gd name="connsiteY13" fmla="*/ 107768 h 138724"/>
                      <a:gd name="connsiteX14" fmla="*/ 135732 w 141426"/>
                      <a:gd name="connsiteY14" fmla="*/ 117293 h 138724"/>
                      <a:gd name="connsiteX15" fmla="*/ 138113 w 141426"/>
                      <a:gd name="connsiteY15" fmla="*/ 126818 h 138724"/>
                      <a:gd name="connsiteX16" fmla="*/ 140494 w 141426"/>
                      <a:gd name="connsiteY16" fmla="*/ 133962 h 138724"/>
                      <a:gd name="connsiteX17" fmla="*/ 133350 w 141426"/>
                      <a:gd name="connsiteY17" fmla="*/ 138724 h 138724"/>
                      <a:gd name="connsiteX18" fmla="*/ 111919 w 141426"/>
                      <a:gd name="connsiteY18" fmla="*/ 136343 h 138724"/>
                      <a:gd name="connsiteX19" fmla="*/ 97632 w 141426"/>
                      <a:gd name="connsiteY19" fmla="*/ 131581 h 138724"/>
                      <a:gd name="connsiteX20" fmla="*/ 80963 w 141426"/>
                      <a:gd name="connsiteY20" fmla="*/ 126818 h 138724"/>
                      <a:gd name="connsiteX21" fmla="*/ 64294 w 141426"/>
                      <a:gd name="connsiteY21" fmla="*/ 105387 h 138724"/>
                      <a:gd name="connsiteX22" fmla="*/ 57150 w 141426"/>
                      <a:gd name="connsiteY22" fmla="*/ 91099 h 138724"/>
                      <a:gd name="connsiteX23" fmla="*/ 50007 w 141426"/>
                      <a:gd name="connsiteY23" fmla="*/ 86337 h 138724"/>
                      <a:gd name="connsiteX24" fmla="*/ 40482 w 141426"/>
                      <a:gd name="connsiteY24" fmla="*/ 72049 h 138724"/>
                      <a:gd name="connsiteX25" fmla="*/ 35719 w 141426"/>
                      <a:gd name="connsiteY25" fmla="*/ 64906 h 138724"/>
                      <a:gd name="connsiteX26" fmla="*/ 30957 w 141426"/>
                      <a:gd name="connsiteY26" fmla="*/ 45856 h 138724"/>
                      <a:gd name="connsiteX27" fmla="*/ 28575 w 141426"/>
                      <a:gd name="connsiteY27" fmla="*/ 36331 h 138724"/>
                      <a:gd name="connsiteX28" fmla="*/ 26194 w 141426"/>
                      <a:gd name="connsiteY28" fmla="*/ 29187 h 138724"/>
                      <a:gd name="connsiteX29" fmla="*/ 23813 w 141426"/>
                      <a:gd name="connsiteY29" fmla="*/ 19662 h 138724"/>
                      <a:gd name="connsiteX30" fmla="*/ 14288 w 141426"/>
                      <a:gd name="connsiteY30" fmla="*/ 14899 h 138724"/>
                      <a:gd name="connsiteX31" fmla="*/ 0 w 141426"/>
                      <a:gd name="connsiteY31" fmla="*/ 10137 h 138724"/>
                      <a:gd name="connsiteX0" fmla="*/ 15479 w 142617"/>
                      <a:gd name="connsiteY0" fmla="*/ 14899 h 138724"/>
                      <a:gd name="connsiteX1" fmla="*/ 1191 w 142617"/>
                      <a:gd name="connsiteY1" fmla="*/ 10137 h 138724"/>
                      <a:gd name="connsiteX2" fmla="*/ 22623 w 142617"/>
                      <a:gd name="connsiteY2" fmla="*/ 5374 h 138724"/>
                      <a:gd name="connsiteX3" fmla="*/ 29766 w 142617"/>
                      <a:gd name="connsiteY3" fmla="*/ 612 h 138724"/>
                      <a:gd name="connsiteX4" fmla="*/ 53579 w 142617"/>
                      <a:gd name="connsiteY4" fmla="*/ 2993 h 138724"/>
                      <a:gd name="connsiteX5" fmla="*/ 60723 w 142617"/>
                      <a:gd name="connsiteY5" fmla="*/ 5374 h 138724"/>
                      <a:gd name="connsiteX6" fmla="*/ 67866 w 142617"/>
                      <a:gd name="connsiteY6" fmla="*/ 12518 h 138724"/>
                      <a:gd name="connsiteX7" fmla="*/ 77391 w 142617"/>
                      <a:gd name="connsiteY7" fmla="*/ 19662 h 138724"/>
                      <a:gd name="connsiteX8" fmla="*/ 89298 w 142617"/>
                      <a:gd name="connsiteY8" fmla="*/ 38712 h 138724"/>
                      <a:gd name="connsiteX9" fmla="*/ 96441 w 142617"/>
                      <a:gd name="connsiteY9" fmla="*/ 55381 h 138724"/>
                      <a:gd name="connsiteX10" fmla="*/ 101204 w 142617"/>
                      <a:gd name="connsiteY10" fmla="*/ 64906 h 138724"/>
                      <a:gd name="connsiteX11" fmla="*/ 113110 w 142617"/>
                      <a:gd name="connsiteY11" fmla="*/ 81574 h 138724"/>
                      <a:gd name="connsiteX12" fmla="*/ 117873 w 142617"/>
                      <a:gd name="connsiteY12" fmla="*/ 91099 h 138724"/>
                      <a:gd name="connsiteX13" fmla="*/ 132160 w 142617"/>
                      <a:gd name="connsiteY13" fmla="*/ 107768 h 138724"/>
                      <a:gd name="connsiteX14" fmla="*/ 136923 w 142617"/>
                      <a:gd name="connsiteY14" fmla="*/ 117293 h 138724"/>
                      <a:gd name="connsiteX15" fmla="*/ 139304 w 142617"/>
                      <a:gd name="connsiteY15" fmla="*/ 126818 h 138724"/>
                      <a:gd name="connsiteX16" fmla="*/ 141685 w 142617"/>
                      <a:gd name="connsiteY16" fmla="*/ 133962 h 138724"/>
                      <a:gd name="connsiteX17" fmla="*/ 134541 w 142617"/>
                      <a:gd name="connsiteY17" fmla="*/ 138724 h 138724"/>
                      <a:gd name="connsiteX18" fmla="*/ 113110 w 142617"/>
                      <a:gd name="connsiteY18" fmla="*/ 136343 h 138724"/>
                      <a:gd name="connsiteX19" fmla="*/ 98823 w 142617"/>
                      <a:gd name="connsiteY19" fmla="*/ 131581 h 138724"/>
                      <a:gd name="connsiteX20" fmla="*/ 82154 w 142617"/>
                      <a:gd name="connsiteY20" fmla="*/ 126818 h 138724"/>
                      <a:gd name="connsiteX21" fmla="*/ 65485 w 142617"/>
                      <a:gd name="connsiteY21" fmla="*/ 105387 h 138724"/>
                      <a:gd name="connsiteX22" fmla="*/ 58341 w 142617"/>
                      <a:gd name="connsiteY22" fmla="*/ 91099 h 138724"/>
                      <a:gd name="connsiteX23" fmla="*/ 51198 w 142617"/>
                      <a:gd name="connsiteY23" fmla="*/ 86337 h 138724"/>
                      <a:gd name="connsiteX24" fmla="*/ 41673 w 142617"/>
                      <a:gd name="connsiteY24" fmla="*/ 72049 h 138724"/>
                      <a:gd name="connsiteX25" fmla="*/ 36910 w 142617"/>
                      <a:gd name="connsiteY25" fmla="*/ 64906 h 138724"/>
                      <a:gd name="connsiteX26" fmla="*/ 32148 w 142617"/>
                      <a:gd name="connsiteY26" fmla="*/ 45856 h 138724"/>
                      <a:gd name="connsiteX27" fmla="*/ 29766 w 142617"/>
                      <a:gd name="connsiteY27" fmla="*/ 36331 h 138724"/>
                      <a:gd name="connsiteX28" fmla="*/ 27385 w 142617"/>
                      <a:gd name="connsiteY28" fmla="*/ 29187 h 138724"/>
                      <a:gd name="connsiteX29" fmla="*/ 25004 w 142617"/>
                      <a:gd name="connsiteY29" fmla="*/ 19662 h 138724"/>
                      <a:gd name="connsiteX30" fmla="*/ 15479 w 142617"/>
                      <a:gd name="connsiteY30" fmla="*/ 14899 h 138724"/>
                      <a:gd name="connsiteX0" fmla="*/ 397 w 127535"/>
                      <a:gd name="connsiteY0" fmla="*/ 14899 h 138724"/>
                      <a:gd name="connsiteX1" fmla="*/ 7541 w 127535"/>
                      <a:gd name="connsiteY1" fmla="*/ 5374 h 138724"/>
                      <a:gd name="connsiteX2" fmla="*/ 14684 w 127535"/>
                      <a:gd name="connsiteY2" fmla="*/ 612 h 138724"/>
                      <a:gd name="connsiteX3" fmla="*/ 38497 w 127535"/>
                      <a:gd name="connsiteY3" fmla="*/ 2993 h 138724"/>
                      <a:gd name="connsiteX4" fmla="*/ 45641 w 127535"/>
                      <a:gd name="connsiteY4" fmla="*/ 5374 h 138724"/>
                      <a:gd name="connsiteX5" fmla="*/ 52784 w 127535"/>
                      <a:gd name="connsiteY5" fmla="*/ 12518 h 138724"/>
                      <a:gd name="connsiteX6" fmla="*/ 62309 w 127535"/>
                      <a:gd name="connsiteY6" fmla="*/ 19662 h 138724"/>
                      <a:gd name="connsiteX7" fmla="*/ 74216 w 127535"/>
                      <a:gd name="connsiteY7" fmla="*/ 38712 h 138724"/>
                      <a:gd name="connsiteX8" fmla="*/ 81359 w 127535"/>
                      <a:gd name="connsiteY8" fmla="*/ 55381 h 138724"/>
                      <a:gd name="connsiteX9" fmla="*/ 86122 w 127535"/>
                      <a:gd name="connsiteY9" fmla="*/ 64906 h 138724"/>
                      <a:gd name="connsiteX10" fmla="*/ 98028 w 127535"/>
                      <a:gd name="connsiteY10" fmla="*/ 81574 h 138724"/>
                      <a:gd name="connsiteX11" fmla="*/ 102791 w 127535"/>
                      <a:gd name="connsiteY11" fmla="*/ 91099 h 138724"/>
                      <a:gd name="connsiteX12" fmla="*/ 117078 w 127535"/>
                      <a:gd name="connsiteY12" fmla="*/ 107768 h 138724"/>
                      <a:gd name="connsiteX13" fmla="*/ 121841 w 127535"/>
                      <a:gd name="connsiteY13" fmla="*/ 117293 h 138724"/>
                      <a:gd name="connsiteX14" fmla="*/ 124222 w 127535"/>
                      <a:gd name="connsiteY14" fmla="*/ 126818 h 138724"/>
                      <a:gd name="connsiteX15" fmla="*/ 126603 w 127535"/>
                      <a:gd name="connsiteY15" fmla="*/ 133962 h 138724"/>
                      <a:gd name="connsiteX16" fmla="*/ 119459 w 127535"/>
                      <a:gd name="connsiteY16" fmla="*/ 138724 h 138724"/>
                      <a:gd name="connsiteX17" fmla="*/ 98028 w 127535"/>
                      <a:gd name="connsiteY17" fmla="*/ 136343 h 138724"/>
                      <a:gd name="connsiteX18" fmla="*/ 83741 w 127535"/>
                      <a:gd name="connsiteY18" fmla="*/ 131581 h 138724"/>
                      <a:gd name="connsiteX19" fmla="*/ 67072 w 127535"/>
                      <a:gd name="connsiteY19" fmla="*/ 126818 h 138724"/>
                      <a:gd name="connsiteX20" fmla="*/ 50403 w 127535"/>
                      <a:gd name="connsiteY20" fmla="*/ 105387 h 138724"/>
                      <a:gd name="connsiteX21" fmla="*/ 43259 w 127535"/>
                      <a:gd name="connsiteY21" fmla="*/ 91099 h 138724"/>
                      <a:gd name="connsiteX22" fmla="*/ 36116 w 127535"/>
                      <a:gd name="connsiteY22" fmla="*/ 86337 h 138724"/>
                      <a:gd name="connsiteX23" fmla="*/ 26591 w 127535"/>
                      <a:gd name="connsiteY23" fmla="*/ 72049 h 138724"/>
                      <a:gd name="connsiteX24" fmla="*/ 21828 w 127535"/>
                      <a:gd name="connsiteY24" fmla="*/ 64906 h 138724"/>
                      <a:gd name="connsiteX25" fmla="*/ 17066 w 127535"/>
                      <a:gd name="connsiteY25" fmla="*/ 45856 h 138724"/>
                      <a:gd name="connsiteX26" fmla="*/ 14684 w 127535"/>
                      <a:gd name="connsiteY26" fmla="*/ 36331 h 138724"/>
                      <a:gd name="connsiteX27" fmla="*/ 12303 w 127535"/>
                      <a:gd name="connsiteY27" fmla="*/ 29187 h 138724"/>
                      <a:gd name="connsiteX28" fmla="*/ 9922 w 127535"/>
                      <a:gd name="connsiteY28" fmla="*/ 19662 h 138724"/>
                      <a:gd name="connsiteX29" fmla="*/ 397 w 127535"/>
                      <a:gd name="connsiteY29" fmla="*/ 14899 h 138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27535" h="138724">
                        <a:moveTo>
                          <a:pt x="397" y="14899"/>
                        </a:moveTo>
                        <a:cubicBezTo>
                          <a:pt x="0" y="12518"/>
                          <a:pt x="5160" y="7755"/>
                          <a:pt x="7541" y="5374"/>
                        </a:cubicBezTo>
                        <a:cubicBezTo>
                          <a:pt x="10256" y="4469"/>
                          <a:pt x="11831" y="831"/>
                          <a:pt x="14684" y="612"/>
                        </a:cubicBezTo>
                        <a:cubicBezTo>
                          <a:pt x="22638" y="0"/>
                          <a:pt x="30559" y="2199"/>
                          <a:pt x="38497" y="2993"/>
                        </a:cubicBezTo>
                        <a:cubicBezTo>
                          <a:pt x="40878" y="3787"/>
                          <a:pt x="43552" y="3982"/>
                          <a:pt x="45641" y="5374"/>
                        </a:cubicBezTo>
                        <a:cubicBezTo>
                          <a:pt x="48443" y="7242"/>
                          <a:pt x="50227" y="10326"/>
                          <a:pt x="52784" y="12518"/>
                        </a:cubicBezTo>
                        <a:cubicBezTo>
                          <a:pt x="55797" y="15101"/>
                          <a:pt x="59134" y="17281"/>
                          <a:pt x="62309" y="19662"/>
                        </a:cubicBezTo>
                        <a:cubicBezTo>
                          <a:pt x="74382" y="43806"/>
                          <a:pt x="58754" y="13972"/>
                          <a:pt x="74216" y="38712"/>
                        </a:cubicBezTo>
                        <a:cubicBezTo>
                          <a:pt x="81397" y="50201"/>
                          <a:pt x="76939" y="45068"/>
                          <a:pt x="81359" y="55381"/>
                        </a:cubicBezTo>
                        <a:cubicBezTo>
                          <a:pt x="82757" y="58644"/>
                          <a:pt x="84241" y="61896"/>
                          <a:pt x="86122" y="64906"/>
                        </a:cubicBezTo>
                        <a:cubicBezTo>
                          <a:pt x="94642" y="78536"/>
                          <a:pt x="91311" y="69819"/>
                          <a:pt x="98028" y="81574"/>
                        </a:cubicBezTo>
                        <a:cubicBezTo>
                          <a:pt x="99789" y="84656"/>
                          <a:pt x="100910" y="88089"/>
                          <a:pt x="102791" y="91099"/>
                        </a:cubicBezTo>
                        <a:cubicBezTo>
                          <a:pt x="123183" y="123727"/>
                          <a:pt x="97599" y="80499"/>
                          <a:pt x="117078" y="107768"/>
                        </a:cubicBezTo>
                        <a:cubicBezTo>
                          <a:pt x="119141" y="110657"/>
                          <a:pt x="120253" y="114118"/>
                          <a:pt x="121841" y="117293"/>
                        </a:cubicBezTo>
                        <a:cubicBezTo>
                          <a:pt x="122635" y="120468"/>
                          <a:pt x="123323" y="123671"/>
                          <a:pt x="124222" y="126818"/>
                        </a:cubicBezTo>
                        <a:cubicBezTo>
                          <a:pt x="124912" y="129232"/>
                          <a:pt x="127535" y="131631"/>
                          <a:pt x="126603" y="133962"/>
                        </a:cubicBezTo>
                        <a:cubicBezTo>
                          <a:pt x="125540" y="136619"/>
                          <a:pt x="121840" y="137137"/>
                          <a:pt x="119459" y="138724"/>
                        </a:cubicBezTo>
                        <a:cubicBezTo>
                          <a:pt x="112315" y="137930"/>
                          <a:pt x="105076" y="137752"/>
                          <a:pt x="98028" y="136343"/>
                        </a:cubicBezTo>
                        <a:cubicBezTo>
                          <a:pt x="93106" y="135359"/>
                          <a:pt x="88503" y="133168"/>
                          <a:pt x="83741" y="131581"/>
                        </a:cubicBezTo>
                        <a:cubicBezTo>
                          <a:pt x="73483" y="128161"/>
                          <a:pt x="79045" y="129811"/>
                          <a:pt x="67072" y="126818"/>
                        </a:cubicBezTo>
                        <a:cubicBezTo>
                          <a:pt x="55679" y="109729"/>
                          <a:pt x="61594" y="116578"/>
                          <a:pt x="50403" y="105387"/>
                        </a:cubicBezTo>
                        <a:cubicBezTo>
                          <a:pt x="48466" y="99575"/>
                          <a:pt x="47876" y="95716"/>
                          <a:pt x="43259" y="91099"/>
                        </a:cubicBezTo>
                        <a:cubicBezTo>
                          <a:pt x="41236" y="89076"/>
                          <a:pt x="38497" y="87924"/>
                          <a:pt x="36116" y="86337"/>
                        </a:cubicBezTo>
                        <a:lnTo>
                          <a:pt x="26591" y="72049"/>
                        </a:lnTo>
                        <a:lnTo>
                          <a:pt x="21828" y="64906"/>
                        </a:lnTo>
                        <a:lnTo>
                          <a:pt x="17066" y="45856"/>
                        </a:lnTo>
                        <a:cubicBezTo>
                          <a:pt x="16272" y="42681"/>
                          <a:pt x="15719" y="39436"/>
                          <a:pt x="14684" y="36331"/>
                        </a:cubicBezTo>
                        <a:cubicBezTo>
                          <a:pt x="13890" y="33950"/>
                          <a:pt x="12993" y="31601"/>
                          <a:pt x="12303" y="29187"/>
                        </a:cubicBezTo>
                        <a:cubicBezTo>
                          <a:pt x="11404" y="26040"/>
                          <a:pt x="12017" y="22176"/>
                          <a:pt x="9922" y="19662"/>
                        </a:cubicBezTo>
                        <a:cubicBezTo>
                          <a:pt x="7650" y="16935"/>
                          <a:pt x="3286" y="16962"/>
                          <a:pt x="397" y="14899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5" name="Freeform 84"/>
                  <p:cNvSpPr/>
                  <p:nvPr/>
                </p:nvSpPr>
                <p:spPr>
                  <a:xfrm>
                    <a:off x="4855367" y="4983269"/>
                    <a:ext cx="83614" cy="136418"/>
                  </a:xfrm>
                  <a:custGeom>
                    <a:avLst/>
                    <a:gdLst>
                      <a:gd name="connsiteX0" fmla="*/ 26464 w 83614"/>
                      <a:gd name="connsiteY0" fmla="*/ 0 h 136418"/>
                      <a:gd name="connsiteX1" fmla="*/ 26464 w 83614"/>
                      <a:gd name="connsiteY1" fmla="*/ 0 h 136418"/>
                      <a:gd name="connsiteX2" fmla="*/ 19320 w 83614"/>
                      <a:gd name="connsiteY2" fmla="*/ 23812 h 136418"/>
                      <a:gd name="connsiteX3" fmla="*/ 12176 w 83614"/>
                      <a:gd name="connsiteY3" fmla="*/ 33337 h 136418"/>
                      <a:gd name="connsiteX4" fmla="*/ 270 w 83614"/>
                      <a:gd name="connsiteY4" fmla="*/ 59531 h 136418"/>
                      <a:gd name="connsiteX5" fmla="*/ 5033 w 83614"/>
                      <a:gd name="connsiteY5" fmla="*/ 95250 h 136418"/>
                      <a:gd name="connsiteX6" fmla="*/ 9795 w 83614"/>
                      <a:gd name="connsiteY6" fmla="*/ 104775 h 136418"/>
                      <a:gd name="connsiteX7" fmla="*/ 16939 w 83614"/>
                      <a:gd name="connsiteY7" fmla="*/ 111919 h 136418"/>
                      <a:gd name="connsiteX8" fmla="*/ 19320 w 83614"/>
                      <a:gd name="connsiteY8" fmla="*/ 119062 h 136418"/>
                      <a:gd name="connsiteX9" fmla="*/ 40751 w 83614"/>
                      <a:gd name="connsiteY9" fmla="*/ 130969 h 136418"/>
                      <a:gd name="connsiteX10" fmla="*/ 47895 w 83614"/>
                      <a:gd name="connsiteY10" fmla="*/ 135731 h 136418"/>
                      <a:gd name="connsiteX11" fmla="*/ 71708 w 83614"/>
                      <a:gd name="connsiteY11" fmla="*/ 133350 h 136418"/>
                      <a:gd name="connsiteX12" fmla="*/ 76470 w 83614"/>
                      <a:gd name="connsiteY12" fmla="*/ 123825 h 136418"/>
                      <a:gd name="connsiteX13" fmla="*/ 81233 w 83614"/>
                      <a:gd name="connsiteY13" fmla="*/ 104775 h 136418"/>
                      <a:gd name="connsiteX14" fmla="*/ 83614 w 83614"/>
                      <a:gd name="connsiteY14" fmla="*/ 97631 h 136418"/>
                      <a:gd name="connsiteX15" fmla="*/ 81233 w 83614"/>
                      <a:gd name="connsiteY15" fmla="*/ 57150 h 136418"/>
                      <a:gd name="connsiteX16" fmla="*/ 74089 w 83614"/>
                      <a:gd name="connsiteY16" fmla="*/ 33337 h 136418"/>
                      <a:gd name="connsiteX17" fmla="*/ 66945 w 83614"/>
                      <a:gd name="connsiteY17" fmla="*/ 28575 h 136418"/>
                      <a:gd name="connsiteX18" fmla="*/ 55039 w 83614"/>
                      <a:gd name="connsiteY18" fmla="*/ 14287 h 136418"/>
                      <a:gd name="connsiteX19" fmla="*/ 43133 w 83614"/>
                      <a:gd name="connsiteY19" fmla="*/ 4762 h 136418"/>
                      <a:gd name="connsiteX20" fmla="*/ 26464 w 83614"/>
                      <a:gd name="connsiteY20" fmla="*/ 0 h 1364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83614" h="136418">
                        <a:moveTo>
                          <a:pt x="26464" y="0"/>
                        </a:moveTo>
                        <a:lnTo>
                          <a:pt x="26464" y="0"/>
                        </a:lnTo>
                        <a:cubicBezTo>
                          <a:pt x="24083" y="7937"/>
                          <a:pt x="22584" y="16195"/>
                          <a:pt x="19320" y="23812"/>
                        </a:cubicBezTo>
                        <a:cubicBezTo>
                          <a:pt x="17757" y="27460"/>
                          <a:pt x="14176" y="29909"/>
                          <a:pt x="12176" y="33337"/>
                        </a:cubicBezTo>
                        <a:cubicBezTo>
                          <a:pt x="3894" y="47535"/>
                          <a:pt x="4059" y="48161"/>
                          <a:pt x="270" y="59531"/>
                        </a:cubicBezTo>
                        <a:cubicBezTo>
                          <a:pt x="1442" y="73595"/>
                          <a:pt x="0" y="83507"/>
                          <a:pt x="5033" y="95250"/>
                        </a:cubicBezTo>
                        <a:cubicBezTo>
                          <a:pt x="6431" y="98513"/>
                          <a:pt x="7732" y="101886"/>
                          <a:pt x="9795" y="104775"/>
                        </a:cubicBezTo>
                        <a:cubicBezTo>
                          <a:pt x="11752" y="107515"/>
                          <a:pt x="14558" y="109538"/>
                          <a:pt x="16939" y="111919"/>
                        </a:cubicBezTo>
                        <a:cubicBezTo>
                          <a:pt x="17733" y="114300"/>
                          <a:pt x="17545" y="117287"/>
                          <a:pt x="19320" y="119062"/>
                        </a:cubicBezTo>
                        <a:cubicBezTo>
                          <a:pt x="34331" y="134073"/>
                          <a:pt x="28777" y="124981"/>
                          <a:pt x="40751" y="130969"/>
                        </a:cubicBezTo>
                        <a:cubicBezTo>
                          <a:pt x="43311" y="132249"/>
                          <a:pt x="45514" y="134144"/>
                          <a:pt x="47895" y="135731"/>
                        </a:cubicBezTo>
                        <a:cubicBezTo>
                          <a:pt x="55833" y="134937"/>
                          <a:pt x="64344" y="136418"/>
                          <a:pt x="71708" y="133350"/>
                        </a:cubicBezTo>
                        <a:cubicBezTo>
                          <a:pt x="74985" y="131985"/>
                          <a:pt x="75347" y="127193"/>
                          <a:pt x="76470" y="123825"/>
                        </a:cubicBezTo>
                        <a:cubicBezTo>
                          <a:pt x="78540" y="117615"/>
                          <a:pt x="79645" y="111125"/>
                          <a:pt x="81233" y="104775"/>
                        </a:cubicBezTo>
                        <a:cubicBezTo>
                          <a:pt x="81842" y="102340"/>
                          <a:pt x="82820" y="100012"/>
                          <a:pt x="83614" y="97631"/>
                        </a:cubicBezTo>
                        <a:cubicBezTo>
                          <a:pt x="82820" y="84137"/>
                          <a:pt x="82515" y="70606"/>
                          <a:pt x="81233" y="57150"/>
                        </a:cubicBezTo>
                        <a:cubicBezTo>
                          <a:pt x="80754" y="52118"/>
                          <a:pt x="75099" y="36367"/>
                          <a:pt x="74089" y="33337"/>
                        </a:cubicBezTo>
                        <a:cubicBezTo>
                          <a:pt x="73184" y="30622"/>
                          <a:pt x="69326" y="30162"/>
                          <a:pt x="66945" y="28575"/>
                        </a:cubicBezTo>
                        <a:cubicBezTo>
                          <a:pt x="56732" y="8146"/>
                          <a:pt x="68500" y="27747"/>
                          <a:pt x="55039" y="14287"/>
                        </a:cubicBezTo>
                        <a:cubicBezTo>
                          <a:pt x="47441" y="6690"/>
                          <a:pt x="54256" y="6616"/>
                          <a:pt x="43133" y="4762"/>
                        </a:cubicBezTo>
                        <a:cubicBezTo>
                          <a:pt x="36043" y="3580"/>
                          <a:pt x="29242" y="794"/>
                          <a:pt x="26464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6" name="Oval 85"/>
                  <p:cNvSpPr/>
                  <p:nvPr/>
                </p:nvSpPr>
                <p:spPr>
                  <a:xfrm>
                    <a:off x="4931170" y="4997769"/>
                    <a:ext cx="83344" cy="45719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7" name="Oval 86"/>
                  <p:cNvSpPr/>
                  <p:nvPr/>
                </p:nvSpPr>
                <p:spPr>
                  <a:xfrm>
                    <a:off x="5041393" y="5562514"/>
                    <a:ext cx="178783" cy="10715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8" name="Freeform 87"/>
                  <p:cNvSpPr/>
                  <p:nvPr/>
                </p:nvSpPr>
                <p:spPr>
                  <a:xfrm>
                    <a:off x="4802336" y="5236369"/>
                    <a:ext cx="180701" cy="166688"/>
                  </a:xfrm>
                  <a:custGeom>
                    <a:avLst/>
                    <a:gdLst>
                      <a:gd name="connsiteX0" fmla="*/ 98277 w 180701"/>
                      <a:gd name="connsiteY0" fmla="*/ 0 h 176213"/>
                      <a:gd name="connsiteX1" fmla="*/ 98277 w 180701"/>
                      <a:gd name="connsiteY1" fmla="*/ 0 h 176213"/>
                      <a:gd name="connsiteX2" fmla="*/ 122090 w 180701"/>
                      <a:gd name="connsiteY2" fmla="*/ 30957 h 176213"/>
                      <a:gd name="connsiteX3" fmla="*/ 124471 w 180701"/>
                      <a:gd name="connsiteY3" fmla="*/ 38100 h 176213"/>
                      <a:gd name="connsiteX4" fmla="*/ 131615 w 180701"/>
                      <a:gd name="connsiteY4" fmla="*/ 42863 h 176213"/>
                      <a:gd name="connsiteX5" fmla="*/ 138759 w 180701"/>
                      <a:gd name="connsiteY5" fmla="*/ 50007 h 176213"/>
                      <a:gd name="connsiteX6" fmla="*/ 153046 w 180701"/>
                      <a:gd name="connsiteY6" fmla="*/ 64294 h 176213"/>
                      <a:gd name="connsiteX7" fmla="*/ 157809 w 180701"/>
                      <a:gd name="connsiteY7" fmla="*/ 73819 h 176213"/>
                      <a:gd name="connsiteX8" fmla="*/ 167334 w 180701"/>
                      <a:gd name="connsiteY8" fmla="*/ 88107 h 176213"/>
                      <a:gd name="connsiteX9" fmla="*/ 174477 w 180701"/>
                      <a:gd name="connsiteY9" fmla="*/ 126207 h 176213"/>
                      <a:gd name="connsiteX10" fmla="*/ 164952 w 180701"/>
                      <a:gd name="connsiteY10" fmla="*/ 171450 h 176213"/>
                      <a:gd name="connsiteX11" fmla="*/ 153046 w 180701"/>
                      <a:gd name="connsiteY11" fmla="*/ 176213 h 176213"/>
                      <a:gd name="connsiteX12" fmla="*/ 145902 w 180701"/>
                      <a:gd name="connsiteY12" fmla="*/ 173832 h 176213"/>
                      <a:gd name="connsiteX13" fmla="*/ 95896 w 180701"/>
                      <a:gd name="connsiteY13" fmla="*/ 169069 h 176213"/>
                      <a:gd name="connsiteX14" fmla="*/ 72084 w 180701"/>
                      <a:gd name="connsiteY14" fmla="*/ 164307 h 176213"/>
                      <a:gd name="connsiteX15" fmla="*/ 57796 w 180701"/>
                      <a:gd name="connsiteY15" fmla="*/ 159544 h 176213"/>
                      <a:gd name="connsiteX16" fmla="*/ 31602 w 180701"/>
                      <a:gd name="connsiteY16" fmla="*/ 152400 h 176213"/>
                      <a:gd name="connsiteX17" fmla="*/ 24459 w 180701"/>
                      <a:gd name="connsiteY17" fmla="*/ 150019 h 176213"/>
                      <a:gd name="connsiteX18" fmla="*/ 7790 w 180701"/>
                      <a:gd name="connsiteY18" fmla="*/ 140494 h 176213"/>
                      <a:gd name="connsiteX19" fmla="*/ 5409 w 180701"/>
                      <a:gd name="connsiteY19" fmla="*/ 130969 h 176213"/>
                      <a:gd name="connsiteX20" fmla="*/ 646 w 180701"/>
                      <a:gd name="connsiteY20" fmla="*/ 123825 h 176213"/>
                      <a:gd name="connsiteX21" fmla="*/ 3027 w 180701"/>
                      <a:gd name="connsiteY21" fmla="*/ 92869 h 176213"/>
                      <a:gd name="connsiteX22" fmla="*/ 22077 w 180701"/>
                      <a:gd name="connsiteY22" fmla="*/ 59532 h 176213"/>
                      <a:gd name="connsiteX23" fmla="*/ 24459 w 180701"/>
                      <a:gd name="connsiteY23" fmla="*/ 52388 h 176213"/>
                      <a:gd name="connsiteX24" fmla="*/ 29221 w 180701"/>
                      <a:gd name="connsiteY24" fmla="*/ 42863 h 176213"/>
                      <a:gd name="connsiteX25" fmla="*/ 36365 w 180701"/>
                      <a:gd name="connsiteY25" fmla="*/ 35719 h 176213"/>
                      <a:gd name="connsiteX26" fmla="*/ 45890 w 180701"/>
                      <a:gd name="connsiteY26" fmla="*/ 21432 h 176213"/>
                      <a:gd name="connsiteX27" fmla="*/ 55415 w 180701"/>
                      <a:gd name="connsiteY27" fmla="*/ 16669 h 176213"/>
                      <a:gd name="connsiteX28" fmla="*/ 81609 w 180701"/>
                      <a:gd name="connsiteY28" fmla="*/ 9525 h 176213"/>
                      <a:gd name="connsiteX29" fmla="*/ 91134 w 180701"/>
                      <a:gd name="connsiteY29" fmla="*/ 4763 h 176213"/>
                      <a:gd name="connsiteX30" fmla="*/ 98277 w 180701"/>
                      <a:gd name="connsiteY30" fmla="*/ 0 h 176213"/>
                      <a:gd name="connsiteX0" fmla="*/ 104513 w 180701"/>
                      <a:gd name="connsiteY0" fmla="*/ 19059 h 176213"/>
                      <a:gd name="connsiteX1" fmla="*/ 98277 w 180701"/>
                      <a:gd name="connsiteY1" fmla="*/ 0 h 176213"/>
                      <a:gd name="connsiteX2" fmla="*/ 122090 w 180701"/>
                      <a:gd name="connsiteY2" fmla="*/ 30957 h 176213"/>
                      <a:gd name="connsiteX3" fmla="*/ 124471 w 180701"/>
                      <a:gd name="connsiteY3" fmla="*/ 38100 h 176213"/>
                      <a:gd name="connsiteX4" fmla="*/ 131615 w 180701"/>
                      <a:gd name="connsiteY4" fmla="*/ 42863 h 176213"/>
                      <a:gd name="connsiteX5" fmla="*/ 138759 w 180701"/>
                      <a:gd name="connsiteY5" fmla="*/ 50007 h 176213"/>
                      <a:gd name="connsiteX6" fmla="*/ 153046 w 180701"/>
                      <a:gd name="connsiteY6" fmla="*/ 64294 h 176213"/>
                      <a:gd name="connsiteX7" fmla="*/ 157809 w 180701"/>
                      <a:gd name="connsiteY7" fmla="*/ 73819 h 176213"/>
                      <a:gd name="connsiteX8" fmla="*/ 167334 w 180701"/>
                      <a:gd name="connsiteY8" fmla="*/ 88107 h 176213"/>
                      <a:gd name="connsiteX9" fmla="*/ 174477 w 180701"/>
                      <a:gd name="connsiteY9" fmla="*/ 126207 h 176213"/>
                      <a:gd name="connsiteX10" fmla="*/ 164952 w 180701"/>
                      <a:gd name="connsiteY10" fmla="*/ 171450 h 176213"/>
                      <a:gd name="connsiteX11" fmla="*/ 153046 w 180701"/>
                      <a:gd name="connsiteY11" fmla="*/ 176213 h 176213"/>
                      <a:gd name="connsiteX12" fmla="*/ 145902 w 180701"/>
                      <a:gd name="connsiteY12" fmla="*/ 173832 h 176213"/>
                      <a:gd name="connsiteX13" fmla="*/ 95896 w 180701"/>
                      <a:gd name="connsiteY13" fmla="*/ 169069 h 176213"/>
                      <a:gd name="connsiteX14" fmla="*/ 72084 w 180701"/>
                      <a:gd name="connsiteY14" fmla="*/ 164307 h 176213"/>
                      <a:gd name="connsiteX15" fmla="*/ 57796 w 180701"/>
                      <a:gd name="connsiteY15" fmla="*/ 159544 h 176213"/>
                      <a:gd name="connsiteX16" fmla="*/ 31602 w 180701"/>
                      <a:gd name="connsiteY16" fmla="*/ 152400 h 176213"/>
                      <a:gd name="connsiteX17" fmla="*/ 24459 w 180701"/>
                      <a:gd name="connsiteY17" fmla="*/ 150019 h 176213"/>
                      <a:gd name="connsiteX18" fmla="*/ 7790 w 180701"/>
                      <a:gd name="connsiteY18" fmla="*/ 140494 h 176213"/>
                      <a:gd name="connsiteX19" fmla="*/ 5409 w 180701"/>
                      <a:gd name="connsiteY19" fmla="*/ 130969 h 176213"/>
                      <a:gd name="connsiteX20" fmla="*/ 646 w 180701"/>
                      <a:gd name="connsiteY20" fmla="*/ 123825 h 176213"/>
                      <a:gd name="connsiteX21" fmla="*/ 3027 w 180701"/>
                      <a:gd name="connsiteY21" fmla="*/ 92869 h 176213"/>
                      <a:gd name="connsiteX22" fmla="*/ 22077 w 180701"/>
                      <a:gd name="connsiteY22" fmla="*/ 59532 h 176213"/>
                      <a:gd name="connsiteX23" fmla="*/ 24459 w 180701"/>
                      <a:gd name="connsiteY23" fmla="*/ 52388 h 176213"/>
                      <a:gd name="connsiteX24" fmla="*/ 29221 w 180701"/>
                      <a:gd name="connsiteY24" fmla="*/ 42863 h 176213"/>
                      <a:gd name="connsiteX25" fmla="*/ 36365 w 180701"/>
                      <a:gd name="connsiteY25" fmla="*/ 35719 h 176213"/>
                      <a:gd name="connsiteX26" fmla="*/ 45890 w 180701"/>
                      <a:gd name="connsiteY26" fmla="*/ 21432 h 176213"/>
                      <a:gd name="connsiteX27" fmla="*/ 55415 w 180701"/>
                      <a:gd name="connsiteY27" fmla="*/ 16669 h 176213"/>
                      <a:gd name="connsiteX28" fmla="*/ 81609 w 180701"/>
                      <a:gd name="connsiteY28" fmla="*/ 9525 h 176213"/>
                      <a:gd name="connsiteX29" fmla="*/ 91134 w 180701"/>
                      <a:gd name="connsiteY29" fmla="*/ 4763 h 176213"/>
                      <a:gd name="connsiteX30" fmla="*/ 104513 w 180701"/>
                      <a:gd name="connsiteY30" fmla="*/ 19059 h 176213"/>
                      <a:gd name="connsiteX0" fmla="*/ 104513 w 180701"/>
                      <a:gd name="connsiteY0" fmla="*/ 20048 h 177202"/>
                      <a:gd name="connsiteX1" fmla="*/ 98277 w 180701"/>
                      <a:gd name="connsiteY1" fmla="*/ 989 h 177202"/>
                      <a:gd name="connsiteX2" fmla="*/ 122090 w 180701"/>
                      <a:gd name="connsiteY2" fmla="*/ 31946 h 177202"/>
                      <a:gd name="connsiteX3" fmla="*/ 124471 w 180701"/>
                      <a:gd name="connsiteY3" fmla="*/ 39089 h 177202"/>
                      <a:gd name="connsiteX4" fmla="*/ 131615 w 180701"/>
                      <a:gd name="connsiteY4" fmla="*/ 43852 h 177202"/>
                      <a:gd name="connsiteX5" fmla="*/ 138759 w 180701"/>
                      <a:gd name="connsiteY5" fmla="*/ 50996 h 177202"/>
                      <a:gd name="connsiteX6" fmla="*/ 153046 w 180701"/>
                      <a:gd name="connsiteY6" fmla="*/ 65283 h 177202"/>
                      <a:gd name="connsiteX7" fmla="*/ 157809 w 180701"/>
                      <a:gd name="connsiteY7" fmla="*/ 74808 h 177202"/>
                      <a:gd name="connsiteX8" fmla="*/ 167334 w 180701"/>
                      <a:gd name="connsiteY8" fmla="*/ 89096 h 177202"/>
                      <a:gd name="connsiteX9" fmla="*/ 174477 w 180701"/>
                      <a:gd name="connsiteY9" fmla="*/ 127196 h 177202"/>
                      <a:gd name="connsiteX10" fmla="*/ 164952 w 180701"/>
                      <a:gd name="connsiteY10" fmla="*/ 172439 h 177202"/>
                      <a:gd name="connsiteX11" fmla="*/ 153046 w 180701"/>
                      <a:gd name="connsiteY11" fmla="*/ 177202 h 177202"/>
                      <a:gd name="connsiteX12" fmla="*/ 145902 w 180701"/>
                      <a:gd name="connsiteY12" fmla="*/ 174821 h 177202"/>
                      <a:gd name="connsiteX13" fmla="*/ 95896 w 180701"/>
                      <a:gd name="connsiteY13" fmla="*/ 170058 h 177202"/>
                      <a:gd name="connsiteX14" fmla="*/ 72084 w 180701"/>
                      <a:gd name="connsiteY14" fmla="*/ 165296 h 177202"/>
                      <a:gd name="connsiteX15" fmla="*/ 57796 w 180701"/>
                      <a:gd name="connsiteY15" fmla="*/ 160533 h 177202"/>
                      <a:gd name="connsiteX16" fmla="*/ 31602 w 180701"/>
                      <a:gd name="connsiteY16" fmla="*/ 153389 h 177202"/>
                      <a:gd name="connsiteX17" fmla="*/ 24459 w 180701"/>
                      <a:gd name="connsiteY17" fmla="*/ 151008 h 177202"/>
                      <a:gd name="connsiteX18" fmla="*/ 7790 w 180701"/>
                      <a:gd name="connsiteY18" fmla="*/ 141483 h 177202"/>
                      <a:gd name="connsiteX19" fmla="*/ 5409 w 180701"/>
                      <a:gd name="connsiteY19" fmla="*/ 131958 h 177202"/>
                      <a:gd name="connsiteX20" fmla="*/ 646 w 180701"/>
                      <a:gd name="connsiteY20" fmla="*/ 124814 h 177202"/>
                      <a:gd name="connsiteX21" fmla="*/ 3027 w 180701"/>
                      <a:gd name="connsiteY21" fmla="*/ 93858 h 177202"/>
                      <a:gd name="connsiteX22" fmla="*/ 22077 w 180701"/>
                      <a:gd name="connsiteY22" fmla="*/ 60521 h 177202"/>
                      <a:gd name="connsiteX23" fmla="*/ 24459 w 180701"/>
                      <a:gd name="connsiteY23" fmla="*/ 53377 h 177202"/>
                      <a:gd name="connsiteX24" fmla="*/ 29221 w 180701"/>
                      <a:gd name="connsiteY24" fmla="*/ 43852 h 177202"/>
                      <a:gd name="connsiteX25" fmla="*/ 36365 w 180701"/>
                      <a:gd name="connsiteY25" fmla="*/ 36708 h 177202"/>
                      <a:gd name="connsiteX26" fmla="*/ 45890 w 180701"/>
                      <a:gd name="connsiteY26" fmla="*/ 22421 h 177202"/>
                      <a:gd name="connsiteX27" fmla="*/ 55415 w 180701"/>
                      <a:gd name="connsiteY27" fmla="*/ 17658 h 177202"/>
                      <a:gd name="connsiteX28" fmla="*/ 81609 w 180701"/>
                      <a:gd name="connsiteY28" fmla="*/ 10514 h 177202"/>
                      <a:gd name="connsiteX29" fmla="*/ 72079 w 180701"/>
                      <a:gd name="connsiteY29" fmla="*/ 989 h 177202"/>
                      <a:gd name="connsiteX30" fmla="*/ 104513 w 180701"/>
                      <a:gd name="connsiteY30" fmla="*/ 20048 h 177202"/>
                      <a:gd name="connsiteX0" fmla="*/ 104513 w 180701"/>
                      <a:gd name="connsiteY0" fmla="*/ 20048 h 177202"/>
                      <a:gd name="connsiteX1" fmla="*/ 104513 w 180701"/>
                      <a:gd name="connsiteY1" fmla="*/ 0 h 177202"/>
                      <a:gd name="connsiteX2" fmla="*/ 122090 w 180701"/>
                      <a:gd name="connsiteY2" fmla="*/ 31946 h 177202"/>
                      <a:gd name="connsiteX3" fmla="*/ 124471 w 180701"/>
                      <a:gd name="connsiteY3" fmla="*/ 39089 h 177202"/>
                      <a:gd name="connsiteX4" fmla="*/ 131615 w 180701"/>
                      <a:gd name="connsiteY4" fmla="*/ 43852 h 177202"/>
                      <a:gd name="connsiteX5" fmla="*/ 138759 w 180701"/>
                      <a:gd name="connsiteY5" fmla="*/ 50996 h 177202"/>
                      <a:gd name="connsiteX6" fmla="*/ 153046 w 180701"/>
                      <a:gd name="connsiteY6" fmla="*/ 65283 h 177202"/>
                      <a:gd name="connsiteX7" fmla="*/ 157809 w 180701"/>
                      <a:gd name="connsiteY7" fmla="*/ 74808 h 177202"/>
                      <a:gd name="connsiteX8" fmla="*/ 167334 w 180701"/>
                      <a:gd name="connsiteY8" fmla="*/ 89096 h 177202"/>
                      <a:gd name="connsiteX9" fmla="*/ 174477 w 180701"/>
                      <a:gd name="connsiteY9" fmla="*/ 127196 h 177202"/>
                      <a:gd name="connsiteX10" fmla="*/ 164952 w 180701"/>
                      <a:gd name="connsiteY10" fmla="*/ 172439 h 177202"/>
                      <a:gd name="connsiteX11" fmla="*/ 153046 w 180701"/>
                      <a:gd name="connsiteY11" fmla="*/ 177202 h 177202"/>
                      <a:gd name="connsiteX12" fmla="*/ 145902 w 180701"/>
                      <a:gd name="connsiteY12" fmla="*/ 174821 h 177202"/>
                      <a:gd name="connsiteX13" fmla="*/ 95896 w 180701"/>
                      <a:gd name="connsiteY13" fmla="*/ 170058 h 177202"/>
                      <a:gd name="connsiteX14" fmla="*/ 72084 w 180701"/>
                      <a:gd name="connsiteY14" fmla="*/ 165296 h 177202"/>
                      <a:gd name="connsiteX15" fmla="*/ 57796 w 180701"/>
                      <a:gd name="connsiteY15" fmla="*/ 160533 h 177202"/>
                      <a:gd name="connsiteX16" fmla="*/ 31602 w 180701"/>
                      <a:gd name="connsiteY16" fmla="*/ 153389 h 177202"/>
                      <a:gd name="connsiteX17" fmla="*/ 24459 w 180701"/>
                      <a:gd name="connsiteY17" fmla="*/ 151008 h 177202"/>
                      <a:gd name="connsiteX18" fmla="*/ 7790 w 180701"/>
                      <a:gd name="connsiteY18" fmla="*/ 141483 h 177202"/>
                      <a:gd name="connsiteX19" fmla="*/ 5409 w 180701"/>
                      <a:gd name="connsiteY19" fmla="*/ 131958 h 177202"/>
                      <a:gd name="connsiteX20" fmla="*/ 646 w 180701"/>
                      <a:gd name="connsiteY20" fmla="*/ 124814 h 177202"/>
                      <a:gd name="connsiteX21" fmla="*/ 3027 w 180701"/>
                      <a:gd name="connsiteY21" fmla="*/ 93858 h 177202"/>
                      <a:gd name="connsiteX22" fmla="*/ 22077 w 180701"/>
                      <a:gd name="connsiteY22" fmla="*/ 60521 h 177202"/>
                      <a:gd name="connsiteX23" fmla="*/ 24459 w 180701"/>
                      <a:gd name="connsiteY23" fmla="*/ 53377 h 177202"/>
                      <a:gd name="connsiteX24" fmla="*/ 29221 w 180701"/>
                      <a:gd name="connsiteY24" fmla="*/ 43852 h 177202"/>
                      <a:gd name="connsiteX25" fmla="*/ 36365 w 180701"/>
                      <a:gd name="connsiteY25" fmla="*/ 36708 h 177202"/>
                      <a:gd name="connsiteX26" fmla="*/ 45890 w 180701"/>
                      <a:gd name="connsiteY26" fmla="*/ 22421 h 177202"/>
                      <a:gd name="connsiteX27" fmla="*/ 55415 w 180701"/>
                      <a:gd name="connsiteY27" fmla="*/ 17658 h 177202"/>
                      <a:gd name="connsiteX28" fmla="*/ 81609 w 180701"/>
                      <a:gd name="connsiteY28" fmla="*/ 10514 h 177202"/>
                      <a:gd name="connsiteX29" fmla="*/ 72079 w 180701"/>
                      <a:gd name="connsiteY29" fmla="*/ 989 h 177202"/>
                      <a:gd name="connsiteX30" fmla="*/ 104513 w 180701"/>
                      <a:gd name="connsiteY30" fmla="*/ 20048 h 177202"/>
                      <a:gd name="connsiteX0" fmla="*/ 104513 w 180701"/>
                      <a:gd name="connsiteY0" fmla="*/ 20048 h 177202"/>
                      <a:gd name="connsiteX1" fmla="*/ 122090 w 180701"/>
                      <a:gd name="connsiteY1" fmla="*/ 31946 h 177202"/>
                      <a:gd name="connsiteX2" fmla="*/ 124471 w 180701"/>
                      <a:gd name="connsiteY2" fmla="*/ 39089 h 177202"/>
                      <a:gd name="connsiteX3" fmla="*/ 131615 w 180701"/>
                      <a:gd name="connsiteY3" fmla="*/ 43852 h 177202"/>
                      <a:gd name="connsiteX4" fmla="*/ 138759 w 180701"/>
                      <a:gd name="connsiteY4" fmla="*/ 50996 h 177202"/>
                      <a:gd name="connsiteX5" fmla="*/ 153046 w 180701"/>
                      <a:gd name="connsiteY5" fmla="*/ 65283 h 177202"/>
                      <a:gd name="connsiteX6" fmla="*/ 157809 w 180701"/>
                      <a:gd name="connsiteY6" fmla="*/ 74808 h 177202"/>
                      <a:gd name="connsiteX7" fmla="*/ 167334 w 180701"/>
                      <a:gd name="connsiteY7" fmla="*/ 89096 h 177202"/>
                      <a:gd name="connsiteX8" fmla="*/ 174477 w 180701"/>
                      <a:gd name="connsiteY8" fmla="*/ 127196 h 177202"/>
                      <a:gd name="connsiteX9" fmla="*/ 164952 w 180701"/>
                      <a:gd name="connsiteY9" fmla="*/ 172439 h 177202"/>
                      <a:gd name="connsiteX10" fmla="*/ 153046 w 180701"/>
                      <a:gd name="connsiteY10" fmla="*/ 177202 h 177202"/>
                      <a:gd name="connsiteX11" fmla="*/ 145902 w 180701"/>
                      <a:gd name="connsiteY11" fmla="*/ 174821 h 177202"/>
                      <a:gd name="connsiteX12" fmla="*/ 95896 w 180701"/>
                      <a:gd name="connsiteY12" fmla="*/ 170058 h 177202"/>
                      <a:gd name="connsiteX13" fmla="*/ 72084 w 180701"/>
                      <a:gd name="connsiteY13" fmla="*/ 165296 h 177202"/>
                      <a:gd name="connsiteX14" fmla="*/ 57796 w 180701"/>
                      <a:gd name="connsiteY14" fmla="*/ 160533 h 177202"/>
                      <a:gd name="connsiteX15" fmla="*/ 31602 w 180701"/>
                      <a:gd name="connsiteY15" fmla="*/ 153389 h 177202"/>
                      <a:gd name="connsiteX16" fmla="*/ 24459 w 180701"/>
                      <a:gd name="connsiteY16" fmla="*/ 151008 h 177202"/>
                      <a:gd name="connsiteX17" fmla="*/ 7790 w 180701"/>
                      <a:gd name="connsiteY17" fmla="*/ 141483 h 177202"/>
                      <a:gd name="connsiteX18" fmla="*/ 5409 w 180701"/>
                      <a:gd name="connsiteY18" fmla="*/ 131958 h 177202"/>
                      <a:gd name="connsiteX19" fmla="*/ 646 w 180701"/>
                      <a:gd name="connsiteY19" fmla="*/ 124814 h 177202"/>
                      <a:gd name="connsiteX20" fmla="*/ 3027 w 180701"/>
                      <a:gd name="connsiteY20" fmla="*/ 93858 h 177202"/>
                      <a:gd name="connsiteX21" fmla="*/ 22077 w 180701"/>
                      <a:gd name="connsiteY21" fmla="*/ 60521 h 177202"/>
                      <a:gd name="connsiteX22" fmla="*/ 24459 w 180701"/>
                      <a:gd name="connsiteY22" fmla="*/ 53377 h 177202"/>
                      <a:gd name="connsiteX23" fmla="*/ 29221 w 180701"/>
                      <a:gd name="connsiteY23" fmla="*/ 43852 h 177202"/>
                      <a:gd name="connsiteX24" fmla="*/ 36365 w 180701"/>
                      <a:gd name="connsiteY24" fmla="*/ 36708 h 177202"/>
                      <a:gd name="connsiteX25" fmla="*/ 45890 w 180701"/>
                      <a:gd name="connsiteY25" fmla="*/ 22421 h 177202"/>
                      <a:gd name="connsiteX26" fmla="*/ 55415 w 180701"/>
                      <a:gd name="connsiteY26" fmla="*/ 17658 h 177202"/>
                      <a:gd name="connsiteX27" fmla="*/ 81609 w 180701"/>
                      <a:gd name="connsiteY27" fmla="*/ 10514 h 177202"/>
                      <a:gd name="connsiteX28" fmla="*/ 72079 w 180701"/>
                      <a:gd name="connsiteY28" fmla="*/ 989 h 177202"/>
                      <a:gd name="connsiteX29" fmla="*/ 104513 w 180701"/>
                      <a:gd name="connsiteY29" fmla="*/ 20048 h 177202"/>
                      <a:gd name="connsiteX0" fmla="*/ 104513 w 180701"/>
                      <a:gd name="connsiteY0" fmla="*/ 21037 h 178191"/>
                      <a:gd name="connsiteX1" fmla="*/ 122090 w 180701"/>
                      <a:gd name="connsiteY1" fmla="*/ 32935 h 178191"/>
                      <a:gd name="connsiteX2" fmla="*/ 124471 w 180701"/>
                      <a:gd name="connsiteY2" fmla="*/ 40078 h 178191"/>
                      <a:gd name="connsiteX3" fmla="*/ 131615 w 180701"/>
                      <a:gd name="connsiteY3" fmla="*/ 44841 h 178191"/>
                      <a:gd name="connsiteX4" fmla="*/ 138759 w 180701"/>
                      <a:gd name="connsiteY4" fmla="*/ 51985 h 178191"/>
                      <a:gd name="connsiteX5" fmla="*/ 153046 w 180701"/>
                      <a:gd name="connsiteY5" fmla="*/ 66272 h 178191"/>
                      <a:gd name="connsiteX6" fmla="*/ 157809 w 180701"/>
                      <a:gd name="connsiteY6" fmla="*/ 75797 h 178191"/>
                      <a:gd name="connsiteX7" fmla="*/ 167334 w 180701"/>
                      <a:gd name="connsiteY7" fmla="*/ 90085 h 178191"/>
                      <a:gd name="connsiteX8" fmla="*/ 174477 w 180701"/>
                      <a:gd name="connsiteY8" fmla="*/ 128185 h 178191"/>
                      <a:gd name="connsiteX9" fmla="*/ 164952 w 180701"/>
                      <a:gd name="connsiteY9" fmla="*/ 173428 h 178191"/>
                      <a:gd name="connsiteX10" fmla="*/ 153046 w 180701"/>
                      <a:gd name="connsiteY10" fmla="*/ 178191 h 178191"/>
                      <a:gd name="connsiteX11" fmla="*/ 145902 w 180701"/>
                      <a:gd name="connsiteY11" fmla="*/ 175810 h 178191"/>
                      <a:gd name="connsiteX12" fmla="*/ 95896 w 180701"/>
                      <a:gd name="connsiteY12" fmla="*/ 171047 h 178191"/>
                      <a:gd name="connsiteX13" fmla="*/ 72084 w 180701"/>
                      <a:gd name="connsiteY13" fmla="*/ 166285 h 178191"/>
                      <a:gd name="connsiteX14" fmla="*/ 57796 w 180701"/>
                      <a:gd name="connsiteY14" fmla="*/ 161522 h 178191"/>
                      <a:gd name="connsiteX15" fmla="*/ 31602 w 180701"/>
                      <a:gd name="connsiteY15" fmla="*/ 154378 h 178191"/>
                      <a:gd name="connsiteX16" fmla="*/ 24459 w 180701"/>
                      <a:gd name="connsiteY16" fmla="*/ 151997 h 178191"/>
                      <a:gd name="connsiteX17" fmla="*/ 7790 w 180701"/>
                      <a:gd name="connsiteY17" fmla="*/ 142472 h 178191"/>
                      <a:gd name="connsiteX18" fmla="*/ 5409 w 180701"/>
                      <a:gd name="connsiteY18" fmla="*/ 132947 h 178191"/>
                      <a:gd name="connsiteX19" fmla="*/ 646 w 180701"/>
                      <a:gd name="connsiteY19" fmla="*/ 125803 h 178191"/>
                      <a:gd name="connsiteX20" fmla="*/ 3027 w 180701"/>
                      <a:gd name="connsiteY20" fmla="*/ 94847 h 178191"/>
                      <a:gd name="connsiteX21" fmla="*/ 22077 w 180701"/>
                      <a:gd name="connsiteY21" fmla="*/ 61510 h 178191"/>
                      <a:gd name="connsiteX22" fmla="*/ 24459 w 180701"/>
                      <a:gd name="connsiteY22" fmla="*/ 54366 h 178191"/>
                      <a:gd name="connsiteX23" fmla="*/ 29221 w 180701"/>
                      <a:gd name="connsiteY23" fmla="*/ 44841 h 178191"/>
                      <a:gd name="connsiteX24" fmla="*/ 36365 w 180701"/>
                      <a:gd name="connsiteY24" fmla="*/ 37697 h 178191"/>
                      <a:gd name="connsiteX25" fmla="*/ 45890 w 180701"/>
                      <a:gd name="connsiteY25" fmla="*/ 23410 h 178191"/>
                      <a:gd name="connsiteX26" fmla="*/ 55415 w 180701"/>
                      <a:gd name="connsiteY26" fmla="*/ 18647 h 178191"/>
                      <a:gd name="connsiteX27" fmla="*/ 81609 w 180701"/>
                      <a:gd name="connsiteY27" fmla="*/ 11503 h 178191"/>
                      <a:gd name="connsiteX28" fmla="*/ 72079 w 180701"/>
                      <a:gd name="connsiteY28" fmla="*/ 989 h 178191"/>
                      <a:gd name="connsiteX29" fmla="*/ 104513 w 180701"/>
                      <a:gd name="connsiteY29" fmla="*/ 21037 h 178191"/>
                      <a:gd name="connsiteX0" fmla="*/ 104513 w 180701"/>
                      <a:gd name="connsiteY0" fmla="*/ 9534 h 166688"/>
                      <a:gd name="connsiteX1" fmla="*/ 122090 w 180701"/>
                      <a:gd name="connsiteY1" fmla="*/ 21432 h 166688"/>
                      <a:gd name="connsiteX2" fmla="*/ 124471 w 180701"/>
                      <a:gd name="connsiteY2" fmla="*/ 28575 h 166688"/>
                      <a:gd name="connsiteX3" fmla="*/ 131615 w 180701"/>
                      <a:gd name="connsiteY3" fmla="*/ 33338 h 166688"/>
                      <a:gd name="connsiteX4" fmla="*/ 138759 w 180701"/>
                      <a:gd name="connsiteY4" fmla="*/ 40482 h 166688"/>
                      <a:gd name="connsiteX5" fmla="*/ 153046 w 180701"/>
                      <a:gd name="connsiteY5" fmla="*/ 54769 h 166688"/>
                      <a:gd name="connsiteX6" fmla="*/ 157809 w 180701"/>
                      <a:gd name="connsiteY6" fmla="*/ 64294 h 166688"/>
                      <a:gd name="connsiteX7" fmla="*/ 167334 w 180701"/>
                      <a:gd name="connsiteY7" fmla="*/ 78582 h 166688"/>
                      <a:gd name="connsiteX8" fmla="*/ 174477 w 180701"/>
                      <a:gd name="connsiteY8" fmla="*/ 116682 h 166688"/>
                      <a:gd name="connsiteX9" fmla="*/ 164952 w 180701"/>
                      <a:gd name="connsiteY9" fmla="*/ 161925 h 166688"/>
                      <a:gd name="connsiteX10" fmla="*/ 153046 w 180701"/>
                      <a:gd name="connsiteY10" fmla="*/ 166688 h 166688"/>
                      <a:gd name="connsiteX11" fmla="*/ 145902 w 180701"/>
                      <a:gd name="connsiteY11" fmla="*/ 164307 h 166688"/>
                      <a:gd name="connsiteX12" fmla="*/ 95896 w 180701"/>
                      <a:gd name="connsiteY12" fmla="*/ 159544 h 166688"/>
                      <a:gd name="connsiteX13" fmla="*/ 72084 w 180701"/>
                      <a:gd name="connsiteY13" fmla="*/ 154782 h 166688"/>
                      <a:gd name="connsiteX14" fmla="*/ 57796 w 180701"/>
                      <a:gd name="connsiteY14" fmla="*/ 150019 h 166688"/>
                      <a:gd name="connsiteX15" fmla="*/ 31602 w 180701"/>
                      <a:gd name="connsiteY15" fmla="*/ 142875 h 166688"/>
                      <a:gd name="connsiteX16" fmla="*/ 24459 w 180701"/>
                      <a:gd name="connsiteY16" fmla="*/ 140494 h 166688"/>
                      <a:gd name="connsiteX17" fmla="*/ 7790 w 180701"/>
                      <a:gd name="connsiteY17" fmla="*/ 130969 h 166688"/>
                      <a:gd name="connsiteX18" fmla="*/ 5409 w 180701"/>
                      <a:gd name="connsiteY18" fmla="*/ 121444 h 166688"/>
                      <a:gd name="connsiteX19" fmla="*/ 646 w 180701"/>
                      <a:gd name="connsiteY19" fmla="*/ 114300 h 166688"/>
                      <a:gd name="connsiteX20" fmla="*/ 3027 w 180701"/>
                      <a:gd name="connsiteY20" fmla="*/ 83344 h 166688"/>
                      <a:gd name="connsiteX21" fmla="*/ 22077 w 180701"/>
                      <a:gd name="connsiteY21" fmla="*/ 50007 h 166688"/>
                      <a:gd name="connsiteX22" fmla="*/ 24459 w 180701"/>
                      <a:gd name="connsiteY22" fmla="*/ 42863 h 166688"/>
                      <a:gd name="connsiteX23" fmla="*/ 29221 w 180701"/>
                      <a:gd name="connsiteY23" fmla="*/ 33338 h 166688"/>
                      <a:gd name="connsiteX24" fmla="*/ 36365 w 180701"/>
                      <a:gd name="connsiteY24" fmla="*/ 26194 h 166688"/>
                      <a:gd name="connsiteX25" fmla="*/ 45890 w 180701"/>
                      <a:gd name="connsiteY25" fmla="*/ 11907 h 166688"/>
                      <a:gd name="connsiteX26" fmla="*/ 55415 w 180701"/>
                      <a:gd name="connsiteY26" fmla="*/ 7144 h 166688"/>
                      <a:gd name="connsiteX27" fmla="*/ 81609 w 180701"/>
                      <a:gd name="connsiteY27" fmla="*/ 0 h 166688"/>
                      <a:gd name="connsiteX28" fmla="*/ 104513 w 180701"/>
                      <a:gd name="connsiteY28" fmla="*/ 9534 h 166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80701" h="166688">
                        <a:moveTo>
                          <a:pt x="104513" y="9534"/>
                        </a:moveTo>
                        <a:lnTo>
                          <a:pt x="122090" y="21432"/>
                        </a:lnTo>
                        <a:cubicBezTo>
                          <a:pt x="122884" y="23813"/>
                          <a:pt x="122903" y="26615"/>
                          <a:pt x="124471" y="28575"/>
                        </a:cubicBezTo>
                        <a:cubicBezTo>
                          <a:pt x="126259" y="30810"/>
                          <a:pt x="129416" y="31506"/>
                          <a:pt x="131615" y="33338"/>
                        </a:cubicBezTo>
                        <a:cubicBezTo>
                          <a:pt x="134202" y="35494"/>
                          <a:pt x="136567" y="37925"/>
                          <a:pt x="138759" y="40482"/>
                        </a:cubicBezTo>
                        <a:cubicBezTo>
                          <a:pt x="150573" y="54266"/>
                          <a:pt x="140470" y="46386"/>
                          <a:pt x="153046" y="54769"/>
                        </a:cubicBezTo>
                        <a:cubicBezTo>
                          <a:pt x="154634" y="57944"/>
                          <a:pt x="155983" y="61250"/>
                          <a:pt x="157809" y="64294"/>
                        </a:cubicBezTo>
                        <a:cubicBezTo>
                          <a:pt x="160754" y="69202"/>
                          <a:pt x="167334" y="78582"/>
                          <a:pt x="167334" y="78582"/>
                        </a:cubicBezTo>
                        <a:cubicBezTo>
                          <a:pt x="174618" y="100437"/>
                          <a:pt x="171597" y="87874"/>
                          <a:pt x="174477" y="116682"/>
                        </a:cubicBezTo>
                        <a:cubicBezTo>
                          <a:pt x="173373" y="134347"/>
                          <a:pt x="180701" y="152082"/>
                          <a:pt x="164952" y="161925"/>
                        </a:cubicBezTo>
                        <a:cubicBezTo>
                          <a:pt x="161327" y="164190"/>
                          <a:pt x="157015" y="165100"/>
                          <a:pt x="153046" y="166688"/>
                        </a:cubicBezTo>
                        <a:cubicBezTo>
                          <a:pt x="150665" y="165894"/>
                          <a:pt x="148372" y="164756"/>
                          <a:pt x="145902" y="164307"/>
                        </a:cubicBezTo>
                        <a:cubicBezTo>
                          <a:pt x="132454" y="161862"/>
                          <a:pt x="107566" y="160442"/>
                          <a:pt x="95896" y="159544"/>
                        </a:cubicBezTo>
                        <a:cubicBezTo>
                          <a:pt x="87959" y="157957"/>
                          <a:pt x="79763" y="157342"/>
                          <a:pt x="72084" y="154782"/>
                        </a:cubicBezTo>
                        <a:cubicBezTo>
                          <a:pt x="67321" y="153194"/>
                          <a:pt x="62719" y="151003"/>
                          <a:pt x="57796" y="150019"/>
                        </a:cubicBezTo>
                        <a:cubicBezTo>
                          <a:pt x="40966" y="146653"/>
                          <a:pt x="49731" y="148918"/>
                          <a:pt x="31602" y="142875"/>
                        </a:cubicBezTo>
                        <a:cubicBezTo>
                          <a:pt x="29221" y="142081"/>
                          <a:pt x="26547" y="141886"/>
                          <a:pt x="24459" y="140494"/>
                        </a:cubicBezTo>
                        <a:cubicBezTo>
                          <a:pt x="14361" y="133763"/>
                          <a:pt x="19875" y="137012"/>
                          <a:pt x="7790" y="130969"/>
                        </a:cubicBezTo>
                        <a:cubicBezTo>
                          <a:pt x="6996" y="127794"/>
                          <a:pt x="6698" y="124452"/>
                          <a:pt x="5409" y="121444"/>
                        </a:cubicBezTo>
                        <a:cubicBezTo>
                          <a:pt x="4282" y="118813"/>
                          <a:pt x="825" y="117156"/>
                          <a:pt x="646" y="114300"/>
                        </a:cubicBezTo>
                        <a:cubicBezTo>
                          <a:pt x="0" y="103971"/>
                          <a:pt x="630" y="93412"/>
                          <a:pt x="3027" y="83344"/>
                        </a:cubicBezTo>
                        <a:cubicBezTo>
                          <a:pt x="5265" y="73944"/>
                          <a:pt x="16552" y="58294"/>
                          <a:pt x="22077" y="50007"/>
                        </a:cubicBezTo>
                        <a:cubicBezTo>
                          <a:pt x="23469" y="47918"/>
                          <a:pt x="23470" y="45170"/>
                          <a:pt x="24459" y="42863"/>
                        </a:cubicBezTo>
                        <a:cubicBezTo>
                          <a:pt x="25857" y="39600"/>
                          <a:pt x="27158" y="36227"/>
                          <a:pt x="29221" y="33338"/>
                        </a:cubicBezTo>
                        <a:cubicBezTo>
                          <a:pt x="31178" y="30598"/>
                          <a:pt x="34297" y="28852"/>
                          <a:pt x="36365" y="26194"/>
                        </a:cubicBezTo>
                        <a:cubicBezTo>
                          <a:pt x="39879" y="21676"/>
                          <a:pt x="40771" y="14467"/>
                          <a:pt x="45890" y="11907"/>
                        </a:cubicBezTo>
                        <a:cubicBezTo>
                          <a:pt x="49065" y="10319"/>
                          <a:pt x="52047" y="8267"/>
                          <a:pt x="55415" y="7144"/>
                        </a:cubicBezTo>
                        <a:cubicBezTo>
                          <a:pt x="60919" y="5309"/>
                          <a:pt x="74384" y="3096"/>
                          <a:pt x="81609" y="0"/>
                        </a:cubicBezTo>
                        <a:cubicBezTo>
                          <a:pt x="89792" y="398"/>
                          <a:pt x="97766" y="5962"/>
                          <a:pt x="104513" y="9534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9" name="Freeform 88"/>
                  <p:cNvSpPr/>
                  <p:nvPr/>
                </p:nvSpPr>
                <p:spPr>
                  <a:xfrm rot="5555748">
                    <a:off x="5149963" y="5337747"/>
                    <a:ext cx="218420" cy="248647"/>
                  </a:xfrm>
                  <a:custGeom>
                    <a:avLst/>
                    <a:gdLst>
                      <a:gd name="connsiteX0" fmla="*/ 79489 w 218420"/>
                      <a:gd name="connsiteY0" fmla="*/ 7144 h 248647"/>
                      <a:gd name="connsiteX1" fmla="*/ 79489 w 218420"/>
                      <a:gd name="connsiteY1" fmla="*/ 7144 h 248647"/>
                      <a:gd name="connsiteX2" fmla="*/ 122351 w 218420"/>
                      <a:gd name="connsiteY2" fmla="*/ 9525 h 248647"/>
                      <a:gd name="connsiteX3" fmla="*/ 143782 w 218420"/>
                      <a:gd name="connsiteY3" fmla="*/ 19050 h 248647"/>
                      <a:gd name="connsiteX4" fmla="*/ 155689 w 218420"/>
                      <a:gd name="connsiteY4" fmla="*/ 21431 h 248647"/>
                      <a:gd name="connsiteX5" fmla="*/ 162832 w 218420"/>
                      <a:gd name="connsiteY5" fmla="*/ 23813 h 248647"/>
                      <a:gd name="connsiteX6" fmla="*/ 167595 w 218420"/>
                      <a:gd name="connsiteY6" fmla="*/ 30956 h 248647"/>
                      <a:gd name="connsiteX7" fmla="*/ 174739 w 218420"/>
                      <a:gd name="connsiteY7" fmla="*/ 38100 h 248647"/>
                      <a:gd name="connsiteX8" fmla="*/ 186645 w 218420"/>
                      <a:gd name="connsiteY8" fmla="*/ 52388 h 248647"/>
                      <a:gd name="connsiteX9" fmla="*/ 191407 w 218420"/>
                      <a:gd name="connsiteY9" fmla="*/ 59531 h 248647"/>
                      <a:gd name="connsiteX10" fmla="*/ 198551 w 218420"/>
                      <a:gd name="connsiteY10" fmla="*/ 80963 h 248647"/>
                      <a:gd name="connsiteX11" fmla="*/ 203314 w 218420"/>
                      <a:gd name="connsiteY11" fmla="*/ 95250 h 248647"/>
                      <a:gd name="connsiteX12" fmla="*/ 208076 w 218420"/>
                      <a:gd name="connsiteY12" fmla="*/ 104775 h 248647"/>
                      <a:gd name="connsiteX13" fmla="*/ 210457 w 218420"/>
                      <a:gd name="connsiteY13" fmla="*/ 114300 h 248647"/>
                      <a:gd name="connsiteX14" fmla="*/ 212839 w 218420"/>
                      <a:gd name="connsiteY14" fmla="*/ 121444 h 248647"/>
                      <a:gd name="connsiteX15" fmla="*/ 212839 w 218420"/>
                      <a:gd name="connsiteY15" fmla="*/ 202406 h 248647"/>
                      <a:gd name="connsiteX16" fmla="*/ 200932 w 218420"/>
                      <a:gd name="connsiteY16" fmla="*/ 230981 h 248647"/>
                      <a:gd name="connsiteX17" fmla="*/ 191407 w 218420"/>
                      <a:gd name="connsiteY17" fmla="*/ 233363 h 248647"/>
                      <a:gd name="connsiteX18" fmla="*/ 124732 w 218420"/>
                      <a:gd name="connsiteY18" fmla="*/ 235744 h 248647"/>
                      <a:gd name="connsiteX19" fmla="*/ 115207 w 218420"/>
                      <a:gd name="connsiteY19" fmla="*/ 230981 h 248647"/>
                      <a:gd name="connsiteX20" fmla="*/ 100920 w 218420"/>
                      <a:gd name="connsiteY20" fmla="*/ 226219 h 248647"/>
                      <a:gd name="connsiteX21" fmla="*/ 86632 w 218420"/>
                      <a:gd name="connsiteY21" fmla="*/ 214313 h 248647"/>
                      <a:gd name="connsiteX22" fmla="*/ 77107 w 218420"/>
                      <a:gd name="connsiteY22" fmla="*/ 207169 h 248647"/>
                      <a:gd name="connsiteX23" fmla="*/ 72345 w 218420"/>
                      <a:gd name="connsiteY23" fmla="*/ 200025 h 248647"/>
                      <a:gd name="connsiteX24" fmla="*/ 58057 w 218420"/>
                      <a:gd name="connsiteY24" fmla="*/ 188119 h 248647"/>
                      <a:gd name="connsiteX25" fmla="*/ 41389 w 218420"/>
                      <a:gd name="connsiteY25" fmla="*/ 166688 h 248647"/>
                      <a:gd name="connsiteX26" fmla="*/ 31864 w 218420"/>
                      <a:gd name="connsiteY26" fmla="*/ 152400 h 248647"/>
                      <a:gd name="connsiteX27" fmla="*/ 29482 w 218420"/>
                      <a:gd name="connsiteY27" fmla="*/ 145256 h 248647"/>
                      <a:gd name="connsiteX28" fmla="*/ 24720 w 218420"/>
                      <a:gd name="connsiteY28" fmla="*/ 138113 h 248647"/>
                      <a:gd name="connsiteX29" fmla="*/ 19957 w 218420"/>
                      <a:gd name="connsiteY29" fmla="*/ 119063 h 248647"/>
                      <a:gd name="connsiteX30" fmla="*/ 15195 w 218420"/>
                      <a:gd name="connsiteY30" fmla="*/ 109538 h 248647"/>
                      <a:gd name="connsiteX31" fmla="*/ 12814 w 218420"/>
                      <a:gd name="connsiteY31" fmla="*/ 102394 h 248647"/>
                      <a:gd name="connsiteX32" fmla="*/ 10432 w 218420"/>
                      <a:gd name="connsiteY32" fmla="*/ 92869 h 248647"/>
                      <a:gd name="connsiteX33" fmla="*/ 8051 w 218420"/>
                      <a:gd name="connsiteY33" fmla="*/ 85725 h 248647"/>
                      <a:gd name="connsiteX34" fmla="*/ 907 w 218420"/>
                      <a:gd name="connsiteY34" fmla="*/ 59531 h 248647"/>
                      <a:gd name="connsiteX35" fmla="*/ 3289 w 218420"/>
                      <a:gd name="connsiteY35" fmla="*/ 26194 h 248647"/>
                      <a:gd name="connsiteX36" fmla="*/ 5670 w 218420"/>
                      <a:gd name="connsiteY36" fmla="*/ 19050 h 248647"/>
                      <a:gd name="connsiteX37" fmla="*/ 19957 w 218420"/>
                      <a:gd name="connsiteY37" fmla="*/ 4763 h 248647"/>
                      <a:gd name="connsiteX38" fmla="*/ 34245 w 218420"/>
                      <a:gd name="connsiteY38" fmla="*/ 0 h 248647"/>
                      <a:gd name="connsiteX39" fmla="*/ 65201 w 218420"/>
                      <a:gd name="connsiteY39" fmla="*/ 2381 h 248647"/>
                      <a:gd name="connsiteX40" fmla="*/ 79489 w 218420"/>
                      <a:gd name="connsiteY40" fmla="*/ 7144 h 2486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218420" h="248647">
                        <a:moveTo>
                          <a:pt x="79489" y="7144"/>
                        </a:moveTo>
                        <a:lnTo>
                          <a:pt x="79489" y="7144"/>
                        </a:lnTo>
                        <a:cubicBezTo>
                          <a:pt x="93776" y="7938"/>
                          <a:pt x="108162" y="7674"/>
                          <a:pt x="122351" y="9525"/>
                        </a:cubicBezTo>
                        <a:cubicBezTo>
                          <a:pt x="130554" y="10595"/>
                          <a:pt x="136246" y="16538"/>
                          <a:pt x="143782" y="19050"/>
                        </a:cubicBezTo>
                        <a:cubicBezTo>
                          <a:pt x="147622" y="20330"/>
                          <a:pt x="151762" y="20449"/>
                          <a:pt x="155689" y="21431"/>
                        </a:cubicBezTo>
                        <a:cubicBezTo>
                          <a:pt x="158124" y="22040"/>
                          <a:pt x="160451" y="23019"/>
                          <a:pt x="162832" y="23813"/>
                        </a:cubicBezTo>
                        <a:cubicBezTo>
                          <a:pt x="164420" y="26194"/>
                          <a:pt x="165763" y="28758"/>
                          <a:pt x="167595" y="30956"/>
                        </a:cubicBezTo>
                        <a:cubicBezTo>
                          <a:pt x="169751" y="33543"/>
                          <a:pt x="172782" y="35360"/>
                          <a:pt x="174739" y="38100"/>
                        </a:cubicBezTo>
                        <a:cubicBezTo>
                          <a:pt x="185725" y="53482"/>
                          <a:pt x="172561" y="42998"/>
                          <a:pt x="186645" y="52388"/>
                        </a:cubicBezTo>
                        <a:cubicBezTo>
                          <a:pt x="188232" y="54769"/>
                          <a:pt x="190245" y="56916"/>
                          <a:pt x="191407" y="59531"/>
                        </a:cubicBezTo>
                        <a:cubicBezTo>
                          <a:pt x="191412" y="59543"/>
                          <a:pt x="197358" y="77385"/>
                          <a:pt x="198551" y="80963"/>
                        </a:cubicBezTo>
                        <a:lnTo>
                          <a:pt x="203314" y="95250"/>
                        </a:lnTo>
                        <a:cubicBezTo>
                          <a:pt x="204437" y="98617"/>
                          <a:pt x="206830" y="101451"/>
                          <a:pt x="208076" y="104775"/>
                        </a:cubicBezTo>
                        <a:cubicBezTo>
                          <a:pt x="209225" y="107839"/>
                          <a:pt x="209558" y="111153"/>
                          <a:pt x="210457" y="114300"/>
                        </a:cubicBezTo>
                        <a:cubicBezTo>
                          <a:pt x="211147" y="116714"/>
                          <a:pt x="212045" y="119063"/>
                          <a:pt x="212839" y="121444"/>
                        </a:cubicBezTo>
                        <a:cubicBezTo>
                          <a:pt x="218420" y="154935"/>
                          <a:pt x="217490" y="143494"/>
                          <a:pt x="212839" y="202406"/>
                        </a:cubicBezTo>
                        <a:cubicBezTo>
                          <a:pt x="211614" y="217925"/>
                          <a:pt x="213362" y="225654"/>
                          <a:pt x="200932" y="230981"/>
                        </a:cubicBezTo>
                        <a:cubicBezTo>
                          <a:pt x="197924" y="232270"/>
                          <a:pt x="194582" y="232569"/>
                          <a:pt x="191407" y="233363"/>
                        </a:cubicBezTo>
                        <a:cubicBezTo>
                          <a:pt x="168480" y="248647"/>
                          <a:pt x="181982" y="241667"/>
                          <a:pt x="124732" y="235744"/>
                        </a:cubicBezTo>
                        <a:cubicBezTo>
                          <a:pt x="121201" y="235379"/>
                          <a:pt x="118503" y="232299"/>
                          <a:pt x="115207" y="230981"/>
                        </a:cubicBezTo>
                        <a:cubicBezTo>
                          <a:pt x="110546" y="229117"/>
                          <a:pt x="100920" y="226219"/>
                          <a:pt x="100920" y="226219"/>
                        </a:cubicBezTo>
                        <a:cubicBezTo>
                          <a:pt x="85131" y="215693"/>
                          <a:pt x="102674" y="228063"/>
                          <a:pt x="86632" y="214313"/>
                        </a:cubicBezTo>
                        <a:cubicBezTo>
                          <a:pt x="83619" y="211730"/>
                          <a:pt x="80282" y="209550"/>
                          <a:pt x="77107" y="207169"/>
                        </a:cubicBezTo>
                        <a:cubicBezTo>
                          <a:pt x="75520" y="204788"/>
                          <a:pt x="74177" y="202224"/>
                          <a:pt x="72345" y="200025"/>
                        </a:cubicBezTo>
                        <a:cubicBezTo>
                          <a:pt x="66615" y="193149"/>
                          <a:pt x="65082" y="192801"/>
                          <a:pt x="58057" y="188119"/>
                        </a:cubicBezTo>
                        <a:cubicBezTo>
                          <a:pt x="46664" y="171029"/>
                          <a:pt x="52579" y="177878"/>
                          <a:pt x="41389" y="166688"/>
                        </a:cubicBezTo>
                        <a:cubicBezTo>
                          <a:pt x="35725" y="149701"/>
                          <a:pt x="43756" y="170238"/>
                          <a:pt x="31864" y="152400"/>
                        </a:cubicBezTo>
                        <a:cubicBezTo>
                          <a:pt x="30472" y="150311"/>
                          <a:pt x="30605" y="147501"/>
                          <a:pt x="29482" y="145256"/>
                        </a:cubicBezTo>
                        <a:cubicBezTo>
                          <a:pt x="28202" y="142697"/>
                          <a:pt x="26307" y="140494"/>
                          <a:pt x="24720" y="138113"/>
                        </a:cubicBezTo>
                        <a:lnTo>
                          <a:pt x="19957" y="119063"/>
                        </a:lnTo>
                        <a:cubicBezTo>
                          <a:pt x="19096" y="115619"/>
                          <a:pt x="16593" y="112801"/>
                          <a:pt x="15195" y="109538"/>
                        </a:cubicBezTo>
                        <a:cubicBezTo>
                          <a:pt x="14206" y="107231"/>
                          <a:pt x="13504" y="104808"/>
                          <a:pt x="12814" y="102394"/>
                        </a:cubicBezTo>
                        <a:cubicBezTo>
                          <a:pt x="11915" y="99247"/>
                          <a:pt x="11331" y="96016"/>
                          <a:pt x="10432" y="92869"/>
                        </a:cubicBezTo>
                        <a:cubicBezTo>
                          <a:pt x="9742" y="90455"/>
                          <a:pt x="8711" y="88147"/>
                          <a:pt x="8051" y="85725"/>
                        </a:cubicBezTo>
                        <a:cubicBezTo>
                          <a:pt x="0" y="56201"/>
                          <a:pt x="6387" y="75967"/>
                          <a:pt x="907" y="59531"/>
                        </a:cubicBezTo>
                        <a:cubicBezTo>
                          <a:pt x="1701" y="48419"/>
                          <a:pt x="1987" y="37258"/>
                          <a:pt x="3289" y="26194"/>
                        </a:cubicBezTo>
                        <a:cubicBezTo>
                          <a:pt x="3582" y="23701"/>
                          <a:pt x="4425" y="21229"/>
                          <a:pt x="5670" y="19050"/>
                        </a:cubicBezTo>
                        <a:cubicBezTo>
                          <a:pt x="9237" y="12808"/>
                          <a:pt x="13329" y="7709"/>
                          <a:pt x="19957" y="4763"/>
                        </a:cubicBezTo>
                        <a:cubicBezTo>
                          <a:pt x="24545" y="2724"/>
                          <a:pt x="34245" y="0"/>
                          <a:pt x="34245" y="0"/>
                        </a:cubicBezTo>
                        <a:cubicBezTo>
                          <a:pt x="44564" y="794"/>
                          <a:pt x="54979" y="767"/>
                          <a:pt x="65201" y="2381"/>
                        </a:cubicBezTo>
                        <a:cubicBezTo>
                          <a:pt x="70160" y="3164"/>
                          <a:pt x="77108" y="6350"/>
                          <a:pt x="79489" y="7144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0" name="Freeform 89"/>
                  <p:cNvSpPr/>
                  <p:nvPr/>
                </p:nvSpPr>
                <p:spPr>
                  <a:xfrm>
                    <a:off x="4879181" y="4922044"/>
                    <a:ext cx="230982" cy="80962"/>
                  </a:xfrm>
                  <a:custGeom>
                    <a:avLst/>
                    <a:gdLst>
                      <a:gd name="connsiteX0" fmla="*/ 0 w 230982"/>
                      <a:gd name="connsiteY0" fmla="*/ 0 h 80962"/>
                      <a:gd name="connsiteX1" fmla="*/ 0 w 230982"/>
                      <a:gd name="connsiteY1" fmla="*/ 0 h 80962"/>
                      <a:gd name="connsiteX2" fmla="*/ 11907 w 230982"/>
                      <a:gd name="connsiteY2" fmla="*/ 21431 h 80962"/>
                      <a:gd name="connsiteX3" fmla="*/ 16669 w 230982"/>
                      <a:gd name="connsiteY3" fmla="*/ 30956 h 80962"/>
                      <a:gd name="connsiteX4" fmla="*/ 23813 w 230982"/>
                      <a:gd name="connsiteY4" fmla="*/ 35719 h 80962"/>
                      <a:gd name="connsiteX5" fmla="*/ 33338 w 230982"/>
                      <a:gd name="connsiteY5" fmla="*/ 47625 h 80962"/>
                      <a:gd name="connsiteX6" fmla="*/ 73819 w 230982"/>
                      <a:gd name="connsiteY6" fmla="*/ 76200 h 80962"/>
                      <a:gd name="connsiteX7" fmla="*/ 138113 w 230982"/>
                      <a:gd name="connsiteY7" fmla="*/ 80962 h 80962"/>
                      <a:gd name="connsiteX8" fmla="*/ 164307 w 230982"/>
                      <a:gd name="connsiteY8" fmla="*/ 76200 h 80962"/>
                      <a:gd name="connsiteX9" fmla="*/ 171450 w 230982"/>
                      <a:gd name="connsiteY9" fmla="*/ 71437 h 80962"/>
                      <a:gd name="connsiteX10" fmla="*/ 185738 w 230982"/>
                      <a:gd name="connsiteY10" fmla="*/ 66675 h 80962"/>
                      <a:gd name="connsiteX11" fmla="*/ 207169 w 230982"/>
                      <a:gd name="connsiteY11" fmla="*/ 50006 h 80962"/>
                      <a:gd name="connsiteX12" fmla="*/ 226219 w 230982"/>
                      <a:gd name="connsiteY12" fmla="*/ 30956 h 80962"/>
                      <a:gd name="connsiteX13" fmla="*/ 230982 w 230982"/>
                      <a:gd name="connsiteY13" fmla="*/ 30956 h 80962"/>
                      <a:gd name="connsiteX14" fmla="*/ 169069 w 230982"/>
                      <a:gd name="connsiteY14" fmla="*/ 11906 h 80962"/>
                      <a:gd name="connsiteX15" fmla="*/ 104775 w 230982"/>
                      <a:gd name="connsiteY15" fmla="*/ 2381 h 80962"/>
                      <a:gd name="connsiteX16" fmla="*/ 64294 w 230982"/>
                      <a:gd name="connsiteY16" fmla="*/ 0 h 80962"/>
                      <a:gd name="connsiteX17" fmla="*/ 0 w 230982"/>
                      <a:gd name="connsiteY17" fmla="*/ 0 h 809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30982" h="80962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3969" y="7144"/>
                          <a:pt x="8032" y="14236"/>
                          <a:pt x="11907" y="21431"/>
                        </a:cubicBezTo>
                        <a:cubicBezTo>
                          <a:pt x="13590" y="24556"/>
                          <a:pt x="14397" y="28229"/>
                          <a:pt x="16669" y="30956"/>
                        </a:cubicBezTo>
                        <a:cubicBezTo>
                          <a:pt x="18501" y="33155"/>
                          <a:pt x="21432" y="34131"/>
                          <a:pt x="23813" y="35719"/>
                        </a:cubicBezTo>
                        <a:cubicBezTo>
                          <a:pt x="27998" y="48275"/>
                          <a:pt x="23080" y="38393"/>
                          <a:pt x="33338" y="47625"/>
                        </a:cubicBezTo>
                        <a:cubicBezTo>
                          <a:pt x="45192" y="58294"/>
                          <a:pt x="55901" y="74873"/>
                          <a:pt x="73819" y="76200"/>
                        </a:cubicBezTo>
                        <a:lnTo>
                          <a:pt x="138113" y="80962"/>
                        </a:lnTo>
                        <a:cubicBezTo>
                          <a:pt x="144674" y="80142"/>
                          <a:pt x="156967" y="79870"/>
                          <a:pt x="164307" y="76200"/>
                        </a:cubicBezTo>
                        <a:cubicBezTo>
                          <a:pt x="166867" y="74920"/>
                          <a:pt x="168835" y="72599"/>
                          <a:pt x="171450" y="71437"/>
                        </a:cubicBezTo>
                        <a:cubicBezTo>
                          <a:pt x="176038" y="69398"/>
                          <a:pt x="185738" y="66675"/>
                          <a:pt x="185738" y="66675"/>
                        </a:cubicBezTo>
                        <a:cubicBezTo>
                          <a:pt x="194049" y="61134"/>
                          <a:pt x="201143" y="57754"/>
                          <a:pt x="207169" y="50006"/>
                        </a:cubicBezTo>
                        <a:cubicBezTo>
                          <a:pt x="217116" y="37217"/>
                          <a:pt x="212534" y="35518"/>
                          <a:pt x="226219" y="30956"/>
                        </a:cubicBezTo>
                        <a:cubicBezTo>
                          <a:pt x="227725" y="30454"/>
                          <a:pt x="229394" y="30956"/>
                          <a:pt x="230982" y="30956"/>
                        </a:cubicBezTo>
                        <a:lnTo>
                          <a:pt x="169069" y="11906"/>
                        </a:lnTo>
                        <a:lnTo>
                          <a:pt x="104775" y="2381"/>
                        </a:lnTo>
                        <a:lnTo>
                          <a:pt x="6429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1" name="Freeform 90"/>
                  <p:cNvSpPr/>
                  <p:nvPr/>
                </p:nvSpPr>
                <p:spPr>
                  <a:xfrm>
                    <a:off x="5076825" y="4953000"/>
                    <a:ext cx="80963" cy="106299"/>
                  </a:xfrm>
                  <a:custGeom>
                    <a:avLst/>
                    <a:gdLst>
                      <a:gd name="connsiteX0" fmla="*/ 80963 w 80963"/>
                      <a:gd name="connsiteY0" fmla="*/ 33338 h 106299"/>
                      <a:gd name="connsiteX1" fmla="*/ 80963 w 80963"/>
                      <a:gd name="connsiteY1" fmla="*/ 33338 h 106299"/>
                      <a:gd name="connsiteX2" fmla="*/ 76200 w 80963"/>
                      <a:gd name="connsiteY2" fmla="*/ 54769 h 106299"/>
                      <a:gd name="connsiteX3" fmla="*/ 66675 w 80963"/>
                      <a:gd name="connsiteY3" fmla="*/ 69056 h 106299"/>
                      <a:gd name="connsiteX4" fmla="*/ 57150 w 80963"/>
                      <a:gd name="connsiteY4" fmla="*/ 83344 h 106299"/>
                      <a:gd name="connsiteX5" fmla="*/ 47625 w 80963"/>
                      <a:gd name="connsiteY5" fmla="*/ 97631 h 106299"/>
                      <a:gd name="connsiteX6" fmla="*/ 45244 w 80963"/>
                      <a:gd name="connsiteY6" fmla="*/ 104775 h 106299"/>
                      <a:gd name="connsiteX7" fmla="*/ 14288 w 80963"/>
                      <a:gd name="connsiteY7" fmla="*/ 100013 h 106299"/>
                      <a:gd name="connsiteX8" fmla="*/ 9525 w 80963"/>
                      <a:gd name="connsiteY8" fmla="*/ 92869 h 106299"/>
                      <a:gd name="connsiteX9" fmla="*/ 4763 w 80963"/>
                      <a:gd name="connsiteY9" fmla="*/ 69056 h 106299"/>
                      <a:gd name="connsiteX10" fmla="*/ 0 w 80963"/>
                      <a:gd name="connsiteY10" fmla="*/ 54769 h 106299"/>
                      <a:gd name="connsiteX11" fmla="*/ 2381 w 80963"/>
                      <a:gd name="connsiteY11" fmla="*/ 45244 h 106299"/>
                      <a:gd name="connsiteX12" fmla="*/ 4763 w 80963"/>
                      <a:gd name="connsiteY12" fmla="*/ 38100 h 106299"/>
                      <a:gd name="connsiteX13" fmla="*/ 9525 w 80963"/>
                      <a:gd name="connsiteY13" fmla="*/ 16669 h 106299"/>
                      <a:gd name="connsiteX14" fmla="*/ 14288 w 80963"/>
                      <a:gd name="connsiteY14" fmla="*/ 9525 h 106299"/>
                      <a:gd name="connsiteX15" fmla="*/ 23813 w 80963"/>
                      <a:gd name="connsiteY15" fmla="*/ 0 h 106299"/>
                      <a:gd name="connsiteX16" fmla="*/ 80963 w 80963"/>
                      <a:gd name="connsiteY16" fmla="*/ 33338 h 1062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0963" h="106299">
                        <a:moveTo>
                          <a:pt x="80963" y="33338"/>
                        </a:moveTo>
                        <a:lnTo>
                          <a:pt x="80963" y="33338"/>
                        </a:lnTo>
                        <a:cubicBezTo>
                          <a:pt x="79375" y="40482"/>
                          <a:pt x="78918" y="47974"/>
                          <a:pt x="76200" y="54769"/>
                        </a:cubicBezTo>
                        <a:cubicBezTo>
                          <a:pt x="74074" y="60083"/>
                          <a:pt x="66675" y="69056"/>
                          <a:pt x="66675" y="69056"/>
                        </a:cubicBezTo>
                        <a:cubicBezTo>
                          <a:pt x="62122" y="82718"/>
                          <a:pt x="67555" y="69967"/>
                          <a:pt x="57150" y="83344"/>
                        </a:cubicBezTo>
                        <a:cubicBezTo>
                          <a:pt x="53636" y="87862"/>
                          <a:pt x="47625" y="97631"/>
                          <a:pt x="47625" y="97631"/>
                        </a:cubicBezTo>
                        <a:cubicBezTo>
                          <a:pt x="46831" y="100012"/>
                          <a:pt x="47705" y="104283"/>
                          <a:pt x="45244" y="104775"/>
                        </a:cubicBezTo>
                        <a:cubicBezTo>
                          <a:pt x="37626" y="106299"/>
                          <a:pt x="23015" y="102195"/>
                          <a:pt x="14288" y="100013"/>
                        </a:cubicBezTo>
                        <a:cubicBezTo>
                          <a:pt x="12700" y="97632"/>
                          <a:pt x="10652" y="95500"/>
                          <a:pt x="9525" y="92869"/>
                        </a:cubicBezTo>
                        <a:cubicBezTo>
                          <a:pt x="7151" y="87329"/>
                          <a:pt x="5945" y="73782"/>
                          <a:pt x="4763" y="69056"/>
                        </a:cubicBezTo>
                        <a:cubicBezTo>
                          <a:pt x="3545" y="64186"/>
                          <a:pt x="0" y="54769"/>
                          <a:pt x="0" y="54769"/>
                        </a:cubicBezTo>
                        <a:cubicBezTo>
                          <a:pt x="794" y="51594"/>
                          <a:pt x="1482" y="48391"/>
                          <a:pt x="2381" y="45244"/>
                        </a:cubicBezTo>
                        <a:cubicBezTo>
                          <a:pt x="3071" y="42830"/>
                          <a:pt x="4218" y="40550"/>
                          <a:pt x="4763" y="38100"/>
                        </a:cubicBezTo>
                        <a:cubicBezTo>
                          <a:pt x="6226" y="31517"/>
                          <a:pt x="6309" y="23100"/>
                          <a:pt x="9525" y="16669"/>
                        </a:cubicBezTo>
                        <a:cubicBezTo>
                          <a:pt x="10805" y="14109"/>
                          <a:pt x="12425" y="11698"/>
                          <a:pt x="14288" y="9525"/>
                        </a:cubicBezTo>
                        <a:cubicBezTo>
                          <a:pt x="17210" y="6116"/>
                          <a:pt x="23813" y="0"/>
                          <a:pt x="23813" y="0"/>
                        </a:cubicBezTo>
                        <a:lnTo>
                          <a:pt x="80963" y="33338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2" name="Freeform 91"/>
                  <p:cNvSpPr/>
                  <p:nvPr/>
                </p:nvSpPr>
                <p:spPr>
                  <a:xfrm>
                    <a:off x="5124301" y="5117306"/>
                    <a:ext cx="247799" cy="259557"/>
                  </a:xfrm>
                  <a:custGeom>
                    <a:avLst/>
                    <a:gdLst>
                      <a:gd name="connsiteX0" fmla="*/ 7293 w 247799"/>
                      <a:gd name="connsiteY0" fmla="*/ 33338 h 259557"/>
                      <a:gd name="connsiteX1" fmla="*/ 7293 w 247799"/>
                      <a:gd name="connsiteY1" fmla="*/ 33338 h 259557"/>
                      <a:gd name="connsiteX2" fmla="*/ 23962 w 247799"/>
                      <a:gd name="connsiteY2" fmla="*/ 16669 h 259557"/>
                      <a:gd name="connsiteX3" fmla="*/ 40630 w 247799"/>
                      <a:gd name="connsiteY3" fmla="*/ 11907 h 259557"/>
                      <a:gd name="connsiteX4" fmla="*/ 50155 w 247799"/>
                      <a:gd name="connsiteY4" fmla="*/ 7144 h 259557"/>
                      <a:gd name="connsiteX5" fmla="*/ 57299 w 247799"/>
                      <a:gd name="connsiteY5" fmla="*/ 4763 h 259557"/>
                      <a:gd name="connsiteX6" fmla="*/ 85874 w 247799"/>
                      <a:gd name="connsiteY6" fmla="*/ 0 h 259557"/>
                      <a:gd name="connsiteX7" fmla="*/ 135880 w 247799"/>
                      <a:gd name="connsiteY7" fmla="*/ 2382 h 259557"/>
                      <a:gd name="connsiteX8" fmla="*/ 150168 w 247799"/>
                      <a:gd name="connsiteY8" fmla="*/ 7144 h 259557"/>
                      <a:gd name="connsiteX9" fmla="*/ 157312 w 247799"/>
                      <a:gd name="connsiteY9" fmla="*/ 9525 h 259557"/>
                      <a:gd name="connsiteX10" fmla="*/ 164455 w 247799"/>
                      <a:gd name="connsiteY10" fmla="*/ 11907 h 259557"/>
                      <a:gd name="connsiteX11" fmla="*/ 171599 w 247799"/>
                      <a:gd name="connsiteY11" fmla="*/ 19050 h 259557"/>
                      <a:gd name="connsiteX12" fmla="*/ 178743 w 247799"/>
                      <a:gd name="connsiteY12" fmla="*/ 21432 h 259557"/>
                      <a:gd name="connsiteX13" fmla="*/ 185887 w 247799"/>
                      <a:gd name="connsiteY13" fmla="*/ 26194 h 259557"/>
                      <a:gd name="connsiteX14" fmla="*/ 193030 w 247799"/>
                      <a:gd name="connsiteY14" fmla="*/ 35719 h 259557"/>
                      <a:gd name="connsiteX15" fmla="*/ 209699 w 247799"/>
                      <a:gd name="connsiteY15" fmla="*/ 50007 h 259557"/>
                      <a:gd name="connsiteX16" fmla="*/ 235893 w 247799"/>
                      <a:gd name="connsiteY16" fmla="*/ 102394 h 259557"/>
                      <a:gd name="connsiteX17" fmla="*/ 247799 w 247799"/>
                      <a:gd name="connsiteY17" fmla="*/ 150019 h 259557"/>
                      <a:gd name="connsiteX18" fmla="*/ 245418 w 247799"/>
                      <a:gd name="connsiteY18" fmla="*/ 166688 h 259557"/>
                      <a:gd name="connsiteX19" fmla="*/ 235893 w 247799"/>
                      <a:gd name="connsiteY19" fmla="*/ 185738 h 259557"/>
                      <a:gd name="connsiteX20" fmla="*/ 231130 w 247799"/>
                      <a:gd name="connsiteY20" fmla="*/ 192882 h 259557"/>
                      <a:gd name="connsiteX21" fmla="*/ 228749 w 247799"/>
                      <a:gd name="connsiteY21" fmla="*/ 202407 h 259557"/>
                      <a:gd name="connsiteX22" fmla="*/ 212080 w 247799"/>
                      <a:gd name="connsiteY22" fmla="*/ 221457 h 259557"/>
                      <a:gd name="connsiteX23" fmla="*/ 173980 w 247799"/>
                      <a:gd name="connsiteY23" fmla="*/ 230982 h 259557"/>
                      <a:gd name="connsiteX24" fmla="*/ 166837 w 247799"/>
                      <a:gd name="connsiteY24" fmla="*/ 235744 h 259557"/>
                      <a:gd name="connsiteX25" fmla="*/ 159693 w 247799"/>
                      <a:gd name="connsiteY25" fmla="*/ 242888 h 259557"/>
                      <a:gd name="connsiteX26" fmla="*/ 143024 w 247799"/>
                      <a:gd name="connsiteY26" fmla="*/ 252413 h 259557"/>
                      <a:gd name="connsiteX27" fmla="*/ 126355 w 247799"/>
                      <a:gd name="connsiteY27" fmla="*/ 254794 h 259557"/>
                      <a:gd name="connsiteX28" fmla="*/ 95399 w 247799"/>
                      <a:gd name="connsiteY28" fmla="*/ 259557 h 259557"/>
                      <a:gd name="connsiteX29" fmla="*/ 76349 w 247799"/>
                      <a:gd name="connsiteY29" fmla="*/ 257175 h 259557"/>
                      <a:gd name="connsiteX30" fmla="*/ 57299 w 247799"/>
                      <a:gd name="connsiteY30" fmla="*/ 252413 h 259557"/>
                      <a:gd name="connsiteX31" fmla="*/ 50155 w 247799"/>
                      <a:gd name="connsiteY31" fmla="*/ 250032 h 259557"/>
                      <a:gd name="connsiteX32" fmla="*/ 43012 w 247799"/>
                      <a:gd name="connsiteY32" fmla="*/ 245269 h 259557"/>
                      <a:gd name="connsiteX33" fmla="*/ 35868 w 247799"/>
                      <a:gd name="connsiteY33" fmla="*/ 238125 h 259557"/>
                      <a:gd name="connsiteX34" fmla="*/ 28724 w 247799"/>
                      <a:gd name="connsiteY34" fmla="*/ 235744 h 259557"/>
                      <a:gd name="connsiteX35" fmla="*/ 14437 w 247799"/>
                      <a:gd name="connsiteY35" fmla="*/ 223838 h 259557"/>
                      <a:gd name="connsiteX36" fmla="*/ 12055 w 247799"/>
                      <a:gd name="connsiteY36" fmla="*/ 216694 h 259557"/>
                      <a:gd name="connsiteX37" fmla="*/ 2530 w 247799"/>
                      <a:gd name="connsiteY37" fmla="*/ 200025 h 259557"/>
                      <a:gd name="connsiteX38" fmla="*/ 149 w 247799"/>
                      <a:gd name="connsiteY38" fmla="*/ 192882 h 259557"/>
                      <a:gd name="connsiteX39" fmla="*/ 4912 w 247799"/>
                      <a:gd name="connsiteY39" fmla="*/ 173832 h 259557"/>
                      <a:gd name="connsiteX40" fmla="*/ 2530 w 247799"/>
                      <a:gd name="connsiteY40" fmla="*/ 135732 h 259557"/>
                      <a:gd name="connsiteX41" fmla="*/ 149 w 247799"/>
                      <a:gd name="connsiteY41" fmla="*/ 126207 h 259557"/>
                      <a:gd name="connsiteX42" fmla="*/ 4912 w 247799"/>
                      <a:gd name="connsiteY42" fmla="*/ 83344 h 259557"/>
                      <a:gd name="connsiteX43" fmla="*/ 7293 w 247799"/>
                      <a:gd name="connsiteY43" fmla="*/ 69057 h 259557"/>
                      <a:gd name="connsiteX44" fmla="*/ 12055 w 247799"/>
                      <a:gd name="connsiteY44" fmla="*/ 50007 h 259557"/>
                      <a:gd name="connsiteX45" fmla="*/ 7293 w 247799"/>
                      <a:gd name="connsiteY45" fmla="*/ 33338 h 2595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247799" h="259557">
                        <a:moveTo>
                          <a:pt x="7293" y="33338"/>
                        </a:moveTo>
                        <a:lnTo>
                          <a:pt x="7293" y="33338"/>
                        </a:lnTo>
                        <a:cubicBezTo>
                          <a:pt x="12849" y="27782"/>
                          <a:pt x="17826" y="21578"/>
                          <a:pt x="23962" y="16669"/>
                        </a:cubicBezTo>
                        <a:cubicBezTo>
                          <a:pt x="25515" y="15427"/>
                          <a:pt x="40008" y="12063"/>
                          <a:pt x="40630" y="11907"/>
                        </a:cubicBezTo>
                        <a:cubicBezTo>
                          <a:pt x="43805" y="10319"/>
                          <a:pt x="46892" y="8542"/>
                          <a:pt x="50155" y="7144"/>
                        </a:cubicBezTo>
                        <a:cubicBezTo>
                          <a:pt x="52462" y="6155"/>
                          <a:pt x="54885" y="5453"/>
                          <a:pt x="57299" y="4763"/>
                        </a:cubicBezTo>
                        <a:cubicBezTo>
                          <a:pt x="69535" y="1267"/>
                          <a:pt x="70415" y="1933"/>
                          <a:pt x="85874" y="0"/>
                        </a:cubicBezTo>
                        <a:cubicBezTo>
                          <a:pt x="102543" y="794"/>
                          <a:pt x="119295" y="539"/>
                          <a:pt x="135880" y="2382"/>
                        </a:cubicBezTo>
                        <a:cubicBezTo>
                          <a:pt x="140870" y="2936"/>
                          <a:pt x="145405" y="5557"/>
                          <a:pt x="150168" y="7144"/>
                        </a:cubicBezTo>
                        <a:lnTo>
                          <a:pt x="157312" y="9525"/>
                        </a:lnTo>
                        <a:lnTo>
                          <a:pt x="164455" y="11907"/>
                        </a:lnTo>
                        <a:cubicBezTo>
                          <a:pt x="166836" y="14288"/>
                          <a:pt x="168797" y="17182"/>
                          <a:pt x="171599" y="19050"/>
                        </a:cubicBezTo>
                        <a:cubicBezTo>
                          <a:pt x="173688" y="20442"/>
                          <a:pt x="176498" y="20309"/>
                          <a:pt x="178743" y="21432"/>
                        </a:cubicBezTo>
                        <a:cubicBezTo>
                          <a:pt x="181303" y="22712"/>
                          <a:pt x="183506" y="24607"/>
                          <a:pt x="185887" y="26194"/>
                        </a:cubicBezTo>
                        <a:cubicBezTo>
                          <a:pt x="188268" y="29369"/>
                          <a:pt x="190064" y="33082"/>
                          <a:pt x="193030" y="35719"/>
                        </a:cubicBezTo>
                        <a:cubicBezTo>
                          <a:pt x="211947" y="52534"/>
                          <a:pt x="203781" y="38169"/>
                          <a:pt x="209699" y="50007"/>
                        </a:cubicBezTo>
                        <a:lnTo>
                          <a:pt x="235893" y="102394"/>
                        </a:lnTo>
                        <a:lnTo>
                          <a:pt x="247799" y="150019"/>
                        </a:lnTo>
                        <a:lnTo>
                          <a:pt x="245418" y="166688"/>
                        </a:lnTo>
                        <a:cubicBezTo>
                          <a:pt x="242243" y="173038"/>
                          <a:pt x="239293" y="179505"/>
                          <a:pt x="235893" y="185738"/>
                        </a:cubicBezTo>
                        <a:cubicBezTo>
                          <a:pt x="234522" y="188251"/>
                          <a:pt x="232257" y="190251"/>
                          <a:pt x="231130" y="192882"/>
                        </a:cubicBezTo>
                        <a:cubicBezTo>
                          <a:pt x="229841" y="195890"/>
                          <a:pt x="230213" y="199480"/>
                          <a:pt x="228749" y="202407"/>
                        </a:cubicBezTo>
                        <a:cubicBezTo>
                          <a:pt x="225971" y="207962"/>
                          <a:pt x="219818" y="219076"/>
                          <a:pt x="212080" y="221457"/>
                        </a:cubicBezTo>
                        <a:cubicBezTo>
                          <a:pt x="207610" y="222833"/>
                          <a:pt x="180898" y="226370"/>
                          <a:pt x="173980" y="230982"/>
                        </a:cubicBezTo>
                        <a:cubicBezTo>
                          <a:pt x="171599" y="232569"/>
                          <a:pt x="169035" y="233912"/>
                          <a:pt x="166837" y="235744"/>
                        </a:cubicBezTo>
                        <a:cubicBezTo>
                          <a:pt x="164250" y="237900"/>
                          <a:pt x="162280" y="240732"/>
                          <a:pt x="159693" y="242888"/>
                        </a:cubicBezTo>
                        <a:cubicBezTo>
                          <a:pt x="156549" y="245508"/>
                          <a:pt x="146483" y="251470"/>
                          <a:pt x="143024" y="252413"/>
                        </a:cubicBezTo>
                        <a:cubicBezTo>
                          <a:pt x="137609" y="253890"/>
                          <a:pt x="131911" y="254000"/>
                          <a:pt x="126355" y="254794"/>
                        </a:cubicBezTo>
                        <a:cubicBezTo>
                          <a:pt x="114128" y="258870"/>
                          <a:pt x="113814" y="259557"/>
                          <a:pt x="95399" y="259557"/>
                        </a:cubicBezTo>
                        <a:cubicBezTo>
                          <a:pt x="89000" y="259557"/>
                          <a:pt x="82699" y="257969"/>
                          <a:pt x="76349" y="257175"/>
                        </a:cubicBezTo>
                        <a:cubicBezTo>
                          <a:pt x="60019" y="251732"/>
                          <a:pt x="80287" y="258159"/>
                          <a:pt x="57299" y="252413"/>
                        </a:cubicBezTo>
                        <a:cubicBezTo>
                          <a:pt x="54864" y="251804"/>
                          <a:pt x="52536" y="250826"/>
                          <a:pt x="50155" y="250032"/>
                        </a:cubicBezTo>
                        <a:cubicBezTo>
                          <a:pt x="47774" y="248444"/>
                          <a:pt x="45210" y="247101"/>
                          <a:pt x="43012" y="245269"/>
                        </a:cubicBezTo>
                        <a:cubicBezTo>
                          <a:pt x="40425" y="243113"/>
                          <a:pt x="38670" y="239993"/>
                          <a:pt x="35868" y="238125"/>
                        </a:cubicBezTo>
                        <a:cubicBezTo>
                          <a:pt x="33779" y="236733"/>
                          <a:pt x="30969" y="236866"/>
                          <a:pt x="28724" y="235744"/>
                        </a:cubicBezTo>
                        <a:cubicBezTo>
                          <a:pt x="22091" y="232428"/>
                          <a:pt x="19705" y="229106"/>
                          <a:pt x="14437" y="223838"/>
                        </a:cubicBezTo>
                        <a:cubicBezTo>
                          <a:pt x="13643" y="221457"/>
                          <a:pt x="13044" y="219001"/>
                          <a:pt x="12055" y="216694"/>
                        </a:cubicBezTo>
                        <a:cubicBezTo>
                          <a:pt x="8428" y="208231"/>
                          <a:pt x="7315" y="207202"/>
                          <a:pt x="2530" y="200025"/>
                        </a:cubicBezTo>
                        <a:cubicBezTo>
                          <a:pt x="1736" y="197644"/>
                          <a:pt x="149" y="195392"/>
                          <a:pt x="149" y="192882"/>
                        </a:cubicBezTo>
                        <a:cubicBezTo>
                          <a:pt x="149" y="187130"/>
                          <a:pt x="3031" y="179472"/>
                          <a:pt x="4912" y="173832"/>
                        </a:cubicBezTo>
                        <a:cubicBezTo>
                          <a:pt x="4118" y="161132"/>
                          <a:pt x="3796" y="148394"/>
                          <a:pt x="2530" y="135732"/>
                        </a:cubicBezTo>
                        <a:cubicBezTo>
                          <a:pt x="2204" y="132476"/>
                          <a:pt x="0" y="129476"/>
                          <a:pt x="149" y="126207"/>
                        </a:cubicBezTo>
                        <a:cubicBezTo>
                          <a:pt x="802" y="111846"/>
                          <a:pt x="3129" y="97609"/>
                          <a:pt x="4912" y="83344"/>
                        </a:cubicBezTo>
                        <a:cubicBezTo>
                          <a:pt x="5511" y="78553"/>
                          <a:pt x="6281" y="73778"/>
                          <a:pt x="7293" y="69057"/>
                        </a:cubicBezTo>
                        <a:cubicBezTo>
                          <a:pt x="8664" y="62657"/>
                          <a:pt x="12055" y="50007"/>
                          <a:pt x="12055" y="50007"/>
                        </a:cubicBezTo>
                        <a:lnTo>
                          <a:pt x="7293" y="33338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3" name="Freeform 92"/>
                  <p:cNvSpPr/>
                  <p:nvPr/>
                </p:nvSpPr>
                <p:spPr>
                  <a:xfrm>
                    <a:off x="5126831" y="5003006"/>
                    <a:ext cx="107631" cy="111919"/>
                  </a:xfrm>
                  <a:custGeom>
                    <a:avLst/>
                    <a:gdLst>
                      <a:gd name="connsiteX0" fmla="*/ 52926 w 79128"/>
                      <a:gd name="connsiteY0" fmla="*/ 0 h 76200"/>
                      <a:gd name="connsiteX1" fmla="*/ 52926 w 79128"/>
                      <a:gd name="connsiteY1" fmla="*/ 0 h 76200"/>
                      <a:gd name="connsiteX2" fmla="*/ 31495 w 79128"/>
                      <a:gd name="connsiteY2" fmla="*/ 4763 h 76200"/>
                      <a:gd name="connsiteX3" fmla="*/ 14826 w 79128"/>
                      <a:gd name="connsiteY3" fmla="*/ 14288 h 76200"/>
                      <a:gd name="connsiteX4" fmla="*/ 2920 w 79128"/>
                      <a:gd name="connsiteY4" fmla="*/ 33338 h 76200"/>
                      <a:gd name="connsiteX5" fmla="*/ 14826 w 79128"/>
                      <a:gd name="connsiteY5" fmla="*/ 61913 h 76200"/>
                      <a:gd name="connsiteX6" fmla="*/ 24351 w 79128"/>
                      <a:gd name="connsiteY6" fmla="*/ 64294 h 76200"/>
                      <a:gd name="connsiteX7" fmla="*/ 41020 w 79128"/>
                      <a:gd name="connsiteY7" fmla="*/ 71438 h 76200"/>
                      <a:gd name="connsiteX8" fmla="*/ 55307 w 79128"/>
                      <a:gd name="connsiteY8" fmla="*/ 76200 h 76200"/>
                      <a:gd name="connsiteX9" fmla="*/ 71976 w 79128"/>
                      <a:gd name="connsiteY9" fmla="*/ 73819 h 76200"/>
                      <a:gd name="connsiteX10" fmla="*/ 79120 w 79128"/>
                      <a:gd name="connsiteY10" fmla="*/ 47625 h 76200"/>
                      <a:gd name="connsiteX11" fmla="*/ 71976 w 79128"/>
                      <a:gd name="connsiteY11" fmla="*/ 21431 h 76200"/>
                      <a:gd name="connsiteX12" fmla="*/ 67214 w 79128"/>
                      <a:gd name="connsiteY12" fmla="*/ 14288 h 76200"/>
                      <a:gd name="connsiteX13" fmla="*/ 52926 w 79128"/>
                      <a:gd name="connsiteY13" fmla="*/ 0 h 7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9128" h="76200">
                        <a:moveTo>
                          <a:pt x="52926" y="0"/>
                        </a:moveTo>
                        <a:lnTo>
                          <a:pt x="52926" y="0"/>
                        </a:lnTo>
                        <a:cubicBezTo>
                          <a:pt x="45782" y="1588"/>
                          <a:pt x="38489" y="2611"/>
                          <a:pt x="31495" y="4763"/>
                        </a:cubicBezTo>
                        <a:cubicBezTo>
                          <a:pt x="28795" y="5594"/>
                          <a:pt x="17356" y="11758"/>
                          <a:pt x="14826" y="14288"/>
                        </a:cubicBezTo>
                        <a:cubicBezTo>
                          <a:pt x="8642" y="20472"/>
                          <a:pt x="6693" y="25791"/>
                          <a:pt x="2920" y="33338"/>
                        </a:cubicBezTo>
                        <a:cubicBezTo>
                          <a:pt x="4926" y="51390"/>
                          <a:pt x="0" y="54500"/>
                          <a:pt x="14826" y="61913"/>
                        </a:cubicBezTo>
                        <a:cubicBezTo>
                          <a:pt x="17753" y="63377"/>
                          <a:pt x="21176" y="63500"/>
                          <a:pt x="24351" y="64294"/>
                        </a:cubicBezTo>
                        <a:cubicBezTo>
                          <a:pt x="35684" y="71848"/>
                          <a:pt x="27043" y="67245"/>
                          <a:pt x="41020" y="71438"/>
                        </a:cubicBezTo>
                        <a:cubicBezTo>
                          <a:pt x="45828" y="72881"/>
                          <a:pt x="55307" y="76200"/>
                          <a:pt x="55307" y="76200"/>
                        </a:cubicBezTo>
                        <a:cubicBezTo>
                          <a:pt x="60863" y="75406"/>
                          <a:pt x="66847" y="76098"/>
                          <a:pt x="71976" y="73819"/>
                        </a:cubicBezTo>
                        <a:cubicBezTo>
                          <a:pt x="79128" y="70641"/>
                          <a:pt x="78980" y="48743"/>
                          <a:pt x="79120" y="47625"/>
                        </a:cubicBezTo>
                        <a:cubicBezTo>
                          <a:pt x="76784" y="31273"/>
                          <a:pt x="78903" y="33553"/>
                          <a:pt x="71976" y="21431"/>
                        </a:cubicBezTo>
                        <a:cubicBezTo>
                          <a:pt x="70556" y="18946"/>
                          <a:pt x="69368" y="16172"/>
                          <a:pt x="67214" y="14288"/>
                        </a:cubicBezTo>
                        <a:cubicBezTo>
                          <a:pt x="51605" y="631"/>
                          <a:pt x="55307" y="2381"/>
                          <a:pt x="52926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4" name="Freeform 93"/>
                  <p:cNvSpPr/>
                  <p:nvPr/>
                </p:nvSpPr>
                <p:spPr>
                  <a:xfrm>
                    <a:off x="4910138" y="5657850"/>
                    <a:ext cx="369093" cy="166688"/>
                  </a:xfrm>
                  <a:custGeom>
                    <a:avLst/>
                    <a:gdLst>
                      <a:gd name="connsiteX0" fmla="*/ 369093 w 369093"/>
                      <a:gd name="connsiteY0" fmla="*/ 0 h 166688"/>
                      <a:gd name="connsiteX1" fmla="*/ 369093 w 369093"/>
                      <a:gd name="connsiteY1" fmla="*/ 0 h 166688"/>
                      <a:gd name="connsiteX2" fmla="*/ 345281 w 369093"/>
                      <a:gd name="connsiteY2" fmla="*/ 2381 h 166688"/>
                      <a:gd name="connsiteX3" fmla="*/ 290512 w 369093"/>
                      <a:gd name="connsiteY3" fmla="*/ 4763 h 166688"/>
                      <a:gd name="connsiteX4" fmla="*/ 271462 w 369093"/>
                      <a:gd name="connsiteY4" fmla="*/ 9525 h 166688"/>
                      <a:gd name="connsiteX5" fmla="*/ 259556 w 369093"/>
                      <a:gd name="connsiteY5" fmla="*/ 11906 h 166688"/>
                      <a:gd name="connsiteX6" fmla="*/ 230981 w 369093"/>
                      <a:gd name="connsiteY6" fmla="*/ 14288 h 166688"/>
                      <a:gd name="connsiteX7" fmla="*/ 223837 w 369093"/>
                      <a:gd name="connsiteY7" fmla="*/ 16669 h 166688"/>
                      <a:gd name="connsiteX8" fmla="*/ 183356 w 369093"/>
                      <a:gd name="connsiteY8" fmla="*/ 23813 h 166688"/>
                      <a:gd name="connsiteX9" fmla="*/ 169068 w 369093"/>
                      <a:gd name="connsiteY9" fmla="*/ 26194 h 166688"/>
                      <a:gd name="connsiteX10" fmla="*/ 154781 w 369093"/>
                      <a:gd name="connsiteY10" fmla="*/ 30956 h 166688"/>
                      <a:gd name="connsiteX11" fmla="*/ 150018 w 369093"/>
                      <a:gd name="connsiteY11" fmla="*/ 38100 h 166688"/>
                      <a:gd name="connsiteX12" fmla="*/ 142875 w 369093"/>
                      <a:gd name="connsiteY12" fmla="*/ 40481 h 166688"/>
                      <a:gd name="connsiteX13" fmla="*/ 126206 w 369093"/>
                      <a:gd name="connsiteY13" fmla="*/ 52388 h 166688"/>
                      <a:gd name="connsiteX14" fmla="*/ 111918 w 369093"/>
                      <a:gd name="connsiteY14" fmla="*/ 61913 h 166688"/>
                      <a:gd name="connsiteX15" fmla="*/ 95250 w 369093"/>
                      <a:gd name="connsiteY15" fmla="*/ 66675 h 166688"/>
                      <a:gd name="connsiteX16" fmla="*/ 83343 w 369093"/>
                      <a:gd name="connsiteY16" fmla="*/ 78581 h 166688"/>
                      <a:gd name="connsiteX17" fmla="*/ 64293 w 369093"/>
                      <a:gd name="connsiteY17" fmla="*/ 88106 h 166688"/>
                      <a:gd name="connsiteX18" fmla="*/ 50006 w 369093"/>
                      <a:gd name="connsiteY18" fmla="*/ 102394 h 166688"/>
                      <a:gd name="connsiteX19" fmla="*/ 42862 w 369093"/>
                      <a:gd name="connsiteY19" fmla="*/ 111919 h 166688"/>
                      <a:gd name="connsiteX20" fmla="*/ 33337 w 369093"/>
                      <a:gd name="connsiteY20" fmla="*/ 121444 h 166688"/>
                      <a:gd name="connsiteX21" fmla="*/ 19050 w 369093"/>
                      <a:gd name="connsiteY21" fmla="*/ 135731 h 166688"/>
                      <a:gd name="connsiteX22" fmla="*/ 11906 w 369093"/>
                      <a:gd name="connsiteY22" fmla="*/ 152400 h 166688"/>
                      <a:gd name="connsiteX23" fmla="*/ 9525 w 369093"/>
                      <a:gd name="connsiteY23" fmla="*/ 159544 h 166688"/>
                      <a:gd name="connsiteX24" fmla="*/ 2381 w 369093"/>
                      <a:gd name="connsiteY24" fmla="*/ 164306 h 166688"/>
                      <a:gd name="connsiteX25" fmla="*/ 0 w 369093"/>
                      <a:gd name="connsiteY25" fmla="*/ 166688 h 166688"/>
                      <a:gd name="connsiteX26" fmla="*/ 61912 w 369093"/>
                      <a:gd name="connsiteY26" fmla="*/ 166688 h 166688"/>
                      <a:gd name="connsiteX27" fmla="*/ 135731 w 369093"/>
                      <a:gd name="connsiteY27" fmla="*/ 150019 h 166688"/>
                      <a:gd name="connsiteX28" fmla="*/ 214312 w 369093"/>
                      <a:gd name="connsiteY28" fmla="*/ 126206 h 166688"/>
                      <a:gd name="connsiteX29" fmla="*/ 273843 w 369093"/>
                      <a:gd name="connsiteY29" fmla="*/ 90488 h 166688"/>
                      <a:gd name="connsiteX30" fmla="*/ 369093 w 369093"/>
                      <a:gd name="connsiteY30" fmla="*/ 0 h 166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369093" h="166688">
                        <a:moveTo>
                          <a:pt x="369093" y="0"/>
                        </a:moveTo>
                        <a:lnTo>
                          <a:pt x="369093" y="0"/>
                        </a:lnTo>
                        <a:cubicBezTo>
                          <a:pt x="361156" y="794"/>
                          <a:pt x="353243" y="1898"/>
                          <a:pt x="345281" y="2381"/>
                        </a:cubicBezTo>
                        <a:cubicBezTo>
                          <a:pt x="327041" y="3487"/>
                          <a:pt x="308701" y="3003"/>
                          <a:pt x="290512" y="4763"/>
                        </a:cubicBezTo>
                        <a:cubicBezTo>
                          <a:pt x="283997" y="5393"/>
                          <a:pt x="277812" y="7938"/>
                          <a:pt x="271462" y="9525"/>
                        </a:cubicBezTo>
                        <a:cubicBezTo>
                          <a:pt x="267536" y="10507"/>
                          <a:pt x="263576" y="11433"/>
                          <a:pt x="259556" y="11906"/>
                        </a:cubicBezTo>
                        <a:cubicBezTo>
                          <a:pt x="250063" y="13023"/>
                          <a:pt x="240506" y="13494"/>
                          <a:pt x="230981" y="14288"/>
                        </a:cubicBezTo>
                        <a:cubicBezTo>
                          <a:pt x="228600" y="15082"/>
                          <a:pt x="226272" y="16060"/>
                          <a:pt x="223837" y="16669"/>
                        </a:cubicBezTo>
                        <a:cubicBezTo>
                          <a:pt x="215291" y="18805"/>
                          <a:pt x="185313" y="23487"/>
                          <a:pt x="183356" y="23813"/>
                        </a:cubicBezTo>
                        <a:lnTo>
                          <a:pt x="169068" y="26194"/>
                        </a:lnTo>
                        <a:lnTo>
                          <a:pt x="154781" y="30956"/>
                        </a:lnTo>
                        <a:cubicBezTo>
                          <a:pt x="152066" y="31861"/>
                          <a:pt x="152253" y="36312"/>
                          <a:pt x="150018" y="38100"/>
                        </a:cubicBezTo>
                        <a:cubicBezTo>
                          <a:pt x="148058" y="39668"/>
                          <a:pt x="145256" y="39687"/>
                          <a:pt x="142875" y="40481"/>
                        </a:cubicBezTo>
                        <a:cubicBezTo>
                          <a:pt x="119621" y="55984"/>
                          <a:pt x="155780" y="31686"/>
                          <a:pt x="126206" y="52388"/>
                        </a:cubicBezTo>
                        <a:cubicBezTo>
                          <a:pt x="121517" y="55670"/>
                          <a:pt x="117348" y="60103"/>
                          <a:pt x="111918" y="61913"/>
                        </a:cubicBezTo>
                        <a:cubicBezTo>
                          <a:pt x="101670" y="65329"/>
                          <a:pt x="107210" y="63685"/>
                          <a:pt x="95250" y="66675"/>
                        </a:cubicBezTo>
                        <a:cubicBezTo>
                          <a:pt x="90109" y="74387"/>
                          <a:pt x="91659" y="74045"/>
                          <a:pt x="83343" y="78581"/>
                        </a:cubicBezTo>
                        <a:cubicBezTo>
                          <a:pt x="77110" y="81981"/>
                          <a:pt x="64293" y="88106"/>
                          <a:pt x="64293" y="88106"/>
                        </a:cubicBezTo>
                        <a:cubicBezTo>
                          <a:pt x="53976" y="108742"/>
                          <a:pt x="66674" y="88107"/>
                          <a:pt x="50006" y="102394"/>
                        </a:cubicBezTo>
                        <a:cubicBezTo>
                          <a:pt x="46993" y="104977"/>
                          <a:pt x="45475" y="108932"/>
                          <a:pt x="42862" y="111919"/>
                        </a:cubicBezTo>
                        <a:cubicBezTo>
                          <a:pt x="39905" y="115298"/>
                          <a:pt x="36259" y="118035"/>
                          <a:pt x="33337" y="121444"/>
                        </a:cubicBezTo>
                        <a:cubicBezTo>
                          <a:pt x="20803" y="136068"/>
                          <a:pt x="38590" y="121077"/>
                          <a:pt x="19050" y="135731"/>
                        </a:cubicBezTo>
                        <a:cubicBezTo>
                          <a:pt x="13461" y="152494"/>
                          <a:pt x="20738" y="131789"/>
                          <a:pt x="11906" y="152400"/>
                        </a:cubicBezTo>
                        <a:cubicBezTo>
                          <a:pt x="10917" y="154707"/>
                          <a:pt x="11093" y="157584"/>
                          <a:pt x="9525" y="159544"/>
                        </a:cubicBezTo>
                        <a:cubicBezTo>
                          <a:pt x="7737" y="161779"/>
                          <a:pt x="4670" y="162589"/>
                          <a:pt x="2381" y="164306"/>
                        </a:cubicBezTo>
                        <a:cubicBezTo>
                          <a:pt x="1483" y="164980"/>
                          <a:pt x="794" y="165894"/>
                          <a:pt x="0" y="166688"/>
                        </a:cubicBezTo>
                        <a:lnTo>
                          <a:pt x="61912" y="166688"/>
                        </a:lnTo>
                        <a:lnTo>
                          <a:pt x="135731" y="150019"/>
                        </a:lnTo>
                        <a:lnTo>
                          <a:pt x="214312" y="126206"/>
                        </a:lnTo>
                        <a:lnTo>
                          <a:pt x="273843" y="90488"/>
                        </a:lnTo>
                        <a:lnTo>
                          <a:pt x="369093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5" name="Freeform 94"/>
                  <p:cNvSpPr/>
                  <p:nvPr/>
                </p:nvSpPr>
                <p:spPr>
                  <a:xfrm rot="14702545">
                    <a:off x="4678087" y="5572753"/>
                    <a:ext cx="241378" cy="195156"/>
                  </a:xfrm>
                  <a:custGeom>
                    <a:avLst/>
                    <a:gdLst>
                      <a:gd name="connsiteX0" fmla="*/ 66675 w 174954"/>
                      <a:gd name="connsiteY0" fmla="*/ 0 h 133350"/>
                      <a:gd name="connsiteX1" fmla="*/ 66675 w 174954"/>
                      <a:gd name="connsiteY1" fmla="*/ 0 h 133350"/>
                      <a:gd name="connsiteX2" fmla="*/ 85725 w 174954"/>
                      <a:gd name="connsiteY2" fmla="*/ 7144 h 133350"/>
                      <a:gd name="connsiteX3" fmla="*/ 92869 w 174954"/>
                      <a:gd name="connsiteY3" fmla="*/ 11907 h 133350"/>
                      <a:gd name="connsiteX4" fmla="*/ 102394 w 174954"/>
                      <a:gd name="connsiteY4" fmla="*/ 14288 h 133350"/>
                      <a:gd name="connsiteX5" fmla="*/ 123825 w 174954"/>
                      <a:gd name="connsiteY5" fmla="*/ 21432 h 133350"/>
                      <a:gd name="connsiteX6" fmla="*/ 130969 w 174954"/>
                      <a:gd name="connsiteY6" fmla="*/ 26194 h 133350"/>
                      <a:gd name="connsiteX7" fmla="*/ 140494 w 174954"/>
                      <a:gd name="connsiteY7" fmla="*/ 30957 h 133350"/>
                      <a:gd name="connsiteX8" fmla="*/ 152400 w 174954"/>
                      <a:gd name="connsiteY8" fmla="*/ 40482 h 133350"/>
                      <a:gd name="connsiteX9" fmla="*/ 157163 w 174954"/>
                      <a:gd name="connsiteY9" fmla="*/ 47625 h 133350"/>
                      <a:gd name="connsiteX10" fmla="*/ 166688 w 174954"/>
                      <a:gd name="connsiteY10" fmla="*/ 54769 h 133350"/>
                      <a:gd name="connsiteX11" fmla="*/ 169069 w 174954"/>
                      <a:gd name="connsiteY11" fmla="*/ 73819 h 133350"/>
                      <a:gd name="connsiteX12" fmla="*/ 161925 w 174954"/>
                      <a:gd name="connsiteY12" fmla="*/ 78582 h 133350"/>
                      <a:gd name="connsiteX13" fmla="*/ 157163 w 174954"/>
                      <a:gd name="connsiteY13" fmla="*/ 85725 h 133350"/>
                      <a:gd name="connsiteX14" fmla="*/ 150019 w 174954"/>
                      <a:gd name="connsiteY14" fmla="*/ 95250 h 133350"/>
                      <a:gd name="connsiteX15" fmla="*/ 147638 w 174954"/>
                      <a:gd name="connsiteY15" fmla="*/ 102394 h 133350"/>
                      <a:gd name="connsiteX16" fmla="*/ 126206 w 174954"/>
                      <a:gd name="connsiteY16" fmla="*/ 119063 h 133350"/>
                      <a:gd name="connsiteX17" fmla="*/ 107156 w 174954"/>
                      <a:gd name="connsiteY17" fmla="*/ 128588 h 133350"/>
                      <a:gd name="connsiteX18" fmla="*/ 90488 w 174954"/>
                      <a:gd name="connsiteY18" fmla="*/ 133350 h 133350"/>
                      <a:gd name="connsiteX19" fmla="*/ 76200 w 174954"/>
                      <a:gd name="connsiteY19" fmla="*/ 130969 h 133350"/>
                      <a:gd name="connsiteX20" fmla="*/ 59531 w 174954"/>
                      <a:gd name="connsiteY20" fmla="*/ 126207 h 133350"/>
                      <a:gd name="connsiteX21" fmla="*/ 42863 w 174954"/>
                      <a:gd name="connsiteY21" fmla="*/ 116682 h 133350"/>
                      <a:gd name="connsiteX22" fmla="*/ 33338 w 174954"/>
                      <a:gd name="connsiteY22" fmla="*/ 114300 h 133350"/>
                      <a:gd name="connsiteX23" fmla="*/ 19050 w 174954"/>
                      <a:gd name="connsiteY23" fmla="*/ 102394 h 133350"/>
                      <a:gd name="connsiteX24" fmla="*/ 11906 w 174954"/>
                      <a:gd name="connsiteY24" fmla="*/ 95250 h 133350"/>
                      <a:gd name="connsiteX25" fmla="*/ 7144 w 174954"/>
                      <a:gd name="connsiteY25" fmla="*/ 85725 h 133350"/>
                      <a:gd name="connsiteX26" fmla="*/ 2381 w 174954"/>
                      <a:gd name="connsiteY26" fmla="*/ 78582 h 133350"/>
                      <a:gd name="connsiteX27" fmla="*/ 0 w 174954"/>
                      <a:gd name="connsiteY27" fmla="*/ 71438 h 133350"/>
                      <a:gd name="connsiteX28" fmla="*/ 2381 w 174954"/>
                      <a:gd name="connsiteY28" fmla="*/ 38100 h 133350"/>
                      <a:gd name="connsiteX29" fmla="*/ 4763 w 174954"/>
                      <a:gd name="connsiteY29" fmla="*/ 30957 h 133350"/>
                      <a:gd name="connsiteX30" fmla="*/ 11906 w 174954"/>
                      <a:gd name="connsiteY30" fmla="*/ 23813 h 133350"/>
                      <a:gd name="connsiteX31" fmla="*/ 26194 w 174954"/>
                      <a:gd name="connsiteY31" fmla="*/ 7144 h 133350"/>
                      <a:gd name="connsiteX32" fmla="*/ 38100 w 174954"/>
                      <a:gd name="connsiteY32" fmla="*/ 4763 h 133350"/>
                      <a:gd name="connsiteX33" fmla="*/ 64294 w 174954"/>
                      <a:gd name="connsiteY33" fmla="*/ 2382 h 133350"/>
                      <a:gd name="connsiteX34" fmla="*/ 66675 w 174954"/>
                      <a:gd name="connsiteY34" fmla="*/ 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174954" h="133350">
                        <a:moveTo>
                          <a:pt x="66675" y="0"/>
                        </a:moveTo>
                        <a:lnTo>
                          <a:pt x="66675" y="0"/>
                        </a:lnTo>
                        <a:cubicBezTo>
                          <a:pt x="73025" y="2381"/>
                          <a:pt x="79551" y="4338"/>
                          <a:pt x="85725" y="7144"/>
                        </a:cubicBezTo>
                        <a:cubicBezTo>
                          <a:pt x="88331" y="8328"/>
                          <a:pt x="90238" y="10780"/>
                          <a:pt x="92869" y="11907"/>
                        </a:cubicBezTo>
                        <a:cubicBezTo>
                          <a:pt x="95877" y="13196"/>
                          <a:pt x="99259" y="13348"/>
                          <a:pt x="102394" y="14288"/>
                        </a:cubicBezTo>
                        <a:cubicBezTo>
                          <a:pt x="102452" y="14305"/>
                          <a:pt x="120225" y="20232"/>
                          <a:pt x="123825" y="21432"/>
                        </a:cubicBezTo>
                        <a:cubicBezTo>
                          <a:pt x="126540" y="22337"/>
                          <a:pt x="128484" y="24774"/>
                          <a:pt x="130969" y="26194"/>
                        </a:cubicBezTo>
                        <a:cubicBezTo>
                          <a:pt x="134051" y="27955"/>
                          <a:pt x="137319" y="29369"/>
                          <a:pt x="140494" y="30957"/>
                        </a:cubicBezTo>
                        <a:cubicBezTo>
                          <a:pt x="154138" y="51423"/>
                          <a:pt x="135971" y="27340"/>
                          <a:pt x="152400" y="40482"/>
                        </a:cubicBezTo>
                        <a:cubicBezTo>
                          <a:pt x="154635" y="42270"/>
                          <a:pt x="155139" y="45601"/>
                          <a:pt x="157163" y="47625"/>
                        </a:cubicBezTo>
                        <a:cubicBezTo>
                          <a:pt x="159969" y="50431"/>
                          <a:pt x="163513" y="52388"/>
                          <a:pt x="166688" y="54769"/>
                        </a:cubicBezTo>
                        <a:cubicBezTo>
                          <a:pt x="171614" y="62159"/>
                          <a:pt x="174954" y="63521"/>
                          <a:pt x="169069" y="73819"/>
                        </a:cubicBezTo>
                        <a:cubicBezTo>
                          <a:pt x="167649" y="76304"/>
                          <a:pt x="164306" y="76994"/>
                          <a:pt x="161925" y="78582"/>
                        </a:cubicBezTo>
                        <a:cubicBezTo>
                          <a:pt x="160338" y="80963"/>
                          <a:pt x="158826" y="83396"/>
                          <a:pt x="157163" y="85725"/>
                        </a:cubicBezTo>
                        <a:cubicBezTo>
                          <a:pt x="154856" y="88955"/>
                          <a:pt x="151988" y="91804"/>
                          <a:pt x="150019" y="95250"/>
                        </a:cubicBezTo>
                        <a:cubicBezTo>
                          <a:pt x="148774" y="97429"/>
                          <a:pt x="149030" y="100305"/>
                          <a:pt x="147638" y="102394"/>
                        </a:cubicBezTo>
                        <a:cubicBezTo>
                          <a:pt x="143718" y="108274"/>
                          <a:pt x="130937" y="116697"/>
                          <a:pt x="126206" y="119063"/>
                        </a:cubicBezTo>
                        <a:cubicBezTo>
                          <a:pt x="119856" y="122238"/>
                          <a:pt x="114044" y="126866"/>
                          <a:pt x="107156" y="128588"/>
                        </a:cubicBezTo>
                        <a:cubicBezTo>
                          <a:pt x="95196" y="131578"/>
                          <a:pt x="100736" y="129934"/>
                          <a:pt x="90488" y="133350"/>
                        </a:cubicBezTo>
                        <a:cubicBezTo>
                          <a:pt x="85725" y="132556"/>
                          <a:pt x="80935" y="131916"/>
                          <a:pt x="76200" y="130969"/>
                        </a:cubicBezTo>
                        <a:cubicBezTo>
                          <a:pt x="68726" y="129474"/>
                          <a:pt x="66339" y="128476"/>
                          <a:pt x="59531" y="126207"/>
                        </a:cubicBezTo>
                        <a:cubicBezTo>
                          <a:pt x="53606" y="122256"/>
                          <a:pt x="49774" y="119274"/>
                          <a:pt x="42863" y="116682"/>
                        </a:cubicBezTo>
                        <a:cubicBezTo>
                          <a:pt x="39799" y="115533"/>
                          <a:pt x="36513" y="115094"/>
                          <a:pt x="33338" y="114300"/>
                        </a:cubicBezTo>
                        <a:cubicBezTo>
                          <a:pt x="12458" y="93423"/>
                          <a:pt x="38950" y="118978"/>
                          <a:pt x="19050" y="102394"/>
                        </a:cubicBezTo>
                        <a:cubicBezTo>
                          <a:pt x="16463" y="100238"/>
                          <a:pt x="14287" y="97631"/>
                          <a:pt x="11906" y="95250"/>
                        </a:cubicBezTo>
                        <a:cubicBezTo>
                          <a:pt x="10319" y="92075"/>
                          <a:pt x="8905" y="88807"/>
                          <a:pt x="7144" y="85725"/>
                        </a:cubicBezTo>
                        <a:cubicBezTo>
                          <a:pt x="5724" y="83240"/>
                          <a:pt x="3661" y="81142"/>
                          <a:pt x="2381" y="78582"/>
                        </a:cubicBezTo>
                        <a:cubicBezTo>
                          <a:pt x="1258" y="76337"/>
                          <a:pt x="794" y="73819"/>
                          <a:pt x="0" y="71438"/>
                        </a:cubicBezTo>
                        <a:cubicBezTo>
                          <a:pt x="794" y="60325"/>
                          <a:pt x="1079" y="49165"/>
                          <a:pt x="2381" y="38100"/>
                        </a:cubicBezTo>
                        <a:cubicBezTo>
                          <a:pt x="2674" y="35607"/>
                          <a:pt x="3371" y="33045"/>
                          <a:pt x="4763" y="30957"/>
                        </a:cubicBezTo>
                        <a:cubicBezTo>
                          <a:pt x="6631" y="28155"/>
                          <a:pt x="9750" y="26400"/>
                          <a:pt x="11906" y="23813"/>
                        </a:cubicBezTo>
                        <a:cubicBezTo>
                          <a:pt x="17458" y="17150"/>
                          <a:pt x="17315" y="12077"/>
                          <a:pt x="26194" y="7144"/>
                        </a:cubicBezTo>
                        <a:cubicBezTo>
                          <a:pt x="29732" y="5178"/>
                          <a:pt x="34084" y="5265"/>
                          <a:pt x="38100" y="4763"/>
                        </a:cubicBezTo>
                        <a:cubicBezTo>
                          <a:pt x="46800" y="3676"/>
                          <a:pt x="55563" y="3176"/>
                          <a:pt x="64294" y="2382"/>
                        </a:cubicBezTo>
                        <a:lnTo>
                          <a:pt x="66675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6" name="Freeform 95"/>
                  <p:cNvSpPr/>
                  <p:nvPr/>
                </p:nvSpPr>
                <p:spPr>
                  <a:xfrm rot="5576597">
                    <a:off x="4902977" y="5668372"/>
                    <a:ext cx="77771" cy="102605"/>
                  </a:xfrm>
                  <a:custGeom>
                    <a:avLst/>
                    <a:gdLst>
                      <a:gd name="connsiteX0" fmla="*/ 52926 w 79128"/>
                      <a:gd name="connsiteY0" fmla="*/ 0 h 76200"/>
                      <a:gd name="connsiteX1" fmla="*/ 52926 w 79128"/>
                      <a:gd name="connsiteY1" fmla="*/ 0 h 76200"/>
                      <a:gd name="connsiteX2" fmla="*/ 31495 w 79128"/>
                      <a:gd name="connsiteY2" fmla="*/ 4763 h 76200"/>
                      <a:gd name="connsiteX3" fmla="*/ 14826 w 79128"/>
                      <a:gd name="connsiteY3" fmla="*/ 14288 h 76200"/>
                      <a:gd name="connsiteX4" fmla="*/ 2920 w 79128"/>
                      <a:gd name="connsiteY4" fmla="*/ 33338 h 76200"/>
                      <a:gd name="connsiteX5" fmla="*/ 14826 w 79128"/>
                      <a:gd name="connsiteY5" fmla="*/ 61913 h 76200"/>
                      <a:gd name="connsiteX6" fmla="*/ 24351 w 79128"/>
                      <a:gd name="connsiteY6" fmla="*/ 64294 h 76200"/>
                      <a:gd name="connsiteX7" fmla="*/ 41020 w 79128"/>
                      <a:gd name="connsiteY7" fmla="*/ 71438 h 76200"/>
                      <a:gd name="connsiteX8" fmla="*/ 55307 w 79128"/>
                      <a:gd name="connsiteY8" fmla="*/ 76200 h 76200"/>
                      <a:gd name="connsiteX9" fmla="*/ 71976 w 79128"/>
                      <a:gd name="connsiteY9" fmla="*/ 73819 h 76200"/>
                      <a:gd name="connsiteX10" fmla="*/ 79120 w 79128"/>
                      <a:gd name="connsiteY10" fmla="*/ 47625 h 76200"/>
                      <a:gd name="connsiteX11" fmla="*/ 71976 w 79128"/>
                      <a:gd name="connsiteY11" fmla="*/ 21431 h 76200"/>
                      <a:gd name="connsiteX12" fmla="*/ 67214 w 79128"/>
                      <a:gd name="connsiteY12" fmla="*/ 14288 h 76200"/>
                      <a:gd name="connsiteX13" fmla="*/ 52926 w 79128"/>
                      <a:gd name="connsiteY13" fmla="*/ 0 h 7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9128" h="76200">
                        <a:moveTo>
                          <a:pt x="52926" y="0"/>
                        </a:moveTo>
                        <a:lnTo>
                          <a:pt x="52926" y="0"/>
                        </a:lnTo>
                        <a:cubicBezTo>
                          <a:pt x="45782" y="1588"/>
                          <a:pt x="38489" y="2611"/>
                          <a:pt x="31495" y="4763"/>
                        </a:cubicBezTo>
                        <a:cubicBezTo>
                          <a:pt x="28795" y="5594"/>
                          <a:pt x="17356" y="11758"/>
                          <a:pt x="14826" y="14288"/>
                        </a:cubicBezTo>
                        <a:cubicBezTo>
                          <a:pt x="8642" y="20472"/>
                          <a:pt x="6693" y="25791"/>
                          <a:pt x="2920" y="33338"/>
                        </a:cubicBezTo>
                        <a:cubicBezTo>
                          <a:pt x="4926" y="51390"/>
                          <a:pt x="0" y="54500"/>
                          <a:pt x="14826" y="61913"/>
                        </a:cubicBezTo>
                        <a:cubicBezTo>
                          <a:pt x="17753" y="63377"/>
                          <a:pt x="21176" y="63500"/>
                          <a:pt x="24351" y="64294"/>
                        </a:cubicBezTo>
                        <a:cubicBezTo>
                          <a:pt x="35684" y="71848"/>
                          <a:pt x="27043" y="67245"/>
                          <a:pt x="41020" y="71438"/>
                        </a:cubicBezTo>
                        <a:cubicBezTo>
                          <a:pt x="45828" y="72881"/>
                          <a:pt x="55307" y="76200"/>
                          <a:pt x="55307" y="76200"/>
                        </a:cubicBezTo>
                        <a:cubicBezTo>
                          <a:pt x="60863" y="75406"/>
                          <a:pt x="66847" y="76098"/>
                          <a:pt x="71976" y="73819"/>
                        </a:cubicBezTo>
                        <a:cubicBezTo>
                          <a:pt x="79128" y="70641"/>
                          <a:pt x="78980" y="48743"/>
                          <a:pt x="79120" y="47625"/>
                        </a:cubicBezTo>
                        <a:cubicBezTo>
                          <a:pt x="76784" y="31273"/>
                          <a:pt x="78903" y="33553"/>
                          <a:pt x="71976" y="21431"/>
                        </a:cubicBezTo>
                        <a:cubicBezTo>
                          <a:pt x="70556" y="18946"/>
                          <a:pt x="69368" y="16172"/>
                          <a:pt x="67214" y="14288"/>
                        </a:cubicBezTo>
                        <a:cubicBezTo>
                          <a:pt x="51605" y="631"/>
                          <a:pt x="55307" y="2381"/>
                          <a:pt x="52926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7" name="Freeform 96"/>
                  <p:cNvSpPr/>
                  <p:nvPr/>
                </p:nvSpPr>
                <p:spPr>
                  <a:xfrm rot="7233275">
                    <a:off x="4976839" y="5624458"/>
                    <a:ext cx="80963" cy="106299"/>
                  </a:xfrm>
                  <a:custGeom>
                    <a:avLst/>
                    <a:gdLst>
                      <a:gd name="connsiteX0" fmla="*/ 80963 w 80963"/>
                      <a:gd name="connsiteY0" fmla="*/ 33338 h 106299"/>
                      <a:gd name="connsiteX1" fmla="*/ 80963 w 80963"/>
                      <a:gd name="connsiteY1" fmla="*/ 33338 h 106299"/>
                      <a:gd name="connsiteX2" fmla="*/ 76200 w 80963"/>
                      <a:gd name="connsiteY2" fmla="*/ 54769 h 106299"/>
                      <a:gd name="connsiteX3" fmla="*/ 66675 w 80963"/>
                      <a:gd name="connsiteY3" fmla="*/ 69056 h 106299"/>
                      <a:gd name="connsiteX4" fmla="*/ 57150 w 80963"/>
                      <a:gd name="connsiteY4" fmla="*/ 83344 h 106299"/>
                      <a:gd name="connsiteX5" fmla="*/ 47625 w 80963"/>
                      <a:gd name="connsiteY5" fmla="*/ 97631 h 106299"/>
                      <a:gd name="connsiteX6" fmla="*/ 45244 w 80963"/>
                      <a:gd name="connsiteY6" fmla="*/ 104775 h 106299"/>
                      <a:gd name="connsiteX7" fmla="*/ 14288 w 80963"/>
                      <a:gd name="connsiteY7" fmla="*/ 100013 h 106299"/>
                      <a:gd name="connsiteX8" fmla="*/ 9525 w 80963"/>
                      <a:gd name="connsiteY8" fmla="*/ 92869 h 106299"/>
                      <a:gd name="connsiteX9" fmla="*/ 4763 w 80963"/>
                      <a:gd name="connsiteY9" fmla="*/ 69056 h 106299"/>
                      <a:gd name="connsiteX10" fmla="*/ 0 w 80963"/>
                      <a:gd name="connsiteY10" fmla="*/ 54769 h 106299"/>
                      <a:gd name="connsiteX11" fmla="*/ 2381 w 80963"/>
                      <a:gd name="connsiteY11" fmla="*/ 45244 h 106299"/>
                      <a:gd name="connsiteX12" fmla="*/ 4763 w 80963"/>
                      <a:gd name="connsiteY12" fmla="*/ 38100 h 106299"/>
                      <a:gd name="connsiteX13" fmla="*/ 9525 w 80963"/>
                      <a:gd name="connsiteY13" fmla="*/ 16669 h 106299"/>
                      <a:gd name="connsiteX14" fmla="*/ 14288 w 80963"/>
                      <a:gd name="connsiteY14" fmla="*/ 9525 h 106299"/>
                      <a:gd name="connsiteX15" fmla="*/ 23813 w 80963"/>
                      <a:gd name="connsiteY15" fmla="*/ 0 h 106299"/>
                      <a:gd name="connsiteX16" fmla="*/ 80963 w 80963"/>
                      <a:gd name="connsiteY16" fmla="*/ 33338 h 1062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0963" h="106299">
                        <a:moveTo>
                          <a:pt x="80963" y="33338"/>
                        </a:moveTo>
                        <a:lnTo>
                          <a:pt x="80963" y="33338"/>
                        </a:lnTo>
                        <a:cubicBezTo>
                          <a:pt x="79375" y="40482"/>
                          <a:pt x="78918" y="47974"/>
                          <a:pt x="76200" y="54769"/>
                        </a:cubicBezTo>
                        <a:cubicBezTo>
                          <a:pt x="74074" y="60083"/>
                          <a:pt x="66675" y="69056"/>
                          <a:pt x="66675" y="69056"/>
                        </a:cubicBezTo>
                        <a:cubicBezTo>
                          <a:pt x="62122" y="82718"/>
                          <a:pt x="67555" y="69967"/>
                          <a:pt x="57150" y="83344"/>
                        </a:cubicBezTo>
                        <a:cubicBezTo>
                          <a:pt x="53636" y="87862"/>
                          <a:pt x="47625" y="97631"/>
                          <a:pt x="47625" y="97631"/>
                        </a:cubicBezTo>
                        <a:cubicBezTo>
                          <a:pt x="46831" y="100012"/>
                          <a:pt x="47705" y="104283"/>
                          <a:pt x="45244" y="104775"/>
                        </a:cubicBezTo>
                        <a:cubicBezTo>
                          <a:pt x="37626" y="106299"/>
                          <a:pt x="23015" y="102195"/>
                          <a:pt x="14288" y="100013"/>
                        </a:cubicBezTo>
                        <a:cubicBezTo>
                          <a:pt x="12700" y="97632"/>
                          <a:pt x="10652" y="95500"/>
                          <a:pt x="9525" y="92869"/>
                        </a:cubicBezTo>
                        <a:cubicBezTo>
                          <a:pt x="7151" y="87329"/>
                          <a:pt x="5945" y="73782"/>
                          <a:pt x="4763" y="69056"/>
                        </a:cubicBezTo>
                        <a:cubicBezTo>
                          <a:pt x="3545" y="64186"/>
                          <a:pt x="0" y="54769"/>
                          <a:pt x="0" y="54769"/>
                        </a:cubicBezTo>
                        <a:cubicBezTo>
                          <a:pt x="794" y="51594"/>
                          <a:pt x="1482" y="48391"/>
                          <a:pt x="2381" y="45244"/>
                        </a:cubicBezTo>
                        <a:cubicBezTo>
                          <a:pt x="3071" y="42830"/>
                          <a:pt x="4218" y="40550"/>
                          <a:pt x="4763" y="38100"/>
                        </a:cubicBezTo>
                        <a:cubicBezTo>
                          <a:pt x="6226" y="31517"/>
                          <a:pt x="6309" y="23100"/>
                          <a:pt x="9525" y="16669"/>
                        </a:cubicBezTo>
                        <a:cubicBezTo>
                          <a:pt x="10805" y="14109"/>
                          <a:pt x="12425" y="11698"/>
                          <a:pt x="14288" y="9525"/>
                        </a:cubicBezTo>
                        <a:cubicBezTo>
                          <a:pt x="17210" y="6116"/>
                          <a:pt x="23813" y="0"/>
                          <a:pt x="23813" y="0"/>
                        </a:cubicBezTo>
                        <a:lnTo>
                          <a:pt x="80963" y="33338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8" name="Freeform 97"/>
                  <p:cNvSpPr/>
                  <p:nvPr/>
                </p:nvSpPr>
                <p:spPr>
                  <a:xfrm>
                    <a:off x="4641056" y="5219702"/>
                    <a:ext cx="164306" cy="202406"/>
                  </a:xfrm>
                  <a:custGeom>
                    <a:avLst/>
                    <a:gdLst>
                      <a:gd name="connsiteX0" fmla="*/ 150019 w 164306"/>
                      <a:gd name="connsiteY0" fmla="*/ 0 h 204787"/>
                      <a:gd name="connsiteX1" fmla="*/ 150019 w 164306"/>
                      <a:gd name="connsiteY1" fmla="*/ 0 h 204787"/>
                      <a:gd name="connsiteX2" fmla="*/ 128587 w 164306"/>
                      <a:gd name="connsiteY2" fmla="*/ 2381 h 204787"/>
                      <a:gd name="connsiteX3" fmla="*/ 73819 w 164306"/>
                      <a:gd name="connsiteY3" fmla="*/ 4762 h 204787"/>
                      <a:gd name="connsiteX4" fmla="*/ 66675 w 164306"/>
                      <a:gd name="connsiteY4" fmla="*/ 7144 h 204787"/>
                      <a:gd name="connsiteX5" fmla="*/ 50006 w 164306"/>
                      <a:gd name="connsiteY5" fmla="*/ 16669 h 204787"/>
                      <a:gd name="connsiteX6" fmla="*/ 42862 w 164306"/>
                      <a:gd name="connsiteY6" fmla="*/ 19050 h 204787"/>
                      <a:gd name="connsiteX7" fmla="*/ 35719 w 164306"/>
                      <a:gd name="connsiteY7" fmla="*/ 23812 h 204787"/>
                      <a:gd name="connsiteX8" fmla="*/ 21431 w 164306"/>
                      <a:gd name="connsiteY8" fmla="*/ 40481 h 204787"/>
                      <a:gd name="connsiteX9" fmla="*/ 11906 w 164306"/>
                      <a:gd name="connsiteY9" fmla="*/ 54769 h 204787"/>
                      <a:gd name="connsiteX10" fmla="*/ 7144 w 164306"/>
                      <a:gd name="connsiteY10" fmla="*/ 71437 h 204787"/>
                      <a:gd name="connsiteX11" fmla="*/ 4762 w 164306"/>
                      <a:gd name="connsiteY11" fmla="*/ 80962 h 204787"/>
                      <a:gd name="connsiteX12" fmla="*/ 2381 w 164306"/>
                      <a:gd name="connsiteY12" fmla="*/ 88106 h 204787"/>
                      <a:gd name="connsiteX13" fmla="*/ 0 w 164306"/>
                      <a:gd name="connsiteY13" fmla="*/ 100012 h 204787"/>
                      <a:gd name="connsiteX14" fmla="*/ 2381 w 164306"/>
                      <a:gd name="connsiteY14" fmla="*/ 154781 h 204787"/>
                      <a:gd name="connsiteX15" fmla="*/ 4762 w 164306"/>
                      <a:gd name="connsiteY15" fmla="*/ 161925 h 204787"/>
                      <a:gd name="connsiteX16" fmla="*/ 16669 w 164306"/>
                      <a:gd name="connsiteY16" fmla="*/ 176212 h 204787"/>
                      <a:gd name="connsiteX17" fmla="*/ 23812 w 164306"/>
                      <a:gd name="connsiteY17" fmla="*/ 178594 h 204787"/>
                      <a:gd name="connsiteX18" fmla="*/ 33337 w 164306"/>
                      <a:gd name="connsiteY18" fmla="*/ 183356 h 204787"/>
                      <a:gd name="connsiteX19" fmla="*/ 47625 w 164306"/>
                      <a:gd name="connsiteY19" fmla="*/ 192881 h 204787"/>
                      <a:gd name="connsiteX20" fmla="*/ 57150 w 164306"/>
                      <a:gd name="connsiteY20" fmla="*/ 195262 h 204787"/>
                      <a:gd name="connsiteX21" fmla="*/ 64294 w 164306"/>
                      <a:gd name="connsiteY21" fmla="*/ 197644 h 204787"/>
                      <a:gd name="connsiteX22" fmla="*/ 76200 w 164306"/>
                      <a:gd name="connsiteY22" fmla="*/ 200025 h 204787"/>
                      <a:gd name="connsiteX23" fmla="*/ 83344 w 164306"/>
                      <a:gd name="connsiteY23" fmla="*/ 202406 h 204787"/>
                      <a:gd name="connsiteX24" fmla="*/ 102394 w 164306"/>
                      <a:gd name="connsiteY24" fmla="*/ 204787 h 204787"/>
                      <a:gd name="connsiteX25" fmla="*/ 126206 w 164306"/>
                      <a:gd name="connsiteY25" fmla="*/ 202406 h 204787"/>
                      <a:gd name="connsiteX26" fmla="*/ 133350 w 164306"/>
                      <a:gd name="connsiteY26" fmla="*/ 200025 h 204787"/>
                      <a:gd name="connsiteX27" fmla="*/ 138112 w 164306"/>
                      <a:gd name="connsiteY27" fmla="*/ 192881 h 204787"/>
                      <a:gd name="connsiteX28" fmla="*/ 145256 w 164306"/>
                      <a:gd name="connsiteY28" fmla="*/ 188119 h 204787"/>
                      <a:gd name="connsiteX29" fmla="*/ 154781 w 164306"/>
                      <a:gd name="connsiteY29" fmla="*/ 173831 h 204787"/>
                      <a:gd name="connsiteX30" fmla="*/ 164306 w 164306"/>
                      <a:gd name="connsiteY30" fmla="*/ 157162 h 204787"/>
                      <a:gd name="connsiteX31" fmla="*/ 161925 w 164306"/>
                      <a:gd name="connsiteY31" fmla="*/ 130969 h 204787"/>
                      <a:gd name="connsiteX32" fmla="*/ 157162 w 164306"/>
                      <a:gd name="connsiteY32" fmla="*/ 107156 h 204787"/>
                      <a:gd name="connsiteX33" fmla="*/ 159544 w 164306"/>
                      <a:gd name="connsiteY33" fmla="*/ 80962 h 204787"/>
                      <a:gd name="connsiteX34" fmla="*/ 164306 w 164306"/>
                      <a:gd name="connsiteY34" fmla="*/ 64294 h 204787"/>
                      <a:gd name="connsiteX35" fmla="*/ 161925 w 164306"/>
                      <a:gd name="connsiteY35" fmla="*/ 35719 h 204787"/>
                      <a:gd name="connsiteX36" fmla="*/ 159544 w 164306"/>
                      <a:gd name="connsiteY36" fmla="*/ 28575 h 204787"/>
                      <a:gd name="connsiteX37" fmla="*/ 150019 w 164306"/>
                      <a:gd name="connsiteY37" fmla="*/ 11906 h 204787"/>
                      <a:gd name="connsiteX38" fmla="*/ 150019 w 164306"/>
                      <a:gd name="connsiteY38" fmla="*/ 0 h 204787"/>
                      <a:gd name="connsiteX0" fmla="*/ 150019 w 164306"/>
                      <a:gd name="connsiteY0" fmla="*/ 11906 h 204787"/>
                      <a:gd name="connsiteX1" fmla="*/ 150019 w 164306"/>
                      <a:gd name="connsiteY1" fmla="*/ 0 h 204787"/>
                      <a:gd name="connsiteX2" fmla="*/ 128587 w 164306"/>
                      <a:gd name="connsiteY2" fmla="*/ 2381 h 204787"/>
                      <a:gd name="connsiteX3" fmla="*/ 73819 w 164306"/>
                      <a:gd name="connsiteY3" fmla="*/ 4762 h 204787"/>
                      <a:gd name="connsiteX4" fmla="*/ 66675 w 164306"/>
                      <a:gd name="connsiteY4" fmla="*/ 7144 h 204787"/>
                      <a:gd name="connsiteX5" fmla="*/ 50006 w 164306"/>
                      <a:gd name="connsiteY5" fmla="*/ 16669 h 204787"/>
                      <a:gd name="connsiteX6" fmla="*/ 42862 w 164306"/>
                      <a:gd name="connsiteY6" fmla="*/ 19050 h 204787"/>
                      <a:gd name="connsiteX7" fmla="*/ 35719 w 164306"/>
                      <a:gd name="connsiteY7" fmla="*/ 23812 h 204787"/>
                      <a:gd name="connsiteX8" fmla="*/ 21431 w 164306"/>
                      <a:gd name="connsiteY8" fmla="*/ 40481 h 204787"/>
                      <a:gd name="connsiteX9" fmla="*/ 11906 w 164306"/>
                      <a:gd name="connsiteY9" fmla="*/ 54769 h 204787"/>
                      <a:gd name="connsiteX10" fmla="*/ 7144 w 164306"/>
                      <a:gd name="connsiteY10" fmla="*/ 71437 h 204787"/>
                      <a:gd name="connsiteX11" fmla="*/ 4762 w 164306"/>
                      <a:gd name="connsiteY11" fmla="*/ 80962 h 204787"/>
                      <a:gd name="connsiteX12" fmla="*/ 2381 w 164306"/>
                      <a:gd name="connsiteY12" fmla="*/ 88106 h 204787"/>
                      <a:gd name="connsiteX13" fmla="*/ 0 w 164306"/>
                      <a:gd name="connsiteY13" fmla="*/ 100012 h 204787"/>
                      <a:gd name="connsiteX14" fmla="*/ 2381 w 164306"/>
                      <a:gd name="connsiteY14" fmla="*/ 154781 h 204787"/>
                      <a:gd name="connsiteX15" fmla="*/ 4762 w 164306"/>
                      <a:gd name="connsiteY15" fmla="*/ 161925 h 204787"/>
                      <a:gd name="connsiteX16" fmla="*/ 16669 w 164306"/>
                      <a:gd name="connsiteY16" fmla="*/ 176212 h 204787"/>
                      <a:gd name="connsiteX17" fmla="*/ 23812 w 164306"/>
                      <a:gd name="connsiteY17" fmla="*/ 178594 h 204787"/>
                      <a:gd name="connsiteX18" fmla="*/ 33337 w 164306"/>
                      <a:gd name="connsiteY18" fmla="*/ 183356 h 204787"/>
                      <a:gd name="connsiteX19" fmla="*/ 47625 w 164306"/>
                      <a:gd name="connsiteY19" fmla="*/ 192881 h 204787"/>
                      <a:gd name="connsiteX20" fmla="*/ 57150 w 164306"/>
                      <a:gd name="connsiteY20" fmla="*/ 195262 h 204787"/>
                      <a:gd name="connsiteX21" fmla="*/ 64294 w 164306"/>
                      <a:gd name="connsiteY21" fmla="*/ 197644 h 204787"/>
                      <a:gd name="connsiteX22" fmla="*/ 76200 w 164306"/>
                      <a:gd name="connsiteY22" fmla="*/ 200025 h 204787"/>
                      <a:gd name="connsiteX23" fmla="*/ 83344 w 164306"/>
                      <a:gd name="connsiteY23" fmla="*/ 202406 h 204787"/>
                      <a:gd name="connsiteX24" fmla="*/ 102394 w 164306"/>
                      <a:gd name="connsiteY24" fmla="*/ 204787 h 204787"/>
                      <a:gd name="connsiteX25" fmla="*/ 126206 w 164306"/>
                      <a:gd name="connsiteY25" fmla="*/ 202406 h 204787"/>
                      <a:gd name="connsiteX26" fmla="*/ 133350 w 164306"/>
                      <a:gd name="connsiteY26" fmla="*/ 200025 h 204787"/>
                      <a:gd name="connsiteX27" fmla="*/ 138112 w 164306"/>
                      <a:gd name="connsiteY27" fmla="*/ 192881 h 204787"/>
                      <a:gd name="connsiteX28" fmla="*/ 145256 w 164306"/>
                      <a:gd name="connsiteY28" fmla="*/ 188119 h 204787"/>
                      <a:gd name="connsiteX29" fmla="*/ 154781 w 164306"/>
                      <a:gd name="connsiteY29" fmla="*/ 173831 h 204787"/>
                      <a:gd name="connsiteX30" fmla="*/ 164306 w 164306"/>
                      <a:gd name="connsiteY30" fmla="*/ 157162 h 204787"/>
                      <a:gd name="connsiteX31" fmla="*/ 161925 w 164306"/>
                      <a:gd name="connsiteY31" fmla="*/ 130969 h 204787"/>
                      <a:gd name="connsiteX32" fmla="*/ 157162 w 164306"/>
                      <a:gd name="connsiteY32" fmla="*/ 107156 h 204787"/>
                      <a:gd name="connsiteX33" fmla="*/ 159544 w 164306"/>
                      <a:gd name="connsiteY33" fmla="*/ 80962 h 204787"/>
                      <a:gd name="connsiteX34" fmla="*/ 164306 w 164306"/>
                      <a:gd name="connsiteY34" fmla="*/ 64294 h 204787"/>
                      <a:gd name="connsiteX35" fmla="*/ 161925 w 164306"/>
                      <a:gd name="connsiteY35" fmla="*/ 35719 h 204787"/>
                      <a:gd name="connsiteX36" fmla="*/ 159544 w 164306"/>
                      <a:gd name="connsiteY36" fmla="*/ 28575 h 204787"/>
                      <a:gd name="connsiteX37" fmla="*/ 150019 w 164306"/>
                      <a:gd name="connsiteY37" fmla="*/ 11906 h 204787"/>
                      <a:gd name="connsiteX0" fmla="*/ 150019 w 164306"/>
                      <a:gd name="connsiteY0" fmla="*/ 9525 h 202406"/>
                      <a:gd name="connsiteX1" fmla="*/ 128587 w 164306"/>
                      <a:gd name="connsiteY1" fmla="*/ 0 h 202406"/>
                      <a:gd name="connsiteX2" fmla="*/ 73819 w 164306"/>
                      <a:gd name="connsiteY2" fmla="*/ 2381 h 202406"/>
                      <a:gd name="connsiteX3" fmla="*/ 66675 w 164306"/>
                      <a:gd name="connsiteY3" fmla="*/ 4763 h 202406"/>
                      <a:gd name="connsiteX4" fmla="*/ 50006 w 164306"/>
                      <a:gd name="connsiteY4" fmla="*/ 14288 h 202406"/>
                      <a:gd name="connsiteX5" fmla="*/ 42862 w 164306"/>
                      <a:gd name="connsiteY5" fmla="*/ 16669 h 202406"/>
                      <a:gd name="connsiteX6" fmla="*/ 35719 w 164306"/>
                      <a:gd name="connsiteY6" fmla="*/ 21431 h 202406"/>
                      <a:gd name="connsiteX7" fmla="*/ 21431 w 164306"/>
                      <a:gd name="connsiteY7" fmla="*/ 38100 h 202406"/>
                      <a:gd name="connsiteX8" fmla="*/ 11906 w 164306"/>
                      <a:gd name="connsiteY8" fmla="*/ 52388 h 202406"/>
                      <a:gd name="connsiteX9" fmla="*/ 7144 w 164306"/>
                      <a:gd name="connsiteY9" fmla="*/ 69056 h 202406"/>
                      <a:gd name="connsiteX10" fmla="*/ 4762 w 164306"/>
                      <a:gd name="connsiteY10" fmla="*/ 78581 h 202406"/>
                      <a:gd name="connsiteX11" fmla="*/ 2381 w 164306"/>
                      <a:gd name="connsiteY11" fmla="*/ 85725 h 202406"/>
                      <a:gd name="connsiteX12" fmla="*/ 0 w 164306"/>
                      <a:gd name="connsiteY12" fmla="*/ 97631 h 202406"/>
                      <a:gd name="connsiteX13" fmla="*/ 2381 w 164306"/>
                      <a:gd name="connsiteY13" fmla="*/ 152400 h 202406"/>
                      <a:gd name="connsiteX14" fmla="*/ 4762 w 164306"/>
                      <a:gd name="connsiteY14" fmla="*/ 159544 h 202406"/>
                      <a:gd name="connsiteX15" fmla="*/ 16669 w 164306"/>
                      <a:gd name="connsiteY15" fmla="*/ 173831 h 202406"/>
                      <a:gd name="connsiteX16" fmla="*/ 23812 w 164306"/>
                      <a:gd name="connsiteY16" fmla="*/ 176213 h 202406"/>
                      <a:gd name="connsiteX17" fmla="*/ 33337 w 164306"/>
                      <a:gd name="connsiteY17" fmla="*/ 180975 h 202406"/>
                      <a:gd name="connsiteX18" fmla="*/ 47625 w 164306"/>
                      <a:gd name="connsiteY18" fmla="*/ 190500 h 202406"/>
                      <a:gd name="connsiteX19" fmla="*/ 57150 w 164306"/>
                      <a:gd name="connsiteY19" fmla="*/ 192881 h 202406"/>
                      <a:gd name="connsiteX20" fmla="*/ 64294 w 164306"/>
                      <a:gd name="connsiteY20" fmla="*/ 195263 h 202406"/>
                      <a:gd name="connsiteX21" fmla="*/ 76200 w 164306"/>
                      <a:gd name="connsiteY21" fmla="*/ 197644 h 202406"/>
                      <a:gd name="connsiteX22" fmla="*/ 83344 w 164306"/>
                      <a:gd name="connsiteY22" fmla="*/ 200025 h 202406"/>
                      <a:gd name="connsiteX23" fmla="*/ 102394 w 164306"/>
                      <a:gd name="connsiteY23" fmla="*/ 202406 h 202406"/>
                      <a:gd name="connsiteX24" fmla="*/ 126206 w 164306"/>
                      <a:gd name="connsiteY24" fmla="*/ 200025 h 202406"/>
                      <a:gd name="connsiteX25" fmla="*/ 133350 w 164306"/>
                      <a:gd name="connsiteY25" fmla="*/ 197644 h 202406"/>
                      <a:gd name="connsiteX26" fmla="*/ 138112 w 164306"/>
                      <a:gd name="connsiteY26" fmla="*/ 190500 h 202406"/>
                      <a:gd name="connsiteX27" fmla="*/ 145256 w 164306"/>
                      <a:gd name="connsiteY27" fmla="*/ 185738 h 202406"/>
                      <a:gd name="connsiteX28" fmla="*/ 154781 w 164306"/>
                      <a:gd name="connsiteY28" fmla="*/ 171450 h 202406"/>
                      <a:gd name="connsiteX29" fmla="*/ 164306 w 164306"/>
                      <a:gd name="connsiteY29" fmla="*/ 154781 h 202406"/>
                      <a:gd name="connsiteX30" fmla="*/ 161925 w 164306"/>
                      <a:gd name="connsiteY30" fmla="*/ 128588 h 202406"/>
                      <a:gd name="connsiteX31" fmla="*/ 157162 w 164306"/>
                      <a:gd name="connsiteY31" fmla="*/ 104775 h 202406"/>
                      <a:gd name="connsiteX32" fmla="*/ 159544 w 164306"/>
                      <a:gd name="connsiteY32" fmla="*/ 78581 h 202406"/>
                      <a:gd name="connsiteX33" fmla="*/ 164306 w 164306"/>
                      <a:gd name="connsiteY33" fmla="*/ 61913 h 202406"/>
                      <a:gd name="connsiteX34" fmla="*/ 161925 w 164306"/>
                      <a:gd name="connsiteY34" fmla="*/ 33338 h 202406"/>
                      <a:gd name="connsiteX35" fmla="*/ 159544 w 164306"/>
                      <a:gd name="connsiteY35" fmla="*/ 26194 h 202406"/>
                      <a:gd name="connsiteX36" fmla="*/ 150019 w 164306"/>
                      <a:gd name="connsiteY36" fmla="*/ 9525 h 2024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</a:cxnLst>
                    <a:rect l="l" t="t" r="r" b="b"/>
                    <a:pathLst>
                      <a:path w="164306" h="202406">
                        <a:moveTo>
                          <a:pt x="150019" y="9525"/>
                        </a:moveTo>
                        <a:cubicBezTo>
                          <a:pt x="144860" y="5159"/>
                          <a:pt x="141287" y="1191"/>
                          <a:pt x="128587" y="0"/>
                        </a:cubicBezTo>
                        <a:cubicBezTo>
                          <a:pt x="110349" y="1140"/>
                          <a:pt x="92038" y="979"/>
                          <a:pt x="73819" y="2381"/>
                        </a:cubicBezTo>
                        <a:cubicBezTo>
                          <a:pt x="71316" y="2574"/>
                          <a:pt x="68982" y="3774"/>
                          <a:pt x="66675" y="4763"/>
                        </a:cubicBezTo>
                        <a:cubicBezTo>
                          <a:pt x="37433" y="17295"/>
                          <a:pt x="73937" y="2323"/>
                          <a:pt x="50006" y="14288"/>
                        </a:cubicBezTo>
                        <a:cubicBezTo>
                          <a:pt x="47761" y="15411"/>
                          <a:pt x="45243" y="15875"/>
                          <a:pt x="42862" y="16669"/>
                        </a:cubicBezTo>
                        <a:cubicBezTo>
                          <a:pt x="40481" y="18256"/>
                          <a:pt x="37917" y="19599"/>
                          <a:pt x="35719" y="21431"/>
                        </a:cubicBezTo>
                        <a:cubicBezTo>
                          <a:pt x="29800" y="26364"/>
                          <a:pt x="25845" y="31794"/>
                          <a:pt x="21431" y="38100"/>
                        </a:cubicBezTo>
                        <a:cubicBezTo>
                          <a:pt x="18149" y="42789"/>
                          <a:pt x="11906" y="52388"/>
                          <a:pt x="11906" y="52388"/>
                        </a:cubicBezTo>
                        <a:cubicBezTo>
                          <a:pt x="4475" y="82114"/>
                          <a:pt x="13966" y="45183"/>
                          <a:pt x="7144" y="69056"/>
                        </a:cubicBezTo>
                        <a:cubicBezTo>
                          <a:pt x="6245" y="72203"/>
                          <a:pt x="5661" y="75434"/>
                          <a:pt x="4762" y="78581"/>
                        </a:cubicBezTo>
                        <a:cubicBezTo>
                          <a:pt x="4072" y="80995"/>
                          <a:pt x="2990" y="83290"/>
                          <a:pt x="2381" y="85725"/>
                        </a:cubicBezTo>
                        <a:cubicBezTo>
                          <a:pt x="1399" y="89651"/>
                          <a:pt x="794" y="93662"/>
                          <a:pt x="0" y="97631"/>
                        </a:cubicBezTo>
                        <a:cubicBezTo>
                          <a:pt x="794" y="115887"/>
                          <a:pt x="980" y="134180"/>
                          <a:pt x="2381" y="152400"/>
                        </a:cubicBezTo>
                        <a:cubicBezTo>
                          <a:pt x="2573" y="154903"/>
                          <a:pt x="3639" y="157299"/>
                          <a:pt x="4762" y="159544"/>
                        </a:cubicBezTo>
                        <a:cubicBezTo>
                          <a:pt x="6959" y="163938"/>
                          <a:pt x="12718" y="171197"/>
                          <a:pt x="16669" y="173831"/>
                        </a:cubicBezTo>
                        <a:cubicBezTo>
                          <a:pt x="18757" y="175223"/>
                          <a:pt x="21505" y="175224"/>
                          <a:pt x="23812" y="176213"/>
                        </a:cubicBezTo>
                        <a:cubicBezTo>
                          <a:pt x="27075" y="177611"/>
                          <a:pt x="30293" y="179149"/>
                          <a:pt x="33337" y="180975"/>
                        </a:cubicBezTo>
                        <a:cubicBezTo>
                          <a:pt x="38245" y="183920"/>
                          <a:pt x="42862" y="187325"/>
                          <a:pt x="47625" y="190500"/>
                        </a:cubicBezTo>
                        <a:cubicBezTo>
                          <a:pt x="50348" y="192315"/>
                          <a:pt x="54003" y="191982"/>
                          <a:pt x="57150" y="192881"/>
                        </a:cubicBezTo>
                        <a:cubicBezTo>
                          <a:pt x="59564" y="193571"/>
                          <a:pt x="61859" y="194654"/>
                          <a:pt x="64294" y="195263"/>
                        </a:cubicBezTo>
                        <a:cubicBezTo>
                          <a:pt x="68220" y="196245"/>
                          <a:pt x="72274" y="196662"/>
                          <a:pt x="76200" y="197644"/>
                        </a:cubicBezTo>
                        <a:cubicBezTo>
                          <a:pt x="78635" y="198253"/>
                          <a:pt x="80874" y="199576"/>
                          <a:pt x="83344" y="200025"/>
                        </a:cubicBezTo>
                        <a:cubicBezTo>
                          <a:pt x="89640" y="201170"/>
                          <a:pt x="96044" y="201612"/>
                          <a:pt x="102394" y="202406"/>
                        </a:cubicBezTo>
                        <a:cubicBezTo>
                          <a:pt x="110331" y="201612"/>
                          <a:pt x="118322" y="201238"/>
                          <a:pt x="126206" y="200025"/>
                        </a:cubicBezTo>
                        <a:cubicBezTo>
                          <a:pt x="128687" y="199643"/>
                          <a:pt x="131390" y="199212"/>
                          <a:pt x="133350" y="197644"/>
                        </a:cubicBezTo>
                        <a:cubicBezTo>
                          <a:pt x="135585" y="195856"/>
                          <a:pt x="136088" y="192524"/>
                          <a:pt x="138112" y="190500"/>
                        </a:cubicBezTo>
                        <a:cubicBezTo>
                          <a:pt x="140136" y="188476"/>
                          <a:pt x="142875" y="187325"/>
                          <a:pt x="145256" y="185738"/>
                        </a:cubicBezTo>
                        <a:cubicBezTo>
                          <a:pt x="148431" y="180975"/>
                          <a:pt x="152221" y="176570"/>
                          <a:pt x="154781" y="171450"/>
                        </a:cubicBezTo>
                        <a:cubicBezTo>
                          <a:pt x="160824" y="159365"/>
                          <a:pt x="157575" y="164879"/>
                          <a:pt x="164306" y="154781"/>
                        </a:cubicBezTo>
                        <a:cubicBezTo>
                          <a:pt x="163512" y="146050"/>
                          <a:pt x="162949" y="137295"/>
                          <a:pt x="161925" y="128588"/>
                        </a:cubicBezTo>
                        <a:cubicBezTo>
                          <a:pt x="160627" y="117553"/>
                          <a:pt x="159617" y="114591"/>
                          <a:pt x="157162" y="104775"/>
                        </a:cubicBezTo>
                        <a:cubicBezTo>
                          <a:pt x="157956" y="96044"/>
                          <a:pt x="158385" y="87271"/>
                          <a:pt x="159544" y="78581"/>
                        </a:cubicBezTo>
                        <a:cubicBezTo>
                          <a:pt x="160209" y="73596"/>
                          <a:pt x="162673" y="66812"/>
                          <a:pt x="164306" y="61913"/>
                        </a:cubicBezTo>
                        <a:cubicBezTo>
                          <a:pt x="163512" y="52388"/>
                          <a:pt x="163188" y="42812"/>
                          <a:pt x="161925" y="33338"/>
                        </a:cubicBezTo>
                        <a:cubicBezTo>
                          <a:pt x="161593" y="30850"/>
                          <a:pt x="160533" y="28501"/>
                          <a:pt x="159544" y="26194"/>
                        </a:cubicBezTo>
                        <a:cubicBezTo>
                          <a:pt x="157491" y="21403"/>
                          <a:pt x="153533" y="13743"/>
                          <a:pt x="150019" y="9525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9" name="Freeform 98"/>
                  <p:cNvSpPr/>
                  <p:nvPr/>
                </p:nvSpPr>
                <p:spPr>
                  <a:xfrm>
                    <a:off x="4495800" y="5391150"/>
                    <a:ext cx="233363" cy="245269"/>
                  </a:xfrm>
                  <a:custGeom>
                    <a:avLst/>
                    <a:gdLst>
                      <a:gd name="connsiteX0" fmla="*/ 152400 w 233363"/>
                      <a:gd name="connsiteY0" fmla="*/ 2381 h 245269"/>
                      <a:gd name="connsiteX1" fmla="*/ 152400 w 233363"/>
                      <a:gd name="connsiteY1" fmla="*/ 2381 h 245269"/>
                      <a:gd name="connsiteX2" fmla="*/ 102394 w 233363"/>
                      <a:gd name="connsiteY2" fmla="*/ 7144 h 245269"/>
                      <a:gd name="connsiteX3" fmla="*/ 92869 w 233363"/>
                      <a:gd name="connsiteY3" fmla="*/ 9525 h 245269"/>
                      <a:gd name="connsiteX4" fmla="*/ 78581 w 233363"/>
                      <a:gd name="connsiteY4" fmla="*/ 14288 h 245269"/>
                      <a:gd name="connsiteX5" fmla="*/ 71438 w 233363"/>
                      <a:gd name="connsiteY5" fmla="*/ 21431 h 245269"/>
                      <a:gd name="connsiteX6" fmla="*/ 64294 w 233363"/>
                      <a:gd name="connsiteY6" fmla="*/ 23813 h 245269"/>
                      <a:gd name="connsiteX7" fmla="*/ 54769 w 233363"/>
                      <a:gd name="connsiteY7" fmla="*/ 28575 h 245269"/>
                      <a:gd name="connsiteX8" fmla="*/ 45244 w 233363"/>
                      <a:gd name="connsiteY8" fmla="*/ 35719 h 245269"/>
                      <a:gd name="connsiteX9" fmla="*/ 30956 w 233363"/>
                      <a:gd name="connsiteY9" fmla="*/ 45244 h 245269"/>
                      <a:gd name="connsiteX10" fmla="*/ 23813 w 233363"/>
                      <a:gd name="connsiteY10" fmla="*/ 47625 h 245269"/>
                      <a:gd name="connsiteX11" fmla="*/ 7144 w 233363"/>
                      <a:gd name="connsiteY11" fmla="*/ 69056 h 245269"/>
                      <a:gd name="connsiteX12" fmla="*/ 0 w 233363"/>
                      <a:gd name="connsiteY12" fmla="*/ 76200 h 245269"/>
                      <a:gd name="connsiteX13" fmla="*/ 7144 w 233363"/>
                      <a:gd name="connsiteY13" fmla="*/ 104775 h 245269"/>
                      <a:gd name="connsiteX14" fmla="*/ 30956 w 233363"/>
                      <a:gd name="connsiteY14" fmla="*/ 180975 h 245269"/>
                      <a:gd name="connsiteX15" fmla="*/ 61913 w 233363"/>
                      <a:gd name="connsiteY15" fmla="*/ 221456 h 245269"/>
                      <a:gd name="connsiteX16" fmla="*/ 80963 w 233363"/>
                      <a:gd name="connsiteY16" fmla="*/ 245269 h 245269"/>
                      <a:gd name="connsiteX17" fmla="*/ 102394 w 233363"/>
                      <a:gd name="connsiteY17" fmla="*/ 238125 h 245269"/>
                      <a:gd name="connsiteX18" fmla="*/ 123825 w 233363"/>
                      <a:gd name="connsiteY18" fmla="*/ 221456 h 245269"/>
                      <a:gd name="connsiteX19" fmla="*/ 130969 w 233363"/>
                      <a:gd name="connsiteY19" fmla="*/ 216694 h 245269"/>
                      <a:gd name="connsiteX20" fmla="*/ 145256 w 233363"/>
                      <a:gd name="connsiteY20" fmla="*/ 202406 h 245269"/>
                      <a:gd name="connsiteX21" fmla="*/ 154781 w 233363"/>
                      <a:gd name="connsiteY21" fmla="*/ 195263 h 245269"/>
                      <a:gd name="connsiteX22" fmla="*/ 161925 w 233363"/>
                      <a:gd name="connsiteY22" fmla="*/ 188119 h 245269"/>
                      <a:gd name="connsiteX23" fmla="*/ 171450 w 233363"/>
                      <a:gd name="connsiteY23" fmla="*/ 180975 h 245269"/>
                      <a:gd name="connsiteX24" fmla="*/ 178594 w 233363"/>
                      <a:gd name="connsiteY24" fmla="*/ 173831 h 245269"/>
                      <a:gd name="connsiteX25" fmla="*/ 192881 w 233363"/>
                      <a:gd name="connsiteY25" fmla="*/ 161925 h 245269"/>
                      <a:gd name="connsiteX26" fmla="*/ 202406 w 233363"/>
                      <a:gd name="connsiteY26" fmla="*/ 147638 h 245269"/>
                      <a:gd name="connsiteX27" fmla="*/ 211931 w 233363"/>
                      <a:gd name="connsiteY27" fmla="*/ 130969 h 245269"/>
                      <a:gd name="connsiteX28" fmla="*/ 221456 w 233363"/>
                      <a:gd name="connsiteY28" fmla="*/ 116681 h 245269"/>
                      <a:gd name="connsiteX29" fmla="*/ 228600 w 233363"/>
                      <a:gd name="connsiteY29" fmla="*/ 95250 h 245269"/>
                      <a:gd name="connsiteX30" fmla="*/ 230981 w 233363"/>
                      <a:gd name="connsiteY30" fmla="*/ 88106 h 245269"/>
                      <a:gd name="connsiteX31" fmla="*/ 233363 w 233363"/>
                      <a:gd name="connsiteY31" fmla="*/ 69056 h 245269"/>
                      <a:gd name="connsiteX32" fmla="*/ 228600 w 233363"/>
                      <a:gd name="connsiteY32" fmla="*/ 47625 h 245269"/>
                      <a:gd name="connsiteX33" fmla="*/ 219075 w 233363"/>
                      <a:gd name="connsiteY33" fmla="*/ 33338 h 245269"/>
                      <a:gd name="connsiteX34" fmla="*/ 207169 w 233363"/>
                      <a:gd name="connsiteY34" fmla="*/ 21431 h 245269"/>
                      <a:gd name="connsiteX35" fmla="*/ 178594 w 233363"/>
                      <a:gd name="connsiteY35" fmla="*/ 14288 h 245269"/>
                      <a:gd name="connsiteX36" fmla="*/ 169069 w 233363"/>
                      <a:gd name="connsiteY36" fmla="*/ 11906 h 245269"/>
                      <a:gd name="connsiteX37" fmla="*/ 159544 w 233363"/>
                      <a:gd name="connsiteY37" fmla="*/ 9525 h 245269"/>
                      <a:gd name="connsiteX38" fmla="*/ 152400 w 233363"/>
                      <a:gd name="connsiteY38" fmla="*/ 2381 h 245269"/>
                      <a:gd name="connsiteX0" fmla="*/ 152400 w 233363"/>
                      <a:gd name="connsiteY0" fmla="*/ 2381 h 245269"/>
                      <a:gd name="connsiteX1" fmla="*/ 152400 w 233363"/>
                      <a:gd name="connsiteY1" fmla="*/ 2381 h 245269"/>
                      <a:gd name="connsiteX2" fmla="*/ 102394 w 233363"/>
                      <a:gd name="connsiteY2" fmla="*/ 7144 h 245269"/>
                      <a:gd name="connsiteX3" fmla="*/ 92869 w 233363"/>
                      <a:gd name="connsiteY3" fmla="*/ 9525 h 245269"/>
                      <a:gd name="connsiteX4" fmla="*/ 78581 w 233363"/>
                      <a:gd name="connsiteY4" fmla="*/ 14288 h 245269"/>
                      <a:gd name="connsiteX5" fmla="*/ 71438 w 233363"/>
                      <a:gd name="connsiteY5" fmla="*/ 21431 h 245269"/>
                      <a:gd name="connsiteX6" fmla="*/ 64294 w 233363"/>
                      <a:gd name="connsiteY6" fmla="*/ 23813 h 245269"/>
                      <a:gd name="connsiteX7" fmla="*/ 54769 w 233363"/>
                      <a:gd name="connsiteY7" fmla="*/ 28575 h 245269"/>
                      <a:gd name="connsiteX8" fmla="*/ 45244 w 233363"/>
                      <a:gd name="connsiteY8" fmla="*/ 35719 h 245269"/>
                      <a:gd name="connsiteX9" fmla="*/ 30956 w 233363"/>
                      <a:gd name="connsiteY9" fmla="*/ 45244 h 245269"/>
                      <a:gd name="connsiteX10" fmla="*/ 23813 w 233363"/>
                      <a:gd name="connsiteY10" fmla="*/ 47625 h 245269"/>
                      <a:gd name="connsiteX11" fmla="*/ 7144 w 233363"/>
                      <a:gd name="connsiteY11" fmla="*/ 69056 h 245269"/>
                      <a:gd name="connsiteX12" fmla="*/ 0 w 233363"/>
                      <a:gd name="connsiteY12" fmla="*/ 76200 h 245269"/>
                      <a:gd name="connsiteX13" fmla="*/ 7144 w 233363"/>
                      <a:gd name="connsiteY13" fmla="*/ 104775 h 245269"/>
                      <a:gd name="connsiteX14" fmla="*/ 28575 w 233363"/>
                      <a:gd name="connsiteY14" fmla="*/ 185650 h 245269"/>
                      <a:gd name="connsiteX15" fmla="*/ 61913 w 233363"/>
                      <a:gd name="connsiteY15" fmla="*/ 221456 h 245269"/>
                      <a:gd name="connsiteX16" fmla="*/ 80963 w 233363"/>
                      <a:gd name="connsiteY16" fmla="*/ 245269 h 245269"/>
                      <a:gd name="connsiteX17" fmla="*/ 102394 w 233363"/>
                      <a:gd name="connsiteY17" fmla="*/ 238125 h 245269"/>
                      <a:gd name="connsiteX18" fmla="*/ 123825 w 233363"/>
                      <a:gd name="connsiteY18" fmla="*/ 221456 h 245269"/>
                      <a:gd name="connsiteX19" fmla="*/ 130969 w 233363"/>
                      <a:gd name="connsiteY19" fmla="*/ 216694 h 245269"/>
                      <a:gd name="connsiteX20" fmla="*/ 145256 w 233363"/>
                      <a:gd name="connsiteY20" fmla="*/ 202406 h 245269"/>
                      <a:gd name="connsiteX21" fmla="*/ 154781 w 233363"/>
                      <a:gd name="connsiteY21" fmla="*/ 195263 h 245269"/>
                      <a:gd name="connsiteX22" fmla="*/ 161925 w 233363"/>
                      <a:gd name="connsiteY22" fmla="*/ 188119 h 245269"/>
                      <a:gd name="connsiteX23" fmla="*/ 171450 w 233363"/>
                      <a:gd name="connsiteY23" fmla="*/ 180975 h 245269"/>
                      <a:gd name="connsiteX24" fmla="*/ 178594 w 233363"/>
                      <a:gd name="connsiteY24" fmla="*/ 173831 h 245269"/>
                      <a:gd name="connsiteX25" fmla="*/ 192881 w 233363"/>
                      <a:gd name="connsiteY25" fmla="*/ 161925 h 245269"/>
                      <a:gd name="connsiteX26" fmla="*/ 202406 w 233363"/>
                      <a:gd name="connsiteY26" fmla="*/ 147638 h 245269"/>
                      <a:gd name="connsiteX27" fmla="*/ 211931 w 233363"/>
                      <a:gd name="connsiteY27" fmla="*/ 130969 h 245269"/>
                      <a:gd name="connsiteX28" fmla="*/ 221456 w 233363"/>
                      <a:gd name="connsiteY28" fmla="*/ 116681 h 245269"/>
                      <a:gd name="connsiteX29" fmla="*/ 228600 w 233363"/>
                      <a:gd name="connsiteY29" fmla="*/ 95250 h 245269"/>
                      <a:gd name="connsiteX30" fmla="*/ 230981 w 233363"/>
                      <a:gd name="connsiteY30" fmla="*/ 88106 h 245269"/>
                      <a:gd name="connsiteX31" fmla="*/ 233363 w 233363"/>
                      <a:gd name="connsiteY31" fmla="*/ 69056 h 245269"/>
                      <a:gd name="connsiteX32" fmla="*/ 228600 w 233363"/>
                      <a:gd name="connsiteY32" fmla="*/ 47625 h 245269"/>
                      <a:gd name="connsiteX33" fmla="*/ 219075 w 233363"/>
                      <a:gd name="connsiteY33" fmla="*/ 33338 h 245269"/>
                      <a:gd name="connsiteX34" fmla="*/ 207169 w 233363"/>
                      <a:gd name="connsiteY34" fmla="*/ 21431 h 245269"/>
                      <a:gd name="connsiteX35" fmla="*/ 178594 w 233363"/>
                      <a:gd name="connsiteY35" fmla="*/ 14288 h 245269"/>
                      <a:gd name="connsiteX36" fmla="*/ 169069 w 233363"/>
                      <a:gd name="connsiteY36" fmla="*/ 11906 h 245269"/>
                      <a:gd name="connsiteX37" fmla="*/ 159544 w 233363"/>
                      <a:gd name="connsiteY37" fmla="*/ 9525 h 245269"/>
                      <a:gd name="connsiteX38" fmla="*/ 152400 w 233363"/>
                      <a:gd name="connsiteY38" fmla="*/ 2381 h 245269"/>
                      <a:gd name="connsiteX0" fmla="*/ 152400 w 233363"/>
                      <a:gd name="connsiteY0" fmla="*/ 2381 h 245269"/>
                      <a:gd name="connsiteX1" fmla="*/ 152400 w 233363"/>
                      <a:gd name="connsiteY1" fmla="*/ 2381 h 245269"/>
                      <a:gd name="connsiteX2" fmla="*/ 102394 w 233363"/>
                      <a:gd name="connsiteY2" fmla="*/ 7144 h 245269"/>
                      <a:gd name="connsiteX3" fmla="*/ 92869 w 233363"/>
                      <a:gd name="connsiteY3" fmla="*/ 9525 h 245269"/>
                      <a:gd name="connsiteX4" fmla="*/ 78581 w 233363"/>
                      <a:gd name="connsiteY4" fmla="*/ 14288 h 245269"/>
                      <a:gd name="connsiteX5" fmla="*/ 71438 w 233363"/>
                      <a:gd name="connsiteY5" fmla="*/ 21431 h 245269"/>
                      <a:gd name="connsiteX6" fmla="*/ 64294 w 233363"/>
                      <a:gd name="connsiteY6" fmla="*/ 23813 h 245269"/>
                      <a:gd name="connsiteX7" fmla="*/ 54769 w 233363"/>
                      <a:gd name="connsiteY7" fmla="*/ 28575 h 245269"/>
                      <a:gd name="connsiteX8" fmla="*/ 45244 w 233363"/>
                      <a:gd name="connsiteY8" fmla="*/ 35719 h 245269"/>
                      <a:gd name="connsiteX9" fmla="*/ 30956 w 233363"/>
                      <a:gd name="connsiteY9" fmla="*/ 45244 h 245269"/>
                      <a:gd name="connsiteX10" fmla="*/ 23813 w 233363"/>
                      <a:gd name="connsiteY10" fmla="*/ 47625 h 245269"/>
                      <a:gd name="connsiteX11" fmla="*/ 7144 w 233363"/>
                      <a:gd name="connsiteY11" fmla="*/ 69056 h 245269"/>
                      <a:gd name="connsiteX12" fmla="*/ 0 w 233363"/>
                      <a:gd name="connsiteY12" fmla="*/ 76200 h 245269"/>
                      <a:gd name="connsiteX13" fmla="*/ 7144 w 233363"/>
                      <a:gd name="connsiteY13" fmla="*/ 104775 h 245269"/>
                      <a:gd name="connsiteX14" fmla="*/ 28575 w 233363"/>
                      <a:gd name="connsiteY14" fmla="*/ 185650 h 245269"/>
                      <a:gd name="connsiteX15" fmla="*/ 61913 w 233363"/>
                      <a:gd name="connsiteY15" fmla="*/ 221456 h 245269"/>
                      <a:gd name="connsiteX16" fmla="*/ 80963 w 233363"/>
                      <a:gd name="connsiteY16" fmla="*/ 245269 h 245269"/>
                      <a:gd name="connsiteX17" fmla="*/ 102394 w 233363"/>
                      <a:gd name="connsiteY17" fmla="*/ 238125 h 245269"/>
                      <a:gd name="connsiteX18" fmla="*/ 123825 w 233363"/>
                      <a:gd name="connsiteY18" fmla="*/ 221456 h 245269"/>
                      <a:gd name="connsiteX19" fmla="*/ 130969 w 233363"/>
                      <a:gd name="connsiteY19" fmla="*/ 216694 h 245269"/>
                      <a:gd name="connsiteX20" fmla="*/ 145256 w 233363"/>
                      <a:gd name="connsiteY20" fmla="*/ 202406 h 245269"/>
                      <a:gd name="connsiteX21" fmla="*/ 154781 w 233363"/>
                      <a:gd name="connsiteY21" fmla="*/ 195263 h 245269"/>
                      <a:gd name="connsiteX22" fmla="*/ 161925 w 233363"/>
                      <a:gd name="connsiteY22" fmla="*/ 188119 h 245269"/>
                      <a:gd name="connsiteX23" fmla="*/ 171450 w 233363"/>
                      <a:gd name="connsiteY23" fmla="*/ 180975 h 245269"/>
                      <a:gd name="connsiteX24" fmla="*/ 178594 w 233363"/>
                      <a:gd name="connsiteY24" fmla="*/ 173831 h 245269"/>
                      <a:gd name="connsiteX25" fmla="*/ 192881 w 233363"/>
                      <a:gd name="connsiteY25" fmla="*/ 161925 h 245269"/>
                      <a:gd name="connsiteX26" fmla="*/ 202406 w 233363"/>
                      <a:gd name="connsiteY26" fmla="*/ 147638 h 245269"/>
                      <a:gd name="connsiteX27" fmla="*/ 211931 w 233363"/>
                      <a:gd name="connsiteY27" fmla="*/ 130969 h 245269"/>
                      <a:gd name="connsiteX28" fmla="*/ 221456 w 233363"/>
                      <a:gd name="connsiteY28" fmla="*/ 116681 h 245269"/>
                      <a:gd name="connsiteX29" fmla="*/ 228600 w 233363"/>
                      <a:gd name="connsiteY29" fmla="*/ 95250 h 245269"/>
                      <a:gd name="connsiteX30" fmla="*/ 230981 w 233363"/>
                      <a:gd name="connsiteY30" fmla="*/ 88106 h 245269"/>
                      <a:gd name="connsiteX31" fmla="*/ 233363 w 233363"/>
                      <a:gd name="connsiteY31" fmla="*/ 69056 h 245269"/>
                      <a:gd name="connsiteX32" fmla="*/ 228600 w 233363"/>
                      <a:gd name="connsiteY32" fmla="*/ 47625 h 245269"/>
                      <a:gd name="connsiteX33" fmla="*/ 219075 w 233363"/>
                      <a:gd name="connsiteY33" fmla="*/ 33338 h 245269"/>
                      <a:gd name="connsiteX34" fmla="*/ 207169 w 233363"/>
                      <a:gd name="connsiteY34" fmla="*/ 21431 h 245269"/>
                      <a:gd name="connsiteX35" fmla="*/ 178594 w 233363"/>
                      <a:gd name="connsiteY35" fmla="*/ 14288 h 245269"/>
                      <a:gd name="connsiteX36" fmla="*/ 169069 w 233363"/>
                      <a:gd name="connsiteY36" fmla="*/ 11906 h 245269"/>
                      <a:gd name="connsiteX37" fmla="*/ 159544 w 233363"/>
                      <a:gd name="connsiteY37" fmla="*/ 9525 h 245269"/>
                      <a:gd name="connsiteX38" fmla="*/ 152400 w 233363"/>
                      <a:gd name="connsiteY38" fmla="*/ 2381 h 245269"/>
                      <a:gd name="connsiteX0" fmla="*/ 152400 w 233363"/>
                      <a:gd name="connsiteY0" fmla="*/ 2381 h 245269"/>
                      <a:gd name="connsiteX1" fmla="*/ 152400 w 233363"/>
                      <a:gd name="connsiteY1" fmla="*/ 2381 h 245269"/>
                      <a:gd name="connsiteX2" fmla="*/ 102394 w 233363"/>
                      <a:gd name="connsiteY2" fmla="*/ 7144 h 245269"/>
                      <a:gd name="connsiteX3" fmla="*/ 92869 w 233363"/>
                      <a:gd name="connsiteY3" fmla="*/ 9525 h 245269"/>
                      <a:gd name="connsiteX4" fmla="*/ 78581 w 233363"/>
                      <a:gd name="connsiteY4" fmla="*/ 14288 h 245269"/>
                      <a:gd name="connsiteX5" fmla="*/ 71438 w 233363"/>
                      <a:gd name="connsiteY5" fmla="*/ 21431 h 245269"/>
                      <a:gd name="connsiteX6" fmla="*/ 64294 w 233363"/>
                      <a:gd name="connsiteY6" fmla="*/ 23813 h 245269"/>
                      <a:gd name="connsiteX7" fmla="*/ 54769 w 233363"/>
                      <a:gd name="connsiteY7" fmla="*/ 28575 h 245269"/>
                      <a:gd name="connsiteX8" fmla="*/ 45244 w 233363"/>
                      <a:gd name="connsiteY8" fmla="*/ 35719 h 245269"/>
                      <a:gd name="connsiteX9" fmla="*/ 30956 w 233363"/>
                      <a:gd name="connsiteY9" fmla="*/ 45244 h 245269"/>
                      <a:gd name="connsiteX10" fmla="*/ 23813 w 233363"/>
                      <a:gd name="connsiteY10" fmla="*/ 47625 h 245269"/>
                      <a:gd name="connsiteX11" fmla="*/ 7144 w 233363"/>
                      <a:gd name="connsiteY11" fmla="*/ 69056 h 245269"/>
                      <a:gd name="connsiteX12" fmla="*/ 0 w 233363"/>
                      <a:gd name="connsiteY12" fmla="*/ 76200 h 245269"/>
                      <a:gd name="connsiteX13" fmla="*/ 7144 w 233363"/>
                      <a:gd name="connsiteY13" fmla="*/ 104775 h 245269"/>
                      <a:gd name="connsiteX14" fmla="*/ 33337 w 233363"/>
                      <a:gd name="connsiteY14" fmla="*/ 176125 h 245269"/>
                      <a:gd name="connsiteX15" fmla="*/ 61913 w 233363"/>
                      <a:gd name="connsiteY15" fmla="*/ 221456 h 245269"/>
                      <a:gd name="connsiteX16" fmla="*/ 80963 w 233363"/>
                      <a:gd name="connsiteY16" fmla="*/ 245269 h 245269"/>
                      <a:gd name="connsiteX17" fmla="*/ 102394 w 233363"/>
                      <a:gd name="connsiteY17" fmla="*/ 238125 h 245269"/>
                      <a:gd name="connsiteX18" fmla="*/ 123825 w 233363"/>
                      <a:gd name="connsiteY18" fmla="*/ 221456 h 245269"/>
                      <a:gd name="connsiteX19" fmla="*/ 130969 w 233363"/>
                      <a:gd name="connsiteY19" fmla="*/ 216694 h 245269"/>
                      <a:gd name="connsiteX20" fmla="*/ 145256 w 233363"/>
                      <a:gd name="connsiteY20" fmla="*/ 202406 h 245269"/>
                      <a:gd name="connsiteX21" fmla="*/ 154781 w 233363"/>
                      <a:gd name="connsiteY21" fmla="*/ 195263 h 245269"/>
                      <a:gd name="connsiteX22" fmla="*/ 161925 w 233363"/>
                      <a:gd name="connsiteY22" fmla="*/ 188119 h 245269"/>
                      <a:gd name="connsiteX23" fmla="*/ 171450 w 233363"/>
                      <a:gd name="connsiteY23" fmla="*/ 180975 h 245269"/>
                      <a:gd name="connsiteX24" fmla="*/ 178594 w 233363"/>
                      <a:gd name="connsiteY24" fmla="*/ 173831 h 245269"/>
                      <a:gd name="connsiteX25" fmla="*/ 192881 w 233363"/>
                      <a:gd name="connsiteY25" fmla="*/ 161925 h 245269"/>
                      <a:gd name="connsiteX26" fmla="*/ 202406 w 233363"/>
                      <a:gd name="connsiteY26" fmla="*/ 147638 h 245269"/>
                      <a:gd name="connsiteX27" fmla="*/ 211931 w 233363"/>
                      <a:gd name="connsiteY27" fmla="*/ 130969 h 245269"/>
                      <a:gd name="connsiteX28" fmla="*/ 221456 w 233363"/>
                      <a:gd name="connsiteY28" fmla="*/ 116681 h 245269"/>
                      <a:gd name="connsiteX29" fmla="*/ 228600 w 233363"/>
                      <a:gd name="connsiteY29" fmla="*/ 95250 h 245269"/>
                      <a:gd name="connsiteX30" fmla="*/ 230981 w 233363"/>
                      <a:gd name="connsiteY30" fmla="*/ 88106 h 245269"/>
                      <a:gd name="connsiteX31" fmla="*/ 233363 w 233363"/>
                      <a:gd name="connsiteY31" fmla="*/ 69056 h 245269"/>
                      <a:gd name="connsiteX32" fmla="*/ 228600 w 233363"/>
                      <a:gd name="connsiteY32" fmla="*/ 47625 h 245269"/>
                      <a:gd name="connsiteX33" fmla="*/ 219075 w 233363"/>
                      <a:gd name="connsiteY33" fmla="*/ 33338 h 245269"/>
                      <a:gd name="connsiteX34" fmla="*/ 207169 w 233363"/>
                      <a:gd name="connsiteY34" fmla="*/ 21431 h 245269"/>
                      <a:gd name="connsiteX35" fmla="*/ 178594 w 233363"/>
                      <a:gd name="connsiteY35" fmla="*/ 14288 h 245269"/>
                      <a:gd name="connsiteX36" fmla="*/ 169069 w 233363"/>
                      <a:gd name="connsiteY36" fmla="*/ 11906 h 245269"/>
                      <a:gd name="connsiteX37" fmla="*/ 159544 w 233363"/>
                      <a:gd name="connsiteY37" fmla="*/ 9525 h 245269"/>
                      <a:gd name="connsiteX38" fmla="*/ 152400 w 233363"/>
                      <a:gd name="connsiteY38" fmla="*/ 2381 h 2452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233363" h="245269">
                        <a:moveTo>
                          <a:pt x="152400" y="2381"/>
                        </a:moveTo>
                        <a:lnTo>
                          <a:pt x="152400" y="2381"/>
                        </a:lnTo>
                        <a:cubicBezTo>
                          <a:pt x="82595" y="6260"/>
                          <a:pt x="127400" y="0"/>
                          <a:pt x="102394" y="7144"/>
                        </a:cubicBezTo>
                        <a:cubicBezTo>
                          <a:pt x="99247" y="8043"/>
                          <a:pt x="96004" y="8585"/>
                          <a:pt x="92869" y="9525"/>
                        </a:cubicBezTo>
                        <a:cubicBezTo>
                          <a:pt x="88060" y="10968"/>
                          <a:pt x="78581" y="14288"/>
                          <a:pt x="78581" y="14288"/>
                        </a:cubicBezTo>
                        <a:cubicBezTo>
                          <a:pt x="76200" y="16669"/>
                          <a:pt x="74240" y="19563"/>
                          <a:pt x="71438" y="21431"/>
                        </a:cubicBezTo>
                        <a:cubicBezTo>
                          <a:pt x="69349" y="22823"/>
                          <a:pt x="66601" y="22824"/>
                          <a:pt x="64294" y="23813"/>
                        </a:cubicBezTo>
                        <a:cubicBezTo>
                          <a:pt x="61031" y="25211"/>
                          <a:pt x="57779" y="26694"/>
                          <a:pt x="54769" y="28575"/>
                        </a:cubicBezTo>
                        <a:cubicBezTo>
                          <a:pt x="51403" y="30678"/>
                          <a:pt x="48495" y="33443"/>
                          <a:pt x="45244" y="35719"/>
                        </a:cubicBezTo>
                        <a:cubicBezTo>
                          <a:pt x="40555" y="39001"/>
                          <a:pt x="35719" y="42069"/>
                          <a:pt x="30956" y="45244"/>
                        </a:cubicBezTo>
                        <a:cubicBezTo>
                          <a:pt x="28868" y="46636"/>
                          <a:pt x="26194" y="46831"/>
                          <a:pt x="23813" y="47625"/>
                        </a:cubicBezTo>
                        <a:cubicBezTo>
                          <a:pt x="12622" y="58816"/>
                          <a:pt x="18537" y="51967"/>
                          <a:pt x="7144" y="69056"/>
                        </a:cubicBezTo>
                        <a:cubicBezTo>
                          <a:pt x="5276" y="71858"/>
                          <a:pt x="0" y="76200"/>
                          <a:pt x="0" y="76200"/>
                        </a:cubicBezTo>
                        <a:lnTo>
                          <a:pt x="7144" y="104775"/>
                        </a:lnTo>
                        <a:lnTo>
                          <a:pt x="33337" y="176125"/>
                        </a:lnTo>
                        <a:lnTo>
                          <a:pt x="61913" y="221456"/>
                        </a:lnTo>
                        <a:lnTo>
                          <a:pt x="80963" y="245269"/>
                        </a:lnTo>
                        <a:cubicBezTo>
                          <a:pt x="88107" y="242888"/>
                          <a:pt x="95570" y="241309"/>
                          <a:pt x="102394" y="238125"/>
                        </a:cubicBezTo>
                        <a:cubicBezTo>
                          <a:pt x="118809" y="230464"/>
                          <a:pt x="113030" y="230451"/>
                          <a:pt x="123825" y="221456"/>
                        </a:cubicBezTo>
                        <a:cubicBezTo>
                          <a:pt x="126024" y="219624"/>
                          <a:pt x="128830" y="218595"/>
                          <a:pt x="130969" y="216694"/>
                        </a:cubicBezTo>
                        <a:cubicBezTo>
                          <a:pt x="136003" y="212219"/>
                          <a:pt x="140494" y="207169"/>
                          <a:pt x="145256" y="202406"/>
                        </a:cubicBezTo>
                        <a:cubicBezTo>
                          <a:pt x="148062" y="199600"/>
                          <a:pt x="151768" y="197846"/>
                          <a:pt x="154781" y="195263"/>
                        </a:cubicBezTo>
                        <a:cubicBezTo>
                          <a:pt x="157338" y="193071"/>
                          <a:pt x="159368" y="190311"/>
                          <a:pt x="161925" y="188119"/>
                        </a:cubicBezTo>
                        <a:cubicBezTo>
                          <a:pt x="164938" y="185536"/>
                          <a:pt x="168437" y="183558"/>
                          <a:pt x="171450" y="180975"/>
                        </a:cubicBezTo>
                        <a:cubicBezTo>
                          <a:pt x="174007" y="178783"/>
                          <a:pt x="176007" y="175987"/>
                          <a:pt x="178594" y="173831"/>
                        </a:cubicBezTo>
                        <a:cubicBezTo>
                          <a:pt x="187287" y="166587"/>
                          <a:pt x="185189" y="171815"/>
                          <a:pt x="192881" y="161925"/>
                        </a:cubicBezTo>
                        <a:cubicBezTo>
                          <a:pt x="196395" y="157407"/>
                          <a:pt x="199231" y="152400"/>
                          <a:pt x="202406" y="147638"/>
                        </a:cubicBezTo>
                        <a:cubicBezTo>
                          <a:pt x="218876" y="122934"/>
                          <a:pt x="193811" y="161170"/>
                          <a:pt x="211931" y="130969"/>
                        </a:cubicBezTo>
                        <a:cubicBezTo>
                          <a:pt x="214876" y="126061"/>
                          <a:pt x="219646" y="122111"/>
                          <a:pt x="221456" y="116681"/>
                        </a:cubicBezTo>
                        <a:lnTo>
                          <a:pt x="228600" y="95250"/>
                        </a:lnTo>
                        <a:lnTo>
                          <a:pt x="230981" y="88106"/>
                        </a:lnTo>
                        <a:cubicBezTo>
                          <a:pt x="231775" y="81756"/>
                          <a:pt x="233363" y="75455"/>
                          <a:pt x="233363" y="69056"/>
                        </a:cubicBezTo>
                        <a:cubicBezTo>
                          <a:pt x="233363" y="66346"/>
                          <a:pt x="231055" y="52043"/>
                          <a:pt x="228600" y="47625"/>
                        </a:cubicBezTo>
                        <a:cubicBezTo>
                          <a:pt x="225820" y="42622"/>
                          <a:pt x="222250" y="38100"/>
                          <a:pt x="219075" y="33338"/>
                        </a:cubicBezTo>
                        <a:cubicBezTo>
                          <a:pt x="215265" y="27623"/>
                          <a:pt x="214155" y="23971"/>
                          <a:pt x="207169" y="21431"/>
                        </a:cubicBezTo>
                        <a:cubicBezTo>
                          <a:pt x="207165" y="21429"/>
                          <a:pt x="183359" y="15479"/>
                          <a:pt x="178594" y="14288"/>
                        </a:cubicBezTo>
                        <a:lnTo>
                          <a:pt x="169069" y="11906"/>
                        </a:lnTo>
                        <a:cubicBezTo>
                          <a:pt x="165894" y="11112"/>
                          <a:pt x="162649" y="10560"/>
                          <a:pt x="159544" y="9525"/>
                        </a:cubicBezTo>
                        <a:cubicBezTo>
                          <a:pt x="151647" y="6893"/>
                          <a:pt x="153591" y="3572"/>
                          <a:pt x="152400" y="2381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0" name="Oval 99"/>
                  <p:cNvSpPr/>
                  <p:nvPr/>
                </p:nvSpPr>
                <p:spPr>
                  <a:xfrm>
                    <a:off x="4641056" y="5576800"/>
                    <a:ext cx="83344" cy="45719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1" name="Oval 100"/>
                  <p:cNvSpPr/>
                  <p:nvPr/>
                </p:nvSpPr>
                <p:spPr>
                  <a:xfrm rot="19654355">
                    <a:off x="4690128" y="5516795"/>
                    <a:ext cx="107445" cy="45719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2" name="Freeform 101"/>
                  <p:cNvSpPr/>
                  <p:nvPr/>
                </p:nvSpPr>
                <p:spPr>
                  <a:xfrm rot="1744355">
                    <a:off x="4625361" y="5618737"/>
                    <a:ext cx="96387" cy="103481"/>
                  </a:xfrm>
                  <a:custGeom>
                    <a:avLst/>
                    <a:gdLst>
                      <a:gd name="connsiteX0" fmla="*/ 52926 w 79128"/>
                      <a:gd name="connsiteY0" fmla="*/ 0 h 76200"/>
                      <a:gd name="connsiteX1" fmla="*/ 52926 w 79128"/>
                      <a:gd name="connsiteY1" fmla="*/ 0 h 76200"/>
                      <a:gd name="connsiteX2" fmla="*/ 31495 w 79128"/>
                      <a:gd name="connsiteY2" fmla="*/ 4763 h 76200"/>
                      <a:gd name="connsiteX3" fmla="*/ 14826 w 79128"/>
                      <a:gd name="connsiteY3" fmla="*/ 14288 h 76200"/>
                      <a:gd name="connsiteX4" fmla="*/ 2920 w 79128"/>
                      <a:gd name="connsiteY4" fmla="*/ 33338 h 76200"/>
                      <a:gd name="connsiteX5" fmla="*/ 14826 w 79128"/>
                      <a:gd name="connsiteY5" fmla="*/ 61913 h 76200"/>
                      <a:gd name="connsiteX6" fmla="*/ 24351 w 79128"/>
                      <a:gd name="connsiteY6" fmla="*/ 64294 h 76200"/>
                      <a:gd name="connsiteX7" fmla="*/ 41020 w 79128"/>
                      <a:gd name="connsiteY7" fmla="*/ 71438 h 76200"/>
                      <a:gd name="connsiteX8" fmla="*/ 55307 w 79128"/>
                      <a:gd name="connsiteY8" fmla="*/ 76200 h 76200"/>
                      <a:gd name="connsiteX9" fmla="*/ 71976 w 79128"/>
                      <a:gd name="connsiteY9" fmla="*/ 73819 h 76200"/>
                      <a:gd name="connsiteX10" fmla="*/ 79120 w 79128"/>
                      <a:gd name="connsiteY10" fmla="*/ 47625 h 76200"/>
                      <a:gd name="connsiteX11" fmla="*/ 71976 w 79128"/>
                      <a:gd name="connsiteY11" fmla="*/ 21431 h 76200"/>
                      <a:gd name="connsiteX12" fmla="*/ 67214 w 79128"/>
                      <a:gd name="connsiteY12" fmla="*/ 14288 h 76200"/>
                      <a:gd name="connsiteX13" fmla="*/ 52926 w 79128"/>
                      <a:gd name="connsiteY13" fmla="*/ 0 h 7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9128" h="76200">
                        <a:moveTo>
                          <a:pt x="52926" y="0"/>
                        </a:moveTo>
                        <a:lnTo>
                          <a:pt x="52926" y="0"/>
                        </a:lnTo>
                        <a:cubicBezTo>
                          <a:pt x="45782" y="1588"/>
                          <a:pt x="38489" y="2611"/>
                          <a:pt x="31495" y="4763"/>
                        </a:cubicBezTo>
                        <a:cubicBezTo>
                          <a:pt x="28795" y="5594"/>
                          <a:pt x="17356" y="11758"/>
                          <a:pt x="14826" y="14288"/>
                        </a:cubicBezTo>
                        <a:cubicBezTo>
                          <a:pt x="8642" y="20472"/>
                          <a:pt x="6693" y="25791"/>
                          <a:pt x="2920" y="33338"/>
                        </a:cubicBezTo>
                        <a:cubicBezTo>
                          <a:pt x="4926" y="51390"/>
                          <a:pt x="0" y="54500"/>
                          <a:pt x="14826" y="61913"/>
                        </a:cubicBezTo>
                        <a:cubicBezTo>
                          <a:pt x="17753" y="63377"/>
                          <a:pt x="21176" y="63500"/>
                          <a:pt x="24351" y="64294"/>
                        </a:cubicBezTo>
                        <a:cubicBezTo>
                          <a:pt x="35684" y="71848"/>
                          <a:pt x="27043" y="67245"/>
                          <a:pt x="41020" y="71438"/>
                        </a:cubicBezTo>
                        <a:cubicBezTo>
                          <a:pt x="45828" y="72881"/>
                          <a:pt x="55307" y="76200"/>
                          <a:pt x="55307" y="76200"/>
                        </a:cubicBezTo>
                        <a:cubicBezTo>
                          <a:pt x="60863" y="75406"/>
                          <a:pt x="66847" y="76098"/>
                          <a:pt x="71976" y="73819"/>
                        </a:cubicBezTo>
                        <a:cubicBezTo>
                          <a:pt x="79128" y="70641"/>
                          <a:pt x="78980" y="48743"/>
                          <a:pt x="79120" y="47625"/>
                        </a:cubicBezTo>
                        <a:cubicBezTo>
                          <a:pt x="76784" y="31273"/>
                          <a:pt x="78903" y="33553"/>
                          <a:pt x="71976" y="21431"/>
                        </a:cubicBezTo>
                        <a:cubicBezTo>
                          <a:pt x="70556" y="18946"/>
                          <a:pt x="69368" y="16172"/>
                          <a:pt x="67214" y="14288"/>
                        </a:cubicBezTo>
                        <a:cubicBezTo>
                          <a:pt x="51605" y="631"/>
                          <a:pt x="55307" y="2381"/>
                          <a:pt x="52926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3" name="Freeform 102"/>
                  <p:cNvSpPr/>
                  <p:nvPr/>
                </p:nvSpPr>
                <p:spPr>
                  <a:xfrm>
                    <a:off x="4488656" y="5007016"/>
                    <a:ext cx="209550" cy="415090"/>
                  </a:xfrm>
                  <a:custGeom>
                    <a:avLst/>
                    <a:gdLst>
                      <a:gd name="connsiteX0" fmla="*/ 166688 w 209550"/>
                      <a:gd name="connsiteY0" fmla="*/ 248403 h 415090"/>
                      <a:gd name="connsiteX1" fmla="*/ 166688 w 209550"/>
                      <a:gd name="connsiteY1" fmla="*/ 248403 h 415090"/>
                      <a:gd name="connsiteX2" fmla="*/ 176213 w 209550"/>
                      <a:gd name="connsiteY2" fmla="*/ 229353 h 415090"/>
                      <a:gd name="connsiteX3" fmla="*/ 180975 w 209550"/>
                      <a:gd name="connsiteY3" fmla="*/ 222209 h 415090"/>
                      <a:gd name="connsiteX4" fmla="*/ 185738 w 209550"/>
                      <a:gd name="connsiteY4" fmla="*/ 207922 h 415090"/>
                      <a:gd name="connsiteX5" fmla="*/ 188119 w 209550"/>
                      <a:gd name="connsiteY5" fmla="*/ 200778 h 415090"/>
                      <a:gd name="connsiteX6" fmla="*/ 192882 w 209550"/>
                      <a:gd name="connsiteY6" fmla="*/ 184109 h 415090"/>
                      <a:gd name="connsiteX7" fmla="*/ 200025 w 209550"/>
                      <a:gd name="connsiteY7" fmla="*/ 169822 h 415090"/>
                      <a:gd name="connsiteX8" fmla="*/ 202407 w 209550"/>
                      <a:gd name="connsiteY8" fmla="*/ 157915 h 415090"/>
                      <a:gd name="connsiteX9" fmla="*/ 204788 w 209550"/>
                      <a:gd name="connsiteY9" fmla="*/ 148390 h 415090"/>
                      <a:gd name="connsiteX10" fmla="*/ 209550 w 209550"/>
                      <a:gd name="connsiteY10" fmla="*/ 119815 h 415090"/>
                      <a:gd name="connsiteX11" fmla="*/ 207169 w 209550"/>
                      <a:gd name="connsiteY11" fmla="*/ 60284 h 415090"/>
                      <a:gd name="connsiteX12" fmla="*/ 202407 w 209550"/>
                      <a:gd name="connsiteY12" fmla="*/ 45997 h 415090"/>
                      <a:gd name="connsiteX13" fmla="*/ 200025 w 209550"/>
                      <a:gd name="connsiteY13" fmla="*/ 38853 h 415090"/>
                      <a:gd name="connsiteX14" fmla="*/ 195263 w 209550"/>
                      <a:gd name="connsiteY14" fmla="*/ 22184 h 415090"/>
                      <a:gd name="connsiteX15" fmla="*/ 190500 w 209550"/>
                      <a:gd name="connsiteY15" fmla="*/ 15040 h 415090"/>
                      <a:gd name="connsiteX16" fmla="*/ 183357 w 209550"/>
                      <a:gd name="connsiteY16" fmla="*/ 753 h 415090"/>
                      <a:gd name="connsiteX17" fmla="*/ 126207 w 209550"/>
                      <a:gd name="connsiteY17" fmla="*/ 50759 h 415090"/>
                      <a:gd name="connsiteX18" fmla="*/ 76200 w 209550"/>
                      <a:gd name="connsiteY18" fmla="*/ 119815 h 415090"/>
                      <a:gd name="connsiteX19" fmla="*/ 52388 w 209550"/>
                      <a:gd name="connsiteY19" fmla="*/ 153153 h 415090"/>
                      <a:gd name="connsiteX20" fmla="*/ 23813 w 209550"/>
                      <a:gd name="connsiteY20" fmla="*/ 210303 h 415090"/>
                      <a:gd name="connsiteX21" fmla="*/ 0 w 209550"/>
                      <a:gd name="connsiteY21" fmla="*/ 307934 h 415090"/>
                      <a:gd name="connsiteX22" fmla="*/ 0 w 209550"/>
                      <a:gd name="connsiteY22" fmla="*/ 379372 h 415090"/>
                      <a:gd name="connsiteX23" fmla="*/ 4763 w 209550"/>
                      <a:gd name="connsiteY23" fmla="*/ 415090 h 415090"/>
                      <a:gd name="connsiteX24" fmla="*/ 19050 w 209550"/>
                      <a:gd name="connsiteY24" fmla="*/ 403184 h 415090"/>
                      <a:gd name="connsiteX25" fmla="*/ 30957 w 209550"/>
                      <a:gd name="connsiteY25" fmla="*/ 386515 h 415090"/>
                      <a:gd name="connsiteX26" fmla="*/ 38100 w 209550"/>
                      <a:gd name="connsiteY26" fmla="*/ 381753 h 415090"/>
                      <a:gd name="connsiteX27" fmla="*/ 42863 w 209550"/>
                      <a:gd name="connsiteY27" fmla="*/ 374609 h 415090"/>
                      <a:gd name="connsiteX28" fmla="*/ 57150 w 209550"/>
                      <a:gd name="connsiteY28" fmla="*/ 360322 h 415090"/>
                      <a:gd name="connsiteX29" fmla="*/ 76200 w 209550"/>
                      <a:gd name="connsiteY29" fmla="*/ 338890 h 415090"/>
                      <a:gd name="connsiteX30" fmla="*/ 80963 w 209550"/>
                      <a:gd name="connsiteY30" fmla="*/ 331747 h 415090"/>
                      <a:gd name="connsiteX31" fmla="*/ 95250 w 209550"/>
                      <a:gd name="connsiteY31" fmla="*/ 317459 h 415090"/>
                      <a:gd name="connsiteX32" fmla="*/ 107157 w 209550"/>
                      <a:gd name="connsiteY32" fmla="*/ 303172 h 415090"/>
                      <a:gd name="connsiteX33" fmla="*/ 116682 w 209550"/>
                      <a:gd name="connsiteY33" fmla="*/ 288884 h 415090"/>
                      <a:gd name="connsiteX34" fmla="*/ 138113 w 209550"/>
                      <a:gd name="connsiteY34" fmla="*/ 272215 h 415090"/>
                      <a:gd name="connsiteX35" fmla="*/ 145257 w 209550"/>
                      <a:gd name="connsiteY35" fmla="*/ 267453 h 415090"/>
                      <a:gd name="connsiteX36" fmla="*/ 152400 w 209550"/>
                      <a:gd name="connsiteY36" fmla="*/ 260309 h 415090"/>
                      <a:gd name="connsiteX37" fmla="*/ 159544 w 209550"/>
                      <a:gd name="connsiteY37" fmla="*/ 255547 h 415090"/>
                      <a:gd name="connsiteX38" fmla="*/ 166688 w 209550"/>
                      <a:gd name="connsiteY38" fmla="*/ 248403 h 4150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209550" h="415090">
                        <a:moveTo>
                          <a:pt x="166688" y="248403"/>
                        </a:moveTo>
                        <a:lnTo>
                          <a:pt x="166688" y="248403"/>
                        </a:lnTo>
                        <a:cubicBezTo>
                          <a:pt x="169863" y="242053"/>
                          <a:pt x="172813" y="235586"/>
                          <a:pt x="176213" y="229353"/>
                        </a:cubicBezTo>
                        <a:cubicBezTo>
                          <a:pt x="177583" y="226841"/>
                          <a:pt x="179813" y="224824"/>
                          <a:pt x="180975" y="222209"/>
                        </a:cubicBezTo>
                        <a:cubicBezTo>
                          <a:pt x="183014" y="217622"/>
                          <a:pt x="184150" y="212684"/>
                          <a:pt x="185738" y="207922"/>
                        </a:cubicBezTo>
                        <a:cubicBezTo>
                          <a:pt x="186532" y="205541"/>
                          <a:pt x="187510" y="203213"/>
                          <a:pt x="188119" y="200778"/>
                        </a:cubicBezTo>
                        <a:cubicBezTo>
                          <a:pt x="188884" y="197720"/>
                          <a:pt x="191172" y="187530"/>
                          <a:pt x="192882" y="184109"/>
                        </a:cubicBezTo>
                        <a:cubicBezTo>
                          <a:pt x="198701" y="172471"/>
                          <a:pt x="197033" y="181790"/>
                          <a:pt x="200025" y="169822"/>
                        </a:cubicBezTo>
                        <a:cubicBezTo>
                          <a:pt x="201007" y="165895"/>
                          <a:pt x="201529" y="161866"/>
                          <a:pt x="202407" y="157915"/>
                        </a:cubicBezTo>
                        <a:cubicBezTo>
                          <a:pt x="203117" y="154720"/>
                          <a:pt x="204185" y="151607"/>
                          <a:pt x="204788" y="148390"/>
                        </a:cubicBezTo>
                        <a:cubicBezTo>
                          <a:pt x="206567" y="138899"/>
                          <a:pt x="209550" y="119815"/>
                          <a:pt x="209550" y="119815"/>
                        </a:cubicBezTo>
                        <a:cubicBezTo>
                          <a:pt x="208756" y="99971"/>
                          <a:pt x="209082" y="80051"/>
                          <a:pt x="207169" y="60284"/>
                        </a:cubicBezTo>
                        <a:cubicBezTo>
                          <a:pt x="206686" y="55287"/>
                          <a:pt x="203994" y="50759"/>
                          <a:pt x="202407" y="45997"/>
                        </a:cubicBezTo>
                        <a:cubicBezTo>
                          <a:pt x="201613" y="43616"/>
                          <a:pt x="200634" y="41288"/>
                          <a:pt x="200025" y="38853"/>
                        </a:cubicBezTo>
                        <a:cubicBezTo>
                          <a:pt x="199262" y="35803"/>
                          <a:pt x="196971" y="25599"/>
                          <a:pt x="195263" y="22184"/>
                        </a:cubicBezTo>
                        <a:cubicBezTo>
                          <a:pt x="193983" y="19624"/>
                          <a:pt x="192088" y="17421"/>
                          <a:pt x="190500" y="15040"/>
                        </a:cubicBezTo>
                        <a:cubicBezTo>
                          <a:pt x="185487" y="0"/>
                          <a:pt x="190758" y="753"/>
                          <a:pt x="183357" y="753"/>
                        </a:cubicBezTo>
                        <a:lnTo>
                          <a:pt x="126207" y="50759"/>
                        </a:lnTo>
                        <a:lnTo>
                          <a:pt x="76200" y="119815"/>
                        </a:lnTo>
                        <a:lnTo>
                          <a:pt x="52388" y="153153"/>
                        </a:lnTo>
                        <a:lnTo>
                          <a:pt x="23813" y="210303"/>
                        </a:lnTo>
                        <a:lnTo>
                          <a:pt x="0" y="307934"/>
                        </a:lnTo>
                        <a:lnTo>
                          <a:pt x="0" y="379372"/>
                        </a:lnTo>
                        <a:lnTo>
                          <a:pt x="4763" y="415090"/>
                        </a:lnTo>
                        <a:lnTo>
                          <a:pt x="19050" y="403184"/>
                        </a:lnTo>
                        <a:cubicBezTo>
                          <a:pt x="23019" y="397628"/>
                          <a:pt x="26420" y="391619"/>
                          <a:pt x="30957" y="386515"/>
                        </a:cubicBezTo>
                        <a:cubicBezTo>
                          <a:pt x="32858" y="384376"/>
                          <a:pt x="36077" y="383776"/>
                          <a:pt x="38100" y="381753"/>
                        </a:cubicBezTo>
                        <a:cubicBezTo>
                          <a:pt x="40124" y="379729"/>
                          <a:pt x="40962" y="376748"/>
                          <a:pt x="42863" y="374609"/>
                        </a:cubicBezTo>
                        <a:cubicBezTo>
                          <a:pt x="47337" y="369575"/>
                          <a:pt x="53414" y="365926"/>
                          <a:pt x="57150" y="360322"/>
                        </a:cubicBezTo>
                        <a:cubicBezTo>
                          <a:pt x="65649" y="347574"/>
                          <a:pt x="59889" y="355202"/>
                          <a:pt x="76200" y="338890"/>
                        </a:cubicBezTo>
                        <a:cubicBezTo>
                          <a:pt x="78224" y="336866"/>
                          <a:pt x="79062" y="333886"/>
                          <a:pt x="80963" y="331747"/>
                        </a:cubicBezTo>
                        <a:cubicBezTo>
                          <a:pt x="85438" y="326713"/>
                          <a:pt x="91514" y="323063"/>
                          <a:pt x="95250" y="317459"/>
                        </a:cubicBezTo>
                        <a:cubicBezTo>
                          <a:pt x="112278" y="291919"/>
                          <a:pt x="85757" y="330686"/>
                          <a:pt x="107157" y="303172"/>
                        </a:cubicBezTo>
                        <a:cubicBezTo>
                          <a:pt x="110671" y="298654"/>
                          <a:pt x="111919" y="292059"/>
                          <a:pt x="116682" y="288884"/>
                        </a:cubicBezTo>
                        <a:cubicBezTo>
                          <a:pt x="152805" y="264801"/>
                          <a:pt x="115723" y="290873"/>
                          <a:pt x="138113" y="272215"/>
                        </a:cubicBezTo>
                        <a:cubicBezTo>
                          <a:pt x="140312" y="270383"/>
                          <a:pt x="143058" y="269285"/>
                          <a:pt x="145257" y="267453"/>
                        </a:cubicBezTo>
                        <a:cubicBezTo>
                          <a:pt x="147844" y="265297"/>
                          <a:pt x="149813" y="262465"/>
                          <a:pt x="152400" y="260309"/>
                        </a:cubicBezTo>
                        <a:cubicBezTo>
                          <a:pt x="154599" y="258477"/>
                          <a:pt x="157215" y="257210"/>
                          <a:pt x="159544" y="255547"/>
                        </a:cubicBezTo>
                        <a:cubicBezTo>
                          <a:pt x="162774" y="253240"/>
                          <a:pt x="165497" y="249594"/>
                          <a:pt x="166688" y="248403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4" name="Freeform 103"/>
                  <p:cNvSpPr/>
                  <p:nvPr/>
                </p:nvSpPr>
                <p:spPr>
                  <a:xfrm rot="16200000">
                    <a:off x="4535701" y="5300989"/>
                    <a:ext cx="127536" cy="92704"/>
                  </a:xfrm>
                  <a:custGeom>
                    <a:avLst/>
                    <a:gdLst>
                      <a:gd name="connsiteX0" fmla="*/ 0 w 141426"/>
                      <a:gd name="connsiteY0" fmla="*/ 10137 h 138724"/>
                      <a:gd name="connsiteX1" fmla="*/ 0 w 141426"/>
                      <a:gd name="connsiteY1" fmla="*/ 10137 h 138724"/>
                      <a:gd name="connsiteX2" fmla="*/ 21432 w 141426"/>
                      <a:gd name="connsiteY2" fmla="*/ 5374 h 138724"/>
                      <a:gd name="connsiteX3" fmla="*/ 28575 w 141426"/>
                      <a:gd name="connsiteY3" fmla="*/ 612 h 138724"/>
                      <a:gd name="connsiteX4" fmla="*/ 52388 w 141426"/>
                      <a:gd name="connsiteY4" fmla="*/ 2993 h 138724"/>
                      <a:gd name="connsiteX5" fmla="*/ 59532 w 141426"/>
                      <a:gd name="connsiteY5" fmla="*/ 5374 h 138724"/>
                      <a:gd name="connsiteX6" fmla="*/ 66675 w 141426"/>
                      <a:gd name="connsiteY6" fmla="*/ 12518 h 138724"/>
                      <a:gd name="connsiteX7" fmla="*/ 76200 w 141426"/>
                      <a:gd name="connsiteY7" fmla="*/ 19662 h 138724"/>
                      <a:gd name="connsiteX8" fmla="*/ 88107 w 141426"/>
                      <a:gd name="connsiteY8" fmla="*/ 38712 h 138724"/>
                      <a:gd name="connsiteX9" fmla="*/ 95250 w 141426"/>
                      <a:gd name="connsiteY9" fmla="*/ 55381 h 138724"/>
                      <a:gd name="connsiteX10" fmla="*/ 100013 w 141426"/>
                      <a:gd name="connsiteY10" fmla="*/ 64906 h 138724"/>
                      <a:gd name="connsiteX11" fmla="*/ 111919 w 141426"/>
                      <a:gd name="connsiteY11" fmla="*/ 81574 h 138724"/>
                      <a:gd name="connsiteX12" fmla="*/ 116682 w 141426"/>
                      <a:gd name="connsiteY12" fmla="*/ 91099 h 138724"/>
                      <a:gd name="connsiteX13" fmla="*/ 130969 w 141426"/>
                      <a:gd name="connsiteY13" fmla="*/ 107768 h 138724"/>
                      <a:gd name="connsiteX14" fmla="*/ 135732 w 141426"/>
                      <a:gd name="connsiteY14" fmla="*/ 117293 h 138724"/>
                      <a:gd name="connsiteX15" fmla="*/ 138113 w 141426"/>
                      <a:gd name="connsiteY15" fmla="*/ 126818 h 138724"/>
                      <a:gd name="connsiteX16" fmla="*/ 140494 w 141426"/>
                      <a:gd name="connsiteY16" fmla="*/ 133962 h 138724"/>
                      <a:gd name="connsiteX17" fmla="*/ 133350 w 141426"/>
                      <a:gd name="connsiteY17" fmla="*/ 138724 h 138724"/>
                      <a:gd name="connsiteX18" fmla="*/ 111919 w 141426"/>
                      <a:gd name="connsiteY18" fmla="*/ 136343 h 138724"/>
                      <a:gd name="connsiteX19" fmla="*/ 97632 w 141426"/>
                      <a:gd name="connsiteY19" fmla="*/ 131581 h 138724"/>
                      <a:gd name="connsiteX20" fmla="*/ 80963 w 141426"/>
                      <a:gd name="connsiteY20" fmla="*/ 126818 h 138724"/>
                      <a:gd name="connsiteX21" fmla="*/ 64294 w 141426"/>
                      <a:gd name="connsiteY21" fmla="*/ 105387 h 138724"/>
                      <a:gd name="connsiteX22" fmla="*/ 57150 w 141426"/>
                      <a:gd name="connsiteY22" fmla="*/ 91099 h 138724"/>
                      <a:gd name="connsiteX23" fmla="*/ 50007 w 141426"/>
                      <a:gd name="connsiteY23" fmla="*/ 86337 h 138724"/>
                      <a:gd name="connsiteX24" fmla="*/ 40482 w 141426"/>
                      <a:gd name="connsiteY24" fmla="*/ 72049 h 138724"/>
                      <a:gd name="connsiteX25" fmla="*/ 35719 w 141426"/>
                      <a:gd name="connsiteY25" fmla="*/ 64906 h 138724"/>
                      <a:gd name="connsiteX26" fmla="*/ 30957 w 141426"/>
                      <a:gd name="connsiteY26" fmla="*/ 45856 h 138724"/>
                      <a:gd name="connsiteX27" fmla="*/ 28575 w 141426"/>
                      <a:gd name="connsiteY27" fmla="*/ 36331 h 138724"/>
                      <a:gd name="connsiteX28" fmla="*/ 26194 w 141426"/>
                      <a:gd name="connsiteY28" fmla="*/ 29187 h 138724"/>
                      <a:gd name="connsiteX29" fmla="*/ 23813 w 141426"/>
                      <a:gd name="connsiteY29" fmla="*/ 19662 h 138724"/>
                      <a:gd name="connsiteX30" fmla="*/ 14288 w 141426"/>
                      <a:gd name="connsiteY30" fmla="*/ 14899 h 138724"/>
                      <a:gd name="connsiteX31" fmla="*/ 0 w 141426"/>
                      <a:gd name="connsiteY31" fmla="*/ 10137 h 138724"/>
                      <a:gd name="connsiteX0" fmla="*/ 15479 w 142617"/>
                      <a:gd name="connsiteY0" fmla="*/ 14899 h 138724"/>
                      <a:gd name="connsiteX1" fmla="*/ 1191 w 142617"/>
                      <a:gd name="connsiteY1" fmla="*/ 10137 h 138724"/>
                      <a:gd name="connsiteX2" fmla="*/ 22623 w 142617"/>
                      <a:gd name="connsiteY2" fmla="*/ 5374 h 138724"/>
                      <a:gd name="connsiteX3" fmla="*/ 29766 w 142617"/>
                      <a:gd name="connsiteY3" fmla="*/ 612 h 138724"/>
                      <a:gd name="connsiteX4" fmla="*/ 53579 w 142617"/>
                      <a:gd name="connsiteY4" fmla="*/ 2993 h 138724"/>
                      <a:gd name="connsiteX5" fmla="*/ 60723 w 142617"/>
                      <a:gd name="connsiteY5" fmla="*/ 5374 h 138724"/>
                      <a:gd name="connsiteX6" fmla="*/ 67866 w 142617"/>
                      <a:gd name="connsiteY6" fmla="*/ 12518 h 138724"/>
                      <a:gd name="connsiteX7" fmla="*/ 77391 w 142617"/>
                      <a:gd name="connsiteY7" fmla="*/ 19662 h 138724"/>
                      <a:gd name="connsiteX8" fmla="*/ 89298 w 142617"/>
                      <a:gd name="connsiteY8" fmla="*/ 38712 h 138724"/>
                      <a:gd name="connsiteX9" fmla="*/ 96441 w 142617"/>
                      <a:gd name="connsiteY9" fmla="*/ 55381 h 138724"/>
                      <a:gd name="connsiteX10" fmla="*/ 101204 w 142617"/>
                      <a:gd name="connsiteY10" fmla="*/ 64906 h 138724"/>
                      <a:gd name="connsiteX11" fmla="*/ 113110 w 142617"/>
                      <a:gd name="connsiteY11" fmla="*/ 81574 h 138724"/>
                      <a:gd name="connsiteX12" fmla="*/ 117873 w 142617"/>
                      <a:gd name="connsiteY12" fmla="*/ 91099 h 138724"/>
                      <a:gd name="connsiteX13" fmla="*/ 132160 w 142617"/>
                      <a:gd name="connsiteY13" fmla="*/ 107768 h 138724"/>
                      <a:gd name="connsiteX14" fmla="*/ 136923 w 142617"/>
                      <a:gd name="connsiteY14" fmla="*/ 117293 h 138724"/>
                      <a:gd name="connsiteX15" fmla="*/ 139304 w 142617"/>
                      <a:gd name="connsiteY15" fmla="*/ 126818 h 138724"/>
                      <a:gd name="connsiteX16" fmla="*/ 141685 w 142617"/>
                      <a:gd name="connsiteY16" fmla="*/ 133962 h 138724"/>
                      <a:gd name="connsiteX17" fmla="*/ 134541 w 142617"/>
                      <a:gd name="connsiteY17" fmla="*/ 138724 h 138724"/>
                      <a:gd name="connsiteX18" fmla="*/ 113110 w 142617"/>
                      <a:gd name="connsiteY18" fmla="*/ 136343 h 138724"/>
                      <a:gd name="connsiteX19" fmla="*/ 98823 w 142617"/>
                      <a:gd name="connsiteY19" fmla="*/ 131581 h 138724"/>
                      <a:gd name="connsiteX20" fmla="*/ 82154 w 142617"/>
                      <a:gd name="connsiteY20" fmla="*/ 126818 h 138724"/>
                      <a:gd name="connsiteX21" fmla="*/ 65485 w 142617"/>
                      <a:gd name="connsiteY21" fmla="*/ 105387 h 138724"/>
                      <a:gd name="connsiteX22" fmla="*/ 58341 w 142617"/>
                      <a:gd name="connsiteY22" fmla="*/ 91099 h 138724"/>
                      <a:gd name="connsiteX23" fmla="*/ 51198 w 142617"/>
                      <a:gd name="connsiteY23" fmla="*/ 86337 h 138724"/>
                      <a:gd name="connsiteX24" fmla="*/ 41673 w 142617"/>
                      <a:gd name="connsiteY24" fmla="*/ 72049 h 138724"/>
                      <a:gd name="connsiteX25" fmla="*/ 36910 w 142617"/>
                      <a:gd name="connsiteY25" fmla="*/ 64906 h 138724"/>
                      <a:gd name="connsiteX26" fmla="*/ 32148 w 142617"/>
                      <a:gd name="connsiteY26" fmla="*/ 45856 h 138724"/>
                      <a:gd name="connsiteX27" fmla="*/ 29766 w 142617"/>
                      <a:gd name="connsiteY27" fmla="*/ 36331 h 138724"/>
                      <a:gd name="connsiteX28" fmla="*/ 27385 w 142617"/>
                      <a:gd name="connsiteY28" fmla="*/ 29187 h 138724"/>
                      <a:gd name="connsiteX29" fmla="*/ 25004 w 142617"/>
                      <a:gd name="connsiteY29" fmla="*/ 19662 h 138724"/>
                      <a:gd name="connsiteX30" fmla="*/ 15479 w 142617"/>
                      <a:gd name="connsiteY30" fmla="*/ 14899 h 138724"/>
                      <a:gd name="connsiteX0" fmla="*/ 397 w 127535"/>
                      <a:gd name="connsiteY0" fmla="*/ 14899 h 138724"/>
                      <a:gd name="connsiteX1" fmla="*/ 7541 w 127535"/>
                      <a:gd name="connsiteY1" fmla="*/ 5374 h 138724"/>
                      <a:gd name="connsiteX2" fmla="*/ 14684 w 127535"/>
                      <a:gd name="connsiteY2" fmla="*/ 612 h 138724"/>
                      <a:gd name="connsiteX3" fmla="*/ 38497 w 127535"/>
                      <a:gd name="connsiteY3" fmla="*/ 2993 h 138724"/>
                      <a:gd name="connsiteX4" fmla="*/ 45641 w 127535"/>
                      <a:gd name="connsiteY4" fmla="*/ 5374 h 138724"/>
                      <a:gd name="connsiteX5" fmla="*/ 52784 w 127535"/>
                      <a:gd name="connsiteY5" fmla="*/ 12518 h 138724"/>
                      <a:gd name="connsiteX6" fmla="*/ 62309 w 127535"/>
                      <a:gd name="connsiteY6" fmla="*/ 19662 h 138724"/>
                      <a:gd name="connsiteX7" fmla="*/ 74216 w 127535"/>
                      <a:gd name="connsiteY7" fmla="*/ 38712 h 138724"/>
                      <a:gd name="connsiteX8" fmla="*/ 81359 w 127535"/>
                      <a:gd name="connsiteY8" fmla="*/ 55381 h 138724"/>
                      <a:gd name="connsiteX9" fmla="*/ 86122 w 127535"/>
                      <a:gd name="connsiteY9" fmla="*/ 64906 h 138724"/>
                      <a:gd name="connsiteX10" fmla="*/ 98028 w 127535"/>
                      <a:gd name="connsiteY10" fmla="*/ 81574 h 138724"/>
                      <a:gd name="connsiteX11" fmla="*/ 102791 w 127535"/>
                      <a:gd name="connsiteY11" fmla="*/ 91099 h 138724"/>
                      <a:gd name="connsiteX12" fmla="*/ 117078 w 127535"/>
                      <a:gd name="connsiteY12" fmla="*/ 107768 h 138724"/>
                      <a:gd name="connsiteX13" fmla="*/ 121841 w 127535"/>
                      <a:gd name="connsiteY13" fmla="*/ 117293 h 138724"/>
                      <a:gd name="connsiteX14" fmla="*/ 124222 w 127535"/>
                      <a:gd name="connsiteY14" fmla="*/ 126818 h 138724"/>
                      <a:gd name="connsiteX15" fmla="*/ 126603 w 127535"/>
                      <a:gd name="connsiteY15" fmla="*/ 133962 h 138724"/>
                      <a:gd name="connsiteX16" fmla="*/ 119459 w 127535"/>
                      <a:gd name="connsiteY16" fmla="*/ 138724 h 138724"/>
                      <a:gd name="connsiteX17" fmla="*/ 98028 w 127535"/>
                      <a:gd name="connsiteY17" fmla="*/ 136343 h 138724"/>
                      <a:gd name="connsiteX18" fmla="*/ 83741 w 127535"/>
                      <a:gd name="connsiteY18" fmla="*/ 131581 h 138724"/>
                      <a:gd name="connsiteX19" fmla="*/ 67072 w 127535"/>
                      <a:gd name="connsiteY19" fmla="*/ 126818 h 138724"/>
                      <a:gd name="connsiteX20" fmla="*/ 50403 w 127535"/>
                      <a:gd name="connsiteY20" fmla="*/ 105387 h 138724"/>
                      <a:gd name="connsiteX21" fmla="*/ 43259 w 127535"/>
                      <a:gd name="connsiteY21" fmla="*/ 91099 h 138724"/>
                      <a:gd name="connsiteX22" fmla="*/ 36116 w 127535"/>
                      <a:gd name="connsiteY22" fmla="*/ 86337 h 138724"/>
                      <a:gd name="connsiteX23" fmla="*/ 26591 w 127535"/>
                      <a:gd name="connsiteY23" fmla="*/ 72049 h 138724"/>
                      <a:gd name="connsiteX24" fmla="*/ 21828 w 127535"/>
                      <a:gd name="connsiteY24" fmla="*/ 64906 h 138724"/>
                      <a:gd name="connsiteX25" fmla="*/ 17066 w 127535"/>
                      <a:gd name="connsiteY25" fmla="*/ 45856 h 138724"/>
                      <a:gd name="connsiteX26" fmla="*/ 14684 w 127535"/>
                      <a:gd name="connsiteY26" fmla="*/ 36331 h 138724"/>
                      <a:gd name="connsiteX27" fmla="*/ 12303 w 127535"/>
                      <a:gd name="connsiteY27" fmla="*/ 29187 h 138724"/>
                      <a:gd name="connsiteX28" fmla="*/ 9922 w 127535"/>
                      <a:gd name="connsiteY28" fmla="*/ 19662 h 138724"/>
                      <a:gd name="connsiteX29" fmla="*/ 397 w 127535"/>
                      <a:gd name="connsiteY29" fmla="*/ 14899 h 138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27535" h="138724">
                        <a:moveTo>
                          <a:pt x="397" y="14899"/>
                        </a:moveTo>
                        <a:cubicBezTo>
                          <a:pt x="0" y="12518"/>
                          <a:pt x="5160" y="7755"/>
                          <a:pt x="7541" y="5374"/>
                        </a:cubicBezTo>
                        <a:cubicBezTo>
                          <a:pt x="10256" y="4469"/>
                          <a:pt x="11831" y="831"/>
                          <a:pt x="14684" y="612"/>
                        </a:cubicBezTo>
                        <a:cubicBezTo>
                          <a:pt x="22638" y="0"/>
                          <a:pt x="30559" y="2199"/>
                          <a:pt x="38497" y="2993"/>
                        </a:cubicBezTo>
                        <a:cubicBezTo>
                          <a:pt x="40878" y="3787"/>
                          <a:pt x="43552" y="3982"/>
                          <a:pt x="45641" y="5374"/>
                        </a:cubicBezTo>
                        <a:cubicBezTo>
                          <a:pt x="48443" y="7242"/>
                          <a:pt x="50227" y="10326"/>
                          <a:pt x="52784" y="12518"/>
                        </a:cubicBezTo>
                        <a:cubicBezTo>
                          <a:pt x="55797" y="15101"/>
                          <a:pt x="59134" y="17281"/>
                          <a:pt x="62309" y="19662"/>
                        </a:cubicBezTo>
                        <a:cubicBezTo>
                          <a:pt x="74382" y="43806"/>
                          <a:pt x="58754" y="13972"/>
                          <a:pt x="74216" y="38712"/>
                        </a:cubicBezTo>
                        <a:cubicBezTo>
                          <a:pt x="81397" y="50201"/>
                          <a:pt x="76939" y="45068"/>
                          <a:pt x="81359" y="55381"/>
                        </a:cubicBezTo>
                        <a:cubicBezTo>
                          <a:pt x="82757" y="58644"/>
                          <a:pt x="84241" y="61896"/>
                          <a:pt x="86122" y="64906"/>
                        </a:cubicBezTo>
                        <a:cubicBezTo>
                          <a:pt x="94642" y="78536"/>
                          <a:pt x="91311" y="69819"/>
                          <a:pt x="98028" y="81574"/>
                        </a:cubicBezTo>
                        <a:cubicBezTo>
                          <a:pt x="99789" y="84656"/>
                          <a:pt x="100910" y="88089"/>
                          <a:pt x="102791" y="91099"/>
                        </a:cubicBezTo>
                        <a:cubicBezTo>
                          <a:pt x="123183" y="123727"/>
                          <a:pt x="97599" y="80499"/>
                          <a:pt x="117078" y="107768"/>
                        </a:cubicBezTo>
                        <a:cubicBezTo>
                          <a:pt x="119141" y="110657"/>
                          <a:pt x="120253" y="114118"/>
                          <a:pt x="121841" y="117293"/>
                        </a:cubicBezTo>
                        <a:cubicBezTo>
                          <a:pt x="122635" y="120468"/>
                          <a:pt x="123323" y="123671"/>
                          <a:pt x="124222" y="126818"/>
                        </a:cubicBezTo>
                        <a:cubicBezTo>
                          <a:pt x="124912" y="129232"/>
                          <a:pt x="127535" y="131631"/>
                          <a:pt x="126603" y="133962"/>
                        </a:cubicBezTo>
                        <a:cubicBezTo>
                          <a:pt x="125540" y="136619"/>
                          <a:pt x="121840" y="137137"/>
                          <a:pt x="119459" y="138724"/>
                        </a:cubicBezTo>
                        <a:cubicBezTo>
                          <a:pt x="112315" y="137930"/>
                          <a:pt x="105076" y="137752"/>
                          <a:pt x="98028" y="136343"/>
                        </a:cubicBezTo>
                        <a:cubicBezTo>
                          <a:pt x="93106" y="135359"/>
                          <a:pt x="88503" y="133168"/>
                          <a:pt x="83741" y="131581"/>
                        </a:cubicBezTo>
                        <a:cubicBezTo>
                          <a:pt x="73483" y="128161"/>
                          <a:pt x="79045" y="129811"/>
                          <a:pt x="67072" y="126818"/>
                        </a:cubicBezTo>
                        <a:cubicBezTo>
                          <a:pt x="55679" y="109729"/>
                          <a:pt x="61594" y="116578"/>
                          <a:pt x="50403" y="105387"/>
                        </a:cubicBezTo>
                        <a:cubicBezTo>
                          <a:pt x="48466" y="99575"/>
                          <a:pt x="47876" y="95716"/>
                          <a:pt x="43259" y="91099"/>
                        </a:cubicBezTo>
                        <a:cubicBezTo>
                          <a:pt x="41236" y="89076"/>
                          <a:pt x="38497" y="87924"/>
                          <a:pt x="36116" y="86337"/>
                        </a:cubicBezTo>
                        <a:lnTo>
                          <a:pt x="26591" y="72049"/>
                        </a:lnTo>
                        <a:lnTo>
                          <a:pt x="21828" y="64906"/>
                        </a:lnTo>
                        <a:lnTo>
                          <a:pt x="17066" y="45856"/>
                        </a:lnTo>
                        <a:cubicBezTo>
                          <a:pt x="16272" y="42681"/>
                          <a:pt x="15719" y="39436"/>
                          <a:pt x="14684" y="36331"/>
                        </a:cubicBezTo>
                        <a:cubicBezTo>
                          <a:pt x="13890" y="33950"/>
                          <a:pt x="12993" y="31601"/>
                          <a:pt x="12303" y="29187"/>
                        </a:cubicBezTo>
                        <a:cubicBezTo>
                          <a:pt x="11404" y="26040"/>
                          <a:pt x="12017" y="22176"/>
                          <a:pt x="9922" y="19662"/>
                        </a:cubicBezTo>
                        <a:cubicBezTo>
                          <a:pt x="7650" y="16935"/>
                          <a:pt x="3286" y="16962"/>
                          <a:pt x="397" y="14899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5" name="Freeform 104"/>
                  <p:cNvSpPr/>
                  <p:nvPr/>
                </p:nvSpPr>
                <p:spPr>
                  <a:xfrm>
                    <a:off x="4736305" y="4926806"/>
                    <a:ext cx="150019" cy="128588"/>
                  </a:xfrm>
                  <a:custGeom>
                    <a:avLst/>
                    <a:gdLst>
                      <a:gd name="connsiteX0" fmla="*/ 0 w 150824"/>
                      <a:gd name="connsiteY0" fmla="*/ 47625 h 128588"/>
                      <a:gd name="connsiteX1" fmla="*/ 16669 w 150824"/>
                      <a:gd name="connsiteY1" fmla="*/ 95250 h 128588"/>
                      <a:gd name="connsiteX2" fmla="*/ 40482 w 150824"/>
                      <a:gd name="connsiteY2" fmla="*/ 119063 h 128588"/>
                      <a:gd name="connsiteX3" fmla="*/ 61913 w 150824"/>
                      <a:gd name="connsiteY3" fmla="*/ 121444 h 128588"/>
                      <a:gd name="connsiteX4" fmla="*/ 76200 w 150824"/>
                      <a:gd name="connsiteY4" fmla="*/ 126207 h 128588"/>
                      <a:gd name="connsiteX5" fmla="*/ 83344 w 150824"/>
                      <a:gd name="connsiteY5" fmla="*/ 128588 h 128588"/>
                      <a:gd name="connsiteX6" fmla="*/ 114300 w 150824"/>
                      <a:gd name="connsiteY6" fmla="*/ 126207 h 128588"/>
                      <a:gd name="connsiteX7" fmla="*/ 123825 w 150824"/>
                      <a:gd name="connsiteY7" fmla="*/ 123825 h 128588"/>
                      <a:gd name="connsiteX8" fmla="*/ 135732 w 150824"/>
                      <a:gd name="connsiteY8" fmla="*/ 102394 h 128588"/>
                      <a:gd name="connsiteX9" fmla="*/ 140494 w 150824"/>
                      <a:gd name="connsiteY9" fmla="*/ 80963 h 128588"/>
                      <a:gd name="connsiteX10" fmla="*/ 145257 w 150824"/>
                      <a:gd name="connsiteY10" fmla="*/ 73819 h 128588"/>
                      <a:gd name="connsiteX11" fmla="*/ 150019 w 150824"/>
                      <a:gd name="connsiteY11" fmla="*/ 50007 h 128588"/>
                      <a:gd name="connsiteX12" fmla="*/ 147638 w 150824"/>
                      <a:gd name="connsiteY12" fmla="*/ 0 h 128588"/>
                      <a:gd name="connsiteX13" fmla="*/ 121444 w 150824"/>
                      <a:gd name="connsiteY13" fmla="*/ 0 h 128588"/>
                      <a:gd name="connsiteX14" fmla="*/ 88107 w 150824"/>
                      <a:gd name="connsiteY14" fmla="*/ 9525 h 128588"/>
                      <a:gd name="connsiteX15" fmla="*/ 52388 w 150824"/>
                      <a:gd name="connsiteY15" fmla="*/ 19050 h 128588"/>
                      <a:gd name="connsiteX16" fmla="*/ 0 w 150824"/>
                      <a:gd name="connsiteY16" fmla="*/ 47625 h 128588"/>
                      <a:gd name="connsiteX0" fmla="*/ 0 w 150824"/>
                      <a:gd name="connsiteY0" fmla="*/ 47625 h 128588"/>
                      <a:gd name="connsiteX1" fmla="*/ 16669 w 150824"/>
                      <a:gd name="connsiteY1" fmla="*/ 95250 h 128588"/>
                      <a:gd name="connsiteX2" fmla="*/ 40482 w 150824"/>
                      <a:gd name="connsiteY2" fmla="*/ 119063 h 128588"/>
                      <a:gd name="connsiteX3" fmla="*/ 61913 w 150824"/>
                      <a:gd name="connsiteY3" fmla="*/ 121444 h 128588"/>
                      <a:gd name="connsiteX4" fmla="*/ 76200 w 150824"/>
                      <a:gd name="connsiteY4" fmla="*/ 126207 h 128588"/>
                      <a:gd name="connsiteX5" fmla="*/ 83344 w 150824"/>
                      <a:gd name="connsiteY5" fmla="*/ 128588 h 128588"/>
                      <a:gd name="connsiteX6" fmla="*/ 114300 w 150824"/>
                      <a:gd name="connsiteY6" fmla="*/ 126207 h 128588"/>
                      <a:gd name="connsiteX7" fmla="*/ 135732 w 150824"/>
                      <a:gd name="connsiteY7" fmla="*/ 102394 h 128588"/>
                      <a:gd name="connsiteX8" fmla="*/ 140494 w 150824"/>
                      <a:gd name="connsiteY8" fmla="*/ 80963 h 128588"/>
                      <a:gd name="connsiteX9" fmla="*/ 145257 w 150824"/>
                      <a:gd name="connsiteY9" fmla="*/ 73819 h 128588"/>
                      <a:gd name="connsiteX10" fmla="*/ 150019 w 150824"/>
                      <a:gd name="connsiteY10" fmla="*/ 50007 h 128588"/>
                      <a:gd name="connsiteX11" fmla="*/ 147638 w 150824"/>
                      <a:gd name="connsiteY11" fmla="*/ 0 h 128588"/>
                      <a:gd name="connsiteX12" fmla="*/ 121444 w 150824"/>
                      <a:gd name="connsiteY12" fmla="*/ 0 h 128588"/>
                      <a:gd name="connsiteX13" fmla="*/ 88107 w 150824"/>
                      <a:gd name="connsiteY13" fmla="*/ 9525 h 128588"/>
                      <a:gd name="connsiteX14" fmla="*/ 52388 w 150824"/>
                      <a:gd name="connsiteY14" fmla="*/ 19050 h 128588"/>
                      <a:gd name="connsiteX15" fmla="*/ 0 w 150824"/>
                      <a:gd name="connsiteY15" fmla="*/ 47625 h 128588"/>
                      <a:gd name="connsiteX0" fmla="*/ 0 w 150824"/>
                      <a:gd name="connsiteY0" fmla="*/ 47625 h 128588"/>
                      <a:gd name="connsiteX1" fmla="*/ 16669 w 150824"/>
                      <a:gd name="connsiteY1" fmla="*/ 95250 h 128588"/>
                      <a:gd name="connsiteX2" fmla="*/ 40482 w 150824"/>
                      <a:gd name="connsiteY2" fmla="*/ 119063 h 128588"/>
                      <a:gd name="connsiteX3" fmla="*/ 61913 w 150824"/>
                      <a:gd name="connsiteY3" fmla="*/ 121444 h 128588"/>
                      <a:gd name="connsiteX4" fmla="*/ 76200 w 150824"/>
                      <a:gd name="connsiteY4" fmla="*/ 126207 h 128588"/>
                      <a:gd name="connsiteX5" fmla="*/ 83344 w 150824"/>
                      <a:gd name="connsiteY5" fmla="*/ 128588 h 128588"/>
                      <a:gd name="connsiteX6" fmla="*/ 114300 w 150824"/>
                      <a:gd name="connsiteY6" fmla="*/ 126207 h 128588"/>
                      <a:gd name="connsiteX7" fmla="*/ 140494 w 150824"/>
                      <a:gd name="connsiteY7" fmla="*/ 80963 h 128588"/>
                      <a:gd name="connsiteX8" fmla="*/ 145257 w 150824"/>
                      <a:gd name="connsiteY8" fmla="*/ 73819 h 128588"/>
                      <a:gd name="connsiteX9" fmla="*/ 150019 w 150824"/>
                      <a:gd name="connsiteY9" fmla="*/ 50007 h 128588"/>
                      <a:gd name="connsiteX10" fmla="*/ 147638 w 150824"/>
                      <a:gd name="connsiteY10" fmla="*/ 0 h 128588"/>
                      <a:gd name="connsiteX11" fmla="*/ 121444 w 150824"/>
                      <a:gd name="connsiteY11" fmla="*/ 0 h 128588"/>
                      <a:gd name="connsiteX12" fmla="*/ 88107 w 150824"/>
                      <a:gd name="connsiteY12" fmla="*/ 9525 h 128588"/>
                      <a:gd name="connsiteX13" fmla="*/ 52388 w 150824"/>
                      <a:gd name="connsiteY13" fmla="*/ 19050 h 128588"/>
                      <a:gd name="connsiteX14" fmla="*/ 0 w 150824"/>
                      <a:gd name="connsiteY14" fmla="*/ 47625 h 128588"/>
                      <a:gd name="connsiteX0" fmla="*/ 0 w 150824"/>
                      <a:gd name="connsiteY0" fmla="*/ 47625 h 128588"/>
                      <a:gd name="connsiteX1" fmla="*/ 16669 w 150824"/>
                      <a:gd name="connsiteY1" fmla="*/ 95250 h 128588"/>
                      <a:gd name="connsiteX2" fmla="*/ 40482 w 150824"/>
                      <a:gd name="connsiteY2" fmla="*/ 119063 h 128588"/>
                      <a:gd name="connsiteX3" fmla="*/ 61913 w 150824"/>
                      <a:gd name="connsiteY3" fmla="*/ 121444 h 128588"/>
                      <a:gd name="connsiteX4" fmla="*/ 76200 w 150824"/>
                      <a:gd name="connsiteY4" fmla="*/ 126207 h 128588"/>
                      <a:gd name="connsiteX5" fmla="*/ 83344 w 150824"/>
                      <a:gd name="connsiteY5" fmla="*/ 128588 h 128588"/>
                      <a:gd name="connsiteX6" fmla="*/ 114300 w 150824"/>
                      <a:gd name="connsiteY6" fmla="*/ 126207 h 128588"/>
                      <a:gd name="connsiteX7" fmla="*/ 140494 w 150824"/>
                      <a:gd name="connsiteY7" fmla="*/ 80963 h 128588"/>
                      <a:gd name="connsiteX8" fmla="*/ 119061 w 150824"/>
                      <a:gd name="connsiteY8" fmla="*/ 76200 h 128588"/>
                      <a:gd name="connsiteX9" fmla="*/ 150019 w 150824"/>
                      <a:gd name="connsiteY9" fmla="*/ 50007 h 128588"/>
                      <a:gd name="connsiteX10" fmla="*/ 147638 w 150824"/>
                      <a:gd name="connsiteY10" fmla="*/ 0 h 128588"/>
                      <a:gd name="connsiteX11" fmla="*/ 121444 w 150824"/>
                      <a:gd name="connsiteY11" fmla="*/ 0 h 128588"/>
                      <a:gd name="connsiteX12" fmla="*/ 88107 w 150824"/>
                      <a:gd name="connsiteY12" fmla="*/ 9525 h 128588"/>
                      <a:gd name="connsiteX13" fmla="*/ 52388 w 150824"/>
                      <a:gd name="connsiteY13" fmla="*/ 19050 h 128588"/>
                      <a:gd name="connsiteX14" fmla="*/ 0 w 150824"/>
                      <a:gd name="connsiteY14" fmla="*/ 47625 h 128588"/>
                      <a:gd name="connsiteX0" fmla="*/ 0 w 150824"/>
                      <a:gd name="connsiteY0" fmla="*/ 47625 h 128588"/>
                      <a:gd name="connsiteX1" fmla="*/ 16669 w 150824"/>
                      <a:gd name="connsiteY1" fmla="*/ 95250 h 128588"/>
                      <a:gd name="connsiteX2" fmla="*/ 40482 w 150824"/>
                      <a:gd name="connsiteY2" fmla="*/ 119063 h 128588"/>
                      <a:gd name="connsiteX3" fmla="*/ 61913 w 150824"/>
                      <a:gd name="connsiteY3" fmla="*/ 121444 h 128588"/>
                      <a:gd name="connsiteX4" fmla="*/ 76200 w 150824"/>
                      <a:gd name="connsiteY4" fmla="*/ 126207 h 128588"/>
                      <a:gd name="connsiteX5" fmla="*/ 83344 w 150824"/>
                      <a:gd name="connsiteY5" fmla="*/ 128588 h 128588"/>
                      <a:gd name="connsiteX6" fmla="*/ 114300 w 150824"/>
                      <a:gd name="connsiteY6" fmla="*/ 126207 h 128588"/>
                      <a:gd name="connsiteX7" fmla="*/ 119061 w 150824"/>
                      <a:gd name="connsiteY7" fmla="*/ 116682 h 128588"/>
                      <a:gd name="connsiteX8" fmla="*/ 119061 w 150824"/>
                      <a:gd name="connsiteY8" fmla="*/ 76200 h 128588"/>
                      <a:gd name="connsiteX9" fmla="*/ 150019 w 150824"/>
                      <a:gd name="connsiteY9" fmla="*/ 50007 h 128588"/>
                      <a:gd name="connsiteX10" fmla="*/ 147638 w 150824"/>
                      <a:gd name="connsiteY10" fmla="*/ 0 h 128588"/>
                      <a:gd name="connsiteX11" fmla="*/ 121444 w 150824"/>
                      <a:gd name="connsiteY11" fmla="*/ 0 h 128588"/>
                      <a:gd name="connsiteX12" fmla="*/ 88107 w 150824"/>
                      <a:gd name="connsiteY12" fmla="*/ 9525 h 128588"/>
                      <a:gd name="connsiteX13" fmla="*/ 52388 w 150824"/>
                      <a:gd name="connsiteY13" fmla="*/ 19050 h 128588"/>
                      <a:gd name="connsiteX14" fmla="*/ 0 w 150824"/>
                      <a:gd name="connsiteY14" fmla="*/ 47625 h 128588"/>
                      <a:gd name="connsiteX0" fmla="*/ 0 w 150019"/>
                      <a:gd name="connsiteY0" fmla="*/ 47625 h 128588"/>
                      <a:gd name="connsiteX1" fmla="*/ 16669 w 150019"/>
                      <a:gd name="connsiteY1" fmla="*/ 95250 h 128588"/>
                      <a:gd name="connsiteX2" fmla="*/ 40482 w 150019"/>
                      <a:gd name="connsiteY2" fmla="*/ 119063 h 128588"/>
                      <a:gd name="connsiteX3" fmla="*/ 61913 w 150019"/>
                      <a:gd name="connsiteY3" fmla="*/ 121444 h 128588"/>
                      <a:gd name="connsiteX4" fmla="*/ 76200 w 150019"/>
                      <a:gd name="connsiteY4" fmla="*/ 126207 h 128588"/>
                      <a:gd name="connsiteX5" fmla="*/ 83344 w 150019"/>
                      <a:gd name="connsiteY5" fmla="*/ 128588 h 128588"/>
                      <a:gd name="connsiteX6" fmla="*/ 114300 w 150019"/>
                      <a:gd name="connsiteY6" fmla="*/ 126207 h 128588"/>
                      <a:gd name="connsiteX7" fmla="*/ 119061 w 150019"/>
                      <a:gd name="connsiteY7" fmla="*/ 116682 h 128588"/>
                      <a:gd name="connsiteX8" fmla="*/ 150019 w 150019"/>
                      <a:gd name="connsiteY8" fmla="*/ 50007 h 128588"/>
                      <a:gd name="connsiteX9" fmla="*/ 147638 w 150019"/>
                      <a:gd name="connsiteY9" fmla="*/ 0 h 128588"/>
                      <a:gd name="connsiteX10" fmla="*/ 121444 w 150019"/>
                      <a:gd name="connsiteY10" fmla="*/ 0 h 128588"/>
                      <a:gd name="connsiteX11" fmla="*/ 88107 w 150019"/>
                      <a:gd name="connsiteY11" fmla="*/ 9525 h 128588"/>
                      <a:gd name="connsiteX12" fmla="*/ 52388 w 150019"/>
                      <a:gd name="connsiteY12" fmla="*/ 19050 h 128588"/>
                      <a:gd name="connsiteX13" fmla="*/ 0 w 150019"/>
                      <a:gd name="connsiteY13" fmla="*/ 47625 h 1285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50019" h="128588">
                        <a:moveTo>
                          <a:pt x="0" y="47625"/>
                        </a:moveTo>
                        <a:lnTo>
                          <a:pt x="16669" y="95250"/>
                        </a:lnTo>
                        <a:lnTo>
                          <a:pt x="40482" y="119063"/>
                        </a:lnTo>
                        <a:cubicBezTo>
                          <a:pt x="47626" y="119857"/>
                          <a:pt x="54865" y="120034"/>
                          <a:pt x="61913" y="121444"/>
                        </a:cubicBezTo>
                        <a:cubicBezTo>
                          <a:pt x="66836" y="122429"/>
                          <a:pt x="71438" y="124619"/>
                          <a:pt x="76200" y="126207"/>
                        </a:cubicBezTo>
                        <a:lnTo>
                          <a:pt x="83344" y="128588"/>
                        </a:lnTo>
                        <a:cubicBezTo>
                          <a:pt x="93663" y="127794"/>
                          <a:pt x="104022" y="127416"/>
                          <a:pt x="114300" y="126207"/>
                        </a:cubicBezTo>
                        <a:cubicBezTo>
                          <a:pt x="123825" y="118270"/>
                          <a:pt x="113902" y="125413"/>
                          <a:pt x="119061" y="116682"/>
                        </a:cubicBezTo>
                        <a:cubicBezTo>
                          <a:pt x="125014" y="103982"/>
                          <a:pt x="145256" y="69454"/>
                          <a:pt x="150019" y="50007"/>
                        </a:cubicBezTo>
                        <a:cubicBezTo>
                          <a:pt x="146769" y="17506"/>
                          <a:pt x="147638" y="34171"/>
                          <a:pt x="147638" y="0"/>
                        </a:cubicBezTo>
                        <a:lnTo>
                          <a:pt x="121444" y="0"/>
                        </a:lnTo>
                        <a:lnTo>
                          <a:pt x="88107" y="9525"/>
                        </a:lnTo>
                        <a:lnTo>
                          <a:pt x="52388" y="19050"/>
                        </a:lnTo>
                        <a:lnTo>
                          <a:pt x="0" y="47625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</p:grpSp>
          </p:grpSp>
        </p:grpSp>
        <p:sp>
          <p:nvSpPr>
            <p:cNvPr id="53" name="Freeform 52"/>
            <p:cNvSpPr/>
            <p:nvPr/>
          </p:nvSpPr>
          <p:spPr>
            <a:xfrm>
              <a:off x="3879056" y="2445544"/>
              <a:ext cx="4763" cy="1238250"/>
            </a:xfrm>
            <a:custGeom>
              <a:avLst/>
              <a:gdLst>
                <a:gd name="connsiteX0" fmla="*/ 4763 w 4763"/>
                <a:gd name="connsiteY0" fmla="*/ 0 h 1238250"/>
                <a:gd name="connsiteX1" fmla="*/ 0 w 4763"/>
                <a:gd name="connsiteY1" fmla="*/ 1238250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63" h="1238250">
                  <a:moveTo>
                    <a:pt x="4763" y="0"/>
                  </a:moveTo>
                  <a:cubicBezTo>
                    <a:pt x="3175" y="412750"/>
                    <a:pt x="1587" y="825500"/>
                    <a:pt x="0" y="1238250"/>
                  </a:cubicBezTo>
                </a:path>
              </a:pathLst>
            </a:cu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54" name="Straight Arrow Connector 53"/>
            <p:cNvCxnSpPr>
              <a:endCxn id="127" idx="1"/>
            </p:cNvCxnSpPr>
            <p:nvPr/>
          </p:nvCxnSpPr>
          <p:spPr>
            <a:xfrm flipH="1">
              <a:off x="5606416" y="1571475"/>
              <a:ext cx="310990" cy="19064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5841095" y="1365440"/>
              <a:ext cx="11849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GW_MonitoringSite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2517799" y="4513130"/>
              <a:ext cx="525134" cy="12591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8" idx="3"/>
            </p:cNvCxnSpPr>
            <p:nvPr/>
          </p:nvCxnSpPr>
          <p:spPr>
            <a:xfrm flipV="1">
              <a:off x="2490077" y="4206985"/>
              <a:ext cx="543601" cy="11541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H="1" flipV="1">
              <a:off x="1537034" y="4077498"/>
              <a:ext cx="216000" cy="39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>
              <a:off x="2663311" y="4081715"/>
              <a:ext cx="216000" cy="276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 flipH="1" flipV="1">
              <a:off x="889338" y="4217992"/>
              <a:ext cx="569117" cy="41055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 flipV="1">
              <a:off x="1103649" y="4167826"/>
              <a:ext cx="479390" cy="15965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390074" y="3080708"/>
              <a:ext cx="8897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Fractured rock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500916" y="3861715"/>
              <a:ext cx="8897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Particulate rock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 rot="19920000">
              <a:off x="4132413" y="3062172"/>
              <a:ext cx="11400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GW_ConfiningBed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 rot="19980000">
              <a:off x="3794471" y="3141982"/>
              <a:ext cx="81304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567412" y="1866900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Observation</a:t>
              </a:r>
            </a:p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well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7" name="Freeform 66"/>
            <p:cNvSpPr/>
            <p:nvPr/>
          </p:nvSpPr>
          <p:spPr>
            <a:xfrm>
              <a:off x="3619500" y="2064544"/>
              <a:ext cx="909637" cy="347662"/>
            </a:xfrm>
            <a:custGeom>
              <a:avLst/>
              <a:gdLst>
                <a:gd name="connsiteX0" fmla="*/ 433387 w 909637"/>
                <a:gd name="connsiteY0" fmla="*/ 328612 h 347662"/>
                <a:gd name="connsiteX1" fmla="*/ 323850 w 909637"/>
                <a:gd name="connsiteY1" fmla="*/ 304800 h 347662"/>
                <a:gd name="connsiteX2" fmla="*/ 247650 w 909637"/>
                <a:gd name="connsiteY2" fmla="*/ 290512 h 347662"/>
                <a:gd name="connsiteX3" fmla="*/ 133350 w 909637"/>
                <a:gd name="connsiteY3" fmla="*/ 285750 h 347662"/>
                <a:gd name="connsiteX4" fmla="*/ 61912 w 909637"/>
                <a:gd name="connsiteY4" fmla="*/ 280987 h 347662"/>
                <a:gd name="connsiteX5" fmla="*/ 14287 w 909637"/>
                <a:gd name="connsiteY5" fmla="*/ 252412 h 347662"/>
                <a:gd name="connsiteX6" fmla="*/ 0 w 909637"/>
                <a:gd name="connsiteY6" fmla="*/ 195262 h 347662"/>
                <a:gd name="connsiteX7" fmla="*/ 0 w 909637"/>
                <a:gd name="connsiteY7" fmla="*/ 195262 h 347662"/>
                <a:gd name="connsiteX8" fmla="*/ 4762 w 909637"/>
                <a:gd name="connsiteY8" fmla="*/ 128587 h 347662"/>
                <a:gd name="connsiteX9" fmla="*/ 71437 w 909637"/>
                <a:gd name="connsiteY9" fmla="*/ 80962 h 347662"/>
                <a:gd name="connsiteX10" fmla="*/ 114300 w 909637"/>
                <a:gd name="connsiteY10" fmla="*/ 52387 h 347662"/>
                <a:gd name="connsiteX11" fmla="*/ 147637 w 909637"/>
                <a:gd name="connsiteY11" fmla="*/ 38100 h 347662"/>
                <a:gd name="connsiteX12" fmla="*/ 280987 w 909637"/>
                <a:gd name="connsiteY12" fmla="*/ 19050 h 347662"/>
                <a:gd name="connsiteX13" fmla="*/ 347662 w 909637"/>
                <a:gd name="connsiteY13" fmla="*/ 0 h 347662"/>
                <a:gd name="connsiteX14" fmla="*/ 414337 w 909637"/>
                <a:gd name="connsiteY14" fmla="*/ 14287 h 347662"/>
                <a:gd name="connsiteX15" fmla="*/ 471487 w 909637"/>
                <a:gd name="connsiteY15" fmla="*/ 28575 h 347662"/>
                <a:gd name="connsiteX16" fmla="*/ 571500 w 909637"/>
                <a:gd name="connsiteY16" fmla="*/ 57150 h 347662"/>
                <a:gd name="connsiteX17" fmla="*/ 647700 w 909637"/>
                <a:gd name="connsiteY17" fmla="*/ 66675 h 347662"/>
                <a:gd name="connsiteX18" fmla="*/ 685800 w 909637"/>
                <a:gd name="connsiteY18" fmla="*/ 71437 h 347662"/>
                <a:gd name="connsiteX19" fmla="*/ 738187 w 909637"/>
                <a:gd name="connsiteY19" fmla="*/ 80962 h 347662"/>
                <a:gd name="connsiteX20" fmla="*/ 785812 w 909637"/>
                <a:gd name="connsiteY20" fmla="*/ 95250 h 347662"/>
                <a:gd name="connsiteX21" fmla="*/ 828675 w 909637"/>
                <a:gd name="connsiteY21" fmla="*/ 100012 h 347662"/>
                <a:gd name="connsiteX22" fmla="*/ 909637 w 909637"/>
                <a:gd name="connsiteY22" fmla="*/ 123825 h 347662"/>
                <a:gd name="connsiteX23" fmla="*/ 862012 w 909637"/>
                <a:gd name="connsiteY23" fmla="*/ 161925 h 347662"/>
                <a:gd name="connsiteX24" fmla="*/ 819150 w 909637"/>
                <a:gd name="connsiteY24" fmla="*/ 219075 h 347662"/>
                <a:gd name="connsiteX25" fmla="*/ 762000 w 909637"/>
                <a:gd name="connsiteY25" fmla="*/ 280987 h 347662"/>
                <a:gd name="connsiteX26" fmla="*/ 714375 w 909637"/>
                <a:gd name="connsiteY26" fmla="*/ 300037 h 347662"/>
                <a:gd name="connsiteX27" fmla="*/ 633412 w 909637"/>
                <a:gd name="connsiteY27" fmla="*/ 328612 h 347662"/>
                <a:gd name="connsiteX28" fmla="*/ 600075 w 909637"/>
                <a:gd name="connsiteY28" fmla="*/ 347662 h 347662"/>
                <a:gd name="connsiteX29" fmla="*/ 500062 w 909637"/>
                <a:gd name="connsiteY29" fmla="*/ 342900 h 347662"/>
                <a:gd name="connsiteX30" fmla="*/ 433387 w 909637"/>
                <a:gd name="connsiteY30" fmla="*/ 328612 h 347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9637" h="347662">
                  <a:moveTo>
                    <a:pt x="433387" y="328612"/>
                  </a:moveTo>
                  <a:lnTo>
                    <a:pt x="323850" y="304800"/>
                  </a:lnTo>
                  <a:lnTo>
                    <a:pt x="247650" y="290512"/>
                  </a:lnTo>
                  <a:lnTo>
                    <a:pt x="133350" y="285750"/>
                  </a:lnTo>
                  <a:lnTo>
                    <a:pt x="61912" y="280987"/>
                  </a:lnTo>
                  <a:lnTo>
                    <a:pt x="14287" y="252412"/>
                  </a:lnTo>
                  <a:lnTo>
                    <a:pt x="0" y="195262"/>
                  </a:lnTo>
                  <a:lnTo>
                    <a:pt x="0" y="195262"/>
                  </a:lnTo>
                  <a:lnTo>
                    <a:pt x="4762" y="128587"/>
                  </a:lnTo>
                  <a:lnTo>
                    <a:pt x="71437" y="80962"/>
                  </a:lnTo>
                  <a:lnTo>
                    <a:pt x="114300" y="52387"/>
                  </a:lnTo>
                  <a:lnTo>
                    <a:pt x="147637" y="38100"/>
                  </a:lnTo>
                  <a:lnTo>
                    <a:pt x="280987" y="19050"/>
                  </a:lnTo>
                  <a:lnTo>
                    <a:pt x="347662" y="0"/>
                  </a:lnTo>
                  <a:lnTo>
                    <a:pt x="414337" y="14287"/>
                  </a:lnTo>
                  <a:lnTo>
                    <a:pt x="471487" y="28575"/>
                  </a:lnTo>
                  <a:lnTo>
                    <a:pt x="571500" y="57150"/>
                  </a:lnTo>
                  <a:lnTo>
                    <a:pt x="647700" y="66675"/>
                  </a:lnTo>
                  <a:lnTo>
                    <a:pt x="685800" y="71437"/>
                  </a:lnTo>
                  <a:lnTo>
                    <a:pt x="738187" y="80962"/>
                  </a:lnTo>
                  <a:lnTo>
                    <a:pt x="785812" y="95250"/>
                  </a:lnTo>
                  <a:lnTo>
                    <a:pt x="828675" y="100012"/>
                  </a:lnTo>
                  <a:lnTo>
                    <a:pt x="909637" y="123825"/>
                  </a:lnTo>
                  <a:lnTo>
                    <a:pt x="862012" y="161925"/>
                  </a:lnTo>
                  <a:lnTo>
                    <a:pt x="819150" y="219075"/>
                  </a:lnTo>
                  <a:lnTo>
                    <a:pt x="762000" y="280987"/>
                  </a:lnTo>
                  <a:lnTo>
                    <a:pt x="714375" y="300037"/>
                  </a:lnTo>
                  <a:lnTo>
                    <a:pt x="633412" y="328612"/>
                  </a:lnTo>
                  <a:lnTo>
                    <a:pt x="600075" y="347662"/>
                  </a:lnTo>
                  <a:lnTo>
                    <a:pt x="500062" y="342900"/>
                  </a:lnTo>
                  <a:lnTo>
                    <a:pt x="433387" y="328612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Freeform 67"/>
            <p:cNvSpPr/>
            <p:nvPr/>
          </p:nvSpPr>
          <p:spPr>
            <a:xfrm>
              <a:off x="2090737" y="1800225"/>
              <a:ext cx="1676400" cy="397669"/>
            </a:xfrm>
            <a:custGeom>
              <a:avLst/>
              <a:gdLst>
                <a:gd name="connsiteX0" fmla="*/ 0 w 1676400"/>
                <a:gd name="connsiteY0" fmla="*/ 0 h 397669"/>
                <a:gd name="connsiteX1" fmla="*/ 0 w 1676400"/>
                <a:gd name="connsiteY1" fmla="*/ 0 h 397669"/>
                <a:gd name="connsiteX2" fmla="*/ 66675 w 1676400"/>
                <a:gd name="connsiteY2" fmla="*/ 4762 h 397669"/>
                <a:gd name="connsiteX3" fmla="*/ 102394 w 1676400"/>
                <a:gd name="connsiteY3" fmla="*/ 7144 h 397669"/>
                <a:gd name="connsiteX4" fmla="*/ 102394 w 1676400"/>
                <a:gd name="connsiteY4" fmla="*/ 19050 h 397669"/>
                <a:gd name="connsiteX5" fmla="*/ 83344 w 1676400"/>
                <a:gd name="connsiteY5" fmla="*/ 21431 h 397669"/>
                <a:gd name="connsiteX6" fmla="*/ 83344 w 1676400"/>
                <a:gd name="connsiteY6" fmla="*/ 21431 h 397669"/>
                <a:gd name="connsiteX7" fmla="*/ 88106 w 1676400"/>
                <a:gd name="connsiteY7" fmla="*/ 42862 h 397669"/>
                <a:gd name="connsiteX8" fmla="*/ 114300 w 1676400"/>
                <a:gd name="connsiteY8" fmla="*/ 50006 h 397669"/>
                <a:gd name="connsiteX9" fmla="*/ 157163 w 1676400"/>
                <a:gd name="connsiteY9" fmla="*/ 50006 h 397669"/>
                <a:gd name="connsiteX10" fmla="*/ 183356 w 1676400"/>
                <a:gd name="connsiteY10" fmla="*/ 38100 h 397669"/>
                <a:gd name="connsiteX11" fmla="*/ 211931 w 1676400"/>
                <a:gd name="connsiteY11" fmla="*/ 40481 h 397669"/>
                <a:gd name="connsiteX12" fmla="*/ 211931 w 1676400"/>
                <a:gd name="connsiteY12" fmla="*/ 59531 h 397669"/>
                <a:gd name="connsiteX13" fmla="*/ 185738 w 1676400"/>
                <a:gd name="connsiteY13" fmla="*/ 69056 h 397669"/>
                <a:gd name="connsiteX14" fmla="*/ 209550 w 1676400"/>
                <a:gd name="connsiteY14" fmla="*/ 83344 h 397669"/>
                <a:gd name="connsiteX15" fmla="*/ 228600 w 1676400"/>
                <a:gd name="connsiteY15" fmla="*/ 78581 h 397669"/>
                <a:gd name="connsiteX16" fmla="*/ 266700 w 1676400"/>
                <a:gd name="connsiteY16" fmla="*/ 71437 h 397669"/>
                <a:gd name="connsiteX17" fmla="*/ 292894 w 1676400"/>
                <a:gd name="connsiteY17" fmla="*/ 85725 h 397669"/>
                <a:gd name="connsiteX18" fmla="*/ 366713 w 1676400"/>
                <a:gd name="connsiteY18" fmla="*/ 104775 h 397669"/>
                <a:gd name="connsiteX19" fmla="*/ 388144 w 1676400"/>
                <a:gd name="connsiteY19" fmla="*/ 95250 h 397669"/>
                <a:gd name="connsiteX20" fmla="*/ 404813 w 1676400"/>
                <a:gd name="connsiteY20" fmla="*/ 73819 h 397669"/>
                <a:gd name="connsiteX21" fmla="*/ 459581 w 1676400"/>
                <a:gd name="connsiteY21" fmla="*/ 66675 h 397669"/>
                <a:gd name="connsiteX22" fmla="*/ 516731 w 1676400"/>
                <a:gd name="connsiteY22" fmla="*/ 73819 h 397669"/>
                <a:gd name="connsiteX23" fmla="*/ 552450 w 1676400"/>
                <a:gd name="connsiteY23" fmla="*/ 83344 h 397669"/>
                <a:gd name="connsiteX24" fmla="*/ 578644 w 1676400"/>
                <a:gd name="connsiteY24" fmla="*/ 95250 h 397669"/>
                <a:gd name="connsiteX25" fmla="*/ 657225 w 1676400"/>
                <a:gd name="connsiteY25" fmla="*/ 104775 h 397669"/>
                <a:gd name="connsiteX26" fmla="*/ 702469 w 1676400"/>
                <a:gd name="connsiteY26" fmla="*/ 116681 h 397669"/>
                <a:gd name="connsiteX27" fmla="*/ 752475 w 1676400"/>
                <a:gd name="connsiteY27" fmla="*/ 130969 h 397669"/>
                <a:gd name="connsiteX28" fmla="*/ 838200 w 1676400"/>
                <a:gd name="connsiteY28" fmla="*/ 130969 h 397669"/>
                <a:gd name="connsiteX29" fmla="*/ 892969 w 1676400"/>
                <a:gd name="connsiteY29" fmla="*/ 145256 h 397669"/>
                <a:gd name="connsiteX30" fmla="*/ 952500 w 1676400"/>
                <a:gd name="connsiteY30" fmla="*/ 171450 h 397669"/>
                <a:gd name="connsiteX31" fmla="*/ 992981 w 1676400"/>
                <a:gd name="connsiteY31" fmla="*/ 216694 h 397669"/>
                <a:gd name="connsiteX32" fmla="*/ 1050131 w 1676400"/>
                <a:gd name="connsiteY32" fmla="*/ 250031 h 397669"/>
                <a:gd name="connsiteX33" fmla="*/ 1078706 w 1676400"/>
                <a:gd name="connsiteY33" fmla="*/ 238125 h 397669"/>
                <a:gd name="connsiteX34" fmla="*/ 1140619 w 1676400"/>
                <a:gd name="connsiteY34" fmla="*/ 235744 h 397669"/>
                <a:gd name="connsiteX35" fmla="*/ 1171575 w 1676400"/>
                <a:gd name="connsiteY35" fmla="*/ 261937 h 397669"/>
                <a:gd name="connsiteX36" fmla="*/ 1200150 w 1676400"/>
                <a:gd name="connsiteY36" fmla="*/ 290512 h 397669"/>
                <a:gd name="connsiteX37" fmla="*/ 1297781 w 1676400"/>
                <a:gd name="connsiteY37" fmla="*/ 326231 h 397669"/>
                <a:gd name="connsiteX38" fmla="*/ 1404938 w 1676400"/>
                <a:gd name="connsiteY38" fmla="*/ 278606 h 397669"/>
                <a:gd name="connsiteX39" fmla="*/ 1421606 w 1676400"/>
                <a:gd name="connsiteY39" fmla="*/ 276225 h 397669"/>
                <a:gd name="connsiteX40" fmla="*/ 1493044 w 1676400"/>
                <a:gd name="connsiteY40" fmla="*/ 271462 h 397669"/>
                <a:gd name="connsiteX41" fmla="*/ 1581150 w 1676400"/>
                <a:gd name="connsiteY41" fmla="*/ 283369 h 397669"/>
                <a:gd name="connsiteX42" fmla="*/ 1654969 w 1676400"/>
                <a:gd name="connsiteY42" fmla="*/ 300037 h 397669"/>
                <a:gd name="connsiteX43" fmla="*/ 1676400 w 1676400"/>
                <a:gd name="connsiteY43" fmla="*/ 302419 h 397669"/>
                <a:gd name="connsiteX44" fmla="*/ 1654969 w 1676400"/>
                <a:gd name="connsiteY44" fmla="*/ 309562 h 397669"/>
                <a:gd name="connsiteX45" fmla="*/ 1585913 w 1676400"/>
                <a:gd name="connsiteY45" fmla="*/ 292894 h 397669"/>
                <a:gd name="connsiteX46" fmla="*/ 1533525 w 1676400"/>
                <a:gd name="connsiteY46" fmla="*/ 283369 h 397669"/>
                <a:gd name="connsiteX47" fmla="*/ 1485900 w 1676400"/>
                <a:gd name="connsiteY47" fmla="*/ 283369 h 397669"/>
                <a:gd name="connsiteX48" fmla="*/ 1454944 w 1676400"/>
                <a:gd name="connsiteY48" fmla="*/ 283369 h 397669"/>
                <a:gd name="connsiteX49" fmla="*/ 1407319 w 1676400"/>
                <a:gd name="connsiteY49" fmla="*/ 288131 h 397669"/>
                <a:gd name="connsiteX50" fmla="*/ 1381125 w 1676400"/>
                <a:gd name="connsiteY50" fmla="*/ 292894 h 397669"/>
                <a:gd name="connsiteX51" fmla="*/ 1362075 w 1676400"/>
                <a:gd name="connsiteY51" fmla="*/ 307181 h 397669"/>
                <a:gd name="connsiteX52" fmla="*/ 1309688 w 1676400"/>
                <a:gd name="connsiteY52" fmla="*/ 328612 h 397669"/>
                <a:gd name="connsiteX53" fmla="*/ 1285875 w 1676400"/>
                <a:gd name="connsiteY53" fmla="*/ 328612 h 397669"/>
                <a:gd name="connsiteX54" fmla="*/ 1238250 w 1676400"/>
                <a:gd name="connsiteY54" fmla="*/ 319087 h 397669"/>
                <a:gd name="connsiteX55" fmla="*/ 1197769 w 1676400"/>
                <a:gd name="connsiteY55" fmla="*/ 300037 h 397669"/>
                <a:gd name="connsiteX56" fmla="*/ 1173956 w 1676400"/>
                <a:gd name="connsiteY56" fmla="*/ 285750 h 397669"/>
                <a:gd name="connsiteX57" fmla="*/ 1145381 w 1676400"/>
                <a:gd name="connsiteY57" fmla="*/ 254794 h 397669"/>
                <a:gd name="connsiteX58" fmla="*/ 1114425 w 1676400"/>
                <a:gd name="connsiteY58" fmla="*/ 242887 h 397669"/>
                <a:gd name="connsiteX59" fmla="*/ 1083469 w 1676400"/>
                <a:gd name="connsiteY59" fmla="*/ 247650 h 397669"/>
                <a:gd name="connsiteX60" fmla="*/ 1057275 w 1676400"/>
                <a:gd name="connsiteY60" fmla="*/ 252412 h 397669"/>
                <a:gd name="connsiteX61" fmla="*/ 1031081 w 1676400"/>
                <a:gd name="connsiteY61" fmla="*/ 252412 h 397669"/>
                <a:gd name="connsiteX62" fmla="*/ 992981 w 1676400"/>
                <a:gd name="connsiteY62" fmla="*/ 233362 h 397669"/>
                <a:gd name="connsiteX63" fmla="*/ 969169 w 1676400"/>
                <a:gd name="connsiteY63" fmla="*/ 207169 h 397669"/>
                <a:gd name="connsiteX64" fmla="*/ 931069 w 1676400"/>
                <a:gd name="connsiteY64" fmla="*/ 176212 h 397669"/>
                <a:gd name="connsiteX65" fmla="*/ 890588 w 1676400"/>
                <a:gd name="connsiteY65" fmla="*/ 164306 h 397669"/>
                <a:gd name="connsiteX66" fmla="*/ 845344 w 1676400"/>
                <a:gd name="connsiteY66" fmla="*/ 150019 h 397669"/>
                <a:gd name="connsiteX67" fmla="*/ 823913 w 1676400"/>
                <a:gd name="connsiteY67" fmla="*/ 145256 h 397669"/>
                <a:gd name="connsiteX68" fmla="*/ 842963 w 1676400"/>
                <a:gd name="connsiteY68" fmla="*/ 164306 h 397669"/>
                <a:gd name="connsiteX69" fmla="*/ 842963 w 1676400"/>
                <a:gd name="connsiteY69" fmla="*/ 178594 h 397669"/>
                <a:gd name="connsiteX70" fmla="*/ 842963 w 1676400"/>
                <a:gd name="connsiteY70" fmla="*/ 178594 h 397669"/>
                <a:gd name="connsiteX71" fmla="*/ 835819 w 1676400"/>
                <a:gd name="connsiteY71" fmla="*/ 211931 h 397669"/>
                <a:gd name="connsiteX72" fmla="*/ 819150 w 1676400"/>
                <a:gd name="connsiteY72" fmla="*/ 233362 h 397669"/>
                <a:gd name="connsiteX73" fmla="*/ 792956 w 1676400"/>
                <a:gd name="connsiteY73" fmla="*/ 254794 h 397669"/>
                <a:gd name="connsiteX74" fmla="*/ 776288 w 1676400"/>
                <a:gd name="connsiteY74" fmla="*/ 264319 h 397669"/>
                <a:gd name="connsiteX75" fmla="*/ 738188 w 1676400"/>
                <a:gd name="connsiteY75" fmla="*/ 271462 h 397669"/>
                <a:gd name="connsiteX76" fmla="*/ 681038 w 1676400"/>
                <a:gd name="connsiteY76" fmla="*/ 271462 h 397669"/>
                <a:gd name="connsiteX77" fmla="*/ 621506 w 1676400"/>
                <a:gd name="connsiteY77" fmla="*/ 259556 h 397669"/>
                <a:gd name="connsiteX78" fmla="*/ 576263 w 1676400"/>
                <a:gd name="connsiteY78" fmla="*/ 254794 h 397669"/>
                <a:gd name="connsiteX79" fmla="*/ 526256 w 1676400"/>
                <a:gd name="connsiteY79" fmla="*/ 261937 h 397669"/>
                <a:gd name="connsiteX80" fmla="*/ 495300 w 1676400"/>
                <a:gd name="connsiteY80" fmla="*/ 266700 h 397669"/>
                <a:gd name="connsiteX81" fmla="*/ 469106 w 1676400"/>
                <a:gd name="connsiteY81" fmla="*/ 266700 h 397669"/>
                <a:gd name="connsiteX82" fmla="*/ 421481 w 1676400"/>
                <a:gd name="connsiteY82" fmla="*/ 273844 h 397669"/>
                <a:gd name="connsiteX83" fmla="*/ 359569 w 1676400"/>
                <a:gd name="connsiteY83" fmla="*/ 280987 h 397669"/>
                <a:gd name="connsiteX84" fmla="*/ 311944 w 1676400"/>
                <a:gd name="connsiteY84" fmla="*/ 285750 h 397669"/>
                <a:gd name="connsiteX85" fmla="*/ 259556 w 1676400"/>
                <a:gd name="connsiteY85" fmla="*/ 290512 h 397669"/>
                <a:gd name="connsiteX86" fmla="*/ 219075 w 1676400"/>
                <a:gd name="connsiteY86" fmla="*/ 297656 h 397669"/>
                <a:gd name="connsiteX87" fmla="*/ 133350 w 1676400"/>
                <a:gd name="connsiteY87" fmla="*/ 342900 h 397669"/>
                <a:gd name="connsiteX88" fmla="*/ 123825 w 1676400"/>
                <a:gd name="connsiteY88" fmla="*/ 385762 h 397669"/>
                <a:gd name="connsiteX89" fmla="*/ 104775 w 1676400"/>
                <a:gd name="connsiteY89" fmla="*/ 397669 h 397669"/>
                <a:gd name="connsiteX90" fmla="*/ 50006 w 1676400"/>
                <a:gd name="connsiteY90" fmla="*/ 397669 h 397669"/>
                <a:gd name="connsiteX91" fmla="*/ 28575 w 1676400"/>
                <a:gd name="connsiteY91" fmla="*/ 369094 h 397669"/>
                <a:gd name="connsiteX92" fmla="*/ 16669 w 1676400"/>
                <a:gd name="connsiteY92" fmla="*/ 342900 h 397669"/>
                <a:gd name="connsiteX93" fmla="*/ 28575 w 1676400"/>
                <a:gd name="connsiteY93" fmla="*/ 335756 h 397669"/>
                <a:gd name="connsiteX94" fmla="*/ 52388 w 1676400"/>
                <a:gd name="connsiteY94" fmla="*/ 323850 h 397669"/>
                <a:gd name="connsiteX95" fmla="*/ 73819 w 1676400"/>
                <a:gd name="connsiteY95" fmla="*/ 321469 h 397669"/>
                <a:gd name="connsiteX96" fmla="*/ 128588 w 1676400"/>
                <a:gd name="connsiteY96" fmla="*/ 302419 h 397669"/>
                <a:gd name="connsiteX97" fmla="*/ 164306 w 1676400"/>
                <a:gd name="connsiteY97" fmla="*/ 285750 h 397669"/>
                <a:gd name="connsiteX98" fmla="*/ 216694 w 1676400"/>
                <a:gd name="connsiteY98" fmla="*/ 271462 h 397669"/>
                <a:gd name="connsiteX99" fmla="*/ 302419 w 1676400"/>
                <a:gd name="connsiteY99" fmla="*/ 250031 h 397669"/>
                <a:gd name="connsiteX100" fmla="*/ 369094 w 1676400"/>
                <a:gd name="connsiteY100" fmla="*/ 240506 h 397669"/>
                <a:gd name="connsiteX101" fmla="*/ 454819 w 1676400"/>
                <a:gd name="connsiteY101" fmla="*/ 235744 h 397669"/>
                <a:gd name="connsiteX102" fmla="*/ 533400 w 1676400"/>
                <a:gd name="connsiteY102" fmla="*/ 221456 h 397669"/>
                <a:gd name="connsiteX103" fmla="*/ 621506 w 1676400"/>
                <a:gd name="connsiteY103" fmla="*/ 223837 h 397669"/>
                <a:gd name="connsiteX104" fmla="*/ 683419 w 1676400"/>
                <a:gd name="connsiteY104" fmla="*/ 223837 h 397669"/>
                <a:gd name="connsiteX105" fmla="*/ 735806 w 1676400"/>
                <a:gd name="connsiteY105" fmla="*/ 204787 h 397669"/>
                <a:gd name="connsiteX106" fmla="*/ 742950 w 1676400"/>
                <a:gd name="connsiteY106" fmla="*/ 185737 h 397669"/>
                <a:gd name="connsiteX107" fmla="*/ 735806 w 1676400"/>
                <a:gd name="connsiteY107" fmla="*/ 154781 h 397669"/>
                <a:gd name="connsiteX108" fmla="*/ 707231 w 1676400"/>
                <a:gd name="connsiteY108" fmla="*/ 147637 h 397669"/>
                <a:gd name="connsiteX109" fmla="*/ 659606 w 1676400"/>
                <a:gd name="connsiteY109" fmla="*/ 138112 h 397669"/>
                <a:gd name="connsiteX110" fmla="*/ 604838 w 1676400"/>
                <a:gd name="connsiteY110" fmla="*/ 121444 h 397669"/>
                <a:gd name="connsiteX111" fmla="*/ 552450 w 1676400"/>
                <a:gd name="connsiteY111" fmla="*/ 119062 h 397669"/>
                <a:gd name="connsiteX112" fmla="*/ 533400 w 1676400"/>
                <a:gd name="connsiteY112" fmla="*/ 119062 h 397669"/>
                <a:gd name="connsiteX113" fmla="*/ 492919 w 1676400"/>
                <a:gd name="connsiteY113" fmla="*/ 116681 h 397669"/>
                <a:gd name="connsiteX114" fmla="*/ 450056 w 1676400"/>
                <a:gd name="connsiteY114" fmla="*/ 121444 h 397669"/>
                <a:gd name="connsiteX115" fmla="*/ 442913 w 1676400"/>
                <a:gd name="connsiteY115" fmla="*/ 152400 h 397669"/>
                <a:gd name="connsiteX116" fmla="*/ 416719 w 1676400"/>
                <a:gd name="connsiteY116" fmla="*/ 154781 h 397669"/>
                <a:gd name="connsiteX117" fmla="*/ 376238 w 1676400"/>
                <a:gd name="connsiteY117" fmla="*/ 142875 h 397669"/>
                <a:gd name="connsiteX118" fmla="*/ 342900 w 1676400"/>
                <a:gd name="connsiteY118" fmla="*/ 126206 h 397669"/>
                <a:gd name="connsiteX119" fmla="*/ 328613 w 1676400"/>
                <a:gd name="connsiteY119" fmla="*/ 111919 h 397669"/>
                <a:gd name="connsiteX120" fmla="*/ 288131 w 1676400"/>
                <a:gd name="connsiteY120" fmla="*/ 100012 h 397669"/>
                <a:gd name="connsiteX121" fmla="*/ 259556 w 1676400"/>
                <a:gd name="connsiteY121" fmla="*/ 90487 h 397669"/>
                <a:gd name="connsiteX122" fmla="*/ 230981 w 1676400"/>
                <a:gd name="connsiteY122" fmla="*/ 97631 h 397669"/>
                <a:gd name="connsiteX123" fmla="*/ 185738 w 1676400"/>
                <a:gd name="connsiteY123" fmla="*/ 116681 h 397669"/>
                <a:gd name="connsiteX124" fmla="*/ 157163 w 1676400"/>
                <a:gd name="connsiteY124" fmla="*/ 114300 h 397669"/>
                <a:gd name="connsiteX125" fmla="*/ 138113 w 1676400"/>
                <a:gd name="connsiteY125" fmla="*/ 83344 h 397669"/>
                <a:gd name="connsiteX126" fmla="*/ 176213 w 1676400"/>
                <a:gd name="connsiteY126" fmla="*/ 59531 h 397669"/>
                <a:gd name="connsiteX127" fmla="*/ 126206 w 1676400"/>
                <a:gd name="connsiteY127" fmla="*/ 54769 h 397669"/>
                <a:gd name="connsiteX128" fmla="*/ 73819 w 1676400"/>
                <a:gd name="connsiteY128" fmla="*/ 50006 h 397669"/>
                <a:gd name="connsiteX129" fmla="*/ 64294 w 1676400"/>
                <a:gd name="connsiteY129" fmla="*/ 30956 h 397669"/>
                <a:gd name="connsiteX130" fmla="*/ 66675 w 1676400"/>
                <a:gd name="connsiteY130" fmla="*/ 19050 h 397669"/>
                <a:gd name="connsiteX131" fmla="*/ 66675 w 1676400"/>
                <a:gd name="connsiteY131" fmla="*/ 19050 h 397669"/>
                <a:gd name="connsiteX132" fmla="*/ 0 w 1676400"/>
                <a:gd name="connsiteY132" fmla="*/ 0 h 39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1676400" h="397669">
                  <a:moveTo>
                    <a:pt x="0" y="0"/>
                  </a:moveTo>
                  <a:lnTo>
                    <a:pt x="0" y="0"/>
                  </a:lnTo>
                  <a:lnTo>
                    <a:pt x="66675" y="4762"/>
                  </a:lnTo>
                  <a:lnTo>
                    <a:pt x="102394" y="7144"/>
                  </a:lnTo>
                  <a:lnTo>
                    <a:pt x="102394" y="19050"/>
                  </a:lnTo>
                  <a:lnTo>
                    <a:pt x="83344" y="21431"/>
                  </a:lnTo>
                  <a:lnTo>
                    <a:pt x="83344" y="21431"/>
                  </a:lnTo>
                  <a:lnTo>
                    <a:pt x="88106" y="42862"/>
                  </a:lnTo>
                  <a:lnTo>
                    <a:pt x="114300" y="50006"/>
                  </a:lnTo>
                  <a:lnTo>
                    <a:pt x="157163" y="50006"/>
                  </a:lnTo>
                  <a:lnTo>
                    <a:pt x="183356" y="38100"/>
                  </a:lnTo>
                  <a:lnTo>
                    <a:pt x="211931" y="40481"/>
                  </a:lnTo>
                  <a:lnTo>
                    <a:pt x="211931" y="59531"/>
                  </a:lnTo>
                  <a:lnTo>
                    <a:pt x="185738" y="69056"/>
                  </a:lnTo>
                  <a:lnTo>
                    <a:pt x="209550" y="83344"/>
                  </a:lnTo>
                  <a:lnTo>
                    <a:pt x="228600" y="78581"/>
                  </a:lnTo>
                  <a:lnTo>
                    <a:pt x="266700" y="71437"/>
                  </a:lnTo>
                  <a:lnTo>
                    <a:pt x="292894" y="85725"/>
                  </a:lnTo>
                  <a:lnTo>
                    <a:pt x="366713" y="104775"/>
                  </a:lnTo>
                  <a:lnTo>
                    <a:pt x="388144" y="95250"/>
                  </a:lnTo>
                  <a:lnTo>
                    <a:pt x="404813" y="73819"/>
                  </a:lnTo>
                  <a:lnTo>
                    <a:pt x="459581" y="66675"/>
                  </a:lnTo>
                  <a:lnTo>
                    <a:pt x="516731" y="73819"/>
                  </a:lnTo>
                  <a:lnTo>
                    <a:pt x="552450" y="83344"/>
                  </a:lnTo>
                  <a:lnTo>
                    <a:pt x="578644" y="95250"/>
                  </a:lnTo>
                  <a:lnTo>
                    <a:pt x="657225" y="104775"/>
                  </a:lnTo>
                  <a:lnTo>
                    <a:pt x="702469" y="116681"/>
                  </a:lnTo>
                  <a:lnTo>
                    <a:pt x="752475" y="130969"/>
                  </a:lnTo>
                  <a:lnTo>
                    <a:pt x="838200" y="130969"/>
                  </a:lnTo>
                  <a:lnTo>
                    <a:pt x="892969" y="145256"/>
                  </a:lnTo>
                  <a:lnTo>
                    <a:pt x="952500" y="171450"/>
                  </a:lnTo>
                  <a:lnTo>
                    <a:pt x="992981" y="216694"/>
                  </a:lnTo>
                  <a:lnTo>
                    <a:pt x="1050131" y="250031"/>
                  </a:lnTo>
                  <a:lnTo>
                    <a:pt x="1078706" y="238125"/>
                  </a:lnTo>
                  <a:lnTo>
                    <a:pt x="1140619" y="235744"/>
                  </a:lnTo>
                  <a:lnTo>
                    <a:pt x="1171575" y="261937"/>
                  </a:lnTo>
                  <a:lnTo>
                    <a:pt x="1200150" y="290512"/>
                  </a:lnTo>
                  <a:lnTo>
                    <a:pt x="1297781" y="326231"/>
                  </a:lnTo>
                  <a:lnTo>
                    <a:pt x="1404938" y="278606"/>
                  </a:lnTo>
                  <a:lnTo>
                    <a:pt x="1421606" y="276225"/>
                  </a:lnTo>
                  <a:lnTo>
                    <a:pt x="1493044" y="271462"/>
                  </a:lnTo>
                  <a:lnTo>
                    <a:pt x="1581150" y="283369"/>
                  </a:lnTo>
                  <a:lnTo>
                    <a:pt x="1654969" y="300037"/>
                  </a:lnTo>
                  <a:lnTo>
                    <a:pt x="1676400" y="302419"/>
                  </a:lnTo>
                  <a:lnTo>
                    <a:pt x="1654969" y="309562"/>
                  </a:lnTo>
                  <a:lnTo>
                    <a:pt x="1585913" y="292894"/>
                  </a:lnTo>
                  <a:lnTo>
                    <a:pt x="1533525" y="283369"/>
                  </a:lnTo>
                  <a:lnTo>
                    <a:pt x="1485900" y="283369"/>
                  </a:lnTo>
                  <a:lnTo>
                    <a:pt x="1454944" y="283369"/>
                  </a:lnTo>
                  <a:lnTo>
                    <a:pt x="1407319" y="288131"/>
                  </a:lnTo>
                  <a:cubicBezTo>
                    <a:pt x="1382728" y="293050"/>
                    <a:pt x="1391601" y="292894"/>
                    <a:pt x="1381125" y="292894"/>
                  </a:cubicBezTo>
                  <a:lnTo>
                    <a:pt x="1362075" y="307181"/>
                  </a:lnTo>
                  <a:lnTo>
                    <a:pt x="1309688" y="328612"/>
                  </a:lnTo>
                  <a:lnTo>
                    <a:pt x="1285875" y="328612"/>
                  </a:lnTo>
                  <a:lnTo>
                    <a:pt x="1238250" y="319087"/>
                  </a:lnTo>
                  <a:lnTo>
                    <a:pt x="1197769" y="300037"/>
                  </a:lnTo>
                  <a:lnTo>
                    <a:pt x="1173956" y="285750"/>
                  </a:lnTo>
                  <a:lnTo>
                    <a:pt x="1145381" y="254794"/>
                  </a:lnTo>
                  <a:lnTo>
                    <a:pt x="1114425" y="242887"/>
                  </a:lnTo>
                  <a:lnTo>
                    <a:pt x="1083469" y="247650"/>
                  </a:lnTo>
                  <a:lnTo>
                    <a:pt x="1057275" y="252412"/>
                  </a:lnTo>
                  <a:lnTo>
                    <a:pt x="1031081" y="252412"/>
                  </a:lnTo>
                  <a:lnTo>
                    <a:pt x="992981" y="233362"/>
                  </a:lnTo>
                  <a:lnTo>
                    <a:pt x="969169" y="207169"/>
                  </a:lnTo>
                  <a:lnTo>
                    <a:pt x="931069" y="176212"/>
                  </a:lnTo>
                  <a:lnTo>
                    <a:pt x="890588" y="164306"/>
                  </a:lnTo>
                  <a:lnTo>
                    <a:pt x="845344" y="150019"/>
                  </a:lnTo>
                  <a:lnTo>
                    <a:pt x="823913" y="145256"/>
                  </a:lnTo>
                  <a:lnTo>
                    <a:pt x="842963" y="164306"/>
                  </a:lnTo>
                  <a:lnTo>
                    <a:pt x="842963" y="178594"/>
                  </a:lnTo>
                  <a:lnTo>
                    <a:pt x="842963" y="178594"/>
                  </a:lnTo>
                  <a:lnTo>
                    <a:pt x="835819" y="211931"/>
                  </a:lnTo>
                  <a:lnTo>
                    <a:pt x="819150" y="233362"/>
                  </a:lnTo>
                  <a:lnTo>
                    <a:pt x="792956" y="254794"/>
                  </a:lnTo>
                  <a:lnTo>
                    <a:pt x="776288" y="264319"/>
                  </a:lnTo>
                  <a:lnTo>
                    <a:pt x="738188" y="271462"/>
                  </a:lnTo>
                  <a:lnTo>
                    <a:pt x="681038" y="271462"/>
                  </a:lnTo>
                  <a:lnTo>
                    <a:pt x="621506" y="259556"/>
                  </a:lnTo>
                  <a:lnTo>
                    <a:pt x="576263" y="254794"/>
                  </a:lnTo>
                  <a:lnTo>
                    <a:pt x="526256" y="261937"/>
                  </a:lnTo>
                  <a:lnTo>
                    <a:pt x="495300" y="266700"/>
                  </a:lnTo>
                  <a:lnTo>
                    <a:pt x="469106" y="266700"/>
                  </a:lnTo>
                  <a:lnTo>
                    <a:pt x="421481" y="273844"/>
                  </a:lnTo>
                  <a:lnTo>
                    <a:pt x="359569" y="280987"/>
                  </a:lnTo>
                  <a:lnTo>
                    <a:pt x="311944" y="285750"/>
                  </a:lnTo>
                  <a:lnTo>
                    <a:pt x="259556" y="290512"/>
                  </a:lnTo>
                  <a:lnTo>
                    <a:pt x="219075" y="297656"/>
                  </a:lnTo>
                  <a:lnTo>
                    <a:pt x="133350" y="342900"/>
                  </a:lnTo>
                  <a:lnTo>
                    <a:pt x="123825" y="385762"/>
                  </a:lnTo>
                  <a:lnTo>
                    <a:pt x="104775" y="397669"/>
                  </a:lnTo>
                  <a:lnTo>
                    <a:pt x="50006" y="397669"/>
                  </a:lnTo>
                  <a:lnTo>
                    <a:pt x="28575" y="369094"/>
                  </a:lnTo>
                  <a:lnTo>
                    <a:pt x="16669" y="342900"/>
                  </a:lnTo>
                  <a:lnTo>
                    <a:pt x="28575" y="335756"/>
                  </a:lnTo>
                  <a:cubicBezTo>
                    <a:pt x="49727" y="327824"/>
                    <a:pt x="42829" y="333407"/>
                    <a:pt x="52388" y="323850"/>
                  </a:cubicBezTo>
                  <a:lnTo>
                    <a:pt x="73819" y="321469"/>
                  </a:lnTo>
                  <a:lnTo>
                    <a:pt x="128588" y="302419"/>
                  </a:lnTo>
                  <a:lnTo>
                    <a:pt x="164306" y="285750"/>
                  </a:lnTo>
                  <a:lnTo>
                    <a:pt x="216694" y="271462"/>
                  </a:lnTo>
                  <a:lnTo>
                    <a:pt x="302419" y="250031"/>
                  </a:lnTo>
                  <a:lnTo>
                    <a:pt x="369094" y="240506"/>
                  </a:lnTo>
                  <a:lnTo>
                    <a:pt x="454819" y="235744"/>
                  </a:lnTo>
                  <a:lnTo>
                    <a:pt x="533400" y="221456"/>
                  </a:lnTo>
                  <a:lnTo>
                    <a:pt x="621506" y="223837"/>
                  </a:lnTo>
                  <a:lnTo>
                    <a:pt x="683419" y="223837"/>
                  </a:lnTo>
                  <a:lnTo>
                    <a:pt x="735806" y="204787"/>
                  </a:lnTo>
                  <a:lnTo>
                    <a:pt x="742950" y="185737"/>
                  </a:lnTo>
                  <a:lnTo>
                    <a:pt x="735806" y="154781"/>
                  </a:lnTo>
                  <a:lnTo>
                    <a:pt x="707231" y="147637"/>
                  </a:lnTo>
                  <a:lnTo>
                    <a:pt x="659606" y="138112"/>
                  </a:lnTo>
                  <a:lnTo>
                    <a:pt x="604838" y="121444"/>
                  </a:lnTo>
                  <a:lnTo>
                    <a:pt x="552450" y="119062"/>
                  </a:lnTo>
                  <a:lnTo>
                    <a:pt x="533400" y="119062"/>
                  </a:lnTo>
                  <a:lnTo>
                    <a:pt x="492919" y="116681"/>
                  </a:lnTo>
                  <a:lnTo>
                    <a:pt x="450056" y="121444"/>
                  </a:lnTo>
                  <a:lnTo>
                    <a:pt x="442913" y="152400"/>
                  </a:lnTo>
                  <a:lnTo>
                    <a:pt x="416719" y="154781"/>
                  </a:lnTo>
                  <a:lnTo>
                    <a:pt x="376238" y="142875"/>
                  </a:lnTo>
                  <a:lnTo>
                    <a:pt x="342900" y="126206"/>
                  </a:lnTo>
                  <a:lnTo>
                    <a:pt x="328613" y="111919"/>
                  </a:lnTo>
                  <a:lnTo>
                    <a:pt x="288131" y="100012"/>
                  </a:lnTo>
                  <a:lnTo>
                    <a:pt x="259556" y="90487"/>
                  </a:lnTo>
                  <a:lnTo>
                    <a:pt x="230981" y="97631"/>
                  </a:lnTo>
                  <a:lnTo>
                    <a:pt x="185738" y="116681"/>
                  </a:lnTo>
                  <a:lnTo>
                    <a:pt x="157163" y="114300"/>
                  </a:lnTo>
                  <a:lnTo>
                    <a:pt x="138113" y="83344"/>
                  </a:lnTo>
                  <a:lnTo>
                    <a:pt x="176213" y="59531"/>
                  </a:lnTo>
                  <a:lnTo>
                    <a:pt x="126206" y="54769"/>
                  </a:lnTo>
                  <a:lnTo>
                    <a:pt x="73819" y="50006"/>
                  </a:lnTo>
                  <a:lnTo>
                    <a:pt x="64294" y="30956"/>
                  </a:lnTo>
                  <a:lnTo>
                    <a:pt x="66675" y="19050"/>
                  </a:lnTo>
                  <a:lnTo>
                    <a:pt x="66675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9" name="Flowchart: Connector 68"/>
            <p:cNvSpPr/>
            <p:nvPr/>
          </p:nvSpPr>
          <p:spPr>
            <a:xfrm>
              <a:off x="3355637" y="4514258"/>
              <a:ext cx="54000" cy="54000"/>
            </a:xfrm>
            <a:prstGeom prst="flowChartConnector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3300028" y="4386263"/>
              <a:ext cx="154319" cy="111918"/>
            </a:xfrm>
            <a:custGeom>
              <a:avLst/>
              <a:gdLst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19447 w 154319"/>
                <a:gd name="connsiteY2" fmla="*/ 85725 h 111918"/>
                <a:gd name="connsiteX3" fmla="*/ 102778 w 154319"/>
                <a:gd name="connsiteY3" fmla="*/ 97631 h 111918"/>
                <a:gd name="connsiteX4" fmla="*/ 95635 w 154319"/>
                <a:gd name="connsiteY4" fmla="*/ 100012 h 111918"/>
                <a:gd name="connsiteX5" fmla="*/ 86110 w 154319"/>
                <a:gd name="connsiteY5" fmla="*/ 104775 h 111918"/>
                <a:gd name="connsiteX6" fmla="*/ 59916 w 154319"/>
                <a:gd name="connsiteY6" fmla="*/ 111918 h 111918"/>
                <a:gd name="connsiteX7" fmla="*/ 26578 w 154319"/>
                <a:gd name="connsiteY7" fmla="*/ 109537 h 111918"/>
                <a:gd name="connsiteX8" fmla="*/ 19435 w 154319"/>
                <a:gd name="connsiteY8" fmla="*/ 107156 h 111918"/>
                <a:gd name="connsiteX9" fmla="*/ 5147 w 154319"/>
                <a:gd name="connsiteY9" fmla="*/ 97631 h 111918"/>
                <a:gd name="connsiteX10" fmla="*/ 5147 w 154319"/>
                <a:gd name="connsiteY10" fmla="*/ 35718 h 111918"/>
                <a:gd name="connsiteX11" fmla="*/ 17053 w 154319"/>
                <a:gd name="connsiteY11" fmla="*/ 21431 h 111918"/>
                <a:gd name="connsiteX12" fmla="*/ 33722 w 154319"/>
                <a:gd name="connsiteY12" fmla="*/ 4762 h 111918"/>
                <a:gd name="connsiteX13" fmla="*/ 48010 w 154319"/>
                <a:gd name="connsiteY13" fmla="*/ 0 h 111918"/>
                <a:gd name="connsiteX14" fmla="*/ 64678 w 154319"/>
                <a:gd name="connsiteY14" fmla="*/ 2381 h 111918"/>
                <a:gd name="connsiteX15" fmla="*/ 83728 w 154319"/>
                <a:gd name="connsiteY15" fmla="*/ 4762 h 111918"/>
                <a:gd name="connsiteX16" fmla="*/ 98016 w 154319"/>
                <a:gd name="connsiteY16" fmla="*/ 14287 h 111918"/>
                <a:gd name="connsiteX17" fmla="*/ 105160 w 154319"/>
                <a:gd name="connsiteY17" fmla="*/ 16668 h 111918"/>
                <a:gd name="connsiteX18" fmla="*/ 119447 w 154319"/>
                <a:gd name="connsiteY18" fmla="*/ 28575 h 111918"/>
                <a:gd name="connsiteX19" fmla="*/ 126591 w 154319"/>
                <a:gd name="connsiteY19" fmla="*/ 33337 h 111918"/>
                <a:gd name="connsiteX20" fmla="*/ 140878 w 154319"/>
                <a:gd name="connsiteY20" fmla="*/ 54768 h 111918"/>
                <a:gd name="connsiteX21" fmla="*/ 145641 w 154319"/>
                <a:gd name="connsiteY21" fmla="*/ 61912 h 111918"/>
                <a:gd name="connsiteX22" fmla="*/ 148022 w 154319"/>
                <a:gd name="connsiteY22" fmla="*/ 85725 h 111918"/>
                <a:gd name="connsiteX23" fmla="*/ 136116 w 154319"/>
                <a:gd name="connsiteY23" fmla="*/ 90487 h 111918"/>
                <a:gd name="connsiteX24" fmla="*/ 121828 w 154319"/>
                <a:gd name="connsiteY24" fmla="*/ 92868 h 111918"/>
                <a:gd name="connsiteX25" fmla="*/ 102778 w 154319"/>
                <a:gd name="connsiteY25" fmla="*/ 100012 h 111918"/>
                <a:gd name="connsiteX26" fmla="*/ 90872 w 154319"/>
                <a:gd name="connsiteY26" fmla="*/ 102393 h 111918"/>
                <a:gd name="connsiteX27" fmla="*/ 140878 w 154319"/>
                <a:gd name="connsiteY27" fmla="*/ 83343 h 111918"/>
                <a:gd name="connsiteX0" fmla="*/ 140878 w 154319"/>
                <a:gd name="connsiteY0" fmla="*/ 83343 h 114820"/>
                <a:gd name="connsiteX1" fmla="*/ 140878 w 154319"/>
                <a:gd name="connsiteY1" fmla="*/ 83343 h 114820"/>
                <a:gd name="connsiteX2" fmla="*/ 120228 w 154319"/>
                <a:gd name="connsiteY2" fmla="*/ 111918 h 114820"/>
                <a:gd name="connsiteX3" fmla="*/ 102778 w 154319"/>
                <a:gd name="connsiteY3" fmla="*/ 97631 h 114820"/>
                <a:gd name="connsiteX4" fmla="*/ 95635 w 154319"/>
                <a:gd name="connsiteY4" fmla="*/ 100012 h 114820"/>
                <a:gd name="connsiteX5" fmla="*/ 86110 w 154319"/>
                <a:gd name="connsiteY5" fmla="*/ 104775 h 114820"/>
                <a:gd name="connsiteX6" fmla="*/ 59916 w 154319"/>
                <a:gd name="connsiteY6" fmla="*/ 111918 h 114820"/>
                <a:gd name="connsiteX7" fmla="*/ 26578 w 154319"/>
                <a:gd name="connsiteY7" fmla="*/ 109537 h 114820"/>
                <a:gd name="connsiteX8" fmla="*/ 19435 w 154319"/>
                <a:gd name="connsiteY8" fmla="*/ 107156 h 114820"/>
                <a:gd name="connsiteX9" fmla="*/ 5147 w 154319"/>
                <a:gd name="connsiteY9" fmla="*/ 97631 h 114820"/>
                <a:gd name="connsiteX10" fmla="*/ 5147 w 154319"/>
                <a:gd name="connsiteY10" fmla="*/ 35718 h 114820"/>
                <a:gd name="connsiteX11" fmla="*/ 17053 w 154319"/>
                <a:gd name="connsiteY11" fmla="*/ 21431 h 114820"/>
                <a:gd name="connsiteX12" fmla="*/ 33722 w 154319"/>
                <a:gd name="connsiteY12" fmla="*/ 4762 h 114820"/>
                <a:gd name="connsiteX13" fmla="*/ 48010 w 154319"/>
                <a:gd name="connsiteY13" fmla="*/ 0 h 114820"/>
                <a:gd name="connsiteX14" fmla="*/ 64678 w 154319"/>
                <a:gd name="connsiteY14" fmla="*/ 2381 h 114820"/>
                <a:gd name="connsiteX15" fmla="*/ 83728 w 154319"/>
                <a:gd name="connsiteY15" fmla="*/ 4762 h 114820"/>
                <a:gd name="connsiteX16" fmla="*/ 98016 w 154319"/>
                <a:gd name="connsiteY16" fmla="*/ 14287 h 114820"/>
                <a:gd name="connsiteX17" fmla="*/ 105160 w 154319"/>
                <a:gd name="connsiteY17" fmla="*/ 16668 h 114820"/>
                <a:gd name="connsiteX18" fmla="*/ 119447 w 154319"/>
                <a:gd name="connsiteY18" fmla="*/ 28575 h 114820"/>
                <a:gd name="connsiteX19" fmla="*/ 126591 w 154319"/>
                <a:gd name="connsiteY19" fmla="*/ 33337 h 114820"/>
                <a:gd name="connsiteX20" fmla="*/ 140878 w 154319"/>
                <a:gd name="connsiteY20" fmla="*/ 54768 h 114820"/>
                <a:gd name="connsiteX21" fmla="*/ 145641 w 154319"/>
                <a:gd name="connsiteY21" fmla="*/ 61912 h 114820"/>
                <a:gd name="connsiteX22" fmla="*/ 148022 w 154319"/>
                <a:gd name="connsiteY22" fmla="*/ 85725 h 114820"/>
                <a:gd name="connsiteX23" fmla="*/ 136116 w 154319"/>
                <a:gd name="connsiteY23" fmla="*/ 90487 h 114820"/>
                <a:gd name="connsiteX24" fmla="*/ 121828 w 154319"/>
                <a:gd name="connsiteY24" fmla="*/ 92868 h 114820"/>
                <a:gd name="connsiteX25" fmla="*/ 102778 w 154319"/>
                <a:gd name="connsiteY25" fmla="*/ 100012 h 114820"/>
                <a:gd name="connsiteX26" fmla="*/ 90872 w 154319"/>
                <a:gd name="connsiteY26" fmla="*/ 102393 h 114820"/>
                <a:gd name="connsiteX27" fmla="*/ 140878 w 154319"/>
                <a:gd name="connsiteY27" fmla="*/ 83343 h 114820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21828 w 154319"/>
                <a:gd name="connsiteY23" fmla="*/ 92868 h 111918"/>
                <a:gd name="connsiteX24" fmla="*/ 102778 w 154319"/>
                <a:gd name="connsiteY24" fmla="*/ 100012 h 111918"/>
                <a:gd name="connsiteX25" fmla="*/ 90872 w 154319"/>
                <a:gd name="connsiteY25" fmla="*/ 102393 h 111918"/>
                <a:gd name="connsiteX26" fmla="*/ 140878 w 154319"/>
                <a:gd name="connsiteY26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02778 w 154319"/>
                <a:gd name="connsiteY23" fmla="*/ 100012 h 111918"/>
                <a:gd name="connsiteX24" fmla="*/ 90872 w 154319"/>
                <a:gd name="connsiteY24" fmla="*/ 102393 h 111918"/>
                <a:gd name="connsiteX25" fmla="*/ 140878 w 154319"/>
                <a:gd name="connsiteY25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02778 w 154319"/>
                <a:gd name="connsiteY23" fmla="*/ 100012 h 111918"/>
                <a:gd name="connsiteX24" fmla="*/ 140878 w 154319"/>
                <a:gd name="connsiteY24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00361 w 154319"/>
                <a:gd name="connsiteY23" fmla="*/ 62553 h 111918"/>
                <a:gd name="connsiteX24" fmla="*/ 140878 w 154319"/>
                <a:gd name="connsiteY24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00361 w 154319"/>
                <a:gd name="connsiteY23" fmla="*/ 62551 h 111918"/>
                <a:gd name="connsiteX24" fmla="*/ 140878 w 154319"/>
                <a:gd name="connsiteY24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40878 w 154319"/>
                <a:gd name="connsiteY23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86110 w 154319"/>
                <a:gd name="connsiteY3" fmla="*/ 104775 h 111918"/>
                <a:gd name="connsiteX4" fmla="*/ 59916 w 154319"/>
                <a:gd name="connsiteY4" fmla="*/ 111918 h 111918"/>
                <a:gd name="connsiteX5" fmla="*/ 26578 w 154319"/>
                <a:gd name="connsiteY5" fmla="*/ 109537 h 111918"/>
                <a:gd name="connsiteX6" fmla="*/ 19435 w 154319"/>
                <a:gd name="connsiteY6" fmla="*/ 107156 h 111918"/>
                <a:gd name="connsiteX7" fmla="*/ 5147 w 154319"/>
                <a:gd name="connsiteY7" fmla="*/ 97631 h 111918"/>
                <a:gd name="connsiteX8" fmla="*/ 5147 w 154319"/>
                <a:gd name="connsiteY8" fmla="*/ 35718 h 111918"/>
                <a:gd name="connsiteX9" fmla="*/ 17053 w 154319"/>
                <a:gd name="connsiteY9" fmla="*/ 21431 h 111918"/>
                <a:gd name="connsiteX10" fmla="*/ 33722 w 154319"/>
                <a:gd name="connsiteY10" fmla="*/ 4762 h 111918"/>
                <a:gd name="connsiteX11" fmla="*/ 48010 w 154319"/>
                <a:gd name="connsiteY11" fmla="*/ 0 h 111918"/>
                <a:gd name="connsiteX12" fmla="*/ 64678 w 154319"/>
                <a:gd name="connsiteY12" fmla="*/ 2381 h 111918"/>
                <a:gd name="connsiteX13" fmla="*/ 83728 w 154319"/>
                <a:gd name="connsiteY13" fmla="*/ 4762 h 111918"/>
                <a:gd name="connsiteX14" fmla="*/ 98016 w 154319"/>
                <a:gd name="connsiteY14" fmla="*/ 14287 h 111918"/>
                <a:gd name="connsiteX15" fmla="*/ 105160 w 154319"/>
                <a:gd name="connsiteY15" fmla="*/ 16668 h 111918"/>
                <a:gd name="connsiteX16" fmla="*/ 119447 w 154319"/>
                <a:gd name="connsiteY16" fmla="*/ 28575 h 111918"/>
                <a:gd name="connsiteX17" fmla="*/ 126591 w 154319"/>
                <a:gd name="connsiteY17" fmla="*/ 33337 h 111918"/>
                <a:gd name="connsiteX18" fmla="*/ 140878 w 154319"/>
                <a:gd name="connsiteY18" fmla="*/ 54768 h 111918"/>
                <a:gd name="connsiteX19" fmla="*/ 145641 w 154319"/>
                <a:gd name="connsiteY19" fmla="*/ 61912 h 111918"/>
                <a:gd name="connsiteX20" fmla="*/ 148022 w 154319"/>
                <a:gd name="connsiteY20" fmla="*/ 85725 h 111918"/>
                <a:gd name="connsiteX21" fmla="*/ 136116 w 154319"/>
                <a:gd name="connsiteY21" fmla="*/ 90487 h 111918"/>
                <a:gd name="connsiteX22" fmla="*/ 140878 w 154319"/>
                <a:gd name="connsiteY22" fmla="*/ 83343 h 111918"/>
                <a:gd name="connsiteX0" fmla="*/ 136116 w 154319"/>
                <a:gd name="connsiteY0" fmla="*/ 90487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86110 w 154319"/>
                <a:gd name="connsiteY3" fmla="*/ 104775 h 111918"/>
                <a:gd name="connsiteX4" fmla="*/ 59916 w 154319"/>
                <a:gd name="connsiteY4" fmla="*/ 111918 h 111918"/>
                <a:gd name="connsiteX5" fmla="*/ 26578 w 154319"/>
                <a:gd name="connsiteY5" fmla="*/ 109537 h 111918"/>
                <a:gd name="connsiteX6" fmla="*/ 19435 w 154319"/>
                <a:gd name="connsiteY6" fmla="*/ 107156 h 111918"/>
                <a:gd name="connsiteX7" fmla="*/ 5147 w 154319"/>
                <a:gd name="connsiteY7" fmla="*/ 97631 h 111918"/>
                <a:gd name="connsiteX8" fmla="*/ 5147 w 154319"/>
                <a:gd name="connsiteY8" fmla="*/ 35718 h 111918"/>
                <a:gd name="connsiteX9" fmla="*/ 17053 w 154319"/>
                <a:gd name="connsiteY9" fmla="*/ 21431 h 111918"/>
                <a:gd name="connsiteX10" fmla="*/ 33722 w 154319"/>
                <a:gd name="connsiteY10" fmla="*/ 4762 h 111918"/>
                <a:gd name="connsiteX11" fmla="*/ 48010 w 154319"/>
                <a:gd name="connsiteY11" fmla="*/ 0 h 111918"/>
                <a:gd name="connsiteX12" fmla="*/ 64678 w 154319"/>
                <a:gd name="connsiteY12" fmla="*/ 2381 h 111918"/>
                <a:gd name="connsiteX13" fmla="*/ 83728 w 154319"/>
                <a:gd name="connsiteY13" fmla="*/ 4762 h 111918"/>
                <a:gd name="connsiteX14" fmla="*/ 98016 w 154319"/>
                <a:gd name="connsiteY14" fmla="*/ 14287 h 111918"/>
                <a:gd name="connsiteX15" fmla="*/ 105160 w 154319"/>
                <a:gd name="connsiteY15" fmla="*/ 16668 h 111918"/>
                <a:gd name="connsiteX16" fmla="*/ 119447 w 154319"/>
                <a:gd name="connsiteY16" fmla="*/ 28575 h 111918"/>
                <a:gd name="connsiteX17" fmla="*/ 126591 w 154319"/>
                <a:gd name="connsiteY17" fmla="*/ 33337 h 111918"/>
                <a:gd name="connsiteX18" fmla="*/ 140878 w 154319"/>
                <a:gd name="connsiteY18" fmla="*/ 54768 h 111918"/>
                <a:gd name="connsiteX19" fmla="*/ 145641 w 154319"/>
                <a:gd name="connsiteY19" fmla="*/ 61912 h 111918"/>
                <a:gd name="connsiteX20" fmla="*/ 148022 w 154319"/>
                <a:gd name="connsiteY20" fmla="*/ 85725 h 111918"/>
                <a:gd name="connsiteX21" fmla="*/ 136116 w 154319"/>
                <a:gd name="connsiteY21" fmla="*/ 90487 h 111918"/>
                <a:gd name="connsiteX0" fmla="*/ 148022 w 154319"/>
                <a:gd name="connsiteY0" fmla="*/ 85725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86110 w 154319"/>
                <a:gd name="connsiteY3" fmla="*/ 104775 h 111918"/>
                <a:gd name="connsiteX4" fmla="*/ 59916 w 154319"/>
                <a:gd name="connsiteY4" fmla="*/ 111918 h 111918"/>
                <a:gd name="connsiteX5" fmla="*/ 26578 w 154319"/>
                <a:gd name="connsiteY5" fmla="*/ 109537 h 111918"/>
                <a:gd name="connsiteX6" fmla="*/ 19435 w 154319"/>
                <a:gd name="connsiteY6" fmla="*/ 107156 h 111918"/>
                <a:gd name="connsiteX7" fmla="*/ 5147 w 154319"/>
                <a:gd name="connsiteY7" fmla="*/ 97631 h 111918"/>
                <a:gd name="connsiteX8" fmla="*/ 5147 w 154319"/>
                <a:gd name="connsiteY8" fmla="*/ 35718 h 111918"/>
                <a:gd name="connsiteX9" fmla="*/ 17053 w 154319"/>
                <a:gd name="connsiteY9" fmla="*/ 21431 h 111918"/>
                <a:gd name="connsiteX10" fmla="*/ 33722 w 154319"/>
                <a:gd name="connsiteY10" fmla="*/ 4762 h 111918"/>
                <a:gd name="connsiteX11" fmla="*/ 48010 w 154319"/>
                <a:gd name="connsiteY11" fmla="*/ 0 h 111918"/>
                <a:gd name="connsiteX12" fmla="*/ 64678 w 154319"/>
                <a:gd name="connsiteY12" fmla="*/ 2381 h 111918"/>
                <a:gd name="connsiteX13" fmla="*/ 83728 w 154319"/>
                <a:gd name="connsiteY13" fmla="*/ 4762 h 111918"/>
                <a:gd name="connsiteX14" fmla="*/ 98016 w 154319"/>
                <a:gd name="connsiteY14" fmla="*/ 14287 h 111918"/>
                <a:gd name="connsiteX15" fmla="*/ 105160 w 154319"/>
                <a:gd name="connsiteY15" fmla="*/ 16668 h 111918"/>
                <a:gd name="connsiteX16" fmla="*/ 119447 w 154319"/>
                <a:gd name="connsiteY16" fmla="*/ 28575 h 111918"/>
                <a:gd name="connsiteX17" fmla="*/ 126591 w 154319"/>
                <a:gd name="connsiteY17" fmla="*/ 33337 h 111918"/>
                <a:gd name="connsiteX18" fmla="*/ 140878 w 154319"/>
                <a:gd name="connsiteY18" fmla="*/ 54768 h 111918"/>
                <a:gd name="connsiteX19" fmla="*/ 145641 w 154319"/>
                <a:gd name="connsiteY19" fmla="*/ 61912 h 111918"/>
                <a:gd name="connsiteX20" fmla="*/ 148022 w 154319"/>
                <a:gd name="connsiteY20" fmla="*/ 85725 h 11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319" h="111918">
                  <a:moveTo>
                    <a:pt x="148022" y="85725"/>
                  </a:moveTo>
                  <a:cubicBezTo>
                    <a:pt x="147228" y="89297"/>
                    <a:pt x="148419" y="81359"/>
                    <a:pt x="140878" y="83343"/>
                  </a:cubicBezTo>
                  <a:lnTo>
                    <a:pt x="102778" y="97631"/>
                  </a:lnTo>
                  <a:cubicBezTo>
                    <a:pt x="93650" y="101203"/>
                    <a:pt x="93254" y="102394"/>
                    <a:pt x="86110" y="104775"/>
                  </a:cubicBezTo>
                  <a:cubicBezTo>
                    <a:pt x="74028" y="109608"/>
                    <a:pt x="71871" y="109527"/>
                    <a:pt x="59916" y="111918"/>
                  </a:cubicBezTo>
                  <a:cubicBezTo>
                    <a:pt x="48803" y="111124"/>
                    <a:pt x="37643" y="110839"/>
                    <a:pt x="26578" y="109537"/>
                  </a:cubicBezTo>
                  <a:cubicBezTo>
                    <a:pt x="24085" y="109244"/>
                    <a:pt x="21629" y="108375"/>
                    <a:pt x="19435" y="107156"/>
                  </a:cubicBezTo>
                  <a:cubicBezTo>
                    <a:pt x="14431" y="104376"/>
                    <a:pt x="5147" y="97631"/>
                    <a:pt x="5147" y="97631"/>
                  </a:cubicBezTo>
                  <a:cubicBezTo>
                    <a:pt x="118" y="72483"/>
                    <a:pt x="0" y="76897"/>
                    <a:pt x="5147" y="35718"/>
                  </a:cubicBezTo>
                  <a:cubicBezTo>
                    <a:pt x="5620" y="31932"/>
                    <a:pt x="15133" y="23352"/>
                    <a:pt x="17053" y="21431"/>
                  </a:cubicBezTo>
                  <a:cubicBezTo>
                    <a:pt x="21245" y="8857"/>
                    <a:pt x="17346" y="15679"/>
                    <a:pt x="33722" y="4762"/>
                  </a:cubicBezTo>
                  <a:cubicBezTo>
                    <a:pt x="37899" y="1977"/>
                    <a:pt x="48010" y="0"/>
                    <a:pt x="48010" y="0"/>
                  </a:cubicBezTo>
                  <a:lnTo>
                    <a:pt x="64678" y="2381"/>
                  </a:lnTo>
                  <a:cubicBezTo>
                    <a:pt x="71021" y="3227"/>
                    <a:pt x="77701" y="2610"/>
                    <a:pt x="83728" y="4762"/>
                  </a:cubicBezTo>
                  <a:cubicBezTo>
                    <a:pt x="89119" y="6687"/>
                    <a:pt x="92586" y="12477"/>
                    <a:pt x="98016" y="14287"/>
                  </a:cubicBezTo>
                  <a:lnTo>
                    <a:pt x="105160" y="16668"/>
                  </a:lnTo>
                  <a:cubicBezTo>
                    <a:pt x="122906" y="28501"/>
                    <a:pt x="101099" y="13286"/>
                    <a:pt x="119447" y="28575"/>
                  </a:cubicBezTo>
                  <a:cubicBezTo>
                    <a:pt x="121646" y="30407"/>
                    <a:pt x="124210" y="31750"/>
                    <a:pt x="126591" y="33337"/>
                  </a:cubicBezTo>
                  <a:lnTo>
                    <a:pt x="140878" y="54768"/>
                  </a:lnTo>
                  <a:lnTo>
                    <a:pt x="145641" y="61912"/>
                  </a:lnTo>
                  <a:cubicBezTo>
                    <a:pt x="147298" y="66883"/>
                    <a:pt x="154319" y="79428"/>
                    <a:pt x="148022" y="85725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3409637" y="4555547"/>
              <a:ext cx="506078" cy="30641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3853796" y="4756067"/>
              <a:ext cx="1511952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GW_ChemicalConstituent</a:t>
              </a:r>
              <a:endParaRPr lang="en-AU" sz="900" dirty="0" smtClean="0">
                <a:latin typeface="Arial" pitchFamily="34" charset="0"/>
                <a:cs typeface="Arial" pitchFamily="34" charset="0"/>
              </a:endParaRPr>
            </a:p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GW_MaterialConstituent</a:t>
              </a:r>
              <a:endParaRPr lang="en-AU" sz="900" dirty="0" smtClean="0">
                <a:latin typeface="Arial" pitchFamily="34" charset="0"/>
                <a:cs typeface="Arial" pitchFamily="34" charset="0"/>
              </a:endParaRPr>
            </a:p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GW_BiologicConstituent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732813" y="4412025"/>
              <a:ext cx="1876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Solutes, </a:t>
              </a:r>
              <a:r>
                <a:rPr lang="en-AU" sz="900" i="1" smtClean="0">
                  <a:latin typeface="Arial" pitchFamily="34" charset="0"/>
                  <a:cs typeface="Arial" pitchFamily="34" charset="0"/>
                </a:rPr>
                <a:t>suspended solids, </a:t>
              </a:r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and organisms in groundwater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74" name="Straight Connector 73"/>
            <p:cNvCxnSpPr>
              <a:stCxn id="23" idx="0"/>
              <a:endCxn id="21" idx="1"/>
            </p:cNvCxnSpPr>
            <p:nvPr/>
          </p:nvCxnSpPr>
          <p:spPr>
            <a:xfrm flipH="1">
              <a:off x="4038600" y="2190750"/>
              <a:ext cx="490536" cy="21193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 flipV="1">
              <a:off x="2097880" y="2145504"/>
              <a:ext cx="130969" cy="166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757153" y="5718049"/>
            <a:ext cx="1413789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Main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27914" y="5966850"/>
            <a:ext cx="1913245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Constituent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763453" y="2783801"/>
            <a:ext cx="2356395" cy="6901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Well</a:t>
            </a:r>
          </a:p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Well Construction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33979" y="1442004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00" dirty="0" err="1" smtClean="0">
                <a:latin typeface="Arial" pitchFamily="34" charset="0"/>
                <a:cs typeface="Arial" pitchFamily="34" charset="0"/>
              </a:rPr>
              <a:t>GW_Basin</a:t>
            </a:r>
            <a:endParaRPr lang="en-AU" sz="9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0" name="Straight Arrow Connector 139"/>
          <p:cNvCxnSpPr/>
          <p:nvPr/>
        </p:nvCxnSpPr>
        <p:spPr>
          <a:xfrm>
            <a:off x="2134582" y="1695252"/>
            <a:ext cx="4542966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340446" y="2517817"/>
            <a:ext cx="1159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00" i="1" dirty="0" smtClean="0">
                <a:latin typeface="Arial" pitchFamily="34" charset="0"/>
                <a:cs typeface="Arial" pitchFamily="34" charset="0"/>
              </a:rPr>
              <a:t>Groundwater basin</a:t>
            </a:r>
            <a:endParaRPr lang="en-AU" sz="900" i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8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19"/>
          <p:cNvSpPr/>
          <p:nvPr/>
        </p:nvSpPr>
        <p:spPr bwMode="auto">
          <a:xfrm>
            <a:off x="204250" y="1787793"/>
            <a:ext cx="2778664" cy="1371867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  <a:gd name="connsiteX0" fmla="*/ 1813583 w 2040580"/>
              <a:gd name="connsiteY0" fmla="*/ 119969 h 1688144"/>
              <a:gd name="connsiteX1" fmla="*/ 237876 w 2040580"/>
              <a:gd name="connsiteY1" fmla="*/ 185282 h 1688144"/>
              <a:gd name="connsiteX2" fmla="*/ 139906 w 2040580"/>
              <a:gd name="connsiteY2" fmla="*/ 1320118 h 1688144"/>
              <a:gd name="connsiteX3" fmla="*/ 1532985 w 2040580"/>
              <a:gd name="connsiteY3" fmla="*/ 1684358 h 1688144"/>
              <a:gd name="connsiteX4" fmla="*/ 2002001 w 2040580"/>
              <a:gd name="connsiteY4" fmla="*/ 1366671 h 1688144"/>
              <a:gd name="connsiteX5" fmla="*/ 1813583 w 2040580"/>
              <a:gd name="connsiteY5" fmla="*/ 119969 h 1688144"/>
              <a:gd name="connsiteX0" fmla="*/ 1831256 w 2048749"/>
              <a:gd name="connsiteY0" fmla="*/ 260996 h 1565483"/>
              <a:gd name="connsiteX1" fmla="*/ 238769 w 2048749"/>
              <a:gd name="connsiteY1" fmla="*/ 63650 h 1565483"/>
              <a:gd name="connsiteX2" fmla="*/ 140799 w 2048749"/>
              <a:gd name="connsiteY2" fmla="*/ 1198486 h 1565483"/>
              <a:gd name="connsiteX3" fmla="*/ 1533878 w 2048749"/>
              <a:gd name="connsiteY3" fmla="*/ 1562726 h 1565483"/>
              <a:gd name="connsiteX4" fmla="*/ 2002894 w 2048749"/>
              <a:gd name="connsiteY4" fmla="*/ 1245039 h 1565483"/>
              <a:gd name="connsiteX5" fmla="*/ 1831256 w 2048749"/>
              <a:gd name="connsiteY5" fmla="*/ 260996 h 1565483"/>
              <a:gd name="connsiteX0" fmla="*/ 1839358 w 2057716"/>
              <a:gd name="connsiteY0" fmla="*/ 187245 h 1491732"/>
              <a:gd name="connsiteX1" fmla="*/ 230091 w 2057716"/>
              <a:gd name="connsiteY1" fmla="*/ 83704 h 1491732"/>
              <a:gd name="connsiteX2" fmla="*/ 148901 w 2057716"/>
              <a:gd name="connsiteY2" fmla="*/ 1124735 h 1491732"/>
              <a:gd name="connsiteX3" fmla="*/ 1541980 w 2057716"/>
              <a:gd name="connsiteY3" fmla="*/ 1488975 h 1491732"/>
              <a:gd name="connsiteX4" fmla="*/ 2010996 w 2057716"/>
              <a:gd name="connsiteY4" fmla="*/ 1171288 h 1491732"/>
              <a:gd name="connsiteX5" fmla="*/ 1839358 w 2057716"/>
              <a:gd name="connsiteY5" fmla="*/ 187245 h 1491732"/>
              <a:gd name="connsiteX0" fmla="*/ 1839358 w 2093694"/>
              <a:gd name="connsiteY0" fmla="*/ 182773 h 1486113"/>
              <a:gd name="connsiteX1" fmla="*/ 230091 w 2093694"/>
              <a:gd name="connsiteY1" fmla="*/ 79232 h 1486113"/>
              <a:gd name="connsiteX2" fmla="*/ 148901 w 2093694"/>
              <a:gd name="connsiteY2" fmla="*/ 1120263 h 1486113"/>
              <a:gd name="connsiteX3" fmla="*/ 1541980 w 2093694"/>
              <a:gd name="connsiteY3" fmla="*/ 1484503 h 1486113"/>
              <a:gd name="connsiteX4" fmla="*/ 2061335 w 2093694"/>
              <a:gd name="connsiteY4" fmla="*/ 1060557 h 1486113"/>
              <a:gd name="connsiteX5" fmla="*/ 1839358 w 2093694"/>
              <a:gd name="connsiteY5" fmla="*/ 182773 h 1486113"/>
              <a:gd name="connsiteX0" fmla="*/ 2276242 w 2392709"/>
              <a:gd name="connsiteY0" fmla="*/ 213360 h 1471114"/>
              <a:gd name="connsiteX1" fmla="*/ 254194 w 2392709"/>
              <a:gd name="connsiteY1" fmla="*/ 64279 h 1471114"/>
              <a:gd name="connsiteX2" fmla="*/ 173004 w 2392709"/>
              <a:gd name="connsiteY2" fmla="*/ 1105310 h 1471114"/>
              <a:gd name="connsiteX3" fmla="*/ 1566083 w 2392709"/>
              <a:gd name="connsiteY3" fmla="*/ 1469550 h 1471114"/>
              <a:gd name="connsiteX4" fmla="*/ 2085438 w 2392709"/>
              <a:gd name="connsiteY4" fmla="*/ 1045604 h 1471114"/>
              <a:gd name="connsiteX5" fmla="*/ 2276242 w 2392709"/>
              <a:gd name="connsiteY5" fmla="*/ 213360 h 1471114"/>
              <a:gd name="connsiteX0" fmla="*/ 2276242 w 2490138"/>
              <a:gd name="connsiteY0" fmla="*/ 223703 h 1503438"/>
              <a:gd name="connsiteX1" fmla="*/ 254194 w 2490138"/>
              <a:gd name="connsiteY1" fmla="*/ 74622 h 1503438"/>
              <a:gd name="connsiteX2" fmla="*/ 173004 w 2490138"/>
              <a:gd name="connsiteY2" fmla="*/ 1115653 h 1503438"/>
              <a:gd name="connsiteX3" fmla="*/ 1566083 w 2490138"/>
              <a:gd name="connsiteY3" fmla="*/ 1479893 h 1503438"/>
              <a:gd name="connsiteX4" fmla="*/ 2350585 w 2490138"/>
              <a:gd name="connsiteY4" fmla="*/ 1347087 h 1503438"/>
              <a:gd name="connsiteX5" fmla="*/ 2276242 w 2490138"/>
              <a:gd name="connsiteY5" fmla="*/ 223703 h 1503438"/>
              <a:gd name="connsiteX0" fmla="*/ 2285548 w 2499444"/>
              <a:gd name="connsiteY0" fmla="*/ 236965 h 1516699"/>
              <a:gd name="connsiteX1" fmla="*/ 263500 w 2499444"/>
              <a:gd name="connsiteY1" fmla="*/ 87884 h 1516699"/>
              <a:gd name="connsiteX2" fmla="*/ 166528 w 2499444"/>
              <a:gd name="connsiteY2" fmla="*/ 1308077 h 1516699"/>
              <a:gd name="connsiteX3" fmla="*/ 1575389 w 2499444"/>
              <a:gd name="connsiteY3" fmla="*/ 1493155 h 1516699"/>
              <a:gd name="connsiteX4" fmla="*/ 2359891 w 2499444"/>
              <a:gd name="connsiteY4" fmla="*/ 1360349 h 1516699"/>
              <a:gd name="connsiteX5" fmla="*/ 2285548 w 2499444"/>
              <a:gd name="connsiteY5" fmla="*/ 236965 h 1516699"/>
              <a:gd name="connsiteX0" fmla="*/ 2352313 w 2573895"/>
              <a:gd name="connsiteY0" fmla="*/ 168297 h 1448031"/>
              <a:gd name="connsiteX1" fmla="*/ 216631 w 2573895"/>
              <a:gd name="connsiteY1" fmla="*/ 116263 h 1448031"/>
              <a:gd name="connsiteX2" fmla="*/ 233293 w 2573895"/>
              <a:gd name="connsiteY2" fmla="*/ 1239409 h 1448031"/>
              <a:gd name="connsiteX3" fmla="*/ 1642154 w 2573895"/>
              <a:gd name="connsiteY3" fmla="*/ 1424487 h 1448031"/>
              <a:gd name="connsiteX4" fmla="*/ 2426656 w 2573895"/>
              <a:gd name="connsiteY4" fmla="*/ 1291681 h 1448031"/>
              <a:gd name="connsiteX5" fmla="*/ 2352313 w 2573895"/>
              <a:gd name="connsiteY5" fmla="*/ 168297 h 1448031"/>
              <a:gd name="connsiteX0" fmla="*/ 2386287 w 2607869"/>
              <a:gd name="connsiteY0" fmla="*/ 170868 h 1450602"/>
              <a:gd name="connsiteX1" fmla="*/ 250605 w 2607869"/>
              <a:gd name="connsiteY1" fmla="*/ 118834 h 1450602"/>
              <a:gd name="connsiteX2" fmla="*/ 200980 w 2607869"/>
              <a:gd name="connsiteY2" fmla="*/ 1279306 h 1450602"/>
              <a:gd name="connsiteX3" fmla="*/ 1676128 w 2607869"/>
              <a:gd name="connsiteY3" fmla="*/ 1427058 h 1450602"/>
              <a:gd name="connsiteX4" fmla="*/ 2460630 w 2607869"/>
              <a:gd name="connsiteY4" fmla="*/ 1294252 h 1450602"/>
              <a:gd name="connsiteX5" fmla="*/ 2386287 w 2607869"/>
              <a:gd name="connsiteY5" fmla="*/ 170868 h 1450602"/>
              <a:gd name="connsiteX0" fmla="*/ 2402246 w 2623828"/>
              <a:gd name="connsiteY0" fmla="*/ 173966 h 1453700"/>
              <a:gd name="connsiteX1" fmla="*/ 266564 w 2623828"/>
              <a:gd name="connsiteY1" fmla="*/ 121932 h 1453700"/>
              <a:gd name="connsiteX2" fmla="*/ 188530 w 2623828"/>
              <a:gd name="connsiteY2" fmla="*/ 1327195 h 1453700"/>
              <a:gd name="connsiteX3" fmla="*/ 1692087 w 2623828"/>
              <a:gd name="connsiteY3" fmla="*/ 1430156 h 1453700"/>
              <a:gd name="connsiteX4" fmla="*/ 2476589 w 2623828"/>
              <a:gd name="connsiteY4" fmla="*/ 1297350 h 1453700"/>
              <a:gd name="connsiteX5" fmla="*/ 2402246 w 2623828"/>
              <a:gd name="connsiteY5" fmla="*/ 173966 h 1453700"/>
              <a:gd name="connsiteX0" fmla="*/ 2402246 w 2457801"/>
              <a:gd name="connsiteY0" fmla="*/ 181253 h 1459608"/>
              <a:gd name="connsiteX1" fmla="*/ 266564 w 2457801"/>
              <a:gd name="connsiteY1" fmla="*/ 129219 h 1459608"/>
              <a:gd name="connsiteX2" fmla="*/ 188530 w 2457801"/>
              <a:gd name="connsiteY2" fmla="*/ 1334482 h 1459608"/>
              <a:gd name="connsiteX3" fmla="*/ 1692087 w 2457801"/>
              <a:gd name="connsiteY3" fmla="*/ 1437443 h 1459608"/>
              <a:gd name="connsiteX4" fmla="*/ 2402246 w 2457801"/>
              <a:gd name="connsiteY4" fmla="*/ 181253 h 1459608"/>
              <a:gd name="connsiteX0" fmla="*/ 1422608 w 1801278"/>
              <a:gd name="connsiteY0" fmla="*/ 247073 h 1413450"/>
              <a:gd name="connsiteX1" fmla="*/ 214938 w 1801278"/>
              <a:gd name="connsiteY1" fmla="*/ 83061 h 1413450"/>
              <a:gd name="connsiteX2" fmla="*/ 136904 w 1801278"/>
              <a:gd name="connsiteY2" fmla="*/ 1288324 h 1413450"/>
              <a:gd name="connsiteX3" fmla="*/ 1640461 w 1801278"/>
              <a:gd name="connsiteY3" fmla="*/ 1391285 h 1413450"/>
              <a:gd name="connsiteX4" fmla="*/ 1422608 w 1801278"/>
              <a:gd name="connsiteY4" fmla="*/ 247073 h 1413450"/>
              <a:gd name="connsiteX0" fmla="*/ 1474758 w 1857001"/>
              <a:gd name="connsiteY0" fmla="*/ 54071 h 1198283"/>
              <a:gd name="connsiteX1" fmla="*/ 162923 w 1857001"/>
              <a:gd name="connsiteY1" fmla="*/ 278246 h 1198283"/>
              <a:gd name="connsiteX2" fmla="*/ 189054 w 1857001"/>
              <a:gd name="connsiteY2" fmla="*/ 1095322 h 1198283"/>
              <a:gd name="connsiteX3" fmla="*/ 1692611 w 1857001"/>
              <a:gd name="connsiteY3" fmla="*/ 1198283 h 1198283"/>
              <a:gd name="connsiteX4" fmla="*/ 1474758 w 1857001"/>
              <a:gd name="connsiteY4" fmla="*/ 54071 h 1198283"/>
              <a:gd name="connsiteX0" fmla="*/ 1481860 w 1864103"/>
              <a:gd name="connsiteY0" fmla="*/ 55658 h 1236748"/>
              <a:gd name="connsiteX1" fmla="*/ 170025 w 1864103"/>
              <a:gd name="connsiteY1" fmla="*/ 279833 h 1236748"/>
              <a:gd name="connsiteX2" fmla="*/ 183530 w 1864103"/>
              <a:gd name="connsiteY2" fmla="*/ 1164095 h 1236748"/>
              <a:gd name="connsiteX3" fmla="*/ 1699713 w 1864103"/>
              <a:gd name="connsiteY3" fmla="*/ 1199870 h 1236748"/>
              <a:gd name="connsiteX4" fmla="*/ 1481860 w 1864103"/>
              <a:gd name="connsiteY4" fmla="*/ 55658 h 1236748"/>
              <a:gd name="connsiteX0" fmla="*/ 1424905 w 1848690"/>
              <a:gd name="connsiteY0" fmla="*/ 79807 h 1133989"/>
              <a:gd name="connsiteX1" fmla="*/ 166730 w 1848690"/>
              <a:gd name="connsiteY1" fmla="*/ 177075 h 1133989"/>
              <a:gd name="connsiteX2" fmla="*/ 180235 w 1848690"/>
              <a:gd name="connsiteY2" fmla="*/ 1061337 h 1133989"/>
              <a:gd name="connsiteX3" fmla="*/ 1696418 w 1848690"/>
              <a:gd name="connsiteY3" fmla="*/ 1097112 h 1133989"/>
              <a:gd name="connsiteX4" fmla="*/ 1424905 w 1848690"/>
              <a:gd name="connsiteY4" fmla="*/ 79807 h 1133989"/>
              <a:gd name="connsiteX0" fmla="*/ 1410297 w 1656573"/>
              <a:gd name="connsiteY0" fmla="*/ 75412 h 1110884"/>
              <a:gd name="connsiteX1" fmla="*/ 152122 w 1656573"/>
              <a:gd name="connsiteY1" fmla="*/ 172680 h 1110884"/>
              <a:gd name="connsiteX2" fmla="*/ 165627 w 1656573"/>
              <a:gd name="connsiteY2" fmla="*/ 1056942 h 1110884"/>
              <a:gd name="connsiteX3" fmla="*/ 1448229 w 1656573"/>
              <a:gd name="connsiteY3" fmla="*/ 1032996 h 1110884"/>
              <a:gd name="connsiteX4" fmla="*/ 1410297 w 1656573"/>
              <a:gd name="connsiteY4" fmla="*/ 75412 h 1110884"/>
              <a:gd name="connsiteX0" fmla="*/ 1377783 w 1624059"/>
              <a:gd name="connsiteY0" fmla="*/ 75412 h 1130840"/>
              <a:gd name="connsiteX1" fmla="*/ 119608 w 1624059"/>
              <a:gd name="connsiteY1" fmla="*/ 172680 h 1130840"/>
              <a:gd name="connsiteX2" fmla="*/ 133113 w 1624059"/>
              <a:gd name="connsiteY2" fmla="*/ 1056942 h 1130840"/>
              <a:gd name="connsiteX3" fmla="*/ 839439 w 1624059"/>
              <a:gd name="connsiteY3" fmla="*/ 1077672 h 1130840"/>
              <a:gd name="connsiteX4" fmla="*/ 1415715 w 1624059"/>
              <a:gd name="connsiteY4" fmla="*/ 1032996 h 1130840"/>
              <a:gd name="connsiteX5" fmla="*/ 1377783 w 1624059"/>
              <a:gd name="connsiteY5" fmla="*/ 75412 h 1130840"/>
              <a:gd name="connsiteX0" fmla="*/ 1375712 w 1621988"/>
              <a:gd name="connsiteY0" fmla="*/ 75412 h 1102403"/>
              <a:gd name="connsiteX1" fmla="*/ 117537 w 1621988"/>
              <a:gd name="connsiteY1" fmla="*/ 172680 h 1102403"/>
              <a:gd name="connsiteX2" fmla="*/ 131042 w 1621988"/>
              <a:gd name="connsiteY2" fmla="*/ 1056942 h 1102403"/>
              <a:gd name="connsiteX3" fmla="*/ 796334 w 1621988"/>
              <a:gd name="connsiteY3" fmla="*/ 980625 h 1102403"/>
              <a:gd name="connsiteX4" fmla="*/ 1413644 w 1621988"/>
              <a:gd name="connsiteY4" fmla="*/ 1032996 h 1102403"/>
              <a:gd name="connsiteX5" fmla="*/ 1375712 w 1621988"/>
              <a:gd name="connsiteY5" fmla="*/ 75412 h 1102403"/>
              <a:gd name="connsiteX0" fmla="*/ 1405411 w 1651687"/>
              <a:gd name="connsiteY0" fmla="*/ 73230 h 1092895"/>
              <a:gd name="connsiteX1" fmla="*/ 147236 w 1651687"/>
              <a:gd name="connsiteY1" fmla="*/ 170498 h 1092895"/>
              <a:gd name="connsiteX2" fmla="*/ 100767 w 1651687"/>
              <a:gd name="connsiteY2" fmla="*/ 1002504 h 1092895"/>
              <a:gd name="connsiteX3" fmla="*/ 826033 w 1651687"/>
              <a:gd name="connsiteY3" fmla="*/ 978443 h 1092895"/>
              <a:gd name="connsiteX4" fmla="*/ 1443343 w 1651687"/>
              <a:gd name="connsiteY4" fmla="*/ 1030814 h 1092895"/>
              <a:gd name="connsiteX5" fmla="*/ 1405411 w 1651687"/>
              <a:gd name="connsiteY5" fmla="*/ 73230 h 1092895"/>
              <a:gd name="connsiteX0" fmla="*/ 1388251 w 1632970"/>
              <a:gd name="connsiteY0" fmla="*/ 60759 h 1080423"/>
              <a:gd name="connsiteX1" fmla="*/ 161641 w 1632970"/>
              <a:gd name="connsiteY1" fmla="*/ 195354 h 1080423"/>
              <a:gd name="connsiteX2" fmla="*/ 83607 w 1632970"/>
              <a:gd name="connsiteY2" fmla="*/ 990033 h 1080423"/>
              <a:gd name="connsiteX3" fmla="*/ 808873 w 1632970"/>
              <a:gd name="connsiteY3" fmla="*/ 965972 h 1080423"/>
              <a:gd name="connsiteX4" fmla="*/ 1426183 w 1632970"/>
              <a:gd name="connsiteY4" fmla="*/ 1018343 h 1080423"/>
              <a:gd name="connsiteX5" fmla="*/ 1388251 w 1632970"/>
              <a:gd name="connsiteY5" fmla="*/ 60759 h 1080423"/>
              <a:gd name="connsiteX0" fmla="*/ 1394134 w 1638853"/>
              <a:gd name="connsiteY0" fmla="*/ 61259 h 1080923"/>
              <a:gd name="connsiteX1" fmla="*/ 167524 w 1638853"/>
              <a:gd name="connsiteY1" fmla="*/ 195854 h 1080923"/>
              <a:gd name="connsiteX2" fmla="*/ 80020 w 1638853"/>
              <a:gd name="connsiteY2" fmla="*/ 1005463 h 1080923"/>
              <a:gd name="connsiteX3" fmla="*/ 814756 w 1638853"/>
              <a:gd name="connsiteY3" fmla="*/ 966472 h 1080923"/>
              <a:gd name="connsiteX4" fmla="*/ 1432066 w 1638853"/>
              <a:gd name="connsiteY4" fmla="*/ 1018843 h 1080923"/>
              <a:gd name="connsiteX5" fmla="*/ 1394134 w 1638853"/>
              <a:gd name="connsiteY5" fmla="*/ 61259 h 1080923"/>
              <a:gd name="connsiteX0" fmla="*/ 1383948 w 1628667"/>
              <a:gd name="connsiteY0" fmla="*/ 61259 h 1078309"/>
              <a:gd name="connsiteX1" fmla="*/ 157338 w 1628667"/>
              <a:gd name="connsiteY1" fmla="*/ 195854 h 1078309"/>
              <a:gd name="connsiteX2" fmla="*/ 69834 w 1628667"/>
              <a:gd name="connsiteY2" fmla="*/ 1005463 h 1078309"/>
              <a:gd name="connsiteX3" fmla="*/ 653058 w 1628667"/>
              <a:gd name="connsiteY3" fmla="*/ 951542 h 1078309"/>
              <a:gd name="connsiteX4" fmla="*/ 1421880 w 1628667"/>
              <a:gd name="connsiteY4" fmla="*/ 1018843 h 1078309"/>
              <a:gd name="connsiteX5" fmla="*/ 1383948 w 1628667"/>
              <a:gd name="connsiteY5" fmla="*/ 61259 h 1078309"/>
              <a:gd name="connsiteX0" fmla="*/ 1383948 w 1603262"/>
              <a:gd name="connsiteY0" fmla="*/ 53542 h 1043105"/>
              <a:gd name="connsiteX1" fmla="*/ 157338 w 1603262"/>
              <a:gd name="connsiteY1" fmla="*/ 188137 h 1043105"/>
              <a:gd name="connsiteX2" fmla="*/ 69834 w 1603262"/>
              <a:gd name="connsiteY2" fmla="*/ 997746 h 1043105"/>
              <a:gd name="connsiteX3" fmla="*/ 653058 w 1603262"/>
              <a:gd name="connsiteY3" fmla="*/ 943825 h 1043105"/>
              <a:gd name="connsiteX4" fmla="*/ 1384002 w 1603262"/>
              <a:gd name="connsiteY4" fmla="*/ 906614 h 1043105"/>
              <a:gd name="connsiteX5" fmla="*/ 1383948 w 1603262"/>
              <a:gd name="connsiteY5" fmla="*/ 53542 h 1043105"/>
              <a:gd name="connsiteX0" fmla="*/ 1391785 w 1611099"/>
              <a:gd name="connsiteY0" fmla="*/ 53790 h 1049576"/>
              <a:gd name="connsiteX1" fmla="*/ 165175 w 1611099"/>
              <a:gd name="connsiteY1" fmla="*/ 188385 h 1049576"/>
              <a:gd name="connsiteX2" fmla="*/ 65045 w 1611099"/>
              <a:gd name="connsiteY2" fmla="*/ 1005459 h 1049576"/>
              <a:gd name="connsiteX3" fmla="*/ 660895 w 1611099"/>
              <a:gd name="connsiteY3" fmla="*/ 944073 h 1049576"/>
              <a:gd name="connsiteX4" fmla="*/ 1391839 w 1611099"/>
              <a:gd name="connsiteY4" fmla="*/ 906862 h 1049576"/>
              <a:gd name="connsiteX5" fmla="*/ 1391785 w 1611099"/>
              <a:gd name="connsiteY5" fmla="*/ 53790 h 1049576"/>
              <a:gd name="connsiteX0" fmla="*/ 1397885 w 1617199"/>
              <a:gd name="connsiteY0" fmla="*/ 55062 h 1082852"/>
              <a:gd name="connsiteX1" fmla="*/ 171275 w 1617199"/>
              <a:gd name="connsiteY1" fmla="*/ 189657 h 1082852"/>
              <a:gd name="connsiteX2" fmla="*/ 61676 w 1617199"/>
              <a:gd name="connsiteY2" fmla="*/ 1044056 h 1082852"/>
              <a:gd name="connsiteX3" fmla="*/ 666995 w 1617199"/>
              <a:gd name="connsiteY3" fmla="*/ 945345 h 1082852"/>
              <a:gd name="connsiteX4" fmla="*/ 1397939 w 1617199"/>
              <a:gd name="connsiteY4" fmla="*/ 908134 h 1082852"/>
              <a:gd name="connsiteX5" fmla="*/ 1397885 w 1617199"/>
              <a:gd name="connsiteY5" fmla="*/ 55062 h 1082852"/>
              <a:gd name="connsiteX0" fmla="*/ 1256752 w 1476066"/>
              <a:gd name="connsiteY0" fmla="*/ 60828 h 1232305"/>
              <a:gd name="connsiteX1" fmla="*/ 30142 w 1476066"/>
              <a:gd name="connsiteY1" fmla="*/ 195423 h 1232305"/>
              <a:gd name="connsiteX2" fmla="*/ 387706 w 1476066"/>
              <a:gd name="connsiteY2" fmla="*/ 1206591 h 1232305"/>
              <a:gd name="connsiteX3" fmla="*/ 525862 w 1476066"/>
              <a:gd name="connsiteY3" fmla="*/ 951111 h 1232305"/>
              <a:gd name="connsiteX4" fmla="*/ 1256806 w 1476066"/>
              <a:gd name="connsiteY4" fmla="*/ 913900 h 1232305"/>
              <a:gd name="connsiteX5" fmla="*/ 1256752 w 1476066"/>
              <a:gd name="connsiteY5" fmla="*/ 60828 h 1232305"/>
              <a:gd name="connsiteX0" fmla="*/ 882464 w 1076750"/>
              <a:gd name="connsiteY0" fmla="*/ 125454 h 1304203"/>
              <a:gd name="connsiteX1" fmla="*/ 157739 w 1076750"/>
              <a:gd name="connsiteY1" fmla="*/ 125676 h 1304203"/>
              <a:gd name="connsiteX2" fmla="*/ 13418 w 1076750"/>
              <a:gd name="connsiteY2" fmla="*/ 1271217 h 1304203"/>
              <a:gd name="connsiteX3" fmla="*/ 151574 w 1076750"/>
              <a:gd name="connsiteY3" fmla="*/ 1015737 h 1304203"/>
              <a:gd name="connsiteX4" fmla="*/ 882518 w 1076750"/>
              <a:gd name="connsiteY4" fmla="*/ 978526 h 1304203"/>
              <a:gd name="connsiteX5" fmla="*/ 882464 w 1076750"/>
              <a:gd name="connsiteY5" fmla="*/ 125454 h 1304203"/>
              <a:gd name="connsiteX0" fmla="*/ 818837 w 1013123"/>
              <a:gd name="connsiteY0" fmla="*/ 108846 h 1046099"/>
              <a:gd name="connsiteX1" fmla="*/ 94112 w 1013123"/>
              <a:gd name="connsiteY1" fmla="*/ 109068 h 1046099"/>
              <a:gd name="connsiteX2" fmla="*/ 87947 w 1013123"/>
              <a:gd name="connsiteY2" fmla="*/ 999129 h 1046099"/>
              <a:gd name="connsiteX3" fmla="*/ 818891 w 1013123"/>
              <a:gd name="connsiteY3" fmla="*/ 961918 h 1046099"/>
              <a:gd name="connsiteX4" fmla="*/ 818837 w 1013123"/>
              <a:gd name="connsiteY4" fmla="*/ 108846 h 1046099"/>
              <a:gd name="connsiteX0" fmla="*/ 796153 w 990439"/>
              <a:gd name="connsiteY0" fmla="*/ 108846 h 1071974"/>
              <a:gd name="connsiteX1" fmla="*/ 71428 w 990439"/>
              <a:gd name="connsiteY1" fmla="*/ 109068 h 1071974"/>
              <a:gd name="connsiteX2" fmla="*/ 65263 w 990439"/>
              <a:gd name="connsiteY2" fmla="*/ 999129 h 1071974"/>
              <a:gd name="connsiteX3" fmla="*/ 411737 w 990439"/>
              <a:gd name="connsiteY3" fmla="*/ 1014483 h 1071974"/>
              <a:gd name="connsiteX4" fmla="*/ 796207 w 990439"/>
              <a:gd name="connsiteY4" fmla="*/ 961918 h 1071974"/>
              <a:gd name="connsiteX5" fmla="*/ 796153 w 990439"/>
              <a:gd name="connsiteY5" fmla="*/ 108846 h 1071974"/>
              <a:gd name="connsiteX0" fmla="*/ 796153 w 990439"/>
              <a:gd name="connsiteY0" fmla="*/ 108846 h 1283428"/>
              <a:gd name="connsiteX1" fmla="*/ 71428 w 990439"/>
              <a:gd name="connsiteY1" fmla="*/ 109068 h 1283428"/>
              <a:gd name="connsiteX2" fmla="*/ 65263 w 990439"/>
              <a:gd name="connsiteY2" fmla="*/ 999129 h 1283428"/>
              <a:gd name="connsiteX3" fmla="*/ 411737 w 990439"/>
              <a:gd name="connsiteY3" fmla="*/ 1283229 h 1283428"/>
              <a:gd name="connsiteX4" fmla="*/ 796207 w 990439"/>
              <a:gd name="connsiteY4" fmla="*/ 961918 h 1283428"/>
              <a:gd name="connsiteX5" fmla="*/ 796153 w 990439"/>
              <a:gd name="connsiteY5" fmla="*/ 108846 h 1283428"/>
              <a:gd name="connsiteX0" fmla="*/ 796153 w 923787"/>
              <a:gd name="connsiteY0" fmla="*/ 119236 h 1293818"/>
              <a:gd name="connsiteX1" fmla="*/ 71428 w 923787"/>
              <a:gd name="connsiteY1" fmla="*/ 119458 h 1293818"/>
              <a:gd name="connsiteX2" fmla="*/ 65263 w 923787"/>
              <a:gd name="connsiteY2" fmla="*/ 1009519 h 1293818"/>
              <a:gd name="connsiteX3" fmla="*/ 411737 w 923787"/>
              <a:gd name="connsiteY3" fmla="*/ 1293619 h 1293818"/>
              <a:gd name="connsiteX4" fmla="*/ 695199 w 923787"/>
              <a:gd name="connsiteY4" fmla="*/ 1136541 h 1293818"/>
              <a:gd name="connsiteX5" fmla="*/ 796153 w 923787"/>
              <a:gd name="connsiteY5" fmla="*/ 119236 h 1293818"/>
              <a:gd name="connsiteX0" fmla="*/ 796153 w 895823"/>
              <a:gd name="connsiteY0" fmla="*/ 95534 h 1270116"/>
              <a:gd name="connsiteX1" fmla="*/ 71428 w 895823"/>
              <a:gd name="connsiteY1" fmla="*/ 95756 h 1270116"/>
              <a:gd name="connsiteX2" fmla="*/ 65263 w 895823"/>
              <a:gd name="connsiteY2" fmla="*/ 985817 h 1270116"/>
              <a:gd name="connsiteX3" fmla="*/ 411737 w 895823"/>
              <a:gd name="connsiteY3" fmla="*/ 1269917 h 1270116"/>
              <a:gd name="connsiteX4" fmla="*/ 695199 w 895823"/>
              <a:gd name="connsiteY4" fmla="*/ 1112839 h 1270116"/>
              <a:gd name="connsiteX5" fmla="*/ 878900 w 895823"/>
              <a:gd name="connsiteY5" fmla="*/ 724961 h 1270116"/>
              <a:gd name="connsiteX6" fmla="*/ 796153 w 895823"/>
              <a:gd name="connsiteY6" fmla="*/ 95534 h 1270116"/>
              <a:gd name="connsiteX0" fmla="*/ 974628 w 1074298"/>
              <a:gd name="connsiteY0" fmla="*/ 79932 h 1254390"/>
              <a:gd name="connsiteX1" fmla="*/ 249903 w 1074298"/>
              <a:gd name="connsiteY1" fmla="*/ 80154 h 1254390"/>
              <a:gd name="connsiteX2" fmla="*/ 13313 w 1074298"/>
              <a:gd name="connsiteY2" fmla="*/ 731331 h 1254390"/>
              <a:gd name="connsiteX3" fmla="*/ 590212 w 1074298"/>
              <a:gd name="connsiteY3" fmla="*/ 1254315 h 1254390"/>
              <a:gd name="connsiteX4" fmla="*/ 873674 w 1074298"/>
              <a:gd name="connsiteY4" fmla="*/ 1097237 h 1254390"/>
              <a:gd name="connsiteX5" fmla="*/ 1057375 w 1074298"/>
              <a:gd name="connsiteY5" fmla="*/ 709359 h 1254390"/>
              <a:gd name="connsiteX6" fmla="*/ 974628 w 1074298"/>
              <a:gd name="connsiteY6" fmla="*/ 79932 h 125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4298" h="1254390">
                <a:moveTo>
                  <a:pt x="974628" y="79932"/>
                </a:moveTo>
                <a:cubicBezTo>
                  <a:pt x="840049" y="-24935"/>
                  <a:pt x="410122" y="-28413"/>
                  <a:pt x="249903" y="80154"/>
                </a:cubicBezTo>
                <a:cubicBezTo>
                  <a:pt x="89684" y="188721"/>
                  <a:pt x="-43405" y="580429"/>
                  <a:pt x="13313" y="731331"/>
                </a:cubicBezTo>
                <a:cubicBezTo>
                  <a:pt x="70031" y="882234"/>
                  <a:pt x="468388" y="1260517"/>
                  <a:pt x="590212" y="1254315"/>
                </a:cubicBezTo>
                <a:cubicBezTo>
                  <a:pt x="712036" y="1248113"/>
                  <a:pt x="823696" y="1124609"/>
                  <a:pt x="873674" y="1097237"/>
                </a:cubicBezTo>
                <a:cubicBezTo>
                  <a:pt x="923652" y="1069865"/>
                  <a:pt x="1040549" y="878910"/>
                  <a:pt x="1057375" y="709359"/>
                </a:cubicBezTo>
                <a:cubicBezTo>
                  <a:pt x="1074201" y="539808"/>
                  <a:pt x="1109207" y="184799"/>
                  <a:pt x="974628" y="79932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1" name="Freeform 120"/>
          <p:cNvSpPr/>
          <p:nvPr/>
        </p:nvSpPr>
        <p:spPr bwMode="auto">
          <a:xfrm>
            <a:off x="6753011" y="1922377"/>
            <a:ext cx="1518680" cy="891336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  <a:gd name="connsiteX0" fmla="*/ 1813583 w 2040580"/>
              <a:gd name="connsiteY0" fmla="*/ 119969 h 1688144"/>
              <a:gd name="connsiteX1" fmla="*/ 237876 w 2040580"/>
              <a:gd name="connsiteY1" fmla="*/ 185282 h 1688144"/>
              <a:gd name="connsiteX2" fmla="*/ 139906 w 2040580"/>
              <a:gd name="connsiteY2" fmla="*/ 1320118 h 1688144"/>
              <a:gd name="connsiteX3" fmla="*/ 1532985 w 2040580"/>
              <a:gd name="connsiteY3" fmla="*/ 1684358 h 1688144"/>
              <a:gd name="connsiteX4" fmla="*/ 2002001 w 2040580"/>
              <a:gd name="connsiteY4" fmla="*/ 1366671 h 1688144"/>
              <a:gd name="connsiteX5" fmla="*/ 1813583 w 2040580"/>
              <a:gd name="connsiteY5" fmla="*/ 119969 h 1688144"/>
              <a:gd name="connsiteX0" fmla="*/ 1831256 w 2048749"/>
              <a:gd name="connsiteY0" fmla="*/ 260996 h 1565483"/>
              <a:gd name="connsiteX1" fmla="*/ 238769 w 2048749"/>
              <a:gd name="connsiteY1" fmla="*/ 63650 h 1565483"/>
              <a:gd name="connsiteX2" fmla="*/ 140799 w 2048749"/>
              <a:gd name="connsiteY2" fmla="*/ 1198486 h 1565483"/>
              <a:gd name="connsiteX3" fmla="*/ 1533878 w 2048749"/>
              <a:gd name="connsiteY3" fmla="*/ 1562726 h 1565483"/>
              <a:gd name="connsiteX4" fmla="*/ 2002894 w 2048749"/>
              <a:gd name="connsiteY4" fmla="*/ 1245039 h 1565483"/>
              <a:gd name="connsiteX5" fmla="*/ 1831256 w 2048749"/>
              <a:gd name="connsiteY5" fmla="*/ 260996 h 1565483"/>
              <a:gd name="connsiteX0" fmla="*/ 1839358 w 2057716"/>
              <a:gd name="connsiteY0" fmla="*/ 187245 h 1491732"/>
              <a:gd name="connsiteX1" fmla="*/ 230091 w 2057716"/>
              <a:gd name="connsiteY1" fmla="*/ 83704 h 1491732"/>
              <a:gd name="connsiteX2" fmla="*/ 148901 w 2057716"/>
              <a:gd name="connsiteY2" fmla="*/ 1124735 h 1491732"/>
              <a:gd name="connsiteX3" fmla="*/ 1541980 w 2057716"/>
              <a:gd name="connsiteY3" fmla="*/ 1488975 h 1491732"/>
              <a:gd name="connsiteX4" fmla="*/ 2010996 w 2057716"/>
              <a:gd name="connsiteY4" fmla="*/ 1171288 h 1491732"/>
              <a:gd name="connsiteX5" fmla="*/ 1839358 w 2057716"/>
              <a:gd name="connsiteY5" fmla="*/ 187245 h 1491732"/>
              <a:gd name="connsiteX0" fmla="*/ 1839358 w 2093694"/>
              <a:gd name="connsiteY0" fmla="*/ 182773 h 1486113"/>
              <a:gd name="connsiteX1" fmla="*/ 230091 w 2093694"/>
              <a:gd name="connsiteY1" fmla="*/ 79232 h 1486113"/>
              <a:gd name="connsiteX2" fmla="*/ 148901 w 2093694"/>
              <a:gd name="connsiteY2" fmla="*/ 1120263 h 1486113"/>
              <a:gd name="connsiteX3" fmla="*/ 1541980 w 2093694"/>
              <a:gd name="connsiteY3" fmla="*/ 1484503 h 1486113"/>
              <a:gd name="connsiteX4" fmla="*/ 2061335 w 2093694"/>
              <a:gd name="connsiteY4" fmla="*/ 1060557 h 1486113"/>
              <a:gd name="connsiteX5" fmla="*/ 1839358 w 2093694"/>
              <a:gd name="connsiteY5" fmla="*/ 182773 h 1486113"/>
              <a:gd name="connsiteX0" fmla="*/ 2276242 w 2392709"/>
              <a:gd name="connsiteY0" fmla="*/ 213360 h 1471114"/>
              <a:gd name="connsiteX1" fmla="*/ 254194 w 2392709"/>
              <a:gd name="connsiteY1" fmla="*/ 64279 h 1471114"/>
              <a:gd name="connsiteX2" fmla="*/ 173004 w 2392709"/>
              <a:gd name="connsiteY2" fmla="*/ 1105310 h 1471114"/>
              <a:gd name="connsiteX3" fmla="*/ 1566083 w 2392709"/>
              <a:gd name="connsiteY3" fmla="*/ 1469550 h 1471114"/>
              <a:gd name="connsiteX4" fmla="*/ 2085438 w 2392709"/>
              <a:gd name="connsiteY4" fmla="*/ 1045604 h 1471114"/>
              <a:gd name="connsiteX5" fmla="*/ 2276242 w 2392709"/>
              <a:gd name="connsiteY5" fmla="*/ 213360 h 1471114"/>
              <a:gd name="connsiteX0" fmla="*/ 2276242 w 2490138"/>
              <a:gd name="connsiteY0" fmla="*/ 223703 h 1503438"/>
              <a:gd name="connsiteX1" fmla="*/ 254194 w 2490138"/>
              <a:gd name="connsiteY1" fmla="*/ 74622 h 1503438"/>
              <a:gd name="connsiteX2" fmla="*/ 173004 w 2490138"/>
              <a:gd name="connsiteY2" fmla="*/ 1115653 h 1503438"/>
              <a:gd name="connsiteX3" fmla="*/ 1566083 w 2490138"/>
              <a:gd name="connsiteY3" fmla="*/ 1479893 h 1503438"/>
              <a:gd name="connsiteX4" fmla="*/ 2350585 w 2490138"/>
              <a:gd name="connsiteY4" fmla="*/ 1347087 h 1503438"/>
              <a:gd name="connsiteX5" fmla="*/ 2276242 w 2490138"/>
              <a:gd name="connsiteY5" fmla="*/ 223703 h 1503438"/>
              <a:gd name="connsiteX0" fmla="*/ 2285548 w 2499444"/>
              <a:gd name="connsiteY0" fmla="*/ 236965 h 1516699"/>
              <a:gd name="connsiteX1" fmla="*/ 263500 w 2499444"/>
              <a:gd name="connsiteY1" fmla="*/ 87884 h 1516699"/>
              <a:gd name="connsiteX2" fmla="*/ 166528 w 2499444"/>
              <a:gd name="connsiteY2" fmla="*/ 1308077 h 1516699"/>
              <a:gd name="connsiteX3" fmla="*/ 1575389 w 2499444"/>
              <a:gd name="connsiteY3" fmla="*/ 1493155 h 1516699"/>
              <a:gd name="connsiteX4" fmla="*/ 2359891 w 2499444"/>
              <a:gd name="connsiteY4" fmla="*/ 1360349 h 1516699"/>
              <a:gd name="connsiteX5" fmla="*/ 2285548 w 2499444"/>
              <a:gd name="connsiteY5" fmla="*/ 236965 h 1516699"/>
              <a:gd name="connsiteX0" fmla="*/ 2352313 w 2573895"/>
              <a:gd name="connsiteY0" fmla="*/ 168297 h 1448031"/>
              <a:gd name="connsiteX1" fmla="*/ 216631 w 2573895"/>
              <a:gd name="connsiteY1" fmla="*/ 116263 h 1448031"/>
              <a:gd name="connsiteX2" fmla="*/ 233293 w 2573895"/>
              <a:gd name="connsiteY2" fmla="*/ 1239409 h 1448031"/>
              <a:gd name="connsiteX3" fmla="*/ 1642154 w 2573895"/>
              <a:gd name="connsiteY3" fmla="*/ 1424487 h 1448031"/>
              <a:gd name="connsiteX4" fmla="*/ 2426656 w 2573895"/>
              <a:gd name="connsiteY4" fmla="*/ 1291681 h 1448031"/>
              <a:gd name="connsiteX5" fmla="*/ 2352313 w 2573895"/>
              <a:gd name="connsiteY5" fmla="*/ 168297 h 1448031"/>
              <a:gd name="connsiteX0" fmla="*/ 2386287 w 2607869"/>
              <a:gd name="connsiteY0" fmla="*/ 170868 h 1450602"/>
              <a:gd name="connsiteX1" fmla="*/ 250605 w 2607869"/>
              <a:gd name="connsiteY1" fmla="*/ 118834 h 1450602"/>
              <a:gd name="connsiteX2" fmla="*/ 200980 w 2607869"/>
              <a:gd name="connsiteY2" fmla="*/ 1279306 h 1450602"/>
              <a:gd name="connsiteX3" fmla="*/ 1676128 w 2607869"/>
              <a:gd name="connsiteY3" fmla="*/ 1427058 h 1450602"/>
              <a:gd name="connsiteX4" fmla="*/ 2460630 w 2607869"/>
              <a:gd name="connsiteY4" fmla="*/ 1294252 h 1450602"/>
              <a:gd name="connsiteX5" fmla="*/ 2386287 w 2607869"/>
              <a:gd name="connsiteY5" fmla="*/ 170868 h 1450602"/>
              <a:gd name="connsiteX0" fmla="*/ 2402246 w 2623828"/>
              <a:gd name="connsiteY0" fmla="*/ 173966 h 1453700"/>
              <a:gd name="connsiteX1" fmla="*/ 266564 w 2623828"/>
              <a:gd name="connsiteY1" fmla="*/ 121932 h 1453700"/>
              <a:gd name="connsiteX2" fmla="*/ 188530 w 2623828"/>
              <a:gd name="connsiteY2" fmla="*/ 1327195 h 1453700"/>
              <a:gd name="connsiteX3" fmla="*/ 1692087 w 2623828"/>
              <a:gd name="connsiteY3" fmla="*/ 1430156 h 1453700"/>
              <a:gd name="connsiteX4" fmla="*/ 2476589 w 2623828"/>
              <a:gd name="connsiteY4" fmla="*/ 1297350 h 1453700"/>
              <a:gd name="connsiteX5" fmla="*/ 2402246 w 2623828"/>
              <a:gd name="connsiteY5" fmla="*/ 173966 h 1453700"/>
              <a:gd name="connsiteX0" fmla="*/ 2402246 w 2457801"/>
              <a:gd name="connsiteY0" fmla="*/ 181253 h 1459608"/>
              <a:gd name="connsiteX1" fmla="*/ 266564 w 2457801"/>
              <a:gd name="connsiteY1" fmla="*/ 129219 h 1459608"/>
              <a:gd name="connsiteX2" fmla="*/ 188530 w 2457801"/>
              <a:gd name="connsiteY2" fmla="*/ 1334482 h 1459608"/>
              <a:gd name="connsiteX3" fmla="*/ 1692087 w 2457801"/>
              <a:gd name="connsiteY3" fmla="*/ 1437443 h 1459608"/>
              <a:gd name="connsiteX4" fmla="*/ 2402246 w 2457801"/>
              <a:gd name="connsiteY4" fmla="*/ 181253 h 1459608"/>
              <a:gd name="connsiteX0" fmla="*/ 1422608 w 1801278"/>
              <a:gd name="connsiteY0" fmla="*/ 247073 h 1413450"/>
              <a:gd name="connsiteX1" fmla="*/ 214938 w 1801278"/>
              <a:gd name="connsiteY1" fmla="*/ 83061 h 1413450"/>
              <a:gd name="connsiteX2" fmla="*/ 136904 w 1801278"/>
              <a:gd name="connsiteY2" fmla="*/ 1288324 h 1413450"/>
              <a:gd name="connsiteX3" fmla="*/ 1640461 w 1801278"/>
              <a:gd name="connsiteY3" fmla="*/ 1391285 h 1413450"/>
              <a:gd name="connsiteX4" fmla="*/ 1422608 w 1801278"/>
              <a:gd name="connsiteY4" fmla="*/ 247073 h 1413450"/>
              <a:gd name="connsiteX0" fmla="*/ 1474758 w 1857001"/>
              <a:gd name="connsiteY0" fmla="*/ 54071 h 1198283"/>
              <a:gd name="connsiteX1" fmla="*/ 162923 w 1857001"/>
              <a:gd name="connsiteY1" fmla="*/ 278246 h 1198283"/>
              <a:gd name="connsiteX2" fmla="*/ 189054 w 1857001"/>
              <a:gd name="connsiteY2" fmla="*/ 1095322 h 1198283"/>
              <a:gd name="connsiteX3" fmla="*/ 1692611 w 1857001"/>
              <a:gd name="connsiteY3" fmla="*/ 1198283 h 1198283"/>
              <a:gd name="connsiteX4" fmla="*/ 1474758 w 1857001"/>
              <a:gd name="connsiteY4" fmla="*/ 54071 h 1198283"/>
              <a:gd name="connsiteX0" fmla="*/ 1481860 w 1864103"/>
              <a:gd name="connsiteY0" fmla="*/ 55658 h 1236748"/>
              <a:gd name="connsiteX1" fmla="*/ 170025 w 1864103"/>
              <a:gd name="connsiteY1" fmla="*/ 279833 h 1236748"/>
              <a:gd name="connsiteX2" fmla="*/ 183530 w 1864103"/>
              <a:gd name="connsiteY2" fmla="*/ 1164095 h 1236748"/>
              <a:gd name="connsiteX3" fmla="*/ 1699713 w 1864103"/>
              <a:gd name="connsiteY3" fmla="*/ 1199870 h 1236748"/>
              <a:gd name="connsiteX4" fmla="*/ 1481860 w 1864103"/>
              <a:gd name="connsiteY4" fmla="*/ 55658 h 1236748"/>
              <a:gd name="connsiteX0" fmla="*/ 1424905 w 1848690"/>
              <a:gd name="connsiteY0" fmla="*/ 79807 h 1133989"/>
              <a:gd name="connsiteX1" fmla="*/ 166730 w 1848690"/>
              <a:gd name="connsiteY1" fmla="*/ 177075 h 1133989"/>
              <a:gd name="connsiteX2" fmla="*/ 180235 w 1848690"/>
              <a:gd name="connsiteY2" fmla="*/ 1061337 h 1133989"/>
              <a:gd name="connsiteX3" fmla="*/ 1696418 w 1848690"/>
              <a:gd name="connsiteY3" fmla="*/ 1097112 h 1133989"/>
              <a:gd name="connsiteX4" fmla="*/ 1424905 w 1848690"/>
              <a:gd name="connsiteY4" fmla="*/ 79807 h 1133989"/>
              <a:gd name="connsiteX0" fmla="*/ 1410297 w 1656573"/>
              <a:gd name="connsiteY0" fmla="*/ 75412 h 1110884"/>
              <a:gd name="connsiteX1" fmla="*/ 152122 w 1656573"/>
              <a:gd name="connsiteY1" fmla="*/ 172680 h 1110884"/>
              <a:gd name="connsiteX2" fmla="*/ 165627 w 1656573"/>
              <a:gd name="connsiteY2" fmla="*/ 1056942 h 1110884"/>
              <a:gd name="connsiteX3" fmla="*/ 1448229 w 1656573"/>
              <a:gd name="connsiteY3" fmla="*/ 1032996 h 1110884"/>
              <a:gd name="connsiteX4" fmla="*/ 1410297 w 1656573"/>
              <a:gd name="connsiteY4" fmla="*/ 75412 h 1110884"/>
              <a:gd name="connsiteX0" fmla="*/ 1377783 w 1624059"/>
              <a:gd name="connsiteY0" fmla="*/ 75412 h 1130840"/>
              <a:gd name="connsiteX1" fmla="*/ 119608 w 1624059"/>
              <a:gd name="connsiteY1" fmla="*/ 172680 h 1130840"/>
              <a:gd name="connsiteX2" fmla="*/ 133113 w 1624059"/>
              <a:gd name="connsiteY2" fmla="*/ 1056942 h 1130840"/>
              <a:gd name="connsiteX3" fmla="*/ 839439 w 1624059"/>
              <a:gd name="connsiteY3" fmla="*/ 1077672 h 1130840"/>
              <a:gd name="connsiteX4" fmla="*/ 1415715 w 1624059"/>
              <a:gd name="connsiteY4" fmla="*/ 1032996 h 1130840"/>
              <a:gd name="connsiteX5" fmla="*/ 1377783 w 1624059"/>
              <a:gd name="connsiteY5" fmla="*/ 75412 h 1130840"/>
              <a:gd name="connsiteX0" fmla="*/ 1375712 w 1621988"/>
              <a:gd name="connsiteY0" fmla="*/ 75412 h 1102403"/>
              <a:gd name="connsiteX1" fmla="*/ 117537 w 1621988"/>
              <a:gd name="connsiteY1" fmla="*/ 172680 h 1102403"/>
              <a:gd name="connsiteX2" fmla="*/ 131042 w 1621988"/>
              <a:gd name="connsiteY2" fmla="*/ 1056942 h 1102403"/>
              <a:gd name="connsiteX3" fmla="*/ 796334 w 1621988"/>
              <a:gd name="connsiteY3" fmla="*/ 980625 h 1102403"/>
              <a:gd name="connsiteX4" fmla="*/ 1413644 w 1621988"/>
              <a:gd name="connsiteY4" fmla="*/ 1032996 h 1102403"/>
              <a:gd name="connsiteX5" fmla="*/ 1375712 w 1621988"/>
              <a:gd name="connsiteY5" fmla="*/ 75412 h 1102403"/>
              <a:gd name="connsiteX0" fmla="*/ 1405411 w 1651687"/>
              <a:gd name="connsiteY0" fmla="*/ 73230 h 1092895"/>
              <a:gd name="connsiteX1" fmla="*/ 147236 w 1651687"/>
              <a:gd name="connsiteY1" fmla="*/ 170498 h 1092895"/>
              <a:gd name="connsiteX2" fmla="*/ 100767 w 1651687"/>
              <a:gd name="connsiteY2" fmla="*/ 1002504 h 1092895"/>
              <a:gd name="connsiteX3" fmla="*/ 826033 w 1651687"/>
              <a:gd name="connsiteY3" fmla="*/ 978443 h 1092895"/>
              <a:gd name="connsiteX4" fmla="*/ 1443343 w 1651687"/>
              <a:gd name="connsiteY4" fmla="*/ 1030814 h 1092895"/>
              <a:gd name="connsiteX5" fmla="*/ 1405411 w 1651687"/>
              <a:gd name="connsiteY5" fmla="*/ 73230 h 1092895"/>
              <a:gd name="connsiteX0" fmla="*/ 1388251 w 1632970"/>
              <a:gd name="connsiteY0" fmla="*/ 60759 h 1080423"/>
              <a:gd name="connsiteX1" fmla="*/ 161641 w 1632970"/>
              <a:gd name="connsiteY1" fmla="*/ 195354 h 1080423"/>
              <a:gd name="connsiteX2" fmla="*/ 83607 w 1632970"/>
              <a:gd name="connsiteY2" fmla="*/ 990033 h 1080423"/>
              <a:gd name="connsiteX3" fmla="*/ 808873 w 1632970"/>
              <a:gd name="connsiteY3" fmla="*/ 965972 h 1080423"/>
              <a:gd name="connsiteX4" fmla="*/ 1426183 w 1632970"/>
              <a:gd name="connsiteY4" fmla="*/ 1018343 h 1080423"/>
              <a:gd name="connsiteX5" fmla="*/ 1388251 w 1632970"/>
              <a:gd name="connsiteY5" fmla="*/ 60759 h 1080423"/>
              <a:gd name="connsiteX0" fmla="*/ 1394134 w 1638853"/>
              <a:gd name="connsiteY0" fmla="*/ 61259 h 1080923"/>
              <a:gd name="connsiteX1" fmla="*/ 167524 w 1638853"/>
              <a:gd name="connsiteY1" fmla="*/ 195854 h 1080923"/>
              <a:gd name="connsiteX2" fmla="*/ 80020 w 1638853"/>
              <a:gd name="connsiteY2" fmla="*/ 1005463 h 1080923"/>
              <a:gd name="connsiteX3" fmla="*/ 814756 w 1638853"/>
              <a:gd name="connsiteY3" fmla="*/ 966472 h 1080923"/>
              <a:gd name="connsiteX4" fmla="*/ 1432066 w 1638853"/>
              <a:gd name="connsiteY4" fmla="*/ 1018843 h 1080923"/>
              <a:gd name="connsiteX5" fmla="*/ 1394134 w 1638853"/>
              <a:gd name="connsiteY5" fmla="*/ 61259 h 1080923"/>
              <a:gd name="connsiteX0" fmla="*/ 1383948 w 1628667"/>
              <a:gd name="connsiteY0" fmla="*/ 61259 h 1078309"/>
              <a:gd name="connsiteX1" fmla="*/ 157338 w 1628667"/>
              <a:gd name="connsiteY1" fmla="*/ 195854 h 1078309"/>
              <a:gd name="connsiteX2" fmla="*/ 69834 w 1628667"/>
              <a:gd name="connsiteY2" fmla="*/ 1005463 h 1078309"/>
              <a:gd name="connsiteX3" fmla="*/ 653058 w 1628667"/>
              <a:gd name="connsiteY3" fmla="*/ 951542 h 1078309"/>
              <a:gd name="connsiteX4" fmla="*/ 1421880 w 1628667"/>
              <a:gd name="connsiteY4" fmla="*/ 1018843 h 1078309"/>
              <a:gd name="connsiteX5" fmla="*/ 1383948 w 1628667"/>
              <a:gd name="connsiteY5" fmla="*/ 61259 h 1078309"/>
              <a:gd name="connsiteX0" fmla="*/ 1383948 w 1603262"/>
              <a:gd name="connsiteY0" fmla="*/ 53542 h 1043105"/>
              <a:gd name="connsiteX1" fmla="*/ 157338 w 1603262"/>
              <a:gd name="connsiteY1" fmla="*/ 188137 h 1043105"/>
              <a:gd name="connsiteX2" fmla="*/ 69834 w 1603262"/>
              <a:gd name="connsiteY2" fmla="*/ 997746 h 1043105"/>
              <a:gd name="connsiteX3" fmla="*/ 653058 w 1603262"/>
              <a:gd name="connsiteY3" fmla="*/ 943825 h 1043105"/>
              <a:gd name="connsiteX4" fmla="*/ 1384002 w 1603262"/>
              <a:gd name="connsiteY4" fmla="*/ 906614 h 1043105"/>
              <a:gd name="connsiteX5" fmla="*/ 1383948 w 1603262"/>
              <a:gd name="connsiteY5" fmla="*/ 53542 h 1043105"/>
              <a:gd name="connsiteX0" fmla="*/ 1391785 w 1611099"/>
              <a:gd name="connsiteY0" fmla="*/ 53790 h 1049576"/>
              <a:gd name="connsiteX1" fmla="*/ 165175 w 1611099"/>
              <a:gd name="connsiteY1" fmla="*/ 188385 h 1049576"/>
              <a:gd name="connsiteX2" fmla="*/ 65045 w 1611099"/>
              <a:gd name="connsiteY2" fmla="*/ 1005459 h 1049576"/>
              <a:gd name="connsiteX3" fmla="*/ 660895 w 1611099"/>
              <a:gd name="connsiteY3" fmla="*/ 944073 h 1049576"/>
              <a:gd name="connsiteX4" fmla="*/ 1391839 w 1611099"/>
              <a:gd name="connsiteY4" fmla="*/ 906862 h 1049576"/>
              <a:gd name="connsiteX5" fmla="*/ 1391785 w 1611099"/>
              <a:gd name="connsiteY5" fmla="*/ 53790 h 1049576"/>
              <a:gd name="connsiteX0" fmla="*/ 1397885 w 1617199"/>
              <a:gd name="connsiteY0" fmla="*/ 55062 h 1082852"/>
              <a:gd name="connsiteX1" fmla="*/ 171275 w 1617199"/>
              <a:gd name="connsiteY1" fmla="*/ 189657 h 1082852"/>
              <a:gd name="connsiteX2" fmla="*/ 61676 w 1617199"/>
              <a:gd name="connsiteY2" fmla="*/ 1044056 h 1082852"/>
              <a:gd name="connsiteX3" fmla="*/ 666995 w 1617199"/>
              <a:gd name="connsiteY3" fmla="*/ 945345 h 1082852"/>
              <a:gd name="connsiteX4" fmla="*/ 1397939 w 1617199"/>
              <a:gd name="connsiteY4" fmla="*/ 908134 h 1082852"/>
              <a:gd name="connsiteX5" fmla="*/ 1397885 w 1617199"/>
              <a:gd name="connsiteY5" fmla="*/ 55062 h 1082852"/>
              <a:gd name="connsiteX0" fmla="*/ 1256752 w 1476066"/>
              <a:gd name="connsiteY0" fmla="*/ 60828 h 1232305"/>
              <a:gd name="connsiteX1" fmla="*/ 30142 w 1476066"/>
              <a:gd name="connsiteY1" fmla="*/ 195423 h 1232305"/>
              <a:gd name="connsiteX2" fmla="*/ 387706 w 1476066"/>
              <a:gd name="connsiteY2" fmla="*/ 1206591 h 1232305"/>
              <a:gd name="connsiteX3" fmla="*/ 525862 w 1476066"/>
              <a:gd name="connsiteY3" fmla="*/ 951111 h 1232305"/>
              <a:gd name="connsiteX4" fmla="*/ 1256806 w 1476066"/>
              <a:gd name="connsiteY4" fmla="*/ 913900 h 1232305"/>
              <a:gd name="connsiteX5" fmla="*/ 1256752 w 1476066"/>
              <a:gd name="connsiteY5" fmla="*/ 60828 h 1232305"/>
              <a:gd name="connsiteX0" fmla="*/ 882464 w 1076750"/>
              <a:gd name="connsiteY0" fmla="*/ 125454 h 1304203"/>
              <a:gd name="connsiteX1" fmla="*/ 157739 w 1076750"/>
              <a:gd name="connsiteY1" fmla="*/ 125676 h 1304203"/>
              <a:gd name="connsiteX2" fmla="*/ 13418 w 1076750"/>
              <a:gd name="connsiteY2" fmla="*/ 1271217 h 1304203"/>
              <a:gd name="connsiteX3" fmla="*/ 151574 w 1076750"/>
              <a:gd name="connsiteY3" fmla="*/ 1015737 h 1304203"/>
              <a:gd name="connsiteX4" fmla="*/ 882518 w 1076750"/>
              <a:gd name="connsiteY4" fmla="*/ 978526 h 1304203"/>
              <a:gd name="connsiteX5" fmla="*/ 882464 w 1076750"/>
              <a:gd name="connsiteY5" fmla="*/ 125454 h 1304203"/>
              <a:gd name="connsiteX0" fmla="*/ 818837 w 1013123"/>
              <a:gd name="connsiteY0" fmla="*/ 108846 h 1046099"/>
              <a:gd name="connsiteX1" fmla="*/ 94112 w 1013123"/>
              <a:gd name="connsiteY1" fmla="*/ 109068 h 1046099"/>
              <a:gd name="connsiteX2" fmla="*/ 87947 w 1013123"/>
              <a:gd name="connsiteY2" fmla="*/ 999129 h 1046099"/>
              <a:gd name="connsiteX3" fmla="*/ 818891 w 1013123"/>
              <a:gd name="connsiteY3" fmla="*/ 961918 h 1046099"/>
              <a:gd name="connsiteX4" fmla="*/ 818837 w 1013123"/>
              <a:gd name="connsiteY4" fmla="*/ 108846 h 1046099"/>
              <a:gd name="connsiteX0" fmla="*/ 796153 w 990439"/>
              <a:gd name="connsiteY0" fmla="*/ 108846 h 1071974"/>
              <a:gd name="connsiteX1" fmla="*/ 71428 w 990439"/>
              <a:gd name="connsiteY1" fmla="*/ 109068 h 1071974"/>
              <a:gd name="connsiteX2" fmla="*/ 65263 w 990439"/>
              <a:gd name="connsiteY2" fmla="*/ 999129 h 1071974"/>
              <a:gd name="connsiteX3" fmla="*/ 411737 w 990439"/>
              <a:gd name="connsiteY3" fmla="*/ 1014483 h 1071974"/>
              <a:gd name="connsiteX4" fmla="*/ 796207 w 990439"/>
              <a:gd name="connsiteY4" fmla="*/ 961918 h 1071974"/>
              <a:gd name="connsiteX5" fmla="*/ 796153 w 990439"/>
              <a:gd name="connsiteY5" fmla="*/ 108846 h 1071974"/>
              <a:gd name="connsiteX0" fmla="*/ 796153 w 990439"/>
              <a:gd name="connsiteY0" fmla="*/ 108846 h 1283428"/>
              <a:gd name="connsiteX1" fmla="*/ 71428 w 990439"/>
              <a:gd name="connsiteY1" fmla="*/ 109068 h 1283428"/>
              <a:gd name="connsiteX2" fmla="*/ 65263 w 990439"/>
              <a:gd name="connsiteY2" fmla="*/ 999129 h 1283428"/>
              <a:gd name="connsiteX3" fmla="*/ 411737 w 990439"/>
              <a:gd name="connsiteY3" fmla="*/ 1283229 h 1283428"/>
              <a:gd name="connsiteX4" fmla="*/ 796207 w 990439"/>
              <a:gd name="connsiteY4" fmla="*/ 961918 h 1283428"/>
              <a:gd name="connsiteX5" fmla="*/ 796153 w 990439"/>
              <a:gd name="connsiteY5" fmla="*/ 108846 h 1283428"/>
              <a:gd name="connsiteX0" fmla="*/ 796153 w 923787"/>
              <a:gd name="connsiteY0" fmla="*/ 119236 h 1293818"/>
              <a:gd name="connsiteX1" fmla="*/ 71428 w 923787"/>
              <a:gd name="connsiteY1" fmla="*/ 119458 h 1293818"/>
              <a:gd name="connsiteX2" fmla="*/ 65263 w 923787"/>
              <a:gd name="connsiteY2" fmla="*/ 1009519 h 1293818"/>
              <a:gd name="connsiteX3" fmla="*/ 411737 w 923787"/>
              <a:gd name="connsiteY3" fmla="*/ 1293619 h 1293818"/>
              <a:gd name="connsiteX4" fmla="*/ 695199 w 923787"/>
              <a:gd name="connsiteY4" fmla="*/ 1136541 h 1293818"/>
              <a:gd name="connsiteX5" fmla="*/ 796153 w 923787"/>
              <a:gd name="connsiteY5" fmla="*/ 119236 h 1293818"/>
              <a:gd name="connsiteX0" fmla="*/ 796153 w 895823"/>
              <a:gd name="connsiteY0" fmla="*/ 95534 h 1270116"/>
              <a:gd name="connsiteX1" fmla="*/ 71428 w 895823"/>
              <a:gd name="connsiteY1" fmla="*/ 95756 h 1270116"/>
              <a:gd name="connsiteX2" fmla="*/ 65263 w 895823"/>
              <a:gd name="connsiteY2" fmla="*/ 985817 h 1270116"/>
              <a:gd name="connsiteX3" fmla="*/ 411737 w 895823"/>
              <a:gd name="connsiteY3" fmla="*/ 1269917 h 1270116"/>
              <a:gd name="connsiteX4" fmla="*/ 695199 w 895823"/>
              <a:gd name="connsiteY4" fmla="*/ 1112839 h 1270116"/>
              <a:gd name="connsiteX5" fmla="*/ 878900 w 895823"/>
              <a:gd name="connsiteY5" fmla="*/ 724961 h 1270116"/>
              <a:gd name="connsiteX6" fmla="*/ 796153 w 895823"/>
              <a:gd name="connsiteY6" fmla="*/ 95534 h 1270116"/>
              <a:gd name="connsiteX0" fmla="*/ 974628 w 1074298"/>
              <a:gd name="connsiteY0" fmla="*/ 79932 h 1254390"/>
              <a:gd name="connsiteX1" fmla="*/ 249903 w 1074298"/>
              <a:gd name="connsiteY1" fmla="*/ 80154 h 1254390"/>
              <a:gd name="connsiteX2" fmla="*/ 13313 w 1074298"/>
              <a:gd name="connsiteY2" fmla="*/ 731331 h 1254390"/>
              <a:gd name="connsiteX3" fmla="*/ 590212 w 1074298"/>
              <a:gd name="connsiteY3" fmla="*/ 1254315 h 1254390"/>
              <a:gd name="connsiteX4" fmla="*/ 873674 w 1074298"/>
              <a:gd name="connsiteY4" fmla="*/ 1097237 h 1254390"/>
              <a:gd name="connsiteX5" fmla="*/ 1057375 w 1074298"/>
              <a:gd name="connsiteY5" fmla="*/ 709359 h 1254390"/>
              <a:gd name="connsiteX6" fmla="*/ 974628 w 1074298"/>
              <a:gd name="connsiteY6" fmla="*/ 79932 h 1254390"/>
              <a:gd name="connsiteX0" fmla="*/ 974628 w 1011735"/>
              <a:gd name="connsiteY0" fmla="*/ 105410 h 1279868"/>
              <a:gd name="connsiteX1" fmla="*/ 249903 w 1011735"/>
              <a:gd name="connsiteY1" fmla="*/ 105632 h 1279868"/>
              <a:gd name="connsiteX2" fmla="*/ 13313 w 1011735"/>
              <a:gd name="connsiteY2" fmla="*/ 756809 h 1279868"/>
              <a:gd name="connsiteX3" fmla="*/ 590212 w 1011735"/>
              <a:gd name="connsiteY3" fmla="*/ 1279793 h 1279868"/>
              <a:gd name="connsiteX4" fmla="*/ 873674 w 1011735"/>
              <a:gd name="connsiteY4" fmla="*/ 1122715 h 1279868"/>
              <a:gd name="connsiteX5" fmla="*/ 974628 w 1011735"/>
              <a:gd name="connsiteY5" fmla="*/ 105410 h 1279868"/>
              <a:gd name="connsiteX0" fmla="*/ 974628 w 982071"/>
              <a:gd name="connsiteY0" fmla="*/ 116260 h 1290718"/>
              <a:gd name="connsiteX1" fmla="*/ 249903 w 982071"/>
              <a:gd name="connsiteY1" fmla="*/ 116482 h 1290718"/>
              <a:gd name="connsiteX2" fmla="*/ 13313 w 982071"/>
              <a:gd name="connsiteY2" fmla="*/ 767659 h 1290718"/>
              <a:gd name="connsiteX3" fmla="*/ 590212 w 982071"/>
              <a:gd name="connsiteY3" fmla="*/ 1290643 h 1290718"/>
              <a:gd name="connsiteX4" fmla="*/ 974628 w 982071"/>
              <a:gd name="connsiteY4" fmla="*/ 116260 h 1290718"/>
              <a:gd name="connsiteX0" fmla="*/ 786619 w 803169"/>
              <a:gd name="connsiteY0" fmla="*/ 127385 h 1271982"/>
              <a:gd name="connsiteX1" fmla="*/ 248128 w 803169"/>
              <a:gd name="connsiteY1" fmla="*/ 97746 h 1271982"/>
              <a:gd name="connsiteX2" fmla="*/ 11538 w 803169"/>
              <a:gd name="connsiteY2" fmla="*/ 748923 h 1271982"/>
              <a:gd name="connsiteX3" fmla="*/ 588437 w 803169"/>
              <a:gd name="connsiteY3" fmla="*/ 1271907 h 1271982"/>
              <a:gd name="connsiteX4" fmla="*/ 786619 w 803169"/>
              <a:gd name="connsiteY4" fmla="*/ 127385 h 1271982"/>
              <a:gd name="connsiteX0" fmla="*/ 786619 w 790185"/>
              <a:gd name="connsiteY0" fmla="*/ 113525 h 1041730"/>
              <a:gd name="connsiteX1" fmla="*/ 248128 w 790185"/>
              <a:gd name="connsiteY1" fmla="*/ 83886 h 1041730"/>
              <a:gd name="connsiteX2" fmla="*/ 11538 w 790185"/>
              <a:gd name="connsiteY2" fmla="*/ 735063 h 1041730"/>
              <a:gd name="connsiteX3" fmla="*/ 449551 w 790185"/>
              <a:gd name="connsiteY3" fmla="*/ 1041558 h 1041730"/>
              <a:gd name="connsiteX4" fmla="*/ 786619 w 790185"/>
              <a:gd name="connsiteY4" fmla="*/ 113525 h 1041730"/>
              <a:gd name="connsiteX0" fmla="*/ 573576 w 591600"/>
              <a:gd name="connsiteY0" fmla="*/ 131744 h 1022623"/>
              <a:gd name="connsiteX1" fmla="*/ 246571 w 591600"/>
              <a:gd name="connsiteY1" fmla="*/ 64779 h 1022623"/>
              <a:gd name="connsiteX2" fmla="*/ 9981 w 591600"/>
              <a:gd name="connsiteY2" fmla="*/ 715956 h 1022623"/>
              <a:gd name="connsiteX3" fmla="*/ 447994 w 591600"/>
              <a:gd name="connsiteY3" fmla="*/ 1022451 h 1022623"/>
              <a:gd name="connsiteX4" fmla="*/ 573576 w 591600"/>
              <a:gd name="connsiteY4" fmla="*/ 131744 h 1022623"/>
              <a:gd name="connsiteX0" fmla="*/ 573576 w 587158"/>
              <a:gd name="connsiteY0" fmla="*/ 118215 h 777602"/>
              <a:gd name="connsiteX1" fmla="*/ 246571 w 587158"/>
              <a:gd name="connsiteY1" fmla="*/ 51250 h 777602"/>
              <a:gd name="connsiteX2" fmla="*/ 9981 w 587158"/>
              <a:gd name="connsiteY2" fmla="*/ 702427 h 777602"/>
              <a:gd name="connsiteX3" fmla="*/ 432211 w 587158"/>
              <a:gd name="connsiteY3" fmla="*/ 725246 h 777602"/>
              <a:gd name="connsiteX4" fmla="*/ 573576 w 587158"/>
              <a:gd name="connsiteY4" fmla="*/ 118215 h 777602"/>
              <a:gd name="connsiteX0" fmla="*/ 573576 w 587158"/>
              <a:gd name="connsiteY0" fmla="*/ 121489 h 815009"/>
              <a:gd name="connsiteX1" fmla="*/ 246571 w 587158"/>
              <a:gd name="connsiteY1" fmla="*/ 54524 h 815009"/>
              <a:gd name="connsiteX2" fmla="*/ 9981 w 587158"/>
              <a:gd name="connsiteY2" fmla="*/ 705701 h 815009"/>
              <a:gd name="connsiteX3" fmla="*/ 432211 w 587158"/>
              <a:gd name="connsiteY3" fmla="*/ 803171 h 815009"/>
              <a:gd name="connsiteX4" fmla="*/ 573576 w 587158"/>
              <a:gd name="connsiteY4" fmla="*/ 121489 h 815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158" h="815009">
                <a:moveTo>
                  <a:pt x="573576" y="121489"/>
                </a:moveTo>
                <a:cubicBezTo>
                  <a:pt x="542636" y="-3286"/>
                  <a:pt x="340503" y="-42845"/>
                  <a:pt x="246571" y="54524"/>
                </a:cubicBezTo>
                <a:cubicBezTo>
                  <a:pt x="152639" y="151893"/>
                  <a:pt x="-46737" y="554799"/>
                  <a:pt x="9981" y="705701"/>
                </a:cubicBezTo>
                <a:cubicBezTo>
                  <a:pt x="66699" y="856604"/>
                  <a:pt x="310387" y="809373"/>
                  <a:pt x="432211" y="803171"/>
                </a:cubicBezTo>
                <a:cubicBezTo>
                  <a:pt x="592430" y="694605"/>
                  <a:pt x="604516" y="246264"/>
                  <a:pt x="573576" y="121489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4" name="Freeform 113"/>
          <p:cNvSpPr/>
          <p:nvPr/>
        </p:nvSpPr>
        <p:spPr bwMode="auto">
          <a:xfrm>
            <a:off x="3018275" y="1325597"/>
            <a:ext cx="4182876" cy="1184264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  <a:gd name="connsiteX0" fmla="*/ 1813583 w 2040580"/>
              <a:gd name="connsiteY0" fmla="*/ 119969 h 1688144"/>
              <a:gd name="connsiteX1" fmla="*/ 237876 w 2040580"/>
              <a:gd name="connsiteY1" fmla="*/ 185282 h 1688144"/>
              <a:gd name="connsiteX2" fmla="*/ 139906 w 2040580"/>
              <a:gd name="connsiteY2" fmla="*/ 1320118 h 1688144"/>
              <a:gd name="connsiteX3" fmla="*/ 1532985 w 2040580"/>
              <a:gd name="connsiteY3" fmla="*/ 1684358 h 1688144"/>
              <a:gd name="connsiteX4" fmla="*/ 2002001 w 2040580"/>
              <a:gd name="connsiteY4" fmla="*/ 1366671 h 1688144"/>
              <a:gd name="connsiteX5" fmla="*/ 1813583 w 2040580"/>
              <a:gd name="connsiteY5" fmla="*/ 119969 h 1688144"/>
              <a:gd name="connsiteX0" fmla="*/ 1831256 w 2048749"/>
              <a:gd name="connsiteY0" fmla="*/ 260996 h 1565483"/>
              <a:gd name="connsiteX1" fmla="*/ 238769 w 2048749"/>
              <a:gd name="connsiteY1" fmla="*/ 63650 h 1565483"/>
              <a:gd name="connsiteX2" fmla="*/ 140799 w 2048749"/>
              <a:gd name="connsiteY2" fmla="*/ 1198486 h 1565483"/>
              <a:gd name="connsiteX3" fmla="*/ 1533878 w 2048749"/>
              <a:gd name="connsiteY3" fmla="*/ 1562726 h 1565483"/>
              <a:gd name="connsiteX4" fmla="*/ 2002894 w 2048749"/>
              <a:gd name="connsiteY4" fmla="*/ 1245039 h 1565483"/>
              <a:gd name="connsiteX5" fmla="*/ 1831256 w 2048749"/>
              <a:gd name="connsiteY5" fmla="*/ 260996 h 1565483"/>
              <a:gd name="connsiteX0" fmla="*/ 1839358 w 2057716"/>
              <a:gd name="connsiteY0" fmla="*/ 187245 h 1491732"/>
              <a:gd name="connsiteX1" fmla="*/ 230091 w 2057716"/>
              <a:gd name="connsiteY1" fmla="*/ 83704 h 1491732"/>
              <a:gd name="connsiteX2" fmla="*/ 148901 w 2057716"/>
              <a:gd name="connsiteY2" fmla="*/ 1124735 h 1491732"/>
              <a:gd name="connsiteX3" fmla="*/ 1541980 w 2057716"/>
              <a:gd name="connsiteY3" fmla="*/ 1488975 h 1491732"/>
              <a:gd name="connsiteX4" fmla="*/ 2010996 w 2057716"/>
              <a:gd name="connsiteY4" fmla="*/ 1171288 h 1491732"/>
              <a:gd name="connsiteX5" fmla="*/ 1839358 w 2057716"/>
              <a:gd name="connsiteY5" fmla="*/ 187245 h 1491732"/>
              <a:gd name="connsiteX0" fmla="*/ 1839358 w 2093694"/>
              <a:gd name="connsiteY0" fmla="*/ 182773 h 1486113"/>
              <a:gd name="connsiteX1" fmla="*/ 230091 w 2093694"/>
              <a:gd name="connsiteY1" fmla="*/ 79232 h 1486113"/>
              <a:gd name="connsiteX2" fmla="*/ 148901 w 2093694"/>
              <a:gd name="connsiteY2" fmla="*/ 1120263 h 1486113"/>
              <a:gd name="connsiteX3" fmla="*/ 1541980 w 2093694"/>
              <a:gd name="connsiteY3" fmla="*/ 1484503 h 1486113"/>
              <a:gd name="connsiteX4" fmla="*/ 2061335 w 2093694"/>
              <a:gd name="connsiteY4" fmla="*/ 1060557 h 1486113"/>
              <a:gd name="connsiteX5" fmla="*/ 1839358 w 2093694"/>
              <a:gd name="connsiteY5" fmla="*/ 182773 h 1486113"/>
              <a:gd name="connsiteX0" fmla="*/ 2276242 w 2392709"/>
              <a:gd name="connsiteY0" fmla="*/ 213360 h 1471114"/>
              <a:gd name="connsiteX1" fmla="*/ 254194 w 2392709"/>
              <a:gd name="connsiteY1" fmla="*/ 64279 h 1471114"/>
              <a:gd name="connsiteX2" fmla="*/ 173004 w 2392709"/>
              <a:gd name="connsiteY2" fmla="*/ 1105310 h 1471114"/>
              <a:gd name="connsiteX3" fmla="*/ 1566083 w 2392709"/>
              <a:gd name="connsiteY3" fmla="*/ 1469550 h 1471114"/>
              <a:gd name="connsiteX4" fmla="*/ 2085438 w 2392709"/>
              <a:gd name="connsiteY4" fmla="*/ 1045604 h 1471114"/>
              <a:gd name="connsiteX5" fmla="*/ 2276242 w 2392709"/>
              <a:gd name="connsiteY5" fmla="*/ 213360 h 1471114"/>
              <a:gd name="connsiteX0" fmla="*/ 2276242 w 2490138"/>
              <a:gd name="connsiteY0" fmla="*/ 223703 h 1503438"/>
              <a:gd name="connsiteX1" fmla="*/ 254194 w 2490138"/>
              <a:gd name="connsiteY1" fmla="*/ 74622 h 1503438"/>
              <a:gd name="connsiteX2" fmla="*/ 173004 w 2490138"/>
              <a:gd name="connsiteY2" fmla="*/ 1115653 h 1503438"/>
              <a:gd name="connsiteX3" fmla="*/ 1566083 w 2490138"/>
              <a:gd name="connsiteY3" fmla="*/ 1479893 h 1503438"/>
              <a:gd name="connsiteX4" fmla="*/ 2350585 w 2490138"/>
              <a:gd name="connsiteY4" fmla="*/ 1347087 h 1503438"/>
              <a:gd name="connsiteX5" fmla="*/ 2276242 w 2490138"/>
              <a:gd name="connsiteY5" fmla="*/ 223703 h 1503438"/>
              <a:gd name="connsiteX0" fmla="*/ 2285548 w 2499444"/>
              <a:gd name="connsiteY0" fmla="*/ 236965 h 1516699"/>
              <a:gd name="connsiteX1" fmla="*/ 263500 w 2499444"/>
              <a:gd name="connsiteY1" fmla="*/ 87884 h 1516699"/>
              <a:gd name="connsiteX2" fmla="*/ 166528 w 2499444"/>
              <a:gd name="connsiteY2" fmla="*/ 1308077 h 1516699"/>
              <a:gd name="connsiteX3" fmla="*/ 1575389 w 2499444"/>
              <a:gd name="connsiteY3" fmla="*/ 1493155 h 1516699"/>
              <a:gd name="connsiteX4" fmla="*/ 2359891 w 2499444"/>
              <a:gd name="connsiteY4" fmla="*/ 1360349 h 1516699"/>
              <a:gd name="connsiteX5" fmla="*/ 2285548 w 2499444"/>
              <a:gd name="connsiteY5" fmla="*/ 236965 h 1516699"/>
              <a:gd name="connsiteX0" fmla="*/ 2352313 w 2573895"/>
              <a:gd name="connsiteY0" fmla="*/ 168297 h 1448031"/>
              <a:gd name="connsiteX1" fmla="*/ 216631 w 2573895"/>
              <a:gd name="connsiteY1" fmla="*/ 116263 h 1448031"/>
              <a:gd name="connsiteX2" fmla="*/ 233293 w 2573895"/>
              <a:gd name="connsiteY2" fmla="*/ 1239409 h 1448031"/>
              <a:gd name="connsiteX3" fmla="*/ 1642154 w 2573895"/>
              <a:gd name="connsiteY3" fmla="*/ 1424487 h 1448031"/>
              <a:gd name="connsiteX4" fmla="*/ 2426656 w 2573895"/>
              <a:gd name="connsiteY4" fmla="*/ 1291681 h 1448031"/>
              <a:gd name="connsiteX5" fmla="*/ 2352313 w 2573895"/>
              <a:gd name="connsiteY5" fmla="*/ 168297 h 1448031"/>
              <a:gd name="connsiteX0" fmla="*/ 2386287 w 2607869"/>
              <a:gd name="connsiteY0" fmla="*/ 170868 h 1450602"/>
              <a:gd name="connsiteX1" fmla="*/ 250605 w 2607869"/>
              <a:gd name="connsiteY1" fmla="*/ 118834 h 1450602"/>
              <a:gd name="connsiteX2" fmla="*/ 200980 w 2607869"/>
              <a:gd name="connsiteY2" fmla="*/ 1279306 h 1450602"/>
              <a:gd name="connsiteX3" fmla="*/ 1676128 w 2607869"/>
              <a:gd name="connsiteY3" fmla="*/ 1427058 h 1450602"/>
              <a:gd name="connsiteX4" fmla="*/ 2460630 w 2607869"/>
              <a:gd name="connsiteY4" fmla="*/ 1294252 h 1450602"/>
              <a:gd name="connsiteX5" fmla="*/ 2386287 w 2607869"/>
              <a:gd name="connsiteY5" fmla="*/ 170868 h 1450602"/>
              <a:gd name="connsiteX0" fmla="*/ 2402246 w 2623828"/>
              <a:gd name="connsiteY0" fmla="*/ 173966 h 1453700"/>
              <a:gd name="connsiteX1" fmla="*/ 266564 w 2623828"/>
              <a:gd name="connsiteY1" fmla="*/ 121932 h 1453700"/>
              <a:gd name="connsiteX2" fmla="*/ 188530 w 2623828"/>
              <a:gd name="connsiteY2" fmla="*/ 1327195 h 1453700"/>
              <a:gd name="connsiteX3" fmla="*/ 1692087 w 2623828"/>
              <a:gd name="connsiteY3" fmla="*/ 1430156 h 1453700"/>
              <a:gd name="connsiteX4" fmla="*/ 2476589 w 2623828"/>
              <a:gd name="connsiteY4" fmla="*/ 1297350 h 1453700"/>
              <a:gd name="connsiteX5" fmla="*/ 2402246 w 2623828"/>
              <a:gd name="connsiteY5" fmla="*/ 173966 h 1453700"/>
              <a:gd name="connsiteX0" fmla="*/ 2402246 w 2457801"/>
              <a:gd name="connsiteY0" fmla="*/ 181253 h 1459608"/>
              <a:gd name="connsiteX1" fmla="*/ 266564 w 2457801"/>
              <a:gd name="connsiteY1" fmla="*/ 129219 h 1459608"/>
              <a:gd name="connsiteX2" fmla="*/ 188530 w 2457801"/>
              <a:gd name="connsiteY2" fmla="*/ 1334482 h 1459608"/>
              <a:gd name="connsiteX3" fmla="*/ 1692087 w 2457801"/>
              <a:gd name="connsiteY3" fmla="*/ 1437443 h 1459608"/>
              <a:gd name="connsiteX4" fmla="*/ 2402246 w 2457801"/>
              <a:gd name="connsiteY4" fmla="*/ 181253 h 1459608"/>
              <a:gd name="connsiteX0" fmla="*/ 1422608 w 1801278"/>
              <a:gd name="connsiteY0" fmla="*/ 247073 h 1413450"/>
              <a:gd name="connsiteX1" fmla="*/ 214938 w 1801278"/>
              <a:gd name="connsiteY1" fmla="*/ 83061 h 1413450"/>
              <a:gd name="connsiteX2" fmla="*/ 136904 w 1801278"/>
              <a:gd name="connsiteY2" fmla="*/ 1288324 h 1413450"/>
              <a:gd name="connsiteX3" fmla="*/ 1640461 w 1801278"/>
              <a:gd name="connsiteY3" fmla="*/ 1391285 h 1413450"/>
              <a:gd name="connsiteX4" fmla="*/ 1422608 w 1801278"/>
              <a:gd name="connsiteY4" fmla="*/ 247073 h 1413450"/>
              <a:gd name="connsiteX0" fmla="*/ 1474758 w 1857001"/>
              <a:gd name="connsiteY0" fmla="*/ 54071 h 1198283"/>
              <a:gd name="connsiteX1" fmla="*/ 162923 w 1857001"/>
              <a:gd name="connsiteY1" fmla="*/ 278246 h 1198283"/>
              <a:gd name="connsiteX2" fmla="*/ 189054 w 1857001"/>
              <a:gd name="connsiteY2" fmla="*/ 1095322 h 1198283"/>
              <a:gd name="connsiteX3" fmla="*/ 1692611 w 1857001"/>
              <a:gd name="connsiteY3" fmla="*/ 1198283 h 1198283"/>
              <a:gd name="connsiteX4" fmla="*/ 1474758 w 1857001"/>
              <a:gd name="connsiteY4" fmla="*/ 54071 h 1198283"/>
              <a:gd name="connsiteX0" fmla="*/ 1481860 w 1864103"/>
              <a:gd name="connsiteY0" fmla="*/ 55658 h 1236748"/>
              <a:gd name="connsiteX1" fmla="*/ 170025 w 1864103"/>
              <a:gd name="connsiteY1" fmla="*/ 279833 h 1236748"/>
              <a:gd name="connsiteX2" fmla="*/ 183530 w 1864103"/>
              <a:gd name="connsiteY2" fmla="*/ 1164095 h 1236748"/>
              <a:gd name="connsiteX3" fmla="*/ 1699713 w 1864103"/>
              <a:gd name="connsiteY3" fmla="*/ 1199870 h 1236748"/>
              <a:gd name="connsiteX4" fmla="*/ 1481860 w 1864103"/>
              <a:gd name="connsiteY4" fmla="*/ 55658 h 1236748"/>
              <a:gd name="connsiteX0" fmla="*/ 1424905 w 1848690"/>
              <a:gd name="connsiteY0" fmla="*/ 79807 h 1133989"/>
              <a:gd name="connsiteX1" fmla="*/ 166730 w 1848690"/>
              <a:gd name="connsiteY1" fmla="*/ 177075 h 1133989"/>
              <a:gd name="connsiteX2" fmla="*/ 180235 w 1848690"/>
              <a:gd name="connsiteY2" fmla="*/ 1061337 h 1133989"/>
              <a:gd name="connsiteX3" fmla="*/ 1696418 w 1848690"/>
              <a:gd name="connsiteY3" fmla="*/ 1097112 h 1133989"/>
              <a:gd name="connsiteX4" fmla="*/ 1424905 w 1848690"/>
              <a:gd name="connsiteY4" fmla="*/ 79807 h 1133989"/>
              <a:gd name="connsiteX0" fmla="*/ 1410297 w 1656573"/>
              <a:gd name="connsiteY0" fmla="*/ 75412 h 1110884"/>
              <a:gd name="connsiteX1" fmla="*/ 152122 w 1656573"/>
              <a:gd name="connsiteY1" fmla="*/ 172680 h 1110884"/>
              <a:gd name="connsiteX2" fmla="*/ 165627 w 1656573"/>
              <a:gd name="connsiteY2" fmla="*/ 1056942 h 1110884"/>
              <a:gd name="connsiteX3" fmla="*/ 1448229 w 1656573"/>
              <a:gd name="connsiteY3" fmla="*/ 1032996 h 1110884"/>
              <a:gd name="connsiteX4" fmla="*/ 1410297 w 1656573"/>
              <a:gd name="connsiteY4" fmla="*/ 75412 h 1110884"/>
              <a:gd name="connsiteX0" fmla="*/ 1377783 w 1624059"/>
              <a:gd name="connsiteY0" fmla="*/ 75412 h 1130840"/>
              <a:gd name="connsiteX1" fmla="*/ 119608 w 1624059"/>
              <a:gd name="connsiteY1" fmla="*/ 172680 h 1130840"/>
              <a:gd name="connsiteX2" fmla="*/ 133113 w 1624059"/>
              <a:gd name="connsiteY2" fmla="*/ 1056942 h 1130840"/>
              <a:gd name="connsiteX3" fmla="*/ 839439 w 1624059"/>
              <a:gd name="connsiteY3" fmla="*/ 1077672 h 1130840"/>
              <a:gd name="connsiteX4" fmla="*/ 1415715 w 1624059"/>
              <a:gd name="connsiteY4" fmla="*/ 1032996 h 1130840"/>
              <a:gd name="connsiteX5" fmla="*/ 1377783 w 1624059"/>
              <a:gd name="connsiteY5" fmla="*/ 75412 h 1130840"/>
              <a:gd name="connsiteX0" fmla="*/ 1375712 w 1621988"/>
              <a:gd name="connsiteY0" fmla="*/ 75412 h 1102403"/>
              <a:gd name="connsiteX1" fmla="*/ 117537 w 1621988"/>
              <a:gd name="connsiteY1" fmla="*/ 172680 h 1102403"/>
              <a:gd name="connsiteX2" fmla="*/ 131042 w 1621988"/>
              <a:gd name="connsiteY2" fmla="*/ 1056942 h 1102403"/>
              <a:gd name="connsiteX3" fmla="*/ 796334 w 1621988"/>
              <a:gd name="connsiteY3" fmla="*/ 980625 h 1102403"/>
              <a:gd name="connsiteX4" fmla="*/ 1413644 w 1621988"/>
              <a:gd name="connsiteY4" fmla="*/ 1032996 h 1102403"/>
              <a:gd name="connsiteX5" fmla="*/ 1375712 w 1621988"/>
              <a:gd name="connsiteY5" fmla="*/ 75412 h 1102403"/>
              <a:gd name="connsiteX0" fmla="*/ 1405411 w 1651687"/>
              <a:gd name="connsiteY0" fmla="*/ 73230 h 1092895"/>
              <a:gd name="connsiteX1" fmla="*/ 147236 w 1651687"/>
              <a:gd name="connsiteY1" fmla="*/ 170498 h 1092895"/>
              <a:gd name="connsiteX2" fmla="*/ 100767 w 1651687"/>
              <a:gd name="connsiteY2" fmla="*/ 1002504 h 1092895"/>
              <a:gd name="connsiteX3" fmla="*/ 826033 w 1651687"/>
              <a:gd name="connsiteY3" fmla="*/ 978443 h 1092895"/>
              <a:gd name="connsiteX4" fmla="*/ 1443343 w 1651687"/>
              <a:gd name="connsiteY4" fmla="*/ 1030814 h 1092895"/>
              <a:gd name="connsiteX5" fmla="*/ 1405411 w 1651687"/>
              <a:gd name="connsiteY5" fmla="*/ 73230 h 1092895"/>
              <a:gd name="connsiteX0" fmla="*/ 1388251 w 1632970"/>
              <a:gd name="connsiteY0" fmla="*/ 60759 h 1080423"/>
              <a:gd name="connsiteX1" fmla="*/ 161641 w 1632970"/>
              <a:gd name="connsiteY1" fmla="*/ 195354 h 1080423"/>
              <a:gd name="connsiteX2" fmla="*/ 83607 w 1632970"/>
              <a:gd name="connsiteY2" fmla="*/ 990033 h 1080423"/>
              <a:gd name="connsiteX3" fmla="*/ 808873 w 1632970"/>
              <a:gd name="connsiteY3" fmla="*/ 965972 h 1080423"/>
              <a:gd name="connsiteX4" fmla="*/ 1426183 w 1632970"/>
              <a:gd name="connsiteY4" fmla="*/ 1018343 h 1080423"/>
              <a:gd name="connsiteX5" fmla="*/ 1388251 w 1632970"/>
              <a:gd name="connsiteY5" fmla="*/ 60759 h 1080423"/>
              <a:gd name="connsiteX0" fmla="*/ 1394134 w 1638853"/>
              <a:gd name="connsiteY0" fmla="*/ 61259 h 1080923"/>
              <a:gd name="connsiteX1" fmla="*/ 167524 w 1638853"/>
              <a:gd name="connsiteY1" fmla="*/ 195854 h 1080923"/>
              <a:gd name="connsiteX2" fmla="*/ 80020 w 1638853"/>
              <a:gd name="connsiteY2" fmla="*/ 1005463 h 1080923"/>
              <a:gd name="connsiteX3" fmla="*/ 814756 w 1638853"/>
              <a:gd name="connsiteY3" fmla="*/ 966472 h 1080923"/>
              <a:gd name="connsiteX4" fmla="*/ 1432066 w 1638853"/>
              <a:gd name="connsiteY4" fmla="*/ 1018843 h 1080923"/>
              <a:gd name="connsiteX5" fmla="*/ 1394134 w 1638853"/>
              <a:gd name="connsiteY5" fmla="*/ 61259 h 1080923"/>
              <a:gd name="connsiteX0" fmla="*/ 1383948 w 1628667"/>
              <a:gd name="connsiteY0" fmla="*/ 61259 h 1078309"/>
              <a:gd name="connsiteX1" fmla="*/ 157338 w 1628667"/>
              <a:gd name="connsiteY1" fmla="*/ 195854 h 1078309"/>
              <a:gd name="connsiteX2" fmla="*/ 69834 w 1628667"/>
              <a:gd name="connsiteY2" fmla="*/ 1005463 h 1078309"/>
              <a:gd name="connsiteX3" fmla="*/ 653058 w 1628667"/>
              <a:gd name="connsiteY3" fmla="*/ 951542 h 1078309"/>
              <a:gd name="connsiteX4" fmla="*/ 1421880 w 1628667"/>
              <a:gd name="connsiteY4" fmla="*/ 1018843 h 1078309"/>
              <a:gd name="connsiteX5" fmla="*/ 1383948 w 1628667"/>
              <a:gd name="connsiteY5" fmla="*/ 61259 h 1078309"/>
              <a:gd name="connsiteX0" fmla="*/ 1383948 w 1603262"/>
              <a:gd name="connsiteY0" fmla="*/ 53542 h 1043105"/>
              <a:gd name="connsiteX1" fmla="*/ 157338 w 1603262"/>
              <a:gd name="connsiteY1" fmla="*/ 188137 h 1043105"/>
              <a:gd name="connsiteX2" fmla="*/ 69834 w 1603262"/>
              <a:gd name="connsiteY2" fmla="*/ 997746 h 1043105"/>
              <a:gd name="connsiteX3" fmla="*/ 653058 w 1603262"/>
              <a:gd name="connsiteY3" fmla="*/ 943825 h 1043105"/>
              <a:gd name="connsiteX4" fmla="*/ 1384002 w 1603262"/>
              <a:gd name="connsiteY4" fmla="*/ 906614 h 1043105"/>
              <a:gd name="connsiteX5" fmla="*/ 1383948 w 1603262"/>
              <a:gd name="connsiteY5" fmla="*/ 53542 h 1043105"/>
              <a:gd name="connsiteX0" fmla="*/ 1391785 w 1611099"/>
              <a:gd name="connsiteY0" fmla="*/ 53790 h 1049576"/>
              <a:gd name="connsiteX1" fmla="*/ 165175 w 1611099"/>
              <a:gd name="connsiteY1" fmla="*/ 188385 h 1049576"/>
              <a:gd name="connsiteX2" fmla="*/ 65045 w 1611099"/>
              <a:gd name="connsiteY2" fmla="*/ 1005459 h 1049576"/>
              <a:gd name="connsiteX3" fmla="*/ 660895 w 1611099"/>
              <a:gd name="connsiteY3" fmla="*/ 944073 h 1049576"/>
              <a:gd name="connsiteX4" fmla="*/ 1391839 w 1611099"/>
              <a:gd name="connsiteY4" fmla="*/ 906862 h 1049576"/>
              <a:gd name="connsiteX5" fmla="*/ 1391785 w 1611099"/>
              <a:gd name="connsiteY5" fmla="*/ 53790 h 1049576"/>
              <a:gd name="connsiteX0" fmla="*/ 1397885 w 1617199"/>
              <a:gd name="connsiteY0" fmla="*/ 55062 h 1082852"/>
              <a:gd name="connsiteX1" fmla="*/ 171275 w 1617199"/>
              <a:gd name="connsiteY1" fmla="*/ 189657 h 1082852"/>
              <a:gd name="connsiteX2" fmla="*/ 61676 w 1617199"/>
              <a:gd name="connsiteY2" fmla="*/ 1044056 h 1082852"/>
              <a:gd name="connsiteX3" fmla="*/ 666995 w 1617199"/>
              <a:gd name="connsiteY3" fmla="*/ 945345 h 1082852"/>
              <a:gd name="connsiteX4" fmla="*/ 1397939 w 1617199"/>
              <a:gd name="connsiteY4" fmla="*/ 908134 h 1082852"/>
              <a:gd name="connsiteX5" fmla="*/ 1397885 w 1617199"/>
              <a:gd name="connsiteY5" fmla="*/ 55062 h 108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199" h="1082852">
                <a:moveTo>
                  <a:pt x="1397885" y="55062"/>
                </a:moveTo>
                <a:cubicBezTo>
                  <a:pt x="1193441" y="-64684"/>
                  <a:pt x="393977" y="24825"/>
                  <a:pt x="171275" y="189657"/>
                </a:cubicBezTo>
                <a:cubicBezTo>
                  <a:pt x="-51427" y="354489"/>
                  <a:pt x="-20944" y="918108"/>
                  <a:pt x="61676" y="1044056"/>
                </a:cubicBezTo>
                <a:cubicBezTo>
                  <a:pt x="144296" y="1170004"/>
                  <a:pt x="453228" y="949336"/>
                  <a:pt x="666995" y="945345"/>
                </a:cubicBezTo>
                <a:cubicBezTo>
                  <a:pt x="880762" y="941354"/>
                  <a:pt x="1308215" y="1075177"/>
                  <a:pt x="1397939" y="908134"/>
                </a:cubicBezTo>
                <a:cubicBezTo>
                  <a:pt x="1766892" y="715929"/>
                  <a:pt x="1602329" y="174808"/>
                  <a:pt x="1397885" y="55062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8" name="Freeform 107"/>
          <p:cNvSpPr/>
          <p:nvPr/>
        </p:nvSpPr>
        <p:spPr bwMode="auto">
          <a:xfrm>
            <a:off x="1105362" y="3204493"/>
            <a:ext cx="7040149" cy="1593309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  <a:gd name="connsiteX0" fmla="*/ 1813583 w 2040580"/>
              <a:gd name="connsiteY0" fmla="*/ 119969 h 1688144"/>
              <a:gd name="connsiteX1" fmla="*/ 237876 w 2040580"/>
              <a:gd name="connsiteY1" fmla="*/ 185282 h 1688144"/>
              <a:gd name="connsiteX2" fmla="*/ 139906 w 2040580"/>
              <a:gd name="connsiteY2" fmla="*/ 1320118 h 1688144"/>
              <a:gd name="connsiteX3" fmla="*/ 1532985 w 2040580"/>
              <a:gd name="connsiteY3" fmla="*/ 1684358 h 1688144"/>
              <a:gd name="connsiteX4" fmla="*/ 2002001 w 2040580"/>
              <a:gd name="connsiteY4" fmla="*/ 1366671 h 1688144"/>
              <a:gd name="connsiteX5" fmla="*/ 1813583 w 2040580"/>
              <a:gd name="connsiteY5" fmla="*/ 119969 h 1688144"/>
              <a:gd name="connsiteX0" fmla="*/ 1831256 w 2048749"/>
              <a:gd name="connsiteY0" fmla="*/ 260996 h 1565483"/>
              <a:gd name="connsiteX1" fmla="*/ 238769 w 2048749"/>
              <a:gd name="connsiteY1" fmla="*/ 63650 h 1565483"/>
              <a:gd name="connsiteX2" fmla="*/ 140799 w 2048749"/>
              <a:gd name="connsiteY2" fmla="*/ 1198486 h 1565483"/>
              <a:gd name="connsiteX3" fmla="*/ 1533878 w 2048749"/>
              <a:gd name="connsiteY3" fmla="*/ 1562726 h 1565483"/>
              <a:gd name="connsiteX4" fmla="*/ 2002894 w 2048749"/>
              <a:gd name="connsiteY4" fmla="*/ 1245039 h 1565483"/>
              <a:gd name="connsiteX5" fmla="*/ 1831256 w 2048749"/>
              <a:gd name="connsiteY5" fmla="*/ 260996 h 1565483"/>
              <a:gd name="connsiteX0" fmla="*/ 1839358 w 2057716"/>
              <a:gd name="connsiteY0" fmla="*/ 187245 h 1491732"/>
              <a:gd name="connsiteX1" fmla="*/ 230091 w 2057716"/>
              <a:gd name="connsiteY1" fmla="*/ 83704 h 1491732"/>
              <a:gd name="connsiteX2" fmla="*/ 148901 w 2057716"/>
              <a:gd name="connsiteY2" fmla="*/ 1124735 h 1491732"/>
              <a:gd name="connsiteX3" fmla="*/ 1541980 w 2057716"/>
              <a:gd name="connsiteY3" fmla="*/ 1488975 h 1491732"/>
              <a:gd name="connsiteX4" fmla="*/ 2010996 w 2057716"/>
              <a:gd name="connsiteY4" fmla="*/ 1171288 h 1491732"/>
              <a:gd name="connsiteX5" fmla="*/ 1839358 w 2057716"/>
              <a:gd name="connsiteY5" fmla="*/ 187245 h 1491732"/>
              <a:gd name="connsiteX0" fmla="*/ 1839358 w 2093694"/>
              <a:gd name="connsiteY0" fmla="*/ 182773 h 1486113"/>
              <a:gd name="connsiteX1" fmla="*/ 230091 w 2093694"/>
              <a:gd name="connsiteY1" fmla="*/ 79232 h 1486113"/>
              <a:gd name="connsiteX2" fmla="*/ 148901 w 2093694"/>
              <a:gd name="connsiteY2" fmla="*/ 1120263 h 1486113"/>
              <a:gd name="connsiteX3" fmla="*/ 1541980 w 2093694"/>
              <a:gd name="connsiteY3" fmla="*/ 1484503 h 1486113"/>
              <a:gd name="connsiteX4" fmla="*/ 2061335 w 2093694"/>
              <a:gd name="connsiteY4" fmla="*/ 1060557 h 1486113"/>
              <a:gd name="connsiteX5" fmla="*/ 1839358 w 2093694"/>
              <a:gd name="connsiteY5" fmla="*/ 182773 h 1486113"/>
              <a:gd name="connsiteX0" fmla="*/ 2276242 w 2392709"/>
              <a:gd name="connsiteY0" fmla="*/ 213360 h 1471114"/>
              <a:gd name="connsiteX1" fmla="*/ 254194 w 2392709"/>
              <a:gd name="connsiteY1" fmla="*/ 64279 h 1471114"/>
              <a:gd name="connsiteX2" fmla="*/ 173004 w 2392709"/>
              <a:gd name="connsiteY2" fmla="*/ 1105310 h 1471114"/>
              <a:gd name="connsiteX3" fmla="*/ 1566083 w 2392709"/>
              <a:gd name="connsiteY3" fmla="*/ 1469550 h 1471114"/>
              <a:gd name="connsiteX4" fmla="*/ 2085438 w 2392709"/>
              <a:gd name="connsiteY4" fmla="*/ 1045604 h 1471114"/>
              <a:gd name="connsiteX5" fmla="*/ 2276242 w 2392709"/>
              <a:gd name="connsiteY5" fmla="*/ 213360 h 1471114"/>
              <a:gd name="connsiteX0" fmla="*/ 2276242 w 2490138"/>
              <a:gd name="connsiteY0" fmla="*/ 223703 h 1503438"/>
              <a:gd name="connsiteX1" fmla="*/ 254194 w 2490138"/>
              <a:gd name="connsiteY1" fmla="*/ 74622 h 1503438"/>
              <a:gd name="connsiteX2" fmla="*/ 173004 w 2490138"/>
              <a:gd name="connsiteY2" fmla="*/ 1115653 h 1503438"/>
              <a:gd name="connsiteX3" fmla="*/ 1566083 w 2490138"/>
              <a:gd name="connsiteY3" fmla="*/ 1479893 h 1503438"/>
              <a:gd name="connsiteX4" fmla="*/ 2350585 w 2490138"/>
              <a:gd name="connsiteY4" fmla="*/ 1347087 h 1503438"/>
              <a:gd name="connsiteX5" fmla="*/ 2276242 w 2490138"/>
              <a:gd name="connsiteY5" fmla="*/ 223703 h 1503438"/>
              <a:gd name="connsiteX0" fmla="*/ 2285548 w 2499444"/>
              <a:gd name="connsiteY0" fmla="*/ 236965 h 1516699"/>
              <a:gd name="connsiteX1" fmla="*/ 263500 w 2499444"/>
              <a:gd name="connsiteY1" fmla="*/ 87884 h 1516699"/>
              <a:gd name="connsiteX2" fmla="*/ 166528 w 2499444"/>
              <a:gd name="connsiteY2" fmla="*/ 1308077 h 1516699"/>
              <a:gd name="connsiteX3" fmla="*/ 1575389 w 2499444"/>
              <a:gd name="connsiteY3" fmla="*/ 1493155 h 1516699"/>
              <a:gd name="connsiteX4" fmla="*/ 2359891 w 2499444"/>
              <a:gd name="connsiteY4" fmla="*/ 1360349 h 1516699"/>
              <a:gd name="connsiteX5" fmla="*/ 2285548 w 2499444"/>
              <a:gd name="connsiteY5" fmla="*/ 236965 h 1516699"/>
              <a:gd name="connsiteX0" fmla="*/ 2352313 w 2573895"/>
              <a:gd name="connsiteY0" fmla="*/ 168297 h 1448031"/>
              <a:gd name="connsiteX1" fmla="*/ 216631 w 2573895"/>
              <a:gd name="connsiteY1" fmla="*/ 116263 h 1448031"/>
              <a:gd name="connsiteX2" fmla="*/ 233293 w 2573895"/>
              <a:gd name="connsiteY2" fmla="*/ 1239409 h 1448031"/>
              <a:gd name="connsiteX3" fmla="*/ 1642154 w 2573895"/>
              <a:gd name="connsiteY3" fmla="*/ 1424487 h 1448031"/>
              <a:gd name="connsiteX4" fmla="*/ 2426656 w 2573895"/>
              <a:gd name="connsiteY4" fmla="*/ 1291681 h 1448031"/>
              <a:gd name="connsiteX5" fmla="*/ 2352313 w 2573895"/>
              <a:gd name="connsiteY5" fmla="*/ 168297 h 1448031"/>
              <a:gd name="connsiteX0" fmla="*/ 2386287 w 2607869"/>
              <a:gd name="connsiteY0" fmla="*/ 170868 h 1450602"/>
              <a:gd name="connsiteX1" fmla="*/ 250605 w 2607869"/>
              <a:gd name="connsiteY1" fmla="*/ 118834 h 1450602"/>
              <a:gd name="connsiteX2" fmla="*/ 200980 w 2607869"/>
              <a:gd name="connsiteY2" fmla="*/ 1279306 h 1450602"/>
              <a:gd name="connsiteX3" fmla="*/ 1676128 w 2607869"/>
              <a:gd name="connsiteY3" fmla="*/ 1427058 h 1450602"/>
              <a:gd name="connsiteX4" fmla="*/ 2460630 w 2607869"/>
              <a:gd name="connsiteY4" fmla="*/ 1294252 h 1450602"/>
              <a:gd name="connsiteX5" fmla="*/ 2386287 w 2607869"/>
              <a:gd name="connsiteY5" fmla="*/ 170868 h 1450602"/>
              <a:gd name="connsiteX0" fmla="*/ 2402246 w 2623828"/>
              <a:gd name="connsiteY0" fmla="*/ 173966 h 1453700"/>
              <a:gd name="connsiteX1" fmla="*/ 266564 w 2623828"/>
              <a:gd name="connsiteY1" fmla="*/ 121932 h 1453700"/>
              <a:gd name="connsiteX2" fmla="*/ 188530 w 2623828"/>
              <a:gd name="connsiteY2" fmla="*/ 1327195 h 1453700"/>
              <a:gd name="connsiteX3" fmla="*/ 1692087 w 2623828"/>
              <a:gd name="connsiteY3" fmla="*/ 1430156 h 1453700"/>
              <a:gd name="connsiteX4" fmla="*/ 2476589 w 2623828"/>
              <a:gd name="connsiteY4" fmla="*/ 1297350 h 1453700"/>
              <a:gd name="connsiteX5" fmla="*/ 2402246 w 2623828"/>
              <a:gd name="connsiteY5" fmla="*/ 173966 h 1453700"/>
              <a:gd name="connsiteX0" fmla="*/ 2402246 w 2721888"/>
              <a:gd name="connsiteY0" fmla="*/ 174367 h 1456867"/>
              <a:gd name="connsiteX1" fmla="*/ 266564 w 2721888"/>
              <a:gd name="connsiteY1" fmla="*/ 122333 h 1456867"/>
              <a:gd name="connsiteX2" fmla="*/ 188530 w 2721888"/>
              <a:gd name="connsiteY2" fmla="*/ 1327596 h 1456867"/>
              <a:gd name="connsiteX3" fmla="*/ 1692087 w 2721888"/>
              <a:gd name="connsiteY3" fmla="*/ 1430557 h 1456867"/>
              <a:gd name="connsiteX4" fmla="*/ 2640728 w 2721888"/>
              <a:gd name="connsiteY4" fmla="*/ 1305216 h 1456867"/>
              <a:gd name="connsiteX5" fmla="*/ 2402246 w 2721888"/>
              <a:gd name="connsiteY5" fmla="*/ 174367 h 145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1888" h="1456867">
                <a:moveTo>
                  <a:pt x="2402246" y="174367"/>
                </a:moveTo>
                <a:cubicBezTo>
                  <a:pt x="2006552" y="-22780"/>
                  <a:pt x="635517" y="-69872"/>
                  <a:pt x="266564" y="122333"/>
                </a:cubicBezTo>
                <a:cubicBezTo>
                  <a:pt x="-102389" y="314538"/>
                  <a:pt x="-49057" y="1109559"/>
                  <a:pt x="188530" y="1327596"/>
                </a:cubicBezTo>
                <a:cubicBezTo>
                  <a:pt x="426117" y="1545633"/>
                  <a:pt x="1274348" y="1407425"/>
                  <a:pt x="1692087" y="1430557"/>
                </a:cubicBezTo>
                <a:cubicBezTo>
                  <a:pt x="2109826" y="1453689"/>
                  <a:pt x="2522368" y="1514581"/>
                  <a:pt x="2640728" y="1305216"/>
                </a:cubicBezTo>
                <a:cubicBezTo>
                  <a:pt x="2759088" y="1095851"/>
                  <a:pt x="2797940" y="371514"/>
                  <a:pt x="2402246" y="174367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6" name="Freeform 105"/>
          <p:cNvSpPr/>
          <p:nvPr/>
        </p:nvSpPr>
        <p:spPr bwMode="auto">
          <a:xfrm>
            <a:off x="1414124" y="4794777"/>
            <a:ext cx="5820943" cy="791218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  <a:gd name="connsiteX0" fmla="*/ 1813583 w 2040580"/>
              <a:gd name="connsiteY0" fmla="*/ 119969 h 1688144"/>
              <a:gd name="connsiteX1" fmla="*/ 237876 w 2040580"/>
              <a:gd name="connsiteY1" fmla="*/ 185282 h 1688144"/>
              <a:gd name="connsiteX2" fmla="*/ 139906 w 2040580"/>
              <a:gd name="connsiteY2" fmla="*/ 1320118 h 1688144"/>
              <a:gd name="connsiteX3" fmla="*/ 1532985 w 2040580"/>
              <a:gd name="connsiteY3" fmla="*/ 1684358 h 1688144"/>
              <a:gd name="connsiteX4" fmla="*/ 2002001 w 2040580"/>
              <a:gd name="connsiteY4" fmla="*/ 1366671 h 1688144"/>
              <a:gd name="connsiteX5" fmla="*/ 1813583 w 2040580"/>
              <a:gd name="connsiteY5" fmla="*/ 119969 h 1688144"/>
              <a:gd name="connsiteX0" fmla="*/ 1831256 w 2048749"/>
              <a:gd name="connsiteY0" fmla="*/ 260996 h 1565483"/>
              <a:gd name="connsiteX1" fmla="*/ 238769 w 2048749"/>
              <a:gd name="connsiteY1" fmla="*/ 63650 h 1565483"/>
              <a:gd name="connsiteX2" fmla="*/ 140799 w 2048749"/>
              <a:gd name="connsiteY2" fmla="*/ 1198486 h 1565483"/>
              <a:gd name="connsiteX3" fmla="*/ 1533878 w 2048749"/>
              <a:gd name="connsiteY3" fmla="*/ 1562726 h 1565483"/>
              <a:gd name="connsiteX4" fmla="*/ 2002894 w 2048749"/>
              <a:gd name="connsiteY4" fmla="*/ 1245039 h 1565483"/>
              <a:gd name="connsiteX5" fmla="*/ 1831256 w 2048749"/>
              <a:gd name="connsiteY5" fmla="*/ 260996 h 1565483"/>
              <a:gd name="connsiteX0" fmla="*/ 1839358 w 2057716"/>
              <a:gd name="connsiteY0" fmla="*/ 187245 h 1491732"/>
              <a:gd name="connsiteX1" fmla="*/ 230091 w 2057716"/>
              <a:gd name="connsiteY1" fmla="*/ 83704 h 1491732"/>
              <a:gd name="connsiteX2" fmla="*/ 148901 w 2057716"/>
              <a:gd name="connsiteY2" fmla="*/ 1124735 h 1491732"/>
              <a:gd name="connsiteX3" fmla="*/ 1541980 w 2057716"/>
              <a:gd name="connsiteY3" fmla="*/ 1488975 h 1491732"/>
              <a:gd name="connsiteX4" fmla="*/ 2010996 w 2057716"/>
              <a:gd name="connsiteY4" fmla="*/ 1171288 h 1491732"/>
              <a:gd name="connsiteX5" fmla="*/ 1839358 w 2057716"/>
              <a:gd name="connsiteY5" fmla="*/ 187245 h 1491732"/>
              <a:gd name="connsiteX0" fmla="*/ 1839358 w 2093694"/>
              <a:gd name="connsiteY0" fmla="*/ 182773 h 1486113"/>
              <a:gd name="connsiteX1" fmla="*/ 230091 w 2093694"/>
              <a:gd name="connsiteY1" fmla="*/ 79232 h 1486113"/>
              <a:gd name="connsiteX2" fmla="*/ 148901 w 2093694"/>
              <a:gd name="connsiteY2" fmla="*/ 1120263 h 1486113"/>
              <a:gd name="connsiteX3" fmla="*/ 1541980 w 2093694"/>
              <a:gd name="connsiteY3" fmla="*/ 1484503 h 1486113"/>
              <a:gd name="connsiteX4" fmla="*/ 2061335 w 2093694"/>
              <a:gd name="connsiteY4" fmla="*/ 1060557 h 1486113"/>
              <a:gd name="connsiteX5" fmla="*/ 1839358 w 2093694"/>
              <a:gd name="connsiteY5" fmla="*/ 182773 h 1486113"/>
              <a:gd name="connsiteX0" fmla="*/ 2276242 w 2392709"/>
              <a:gd name="connsiteY0" fmla="*/ 213360 h 1471114"/>
              <a:gd name="connsiteX1" fmla="*/ 254194 w 2392709"/>
              <a:gd name="connsiteY1" fmla="*/ 64279 h 1471114"/>
              <a:gd name="connsiteX2" fmla="*/ 173004 w 2392709"/>
              <a:gd name="connsiteY2" fmla="*/ 1105310 h 1471114"/>
              <a:gd name="connsiteX3" fmla="*/ 1566083 w 2392709"/>
              <a:gd name="connsiteY3" fmla="*/ 1469550 h 1471114"/>
              <a:gd name="connsiteX4" fmla="*/ 2085438 w 2392709"/>
              <a:gd name="connsiteY4" fmla="*/ 1045604 h 1471114"/>
              <a:gd name="connsiteX5" fmla="*/ 2276242 w 2392709"/>
              <a:gd name="connsiteY5" fmla="*/ 213360 h 147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92709" h="1471114">
                <a:moveTo>
                  <a:pt x="2276242" y="213360"/>
                </a:moveTo>
                <a:cubicBezTo>
                  <a:pt x="1971035" y="49806"/>
                  <a:pt x="604734" y="-84379"/>
                  <a:pt x="254194" y="64279"/>
                </a:cubicBezTo>
                <a:cubicBezTo>
                  <a:pt x="-96346" y="212937"/>
                  <a:pt x="-45644" y="871098"/>
                  <a:pt x="173004" y="1105310"/>
                </a:cubicBezTo>
                <a:cubicBezTo>
                  <a:pt x="391652" y="1339522"/>
                  <a:pt x="1148344" y="1446418"/>
                  <a:pt x="1566083" y="1469550"/>
                </a:cubicBezTo>
                <a:cubicBezTo>
                  <a:pt x="1983822" y="1492682"/>
                  <a:pt x="1967078" y="1254969"/>
                  <a:pt x="2085438" y="1045604"/>
                </a:cubicBezTo>
                <a:cubicBezTo>
                  <a:pt x="2203798" y="836239"/>
                  <a:pt x="2581449" y="376914"/>
                  <a:pt x="2276242" y="213360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</a:t>
            </a:r>
            <a:r>
              <a:rPr lang="en-US" dirty="0" smtClean="0"/>
              <a:t>: Scope</a:t>
            </a:r>
            <a:endParaRPr lang="en-US" dirty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 dirty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1474330" y="1758136"/>
            <a:ext cx="6151229" cy="3469046"/>
            <a:chOff x="500726" y="5674668"/>
            <a:chExt cx="6151229" cy="3469046"/>
          </a:xfrm>
        </p:grpSpPr>
        <p:sp>
          <p:nvSpPr>
            <p:cNvPr id="134" name="Freeform 133"/>
            <p:cNvSpPr/>
            <p:nvPr/>
          </p:nvSpPr>
          <p:spPr>
            <a:xfrm>
              <a:off x="1055738" y="8276871"/>
              <a:ext cx="5068888" cy="466725"/>
            </a:xfrm>
            <a:custGeom>
              <a:avLst/>
              <a:gdLst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52713 w 5072063"/>
                <a:gd name="connsiteY13" fmla="*/ 76200 h 466725"/>
                <a:gd name="connsiteX14" fmla="*/ 2366963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3188 w 5072063"/>
                <a:gd name="connsiteY13" fmla="*/ 47625 h 466725"/>
                <a:gd name="connsiteX14" fmla="*/ 2366963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366963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376488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388394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0300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21919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431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57449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50305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33637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33637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33637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28874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76288 w 5072063"/>
                <a:gd name="connsiteY19" fmla="*/ 19050 h 466725"/>
                <a:gd name="connsiteX20" fmla="*/ 576263 w 5072063"/>
                <a:gd name="connsiteY20" fmla="*/ 23813 h 466725"/>
                <a:gd name="connsiteX21" fmla="*/ 414338 w 5072063"/>
                <a:gd name="connsiteY21" fmla="*/ 33338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14338 w 5072063"/>
                <a:gd name="connsiteY21" fmla="*/ 33338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50057 w 5072063"/>
                <a:gd name="connsiteY21" fmla="*/ 30956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9525 h 466725"/>
                <a:gd name="connsiteX1" fmla="*/ 4763 w 5072063"/>
                <a:gd name="connsiteY1" fmla="*/ 466725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50057 w 5072063"/>
                <a:gd name="connsiteY21" fmla="*/ 30956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0 h 466725"/>
                <a:gd name="connsiteX1" fmla="*/ 4763 w 5072063"/>
                <a:gd name="connsiteY1" fmla="*/ 466725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50057 w 5072063"/>
                <a:gd name="connsiteY21" fmla="*/ 30956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573088 w 5068888"/>
                <a:gd name="connsiteY20" fmla="*/ 23813 h 466725"/>
                <a:gd name="connsiteX21" fmla="*/ 446882 w 5068888"/>
                <a:gd name="connsiteY21" fmla="*/ 30956 h 466725"/>
                <a:gd name="connsiteX22" fmla="*/ 239713 w 5068888"/>
                <a:gd name="connsiteY22" fmla="*/ 0 h 466725"/>
                <a:gd name="connsiteX23" fmla="*/ 87313 w 5068888"/>
                <a:gd name="connsiteY23" fmla="*/ 4763 h 466725"/>
                <a:gd name="connsiteX24" fmla="*/ 1588 w 5068888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573088 w 5068888"/>
                <a:gd name="connsiteY20" fmla="*/ 23813 h 466725"/>
                <a:gd name="connsiteX21" fmla="*/ 446882 w 5068888"/>
                <a:gd name="connsiteY21" fmla="*/ 30956 h 466725"/>
                <a:gd name="connsiteX22" fmla="*/ 199231 w 5068888"/>
                <a:gd name="connsiteY22" fmla="*/ 0 h 466725"/>
                <a:gd name="connsiteX23" fmla="*/ 87313 w 5068888"/>
                <a:gd name="connsiteY23" fmla="*/ 4763 h 466725"/>
                <a:gd name="connsiteX24" fmla="*/ 1588 w 5068888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594519 w 5068888"/>
                <a:gd name="connsiteY20" fmla="*/ 30957 h 466725"/>
                <a:gd name="connsiteX21" fmla="*/ 446882 w 5068888"/>
                <a:gd name="connsiteY21" fmla="*/ 30956 h 466725"/>
                <a:gd name="connsiteX22" fmla="*/ 199231 w 5068888"/>
                <a:gd name="connsiteY22" fmla="*/ 0 h 466725"/>
                <a:gd name="connsiteX23" fmla="*/ 87313 w 5068888"/>
                <a:gd name="connsiteY23" fmla="*/ 4763 h 466725"/>
                <a:gd name="connsiteX24" fmla="*/ 1588 w 5068888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87826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87826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64014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92589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228308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278314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873500 w 5068888"/>
                <a:gd name="connsiteY7" fmla="*/ 64294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959224 w 5068888"/>
                <a:gd name="connsiteY7" fmla="*/ 95250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609182 w 5068888"/>
                <a:gd name="connsiteY7" fmla="*/ 61913 h 466725"/>
                <a:gd name="connsiteX8" fmla="*/ 3354388 w 5068888"/>
                <a:gd name="connsiteY8" fmla="*/ 57150 h 466725"/>
                <a:gd name="connsiteX9" fmla="*/ 3130550 w 5068888"/>
                <a:gd name="connsiteY9" fmla="*/ 47626 h 466725"/>
                <a:gd name="connsiteX10" fmla="*/ 2849563 w 5068888"/>
                <a:gd name="connsiteY10" fmla="*/ 61913 h 466725"/>
                <a:gd name="connsiteX11" fmla="*/ 2644775 w 5068888"/>
                <a:gd name="connsiteY11" fmla="*/ 61913 h 466725"/>
                <a:gd name="connsiteX12" fmla="*/ 2130425 w 5068888"/>
                <a:gd name="connsiteY12" fmla="*/ 100013 h 466725"/>
                <a:gd name="connsiteX13" fmla="*/ 1835150 w 5068888"/>
                <a:gd name="connsiteY13" fmla="*/ 80963 h 466725"/>
                <a:gd name="connsiteX14" fmla="*/ 1520825 w 5068888"/>
                <a:gd name="connsiteY14" fmla="*/ 61913 h 466725"/>
                <a:gd name="connsiteX15" fmla="*/ 1311275 w 5068888"/>
                <a:gd name="connsiteY15" fmla="*/ 42863 h 466725"/>
                <a:gd name="connsiteX16" fmla="*/ 1092200 w 5068888"/>
                <a:gd name="connsiteY16" fmla="*/ 42863 h 466725"/>
                <a:gd name="connsiteX17" fmla="*/ 730251 w 5068888"/>
                <a:gd name="connsiteY17" fmla="*/ 0 h 466725"/>
                <a:gd name="connsiteX18" fmla="*/ 446882 w 5068888"/>
                <a:gd name="connsiteY18" fmla="*/ 30956 h 466725"/>
                <a:gd name="connsiteX19" fmla="*/ 199231 w 5068888"/>
                <a:gd name="connsiteY19" fmla="*/ 0 h 466725"/>
                <a:gd name="connsiteX20" fmla="*/ 87313 w 5068888"/>
                <a:gd name="connsiteY20" fmla="*/ 4763 h 466725"/>
                <a:gd name="connsiteX21" fmla="*/ 1588 w 5068888"/>
                <a:gd name="connsiteY21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980655 w 5068888"/>
                <a:gd name="connsiteY7" fmla="*/ 66675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021136 w 5068888"/>
                <a:gd name="connsiteY7" fmla="*/ 95250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68888" h="466725">
                  <a:moveTo>
                    <a:pt x="1588" y="0"/>
                  </a:moveTo>
                  <a:cubicBezTo>
                    <a:pt x="3176" y="152400"/>
                    <a:pt x="0" y="314325"/>
                    <a:pt x="1588" y="466725"/>
                  </a:cubicBezTo>
                  <a:lnTo>
                    <a:pt x="5068888" y="466725"/>
                  </a:lnTo>
                  <a:lnTo>
                    <a:pt x="5068888" y="66675"/>
                  </a:lnTo>
                  <a:lnTo>
                    <a:pt x="4854575" y="61913"/>
                  </a:lnTo>
                  <a:lnTo>
                    <a:pt x="4640263" y="61913"/>
                  </a:lnTo>
                  <a:lnTo>
                    <a:pt x="4383088" y="80963"/>
                  </a:lnTo>
                  <a:lnTo>
                    <a:pt x="4021136" y="95250"/>
                  </a:lnTo>
                  <a:lnTo>
                    <a:pt x="3609182" y="61913"/>
                  </a:lnTo>
                  <a:lnTo>
                    <a:pt x="3354388" y="57150"/>
                  </a:lnTo>
                  <a:lnTo>
                    <a:pt x="3130550" y="47626"/>
                  </a:lnTo>
                  <a:lnTo>
                    <a:pt x="2849563" y="61913"/>
                  </a:lnTo>
                  <a:lnTo>
                    <a:pt x="2644775" y="61913"/>
                  </a:lnTo>
                  <a:cubicBezTo>
                    <a:pt x="2524919" y="68263"/>
                    <a:pt x="2265362" y="96838"/>
                    <a:pt x="2130425" y="100013"/>
                  </a:cubicBezTo>
                  <a:lnTo>
                    <a:pt x="1835150" y="80963"/>
                  </a:lnTo>
                  <a:lnTo>
                    <a:pt x="1520825" y="61913"/>
                  </a:lnTo>
                  <a:lnTo>
                    <a:pt x="1311275" y="42863"/>
                  </a:lnTo>
                  <a:lnTo>
                    <a:pt x="1092200" y="42863"/>
                  </a:lnTo>
                  <a:lnTo>
                    <a:pt x="730251" y="0"/>
                  </a:lnTo>
                  <a:lnTo>
                    <a:pt x="446882" y="30956"/>
                  </a:lnTo>
                  <a:lnTo>
                    <a:pt x="199231" y="0"/>
                  </a:lnTo>
                  <a:lnTo>
                    <a:pt x="87313" y="4763"/>
                  </a:lnTo>
                  <a:lnTo>
                    <a:pt x="1588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1059706" y="7772046"/>
              <a:ext cx="5072064" cy="600075"/>
            </a:xfrm>
            <a:custGeom>
              <a:avLst/>
              <a:gdLst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57650 w 5067300"/>
                <a:gd name="connsiteY14" fmla="*/ 585788 h 600075"/>
                <a:gd name="connsiteX15" fmla="*/ 4424363 w 5067300"/>
                <a:gd name="connsiteY15" fmla="*/ 585788 h 600075"/>
                <a:gd name="connsiteX16" fmla="*/ 4800600 w 5067300"/>
                <a:gd name="connsiteY16" fmla="*/ 561975 h 600075"/>
                <a:gd name="connsiteX17" fmla="*/ 5067300 w 5067300"/>
                <a:gd name="connsiteY17" fmla="*/ 561975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14788 w 5067300"/>
                <a:gd name="connsiteY14" fmla="*/ 600075 h 600075"/>
                <a:gd name="connsiteX15" fmla="*/ 4424363 w 5067300"/>
                <a:gd name="connsiteY15" fmla="*/ 585788 h 600075"/>
                <a:gd name="connsiteX16" fmla="*/ 4800600 w 5067300"/>
                <a:gd name="connsiteY16" fmla="*/ 561975 h 600075"/>
                <a:gd name="connsiteX17" fmla="*/ 5067300 w 5067300"/>
                <a:gd name="connsiteY17" fmla="*/ 561975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14788 w 5067300"/>
                <a:gd name="connsiteY14" fmla="*/ 600075 h 600075"/>
                <a:gd name="connsiteX15" fmla="*/ 4424363 w 5067300"/>
                <a:gd name="connsiteY15" fmla="*/ 585788 h 600075"/>
                <a:gd name="connsiteX16" fmla="*/ 4667250 w 5067300"/>
                <a:gd name="connsiteY16" fmla="*/ 566738 h 600075"/>
                <a:gd name="connsiteX17" fmla="*/ 5067300 w 5067300"/>
                <a:gd name="connsiteY17" fmla="*/ 561975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14788 w 5067300"/>
                <a:gd name="connsiteY14" fmla="*/ 600075 h 600075"/>
                <a:gd name="connsiteX15" fmla="*/ 4424363 w 5067300"/>
                <a:gd name="connsiteY15" fmla="*/ 585788 h 600075"/>
                <a:gd name="connsiteX16" fmla="*/ 4667250 w 5067300"/>
                <a:gd name="connsiteY16" fmla="*/ 566738 h 600075"/>
                <a:gd name="connsiteX17" fmla="*/ 5067300 w 5067300"/>
                <a:gd name="connsiteY17" fmla="*/ 566737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00163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867025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867025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895600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00362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00362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6556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17031 w 5072064"/>
                <a:gd name="connsiteY31" fmla="*/ 38100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48237 w 5072064"/>
                <a:gd name="connsiteY19" fmla="*/ 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29175 w 5072064"/>
                <a:gd name="connsiteY20" fmla="*/ 66675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31556 w 5072064"/>
                <a:gd name="connsiteY20" fmla="*/ 66675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10124 w 5072064"/>
                <a:gd name="connsiteY20" fmla="*/ 66675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00588 w 5072064"/>
                <a:gd name="connsiteY20" fmla="*/ 1905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14876 w 5072064"/>
                <a:gd name="connsiteY20" fmla="*/ 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10113 w 5072064"/>
                <a:gd name="connsiteY20" fmla="*/ 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10113 w 5072064"/>
                <a:gd name="connsiteY20" fmla="*/ 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6988 h 603250"/>
                <a:gd name="connsiteX1" fmla="*/ 4763 w 5072064"/>
                <a:gd name="connsiteY1" fmla="*/ 512763 h 603250"/>
                <a:gd name="connsiteX2" fmla="*/ 200025 w 5072064"/>
                <a:gd name="connsiteY2" fmla="*/ 503238 h 603250"/>
                <a:gd name="connsiteX3" fmla="*/ 466725 w 5072064"/>
                <a:gd name="connsiteY3" fmla="*/ 536575 h 603250"/>
                <a:gd name="connsiteX4" fmla="*/ 723900 w 5072064"/>
                <a:gd name="connsiteY4" fmla="*/ 508000 h 603250"/>
                <a:gd name="connsiteX5" fmla="*/ 1009650 w 5072064"/>
                <a:gd name="connsiteY5" fmla="*/ 546100 h 603250"/>
                <a:gd name="connsiteX6" fmla="*/ 1323975 w 5072064"/>
                <a:gd name="connsiteY6" fmla="*/ 555625 h 603250"/>
                <a:gd name="connsiteX7" fmla="*/ 1681163 w 5072064"/>
                <a:gd name="connsiteY7" fmla="*/ 579438 h 603250"/>
                <a:gd name="connsiteX8" fmla="*/ 2005013 w 5072064"/>
                <a:gd name="connsiteY8" fmla="*/ 603250 h 603250"/>
                <a:gd name="connsiteX9" fmla="*/ 2262188 w 5072064"/>
                <a:gd name="connsiteY9" fmla="*/ 603250 h 603250"/>
                <a:gd name="connsiteX10" fmla="*/ 2586038 w 5072064"/>
                <a:gd name="connsiteY10" fmla="*/ 574675 h 603250"/>
                <a:gd name="connsiteX11" fmla="*/ 3043238 w 5072064"/>
                <a:gd name="connsiteY11" fmla="*/ 555625 h 603250"/>
                <a:gd name="connsiteX12" fmla="*/ 3352800 w 5072064"/>
                <a:gd name="connsiteY12" fmla="*/ 560388 h 603250"/>
                <a:gd name="connsiteX13" fmla="*/ 3700463 w 5072064"/>
                <a:gd name="connsiteY13" fmla="*/ 574675 h 603250"/>
                <a:gd name="connsiteX14" fmla="*/ 4014788 w 5072064"/>
                <a:gd name="connsiteY14" fmla="*/ 603250 h 603250"/>
                <a:gd name="connsiteX15" fmla="*/ 4424363 w 5072064"/>
                <a:gd name="connsiteY15" fmla="*/ 588963 h 603250"/>
                <a:gd name="connsiteX16" fmla="*/ 4667250 w 5072064"/>
                <a:gd name="connsiteY16" fmla="*/ 569913 h 603250"/>
                <a:gd name="connsiteX17" fmla="*/ 5072064 w 5072064"/>
                <a:gd name="connsiteY17" fmla="*/ 572294 h 603250"/>
                <a:gd name="connsiteX18" fmla="*/ 5067300 w 5072064"/>
                <a:gd name="connsiteY18" fmla="*/ 41275 h 603250"/>
                <a:gd name="connsiteX19" fmla="*/ 4957762 w 5072064"/>
                <a:gd name="connsiteY19" fmla="*/ 38894 h 603250"/>
                <a:gd name="connsiteX20" fmla="*/ 4833938 w 5072064"/>
                <a:gd name="connsiteY20" fmla="*/ 69850 h 603250"/>
                <a:gd name="connsiteX21" fmla="*/ 4710113 w 5072064"/>
                <a:gd name="connsiteY21" fmla="*/ 3175 h 603250"/>
                <a:gd name="connsiteX22" fmla="*/ 4500563 w 5072064"/>
                <a:gd name="connsiteY22" fmla="*/ 46038 h 603250"/>
                <a:gd name="connsiteX23" fmla="*/ 4252913 w 5072064"/>
                <a:gd name="connsiteY23" fmla="*/ 50800 h 603250"/>
                <a:gd name="connsiteX24" fmla="*/ 4071938 w 5072064"/>
                <a:gd name="connsiteY24" fmla="*/ 41275 h 603250"/>
                <a:gd name="connsiteX25" fmla="*/ 3910013 w 5072064"/>
                <a:gd name="connsiteY25" fmla="*/ 41275 h 603250"/>
                <a:gd name="connsiteX26" fmla="*/ 3786188 w 5072064"/>
                <a:gd name="connsiteY26" fmla="*/ 41275 h 603250"/>
                <a:gd name="connsiteX27" fmla="*/ 3617118 w 5072064"/>
                <a:gd name="connsiteY27" fmla="*/ 69850 h 603250"/>
                <a:gd name="connsiteX28" fmla="*/ 3438525 w 5072064"/>
                <a:gd name="connsiteY28" fmla="*/ 65088 h 603250"/>
                <a:gd name="connsiteX29" fmla="*/ 3200400 w 5072064"/>
                <a:gd name="connsiteY29" fmla="*/ 50800 h 603250"/>
                <a:gd name="connsiteX30" fmla="*/ 3000375 w 5072064"/>
                <a:gd name="connsiteY30" fmla="*/ 46038 h 603250"/>
                <a:gd name="connsiteX31" fmla="*/ 2924174 w 5072064"/>
                <a:gd name="connsiteY31" fmla="*/ 38893 h 603250"/>
                <a:gd name="connsiteX32" fmla="*/ 2738438 w 5072064"/>
                <a:gd name="connsiteY32" fmla="*/ 65088 h 603250"/>
                <a:gd name="connsiteX33" fmla="*/ 2476500 w 5072064"/>
                <a:gd name="connsiteY33" fmla="*/ 31750 h 603250"/>
                <a:gd name="connsiteX34" fmla="*/ 2052638 w 5072064"/>
                <a:gd name="connsiteY34" fmla="*/ 31750 h 603250"/>
                <a:gd name="connsiteX35" fmla="*/ 1804988 w 5072064"/>
                <a:gd name="connsiteY35" fmla="*/ 41275 h 603250"/>
                <a:gd name="connsiteX36" fmla="*/ 1590675 w 5072064"/>
                <a:gd name="connsiteY36" fmla="*/ 31750 h 603250"/>
                <a:gd name="connsiteX37" fmla="*/ 1428750 w 5072064"/>
                <a:gd name="connsiteY37" fmla="*/ 31750 h 603250"/>
                <a:gd name="connsiteX38" fmla="*/ 1243013 w 5072064"/>
                <a:gd name="connsiteY38" fmla="*/ 17463 h 603250"/>
                <a:gd name="connsiteX39" fmla="*/ 1028700 w 5072064"/>
                <a:gd name="connsiteY39" fmla="*/ 12700 h 603250"/>
                <a:gd name="connsiteX40" fmla="*/ 842963 w 5072064"/>
                <a:gd name="connsiteY40" fmla="*/ 31750 h 603250"/>
                <a:gd name="connsiteX41" fmla="*/ 647700 w 5072064"/>
                <a:gd name="connsiteY41" fmla="*/ 17463 h 603250"/>
                <a:gd name="connsiteX42" fmla="*/ 476250 w 5072064"/>
                <a:gd name="connsiteY42" fmla="*/ 26988 h 603250"/>
                <a:gd name="connsiteX43" fmla="*/ 352425 w 5072064"/>
                <a:gd name="connsiteY43" fmla="*/ 36513 h 603250"/>
                <a:gd name="connsiteX44" fmla="*/ 200025 w 5072064"/>
                <a:gd name="connsiteY44" fmla="*/ 3175 h 603250"/>
                <a:gd name="connsiteX45" fmla="*/ 0 w 5072064"/>
                <a:gd name="connsiteY45" fmla="*/ 26988 h 603250"/>
                <a:gd name="connsiteX0" fmla="*/ 0 w 5072064"/>
                <a:gd name="connsiteY0" fmla="*/ 26988 h 603250"/>
                <a:gd name="connsiteX1" fmla="*/ 4763 w 5072064"/>
                <a:gd name="connsiteY1" fmla="*/ 512763 h 603250"/>
                <a:gd name="connsiteX2" fmla="*/ 200025 w 5072064"/>
                <a:gd name="connsiteY2" fmla="*/ 503238 h 603250"/>
                <a:gd name="connsiteX3" fmla="*/ 466725 w 5072064"/>
                <a:gd name="connsiteY3" fmla="*/ 536575 h 603250"/>
                <a:gd name="connsiteX4" fmla="*/ 723900 w 5072064"/>
                <a:gd name="connsiteY4" fmla="*/ 508000 h 603250"/>
                <a:gd name="connsiteX5" fmla="*/ 1009650 w 5072064"/>
                <a:gd name="connsiteY5" fmla="*/ 546100 h 603250"/>
                <a:gd name="connsiteX6" fmla="*/ 1323975 w 5072064"/>
                <a:gd name="connsiteY6" fmla="*/ 555625 h 603250"/>
                <a:gd name="connsiteX7" fmla="*/ 1681163 w 5072064"/>
                <a:gd name="connsiteY7" fmla="*/ 579438 h 603250"/>
                <a:gd name="connsiteX8" fmla="*/ 2005013 w 5072064"/>
                <a:gd name="connsiteY8" fmla="*/ 603250 h 603250"/>
                <a:gd name="connsiteX9" fmla="*/ 2262188 w 5072064"/>
                <a:gd name="connsiteY9" fmla="*/ 603250 h 603250"/>
                <a:gd name="connsiteX10" fmla="*/ 2586038 w 5072064"/>
                <a:gd name="connsiteY10" fmla="*/ 574675 h 603250"/>
                <a:gd name="connsiteX11" fmla="*/ 3043238 w 5072064"/>
                <a:gd name="connsiteY11" fmla="*/ 555625 h 603250"/>
                <a:gd name="connsiteX12" fmla="*/ 3352800 w 5072064"/>
                <a:gd name="connsiteY12" fmla="*/ 560388 h 603250"/>
                <a:gd name="connsiteX13" fmla="*/ 3700463 w 5072064"/>
                <a:gd name="connsiteY13" fmla="*/ 574675 h 603250"/>
                <a:gd name="connsiteX14" fmla="*/ 4014788 w 5072064"/>
                <a:gd name="connsiteY14" fmla="*/ 603250 h 603250"/>
                <a:gd name="connsiteX15" fmla="*/ 4424363 w 5072064"/>
                <a:gd name="connsiteY15" fmla="*/ 588963 h 603250"/>
                <a:gd name="connsiteX16" fmla="*/ 4667250 w 5072064"/>
                <a:gd name="connsiteY16" fmla="*/ 569913 h 603250"/>
                <a:gd name="connsiteX17" fmla="*/ 5072064 w 5072064"/>
                <a:gd name="connsiteY17" fmla="*/ 572294 h 603250"/>
                <a:gd name="connsiteX18" fmla="*/ 5067300 w 5072064"/>
                <a:gd name="connsiteY18" fmla="*/ 41275 h 603250"/>
                <a:gd name="connsiteX19" fmla="*/ 4957762 w 5072064"/>
                <a:gd name="connsiteY19" fmla="*/ 38894 h 603250"/>
                <a:gd name="connsiteX20" fmla="*/ 4841081 w 5072064"/>
                <a:gd name="connsiteY20" fmla="*/ 69850 h 603250"/>
                <a:gd name="connsiteX21" fmla="*/ 4710113 w 5072064"/>
                <a:gd name="connsiteY21" fmla="*/ 3175 h 603250"/>
                <a:gd name="connsiteX22" fmla="*/ 4500563 w 5072064"/>
                <a:gd name="connsiteY22" fmla="*/ 46038 h 603250"/>
                <a:gd name="connsiteX23" fmla="*/ 4252913 w 5072064"/>
                <a:gd name="connsiteY23" fmla="*/ 50800 h 603250"/>
                <a:gd name="connsiteX24" fmla="*/ 4071938 w 5072064"/>
                <a:gd name="connsiteY24" fmla="*/ 41275 h 603250"/>
                <a:gd name="connsiteX25" fmla="*/ 3910013 w 5072064"/>
                <a:gd name="connsiteY25" fmla="*/ 41275 h 603250"/>
                <a:gd name="connsiteX26" fmla="*/ 3786188 w 5072064"/>
                <a:gd name="connsiteY26" fmla="*/ 41275 h 603250"/>
                <a:gd name="connsiteX27" fmla="*/ 3617118 w 5072064"/>
                <a:gd name="connsiteY27" fmla="*/ 69850 h 603250"/>
                <a:gd name="connsiteX28" fmla="*/ 3438525 w 5072064"/>
                <a:gd name="connsiteY28" fmla="*/ 65088 h 603250"/>
                <a:gd name="connsiteX29" fmla="*/ 3200400 w 5072064"/>
                <a:gd name="connsiteY29" fmla="*/ 50800 h 603250"/>
                <a:gd name="connsiteX30" fmla="*/ 3000375 w 5072064"/>
                <a:gd name="connsiteY30" fmla="*/ 46038 h 603250"/>
                <a:gd name="connsiteX31" fmla="*/ 2924174 w 5072064"/>
                <a:gd name="connsiteY31" fmla="*/ 38893 h 603250"/>
                <a:gd name="connsiteX32" fmla="*/ 2738438 w 5072064"/>
                <a:gd name="connsiteY32" fmla="*/ 65088 h 603250"/>
                <a:gd name="connsiteX33" fmla="*/ 2476500 w 5072064"/>
                <a:gd name="connsiteY33" fmla="*/ 31750 h 603250"/>
                <a:gd name="connsiteX34" fmla="*/ 2052638 w 5072064"/>
                <a:gd name="connsiteY34" fmla="*/ 31750 h 603250"/>
                <a:gd name="connsiteX35" fmla="*/ 1804988 w 5072064"/>
                <a:gd name="connsiteY35" fmla="*/ 41275 h 603250"/>
                <a:gd name="connsiteX36" fmla="*/ 1590675 w 5072064"/>
                <a:gd name="connsiteY36" fmla="*/ 31750 h 603250"/>
                <a:gd name="connsiteX37" fmla="*/ 1428750 w 5072064"/>
                <a:gd name="connsiteY37" fmla="*/ 31750 h 603250"/>
                <a:gd name="connsiteX38" fmla="*/ 1243013 w 5072064"/>
                <a:gd name="connsiteY38" fmla="*/ 17463 h 603250"/>
                <a:gd name="connsiteX39" fmla="*/ 1028700 w 5072064"/>
                <a:gd name="connsiteY39" fmla="*/ 12700 h 603250"/>
                <a:gd name="connsiteX40" fmla="*/ 842963 w 5072064"/>
                <a:gd name="connsiteY40" fmla="*/ 31750 h 603250"/>
                <a:gd name="connsiteX41" fmla="*/ 647700 w 5072064"/>
                <a:gd name="connsiteY41" fmla="*/ 17463 h 603250"/>
                <a:gd name="connsiteX42" fmla="*/ 476250 w 5072064"/>
                <a:gd name="connsiteY42" fmla="*/ 26988 h 603250"/>
                <a:gd name="connsiteX43" fmla="*/ 352425 w 5072064"/>
                <a:gd name="connsiteY43" fmla="*/ 36513 h 603250"/>
                <a:gd name="connsiteX44" fmla="*/ 200025 w 5072064"/>
                <a:gd name="connsiteY44" fmla="*/ 3175 h 603250"/>
                <a:gd name="connsiteX45" fmla="*/ 0 w 5072064"/>
                <a:gd name="connsiteY45" fmla="*/ 26988 h 603250"/>
                <a:gd name="connsiteX0" fmla="*/ 0 w 5072064"/>
                <a:gd name="connsiteY0" fmla="*/ 26988 h 603250"/>
                <a:gd name="connsiteX1" fmla="*/ 4763 w 5072064"/>
                <a:gd name="connsiteY1" fmla="*/ 512763 h 603250"/>
                <a:gd name="connsiteX2" fmla="*/ 200025 w 5072064"/>
                <a:gd name="connsiteY2" fmla="*/ 503238 h 603250"/>
                <a:gd name="connsiteX3" fmla="*/ 466725 w 5072064"/>
                <a:gd name="connsiteY3" fmla="*/ 536575 h 603250"/>
                <a:gd name="connsiteX4" fmla="*/ 723900 w 5072064"/>
                <a:gd name="connsiteY4" fmla="*/ 508000 h 603250"/>
                <a:gd name="connsiteX5" fmla="*/ 1009650 w 5072064"/>
                <a:gd name="connsiteY5" fmla="*/ 546100 h 603250"/>
                <a:gd name="connsiteX6" fmla="*/ 1323975 w 5072064"/>
                <a:gd name="connsiteY6" fmla="*/ 555625 h 603250"/>
                <a:gd name="connsiteX7" fmla="*/ 1681163 w 5072064"/>
                <a:gd name="connsiteY7" fmla="*/ 579438 h 603250"/>
                <a:gd name="connsiteX8" fmla="*/ 2005013 w 5072064"/>
                <a:gd name="connsiteY8" fmla="*/ 603250 h 603250"/>
                <a:gd name="connsiteX9" fmla="*/ 2262188 w 5072064"/>
                <a:gd name="connsiteY9" fmla="*/ 603250 h 603250"/>
                <a:gd name="connsiteX10" fmla="*/ 2586038 w 5072064"/>
                <a:gd name="connsiteY10" fmla="*/ 574675 h 603250"/>
                <a:gd name="connsiteX11" fmla="*/ 3043238 w 5072064"/>
                <a:gd name="connsiteY11" fmla="*/ 555625 h 603250"/>
                <a:gd name="connsiteX12" fmla="*/ 3352800 w 5072064"/>
                <a:gd name="connsiteY12" fmla="*/ 560388 h 603250"/>
                <a:gd name="connsiteX13" fmla="*/ 3700463 w 5072064"/>
                <a:gd name="connsiteY13" fmla="*/ 574675 h 603250"/>
                <a:gd name="connsiteX14" fmla="*/ 4014788 w 5072064"/>
                <a:gd name="connsiteY14" fmla="*/ 603250 h 603250"/>
                <a:gd name="connsiteX15" fmla="*/ 4424363 w 5072064"/>
                <a:gd name="connsiteY15" fmla="*/ 588963 h 603250"/>
                <a:gd name="connsiteX16" fmla="*/ 4667250 w 5072064"/>
                <a:gd name="connsiteY16" fmla="*/ 569913 h 603250"/>
                <a:gd name="connsiteX17" fmla="*/ 5072064 w 5072064"/>
                <a:gd name="connsiteY17" fmla="*/ 572294 h 603250"/>
                <a:gd name="connsiteX18" fmla="*/ 5067300 w 5072064"/>
                <a:gd name="connsiteY18" fmla="*/ 41275 h 603250"/>
                <a:gd name="connsiteX19" fmla="*/ 4957762 w 5072064"/>
                <a:gd name="connsiteY19" fmla="*/ 38894 h 603250"/>
                <a:gd name="connsiteX20" fmla="*/ 4841081 w 5072064"/>
                <a:gd name="connsiteY20" fmla="*/ 69850 h 603250"/>
                <a:gd name="connsiteX21" fmla="*/ 4710113 w 5072064"/>
                <a:gd name="connsiteY21" fmla="*/ 3175 h 603250"/>
                <a:gd name="connsiteX22" fmla="*/ 4500563 w 5072064"/>
                <a:gd name="connsiteY22" fmla="*/ 46038 h 603250"/>
                <a:gd name="connsiteX23" fmla="*/ 4210050 w 5072064"/>
                <a:gd name="connsiteY23" fmla="*/ 36513 h 603250"/>
                <a:gd name="connsiteX24" fmla="*/ 4071938 w 5072064"/>
                <a:gd name="connsiteY24" fmla="*/ 41275 h 603250"/>
                <a:gd name="connsiteX25" fmla="*/ 3910013 w 5072064"/>
                <a:gd name="connsiteY25" fmla="*/ 41275 h 603250"/>
                <a:gd name="connsiteX26" fmla="*/ 3786188 w 5072064"/>
                <a:gd name="connsiteY26" fmla="*/ 41275 h 603250"/>
                <a:gd name="connsiteX27" fmla="*/ 3617118 w 5072064"/>
                <a:gd name="connsiteY27" fmla="*/ 69850 h 603250"/>
                <a:gd name="connsiteX28" fmla="*/ 3438525 w 5072064"/>
                <a:gd name="connsiteY28" fmla="*/ 65088 h 603250"/>
                <a:gd name="connsiteX29" fmla="*/ 3200400 w 5072064"/>
                <a:gd name="connsiteY29" fmla="*/ 50800 h 603250"/>
                <a:gd name="connsiteX30" fmla="*/ 3000375 w 5072064"/>
                <a:gd name="connsiteY30" fmla="*/ 46038 h 603250"/>
                <a:gd name="connsiteX31" fmla="*/ 2924174 w 5072064"/>
                <a:gd name="connsiteY31" fmla="*/ 38893 h 603250"/>
                <a:gd name="connsiteX32" fmla="*/ 2738438 w 5072064"/>
                <a:gd name="connsiteY32" fmla="*/ 65088 h 603250"/>
                <a:gd name="connsiteX33" fmla="*/ 2476500 w 5072064"/>
                <a:gd name="connsiteY33" fmla="*/ 31750 h 603250"/>
                <a:gd name="connsiteX34" fmla="*/ 2052638 w 5072064"/>
                <a:gd name="connsiteY34" fmla="*/ 31750 h 603250"/>
                <a:gd name="connsiteX35" fmla="*/ 1804988 w 5072064"/>
                <a:gd name="connsiteY35" fmla="*/ 41275 h 603250"/>
                <a:gd name="connsiteX36" fmla="*/ 1590675 w 5072064"/>
                <a:gd name="connsiteY36" fmla="*/ 31750 h 603250"/>
                <a:gd name="connsiteX37" fmla="*/ 1428750 w 5072064"/>
                <a:gd name="connsiteY37" fmla="*/ 31750 h 603250"/>
                <a:gd name="connsiteX38" fmla="*/ 1243013 w 5072064"/>
                <a:gd name="connsiteY38" fmla="*/ 17463 h 603250"/>
                <a:gd name="connsiteX39" fmla="*/ 1028700 w 5072064"/>
                <a:gd name="connsiteY39" fmla="*/ 12700 h 603250"/>
                <a:gd name="connsiteX40" fmla="*/ 842963 w 5072064"/>
                <a:gd name="connsiteY40" fmla="*/ 31750 h 603250"/>
                <a:gd name="connsiteX41" fmla="*/ 647700 w 5072064"/>
                <a:gd name="connsiteY41" fmla="*/ 17463 h 603250"/>
                <a:gd name="connsiteX42" fmla="*/ 476250 w 5072064"/>
                <a:gd name="connsiteY42" fmla="*/ 26988 h 603250"/>
                <a:gd name="connsiteX43" fmla="*/ 352425 w 5072064"/>
                <a:gd name="connsiteY43" fmla="*/ 36513 h 603250"/>
                <a:gd name="connsiteX44" fmla="*/ 200025 w 5072064"/>
                <a:gd name="connsiteY44" fmla="*/ 3175 h 603250"/>
                <a:gd name="connsiteX45" fmla="*/ 0 w 5072064"/>
                <a:gd name="connsiteY45" fmla="*/ 26988 h 603250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1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1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5843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33936 w 5072064"/>
                <a:gd name="connsiteY20" fmla="*/ 38100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679156 w 5072064"/>
                <a:gd name="connsiteY21" fmla="*/ 28575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74406 w 5072064"/>
                <a:gd name="connsiteY21" fmla="*/ 30956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74406 w 5072064"/>
                <a:gd name="connsiteY21" fmla="*/ 30956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74406 w 5072064"/>
                <a:gd name="connsiteY21" fmla="*/ 30956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38699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55368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55368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55368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5049202 w 5072064"/>
                <a:gd name="connsiteY45" fmla="*/ 127159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39652 w 5072064"/>
                <a:gd name="connsiteY45" fmla="*/ 66675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46" fmla="*/ 4855368 w 5072064"/>
                <a:gd name="connsiteY46" fmla="*/ 66675 h 600075"/>
                <a:gd name="connsiteX0" fmla="*/ 4891087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46" fmla="*/ 4891087 w 5072064"/>
                <a:gd name="connsiteY46" fmla="*/ 66675 h 600075"/>
                <a:gd name="connsiteX0" fmla="*/ 4943475 w 5072064"/>
                <a:gd name="connsiteY0" fmla="*/ 38100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46" fmla="*/ 4943475 w 5072064"/>
                <a:gd name="connsiteY46" fmla="*/ 38100 h 600075"/>
                <a:gd name="connsiteX0" fmla="*/ 4943475 w 5072064"/>
                <a:gd name="connsiteY0" fmla="*/ 88503 h 650478"/>
                <a:gd name="connsiteX1" fmla="*/ 4783931 w 5072064"/>
                <a:gd name="connsiteY1" fmla="*/ 78978 h 650478"/>
                <a:gd name="connsiteX2" fmla="*/ 4679156 w 5072064"/>
                <a:gd name="connsiteY2" fmla="*/ 78978 h 650478"/>
                <a:gd name="connsiteX3" fmla="*/ 4500563 w 5072064"/>
                <a:gd name="connsiteY3" fmla="*/ 93266 h 650478"/>
                <a:gd name="connsiteX4" fmla="*/ 4210050 w 5072064"/>
                <a:gd name="connsiteY4" fmla="*/ 83741 h 650478"/>
                <a:gd name="connsiteX5" fmla="*/ 4071938 w 5072064"/>
                <a:gd name="connsiteY5" fmla="*/ 88503 h 650478"/>
                <a:gd name="connsiteX6" fmla="*/ 3910013 w 5072064"/>
                <a:gd name="connsiteY6" fmla="*/ 88503 h 650478"/>
                <a:gd name="connsiteX7" fmla="*/ 3786188 w 5072064"/>
                <a:gd name="connsiteY7" fmla="*/ 88503 h 650478"/>
                <a:gd name="connsiteX8" fmla="*/ 3617118 w 5072064"/>
                <a:gd name="connsiteY8" fmla="*/ 117078 h 650478"/>
                <a:gd name="connsiteX9" fmla="*/ 3438525 w 5072064"/>
                <a:gd name="connsiteY9" fmla="*/ 112316 h 650478"/>
                <a:gd name="connsiteX10" fmla="*/ 3200400 w 5072064"/>
                <a:gd name="connsiteY10" fmla="*/ 98028 h 650478"/>
                <a:gd name="connsiteX11" fmla="*/ 3000375 w 5072064"/>
                <a:gd name="connsiteY11" fmla="*/ 93266 h 650478"/>
                <a:gd name="connsiteX12" fmla="*/ 2924174 w 5072064"/>
                <a:gd name="connsiteY12" fmla="*/ 86121 h 650478"/>
                <a:gd name="connsiteX13" fmla="*/ 2738438 w 5072064"/>
                <a:gd name="connsiteY13" fmla="*/ 112316 h 650478"/>
                <a:gd name="connsiteX14" fmla="*/ 2476500 w 5072064"/>
                <a:gd name="connsiteY14" fmla="*/ 78978 h 650478"/>
                <a:gd name="connsiteX15" fmla="*/ 2052638 w 5072064"/>
                <a:gd name="connsiteY15" fmla="*/ 78978 h 650478"/>
                <a:gd name="connsiteX16" fmla="*/ 1804988 w 5072064"/>
                <a:gd name="connsiteY16" fmla="*/ 88503 h 650478"/>
                <a:gd name="connsiteX17" fmla="*/ 1590675 w 5072064"/>
                <a:gd name="connsiteY17" fmla="*/ 78978 h 650478"/>
                <a:gd name="connsiteX18" fmla="*/ 1428750 w 5072064"/>
                <a:gd name="connsiteY18" fmla="*/ 78978 h 650478"/>
                <a:gd name="connsiteX19" fmla="*/ 1243013 w 5072064"/>
                <a:gd name="connsiteY19" fmla="*/ 64691 h 650478"/>
                <a:gd name="connsiteX20" fmla="*/ 1028700 w 5072064"/>
                <a:gd name="connsiteY20" fmla="*/ 59928 h 650478"/>
                <a:gd name="connsiteX21" fmla="*/ 842963 w 5072064"/>
                <a:gd name="connsiteY21" fmla="*/ 78978 h 650478"/>
                <a:gd name="connsiteX22" fmla="*/ 647700 w 5072064"/>
                <a:gd name="connsiteY22" fmla="*/ 64691 h 650478"/>
                <a:gd name="connsiteX23" fmla="*/ 476250 w 5072064"/>
                <a:gd name="connsiteY23" fmla="*/ 74216 h 650478"/>
                <a:gd name="connsiteX24" fmla="*/ 352425 w 5072064"/>
                <a:gd name="connsiteY24" fmla="*/ 83741 h 650478"/>
                <a:gd name="connsiteX25" fmla="*/ 200025 w 5072064"/>
                <a:gd name="connsiteY25" fmla="*/ 50403 h 650478"/>
                <a:gd name="connsiteX26" fmla="*/ 0 w 5072064"/>
                <a:gd name="connsiteY26" fmla="*/ 74216 h 650478"/>
                <a:gd name="connsiteX27" fmla="*/ 4763 w 5072064"/>
                <a:gd name="connsiteY27" fmla="*/ 559991 h 650478"/>
                <a:gd name="connsiteX28" fmla="*/ 200025 w 5072064"/>
                <a:gd name="connsiteY28" fmla="*/ 550466 h 650478"/>
                <a:gd name="connsiteX29" fmla="*/ 466725 w 5072064"/>
                <a:gd name="connsiteY29" fmla="*/ 583803 h 650478"/>
                <a:gd name="connsiteX30" fmla="*/ 723900 w 5072064"/>
                <a:gd name="connsiteY30" fmla="*/ 555228 h 650478"/>
                <a:gd name="connsiteX31" fmla="*/ 1009650 w 5072064"/>
                <a:gd name="connsiteY31" fmla="*/ 593328 h 650478"/>
                <a:gd name="connsiteX32" fmla="*/ 1323975 w 5072064"/>
                <a:gd name="connsiteY32" fmla="*/ 602853 h 650478"/>
                <a:gd name="connsiteX33" fmla="*/ 1681163 w 5072064"/>
                <a:gd name="connsiteY33" fmla="*/ 626666 h 650478"/>
                <a:gd name="connsiteX34" fmla="*/ 2005013 w 5072064"/>
                <a:gd name="connsiteY34" fmla="*/ 650478 h 650478"/>
                <a:gd name="connsiteX35" fmla="*/ 2262188 w 5072064"/>
                <a:gd name="connsiteY35" fmla="*/ 650478 h 650478"/>
                <a:gd name="connsiteX36" fmla="*/ 2586038 w 5072064"/>
                <a:gd name="connsiteY36" fmla="*/ 621903 h 650478"/>
                <a:gd name="connsiteX37" fmla="*/ 3043238 w 5072064"/>
                <a:gd name="connsiteY37" fmla="*/ 602853 h 650478"/>
                <a:gd name="connsiteX38" fmla="*/ 3352800 w 5072064"/>
                <a:gd name="connsiteY38" fmla="*/ 607616 h 650478"/>
                <a:gd name="connsiteX39" fmla="*/ 3700463 w 5072064"/>
                <a:gd name="connsiteY39" fmla="*/ 621903 h 650478"/>
                <a:gd name="connsiteX40" fmla="*/ 4014788 w 5072064"/>
                <a:gd name="connsiteY40" fmla="*/ 650478 h 650478"/>
                <a:gd name="connsiteX41" fmla="*/ 4424363 w 5072064"/>
                <a:gd name="connsiteY41" fmla="*/ 636191 h 650478"/>
                <a:gd name="connsiteX42" fmla="*/ 4667250 w 5072064"/>
                <a:gd name="connsiteY42" fmla="*/ 617141 h 650478"/>
                <a:gd name="connsiteX43" fmla="*/ 5072064 w 5072064"/>
                <a:gd name="connsiteY43" fmla="*/ 619522 h 650478"/>
                <a:gd name="connsiteX44" fmla="*/ 5067300 w 5072064"/>
                <a:gd name="connsiteY44" fmla="*/ 88503 h 650478"/>
                <a:gd name="connsiteX45" fmla="*/ 4943475 w 5072064"/>
                <a:gd name="connsiteY45" fmla="*/ 88503 h 650478"/>
                <a:gd name="connsiteX0" fmla="*/ 4943475 w 5072064"/>
                <a:gd name="connsiteY0" fmla="*/ 38100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943475 w 5072064"/>
                <a:gd name="connsiteY45" fmla="*/ 38100 h 600075"/>
                <a:gd name="connsiteX0" fmla="*/ 4943475 w 5072064"/>
                <a:gd name="connsiteY0" fmla="*/ 38100 h 600075"/>
                <a:gd name="connsiteX1" fmla="*/ 4855369 w 5072064"/>
                <a:gd name="connsiteY1" fmla="*/ 35719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7700 w 5072064"/>
                <a:gd name="connsiteY23" fmla="*/ 14288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9688 h 601663"/>
                <a:gd name="connsiteX1" fmla="*/ 4838700 w 5072064"/>
                <a:gd name="connsiteY1" fmla="*/ 1588 h 601663"/>
                <a:gd name="connsiteX2" fmla="*/ 4783931 w 5072064"/>
                <a:gd name="connsiteY2" fmla="*/ 30163 h 601663"/>
                <a:gd name="connsiteX3" fmla="*/ 4679156 w 5072064"/>
                <a:gd name="connsiteY3" fmla="*/ 30163 h 601663"/>
                <a:gd name="connsiteX4" fmla="*/ 4500563 w 5072064"/>
                <a:gd name="connsiteY4" fmla="*/ 44451 h 601663"/>
                <a:gd name="connsiteX5" fmla="*/ 4210050 w 5072064"/>
                <a:gd name="connsiteY5" fmla="*/ 34926 h 601663"/>
                <a:gd name="connsiteX6" fmla="*/ 4071938 w 5072064"/>
                <a:gd name="connsiteY6" fmla="*/ 39688 h 601663"/>
                <a:gd name="connsiteX7" fmla="*/ 3910013 w 5072064"/>
                <a:gd name="connsiteY7" fmla="*/ 39688 h 601663"/>
                <a:gd name="connsiteX8" fmla="*/ 3786188 w 5072064"/>
                <a:gd name="connsiteY8" fmla="*/ 39688 h 601663"/>
                <a:gd name="connsiteX9" fmla="*/ 3617118 w 5072064"/>
                <a:gd name="connsiteY9" fmla="*/ 68263 h 601663"/>
                <a:gd name="connsiteX10" fmla="*/ 3438525 w 5072064"/>
                <a:gd name="connsiteY10" fmla="*/ 63501 h 601663"/>
                <a:gd name="connsiteX11" fmla="*/ 3200400 w 5072064"/>
                <a:gd name="connsiteY11" fmla="*/ 49213 h 601663"/>
                <a:gd name="connsiteX12" fmla="*/ 3000375 w 5072064"/>
                <a:gd name="connsiteY12" fmla="*/ 44451 h 601663"/>
                <a:gd name="connsiteX13" fmla="*/ 2924174 w 5072064"/>
                <a:gd name="connsiteY13" fmla="*/ 37306 h 601663"/>
                <a:gd name="connsiteX14" fmla="*/ 2738438 w 5072064"/>
                <a:gd name="connsiteY14" fmla="*/ 63501 h 601663"/>
                <a:gd name="connsiteX15" fmla="*/ 2476500 w 5072064"/>
                <a:gd name="connsiteY15" fmla="*/ 30163 h 601663"/>
                <a:gd name="connsiteX16" fmla="*/ 2052638 w 5072064"/>
                <a:gd name="connsiteY16" fmla="*/ 30163 h 601663"/>
                <a:gd name="connsiteX17" fmla="*/ 1804988 w 5072064"/>
                <a:gd name="connsiteY17" fmla="*/ 39688 h 601663"/>
                <a:gd name="connsiteX18" fmla="*/ 1590675 w 5072064"/>
                <a:gd name="connsiteY18" fmla="*/ 30163 h 601663"/>
                <a:gd name="connsiteX19" fmla="*/ 1428750 w 5072064"/>
                <a:gd name="connsiteY19" fmla="*/ 30163 h 601663"/>
                <a:gd name="connsiteX20" fmla="*/ 1243013 w 5072064"/>
                <a:gd name="connsiteY20" fmla="*/ 15876 h 601663"/>
                <a:gd name="connsiteX21" fmla="*/ 1028700 w 5072064"/>
                <a:gd name="connsiteY21" fmla="*/ 11113 h 601663"/>
                <a:gd name="connsiteX22" fmla="*/ 842963 w 5072064"/>
                <a:gd name="connsiteY22" fmla="*/ 30163 h 601663"/>
                <a:gd name="connsiteX23" fmla="*/ 647700 w 5072064"/>
                <a:gd name="connsiteY23" fmla="*/ 15876 h 601663"/>
                <a:gd name="connsiteX24" fmla="*/ 476250 w 5072064"/>
                <a:gd name="connsiteY24" fmla="*/ 25401 h 601663"/>
                <a:gd name="connsiteX25" fmla="*/ 352425 w 5072064"/>
                <a:gd name="connsiteY25" fmla="*/ 34926 h 601663"/>
                <a:gd name="connsiteX26" fmla="*/ 200025 w 5072064"/>
                <a:gd name="connsiteY26" fmla="*/ 1588 h 601663"/>
                <a:gd name="connsiteX27" fmla="*/ 0 w 5072064"/>
                <a:gd name="connsiteY27" fmla="*/ 25401 h 601663"/>
                <a:gd name="connsiteX28" fmla="*/ 4763 w 5072064"/>
                <a:gd name="connsiteY28" fmla="*/ 511176 h 601663"/>
                <a:gd name="connsiteX29" fmla="*/ 200025 w 5072064"/>
                <a:gd name="connsiteY29" fmla="*/ 501651 h 601663"/>
                <a:gd name="connsiteX30" fmla="*/ 466725 w 5072064"/>
                <a:gd name="connsiteY30" fmla="*/ 534988 h 601663"/>
                <a:gd name="connsiteX31" fmla="*/ 723900 w 5072064"/>
                <a:gd name="connsiteY31" fmla="*/ 506413 h 601663"/>
                <a:gd name="connsiteX32" fmla="*/ 1009650 w 5072064"/>
                <a:gd name="connsiteY32" fmla="*/ 544513 h 601663"/>
                <a:gd name="connsiteX33" fmla="*/ 1323975 w 5072064"/>
                <a:gd name="connsiteY33" fmla="*/ 554038 h 601663"/>
                <a:gd name="connsiteX34" fmla="*/ 1681163 w 5072064"/>
                <a:gd name="connsiteY34" fmla="*/ 577851 h 601663"/>
                <a:gd name="connsiteX35" fmla="*/ 2005013 w 5072064"/>
                <a:gd name="connsiteY35" fmla="*/ 601663 h 601663"/>
                <a:gd name="connsiteX36" fmla="*/ 2262188 w 5072064"/>
                <a:gd name="connsiteY36" fmla="*/ 601663 h 601663"/>
                <a:gd name="connsiteX37" fmla="*/ 2586038 w 5072064"/>
                <a:gd name="connsiteY37" fmla="*/ 573088 h 601663"/>
                <a:gd name="connsiteX38" fmla="*/ 3043238 w 5072064"/>
                <a:gd name="connsiteY38" fmla="*/ 554038 h 601663"/>
                <a:gd name="connsiteX39" fmla="*/ 3352800 w 5072064"/>
                <a:gd name="connsiteY39" fmla="*/ 558801 h 601663"/>
                <a:gd name="connsiteX40" fmla="*/ 3700463 w 5072064"/>
                <a:gd name="connsiteY40" fmla="*/ 573088 h 601663"/>
                <a:gd name="connsiteX41" fmla="*/ 4014788 w 5072064"/>
                <a:gd name="connsiteY41" fmla="*/ 601663 h 601663"/>
                <a:gd name="connsiteX42" fmla="*/ 4424363 w 5072064"/>
                <a:gd name="connsiteY42" fmla="*/ 587376 h 601663"/>
                <a:gd name="connsiteX43" fmla="*/ 4667250 w 5072064"/>
                <a:gd name="connsiteY43" fmla="*/ 568326 h 601663"/>
                <a:gd name="connsiteX44" fmla="*/ 5072064 w 5072064"/>
                <a:gd name="connsiteY44" fmla="*/ 570707 h 601663"/>
                <a:gd name="connsiteX45" fmla="*/ 5067300 w 5072064"/>
                <a:gd name="connsiteY45" fmla="*/ 39688 h 601663"/>
                <a:gd name="connsiteX46" fmla="*/ 4943475 w 5072064"/>
                <a:gd name="connsiteY46" fmla="*/ 39688 h 601663"/>
                <a:gd name="connsiteX0" fmla="*/ 4943475 w 5072064"/>
                <a:gd name="connsiteY0" fmla="*/ 39688 h 601663"/>
                <a:gd name="connsiteX1" fmla="*/ 4838700 w 5072064"/>
                <a:gd name="connsiteY1" fmla="*/ 1588 h 601663"/>
                <a:gd name="connsiteX2" fmla="*/ 4783931 w 5072064"/>
                <a:gd name="connsiteY2" fmla="*/ 30163 h 601663"/>
                <a:gd name="connsiteX3" fmla="*/ 4679156 w 5072064"/>
                <a:gd name="connsiteY3" fmla="*/ 30163 h 601663"/>
                <a:gd name="connsiteX4" fmla="*/ 4500563 w 5072064"/>
                <a:gd name="connsiteY4" fmla="*/ 44451 h 601663"/>
                <a:gd name="connsiteX5" fmla="*/ 4210050 w 5072064"/>
                <a:gd name="connsiteY5" fmla="*/ 34926 h 601663"/>
                <a:gd name="connsiteX6" fmla="*/ 4071938 w 5072064"/>
                <a:gd name="connsiteY6" fmla="*/ 39688 h 601663"/>
                <a:gd name="connsiteX7" fmla="*/ 3910013 w 5072064"/>
                <a:gd name="connsiteY7" fmla="*/ 39688 h 601663"/>
                <a:gd name="connsiteX8" fmla="*/ 3786188 w 5072064"/>
                <a:gd name="connsiteY8" fmla="*/ 39688 h 601663"/>
                <a:gd name="connsiteX9" fmla="*/ 3617118 w 5072064"/>
                <a:gd name="connsiteY9" fmla="*/ 68263 h 601663"/>
                <a:gd name="connsiteX10" fmla="*/ 3438525 w 5072064"/>
                <a:gd name="connsiteY10" fmla="*/ 63501 h 601663"/>
                <a:gd name="connsiteX11" fmla="*/ 3200400 w 5072064"/>
                <a:gd name="connsiteY11" fmla="*/ 49213 h 601663"/>
                <a:gd name="connsiteX12" fmla="*/ 3000375 w 5072064"/>
                <a:gd name="connsiteY12" fmla="*/ 44451 h 601663"/>
                <a:gd name="connsiteX13" fmla="*/ 2924174 w 5072064"/>
                <a:gd name="connsiteY13" fmla="*/ 37306 h 601663"/>
                <a:gd name="connsiteX14" fmla="*/ 2738438 w 5072064"/>
                <a:gd name="connsiteY14" fmla="*/ 63501 h 601663"/>
                <a:gd name="connsiteX15" fmla="*/ 2476500 w 5072064"/>
                <a:gd name="connsiteY15" fmla="*/ 30163 h 601663"/>
                <a:gd name="connsiteX16" fmla="*/ 2052638 w 5072064"/>
                <a:gd name="connsiteY16" fmla="*/ 30163 h 601663"/>
                <a:gd name="connsiteX17" fmla="*/ 1804988 w 5072064"/>
                <a:gd name="connsiteY17" fmla="*/ 39688 h 601663"/>
                <a:gd name="connsiteX18" fmla="*/ 1590675 w 5072064"/>
                <a:gd name="connsiteY18" fmla="*/ 30163 h 601663"/>
                <a:gd name="connsiteX19" fmla="*/ 1428750 w 5072064"/>
                <a:gd name="connsiteY19" fmla="*/ 30163 h 601663"/>
                <a:gd name="connsiteX20" fmla="*/ 1243013 w 5072064"/>
                <a:gd name="connsiteY20" fmla="*/ 15876 h 601663"/>
                <a:gd name="connsiteX21" fmla="*/ 1028700 w 5072064"/>
                <a:gd name="connsiteY21" fmla="*/ 11113 h 601663"/>
                <a:gd name="connsiteX22" fmla="*/ 842963 w 5072064"/>
                <a:gd name="connsiteY22" fmla="*/ 30163 h 601663"/>
                <a:gd name="connsiteX23" fmla="*/ 647700 w 5072064"/>
                <a:gd name="connsiteY23" fmla="*/ 15876 h 601663"/>
                <a:gd name="connsiteX24" fmla="*/ 476250 w 5072064"/>
                <a:gd name="connsiteY24" fmla="*/ 25401 h 601663"/>
                <a:gd name="connsiteX25" fmla="*/ 352425 w 5072064"/>
                <a:gd name="connsiteY25" fmla="*/ 34926 h 601663"/>
                <a:gd name="connsiteX26" fmla="*/ 200025 w 5072064"/>
                <a:gd name="connsiteY26" fmla="*/ 1588 h 601663"/>
                <a:gd name="connsiteX27" fmla="*/ 0 w 5072064"/>
                <a:gd name="connsiteY27" fmla="*/ 25401 h 601663"/>
                <a:gd name="connsiteX28" fmla="*/ 4763 w 5072064"/>
                <a:gd name="connsiteY28" fmla="*/ 511176 h 601663"/>
                <a:gd name="connsiteX29" fmla="*/ 200025 w 5072064"/>
                <a:gd name="connsiteY29" fmla="*/ 501651 h 601663"/>
                <a:gd name="connsiteX30" fmla="*/ 466725 w 5072064"/>
                <a:gd name="connsiteY30" fmla="*/ 534988 h 601663"/>
                <a:gd name="connsiteX31" fmla="*/ 723900 w 5072064"/>
                <a:gd name="connsiteY31" fmla="*/ 506413 h 601663"/>
                <a:gd name="connsiteX32" fmla="*/ 1009650 w 5072064"/>
                <a:gd name="connsiteY32" fmla="*/ 544513 h 601663"/>
                <a:gd name="connsiteX33" fmla="*/ 1323975 w 5072064"/>
                <a:gd name="connsiteY33" fmla="*/ 554038 h 601663"/>
                <a:gd name="connsiteX34" fmla="*/ 1681163 w 5072064"/>
                <a:gd name="connsiteY34" fmla="*/ 577851 h 601663"/>
                <a:gd name="connsiteX35" fmla="*/ 2005013 w 5072064"/>
                <a:gd name="connsiteY35" fmla="*/ 601663 h 601663"/>
                <a:gd name="connsiteX36" fmla="*/ 2262188 w 5072064"/>
                <a:gd name="connsiteY36" fmla="*/ 601663 h 601663"/>
                <a:gd name="connsiteX37" fmla="*/ 2586038 w 5072064"/>
                <a:gd name="connsiteY37" fmla="*/ 573088 h 601663"/>
                <a:gd name="connsiteX38" fmla="*/ 3043238 w 5072064"/>
                <a:gd name="connsiteY38" fmla="*/ 554038 h 601663"/>
                <a:gd name="connsiteX39" fmla="*/ 3352800 w 5072064"/>
                <a:gd name="connsiteY39" fmla="*/ 558801 h 601663"/>
                <a:gd name="connsiteX40" fmla="*/ 3700463 w 5072064"/>
                <a:gd name="connsiteY40" fmla="*/ 573088 h 601663"/>
                <a:gd name="connsiteX41" fmla="*/ 4014788 w 5072064"/>
                <a:gd name="connsiteY41" fmla="*/ 601663 h 601663"/>
                <a:gd name="connsiteX42" fmla="*/ 4424363 w 5072064"/>
                <a:gd name="connsiteY42" fmla="*/ 587376 h 601663"/>
                <a:gd name="connsiteX43" fmla="*/ 4667250 w 5072064"/>
                <a:gd name="connsiteY43" fmla="*/ 568326 h 601663"/>
                <a:gd name="connsiteX44" fmla="*/ 5072064 w 5072064"/>
                <a:gd name="connsiteY44" fmla="*/ 570707 h 601663"/>
                <a:gd name="connsiteX45" fmla="*/ 5067300 w 5072064"/>
                <a:gd name="connsiteY45" fmla="*/ 39688 h 601663"/>
                <a:gd name="connsiteX46" fmla="*/ 4943475 w 5072064"/>
                <a:gd name="connsiteY46" fmla="*/ 39688 h 601663"/>
                <a:gd name="connsiteX0" fmla="*/ 4943475 w 5072064"/>
                <a:gd name="connsiteY0" fmla="*/ 38100 h 600075"/>
                <a:gd name="connsiteX1" fmla="*/ 4838700 w 5072064"/>
                <a:gd name="connsiteY1" fmla="*/ 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7700 w 5072064"/>
                <a:gd name="connsiteY23" fmla="*/ 14288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7700 w 5072064"/>
                <a:gd name="connsiteY23" fmla="*/ 14288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5319 w 5072064"/>
                <a:gd name="connsiteY23" fmla="*/ 30957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5319 w 5072064"/>
                <a:gd name="connsiteY23" fmla="*/ 30957 h 600075"/>
                <a:gd name="connsiteX24" fmla="*/ 466725 w 5072064"/>
                <a:gd name="connsiteY24" fmla="*/ 33338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59631 w 5072064"/>
                <a:gd name="connsiteY22" fmla="*/ 28575 h 600075"/>
                <a:gd name="connsiteX23" fmla="*/ 645319 w 5072064"/>
                <a:gd name="connsiteY23" fmla="*/ 30957 h 600075"/>
                <a:gd name="connsiteX24" fmla="*/ 466725 w 5072064"/>
                <a:gd name="connsiteY24" fmla="*/ 33338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7725 w 5072064"/>
                <a:gd name="connsiteY22" fmla="*/ 30956 h 600075"/>
                <a:gd name="connsiteX23" fmla="*/ 645319 w 5072064"/>
                <a:gd name="connsiteY23" fmla="*/ 30957 h 600075"/>
                <a:gd name="connsiteX24" fmla="*/ 466725 w 5072064"/>
                <a:gd name="connsiteY24" fmla="*/ 33338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072064" h="600075">
                  <a:moveTo>
                    <a:pt x="4943475" y="38100"/>
                  </a:moveTo>
                  <a:lnTo>
                    <a:pt x="4826793" y="38100"/>
                  </a:lnTo>
                  <a:lnTo>
                    <a:pt x="4783931" y="28575"/>
                  </a:lnTo>
                  <a:cubicBezTo>
                    <a:pt x="4756944" y="27384"/>
                    <a:pt x="4724796" y="26591"/>
                    <a:pt x="4679156" y="28575"/>
                  </a:cubicBezTo>
                  <a:lnTo>
                    <a:pt x="4500563" y="42863"/>
                  </a:lnTo>
                  <a:lnTo>
                    <a:pt x="4210050" y="33338"/>
                  </a:lnTo>
                  <a:lnTo>
                    <a:pt x="4071938" y="38100"/>
                  </a:lnTo>
                  <a:lnTo>
                    <a:pt x="3910013" y="38100"/>
                  </a:lnTo>
                  <a:lnTo>
                    <a:pt x="3786188" y="38100"/>
                  </a:lnTo>
                  <a:lnTo>
                    <a:pt x="3617118" y="66675"/>
                  </a:lnTo>
                  <a:lnTo>
                    <a:pt x="3438525" y="61913"/>
                  </a:lnTo>
                  <a:lnTo>
                    <a:pt x="3200400" y="47625"/>
                  </a:lnTo>
                  <a:lnTo>
                    <a:pt x="3000375" y="42863"/>
                  </a:lnTo>
                  <a:lnTo>
                    <a:pt x="2924174" y="35718"/>
                  </a:lnTo>
                  <a:lnTo>
                    <a:pt x="2738438" y="61913"/>
                  </a:lnTo>
                  <a:lnTo>
                    <a:pt x="2476500" y="28575"/>
                  </a:lnTo>
                  <a:lnTo>
                    <a:pt x="2052638" y="28575"/>
                  </a:lnTo>
                  <a:lnTo>
                    <a:pt x="1804988" y="38100"/>
                  </a:lnTo>
                  <a:lnTo>
                    <a:pt x="1590675" y="28575"/>
                  </a:lnTo>
                  <a:lnTo>
                    <a:pt x="1428750" y="28575"/>
                  </a:lnTo>
                  <a:lnTo>
                    <a:pt x="1243013" y="14288"/>
                  </a:lnTo>
                  <a:lnTo>
                    <a:pt x="1028700" y="9525"/>
                  </a:lnTo>
                  <a:lnTo>
                    <a:pt x="847725" y="30956"/>
                  </a:lnTo>
                  <a:lnTo>
                    <a:pt x="645319" y="30957"/>
                  </a:lnTo>
                  <a:lnTo>
                    <a:pt x="466725" y="33338"/>
                  </a:lnTo>
                  <a:lnTo>
                    <a:pt x="352425" y="33338"/>
                  </a:lnTo>
                  <a:lnTo>
                    <a:pt x="200025" y="0"/>
                  </a:lnTo>
                  <a:lnTo>
                    <a:pt x="0" y="23813"/>
                  </a:lnTo>
                  <a:cubicBezTo>
                    <a:pt x="1588" y="185738"/>
                    <a:pt x="3175" y="347663"/>
                    <a:pt x="4763" y="509588"/>
                  </a:cubicBezTo>
                  <a:lnTo>
                    <a:pt x="200025" y="500063"/>
                  </a:lnTo>
                  <a:lnTo>
                    <a:pt x="466725" y="533400"/>
                  </a:lnTo>
                  <a:lnTo>
                    <a:pt x="723900" y="504825"/>
                  </a:lnTo>
                  <a:lnTo>
                    <a:pt x="1009650" y="542925"/>
                  </a:lnTo>
                  <a:lnTo>
                    <a:pt x="1323975" y="552450"/>
                  </a:lnTo>
                  <a:lnTo>
                    <a:pt x="1681163" y="576263"/>
                  </a:lnTo>
                  <a:lnTo>
                    <a:pt x="2005013" y="600075"/>
                  </a:lnTo>
                  <a:lnTo>
                    <a:pt x="2262188" y="600075"/>
                  </a:lnTo>
                  <a:lnTo>
                    <a:pt x="2586038" y="571500"/>
                  </a:lnTo>
                  <a:lnTo>
                    <a:pt x="3043238" y="552450"/>
                  </a:lnTo>
                  <a:lnTo>
                    <a:pt x="3352800" y="557213"/>
                  </a:lnTo>
                  <a:lnTo>
                    <a:pt x="3700463" y="571500"/>
                  </a:lnTo>
                  <a:lnTo>
                    <a:pt x="4014788" y="600075"/>
                  </a:lnTo>
                  <a:lnTo>
                    <a:pt x="4424363" y="585788"/>
                  </a:lnTo>
                  <a:lnTo>
                    <a:pt x="4667250" y="566738"/>
                  </a:lnTo>
                  <a:lnTo>
                    <a:pt x="5072064" y="569119"/>
                  </a:lnTo>
                  <a:lnTo>
                    <a:pt x="5067300" y="38100"/>
                  </a:lnTo>
                  <a:lnTo>
                    <a:pt x="4943475" y="3810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1057325" y="7572021"/>
              <a:ext cx="5062538" cy="266700"/>
            </a:xfrm>
            <a:custGeom>
              <a:avLst/>
              <a:gdLst>
                <a:gd name="connsiteX0" fmla="*/ 0 w 5076825"/>
                <a:gd name="connsiteY0" fmla="*/ 9525 h 266700"/>
                <a:gd name="connsiteX1" fmla="*/ 14288 w 5076825"/>
                <a:gd name="connsiteY1" fmla="*/ 223838 h 266700"/>
                <a:gd name="connsiteX2" fmla="*/ 114300 w 5076825"/>
                <a:gd name="connsiteY2" fmla="*/ 214313 h 266700"/>
                <a:gd name="connsiteX3" fmla="*/ 228600 w 5076825"/>
                <a:gd name="connsiteY3" fmla="*/ 219075 h 266700"/>
                <a:gd name="connsiteX4" fmla="*/ 361950 w 5076825"/>
                <a:gd name="connsiteY4" fmla="*/ 233363 h 266700"/>
                <a:gd name="connsiteX5" fmla="*/ 576263 w 5076825"/>
                <a:gd name="connsiteY5" fmla="*/ 223838 h 266700"/>
                <a:gd name="connsiteX6" fmla="*/ 838200 w 5076825"/>
                <a:gd name="connsiteY6" fmla="*/ 223838 h 266700"/>
                <a:gd name="connsiteX7" fmla="*/ 1033463 w 5076825"/>
                <a:gd name="connsiteY7" fmla="*/ 204788 h 266700"/>
                <a:gd name="connsiteX8" fmla="*/ 1295400 w 5076825"/>
                <a:gd name="connsiteY8" fmla="*/ 219075 h 266700"/>
                <a:gd name="connsiteX9" fmla="*/ 1476375 w 5076825"/>
                <a:gd name="connsiteY9" fmla="*/ 228600 h 266700"/>
                <a:gd name="connsiteX10" fmla="*/ 1690688 w 5076825"/>
                <a:gd name="connsiteY10" fmla="*/ 223838 h 266700"/>
                <a:gd name="connsiteX11" fmla="*/ 1933575 w 5076825"/>
                <a:gd name="connsiteY11" fmla="*/ 233363 h 266700"/>
                <a:gd name="connsiteX12" fmla="*/ 2266950 w 5076825"/>
                <a:gd name="connsiteY12" fmla="*/ 223838 h 266700"/>
                <a:gd name="connsiteX13" fmla="*/ 2471738 w 5076825"/>
                <a:gd name="connsiteY13" fmla="*/ 223838 h 266700"/>
                <a:gd name="connsiteX14" fmla="*/ 2652713 w 5076825"/>
                <a:gd name="connsiteY14" fmla="*/ 238125 h 266700"/>
                <a:gd name="connsiteX15" fmla="*/ 2800350 w 5076825"/>
                <a:gd name="connsiteY15" fmla="*/ 261938 h 266700"/>
                <a:gd name="connsiteX16" fmla="*/ 2924175 w 5076825"/>
                <a:gd name="connsiteY16" fmla="*/ 242888 h 266700"/>
                <a:gd name="connsiteX17" fmla="*/ 3190875 w 5076825"/>
                <a:gd name="connsiteY17" fmla="*/ 252413 h 266700"/>
                <a:gd name="connsiteX18" fmla="*/ 3400425 w 5076825"/>
                <a:gd name="connsiteY18" fmla="*/ 257175 h 266700"/>
                <a:gd name="connsiteX19" fmla="*/ 3614738 w 5076825"/>
                <a:gd name="connsiteY19" fmla="*/ 266700 h 266700"/>
                <a:gd name="connsiteX20" fmla="*/ 3819525 w 5076825"/>
                <a:gd name="connsiteY20" fmla="*/ 233363 h 266700"/>
                <a:gd name="connsiteX21" fmla="*/ 4086225 w 5076825"/>
                <a:gd name="connsiteY21" fmla="*/ 233363 h 266700"/>
                <a:gd name="connsiteX22" fmla="*/ 4219575 w 5076825"/>
                <a:gd name="connsiteY22" fmla="*/ 238125 h 266700"/>
                <a:gd name="connsiteX23" fmla="*/ 4333875 w 5076825"/>
                <a:gd name="connsiteY23" fmla="*/ 247650 h 266700"/>
                <a:gd name="connsiteX24" fmla="*/ 4457700 w 5076825"/>
                <a:gd name="connsiteY24" fmla="*/ 242888 h 266700"/>
                <a:gd name="connsiteX25" fmla="*/ 4576763 w 5076825"/>
                <a:gd name="connsiteY25" fmla="*/ 233363 h 266700"/>
                <a:gd name="connsiteX26" fmla="*/ 4705350 w 5076825"/>
                <a:gd name="connsiteY26" fmla="*/ 219075 h 266700"/>
                <a:gd name="connsiteX27" fmla="*/ 4757738 w 5076825"/>
                <a:gd name="connsiteY27" fmla="*/ 223838 h 266700"/>
                <a:gd name="connsiteX28" fmla="*/ 4843463 w 5076825"/>
                <a:gd name="connsiteY28" fmla="*/ 247650 h 266700"/>
                <a:gd name="connsiteX29" fmla="*/ 4962525 w 5076825"/>
                <a:gd name="connsiteY29" fmla="*/ 238125 h 266700"/>
                <a:gd name="connsiteX30" fmla="*/ 5076825 w 5076825"/>
                <a:gd name="connsiteY30" fmla="*/ 233363 h 266700"/>
                <a:gd name="connsiteX31" fmla="*/ 5076825 w 5076825"/>
                <a:gd name="connsiteY31" fmla="*/ 61913 h 266700"/>
                <a:gd name="connsiteX32" fmla="*/ 4886325 w 5076825"/>
                <a:gd name="connsiteY32" fmla="*/ 57150 h 266700"/>
                <a:gd name="connsiteX33" fmla="*/ 4591050 w 5076825"/>
                <a:gd name="connsiteY33" fmla="*/ 57150 h 266700"/>
                <a:gd name="connsiteX34" fmla="*/ 4405313 w 5076825"/>
                <a:gd name="connsiteY34" fmla="*/ 52388 h 266700"/>
                <a:gd name="connsiteX35" fmla="*/ 4257675 w 5076825"/>
                <a:gd name="connsiteY35" fmla="*/ 57150 h 266700"/>
                <a:gd name="connsiteX36" fmla="*/ 4157663 w 5076825"/>
                <a:gd name="connsiteY36" fmla="*/ 42863 h 266700"/>
                <a:gd name="connsiteX37" fmla="*/ 3871913 w 5076825"/>
                <a:gd name="connsiteY37" fmla="*/ 38100 h 266700"/>
                <a:gd name="connsiteX38" fmla="*/ 3600450 w 5076825"/>
                <a:gd name="connsiteY38" fmla="*/ 42863 h 266700"/>
                <a:gd name="connsiteX39" fmla="*/ 3300413 w 5076825"/>
                <a:gd name="connsiteY39" fmla="*/ 47625 h 266700"/>
                <a:gd name="connsiteX40" fmla="*/ 3128963 w 5076825"/>
                <a:gd name="connsiteY40" fmla="*/ 47625 h 266700"/>
                <a:gd name="connsiteX41" fmla="*/ 2976563 w 5076825"/>
                <a:gd name="connsiteY41" fmla="*/ 61913 h 266700"/>
                <a:gd name="connsiteX42" fmla="*/ 2757488 w 5076825"/>
                <a:gd name="connsiteY42" fmla="*/ 52388 h 266700"/>
                <a:gd name="connsiteX43" fmla="*/ 2547938 w 5076825"/>
                <a:gd name="connsiteY43" fmla="*/ 42863 h 266700"/>
                <a:gd name="connsiteX44" fmla="*/ 2300288 w 5076825"/>
                <a:gd name="connsiteY44" fmla="*/ 47625 h 266700"/>
                <a:gd name="connsiteX45" fmla="*/ 2133600 w 5076825"/>
                <a:gd name="connsiteY45" fmla="*/ 33338 h 266700"/>
                <a:gd name="connsiteX46" fmla="*/ 1976438 w 5076825"/>
                <a:gd name="connsiteY46" fmla="*/ 38100 h 266700"/>
                <a:gd name="connsiteX47" fmla="*/ 1824038 w 5076825"/>
                <a:gd name="connsiteY47" fmla="*/ 52388 h 266700"/>
                <a:gd name="connsiteX48" fmla="*/ 1676400 w 5076825"/>
                <a:gd name="connsiteY48" fmla="*/ 52388 h 266700"/>
                <a:gd name="connsiteX49" fmla="*/ 1476375 w 5076825"/>
                <a:gd name="connsiteY49" fmla="*/ 42863 h 266700"/>
                <a:gd name="connsiteX50" fmla="*/ 1228725 w 5076825"/>
                <a:gd name="connsiteY50" fmla="*/ 28575 h 266700"/>
                <a:gd name="connsiteX51" fmla="*/ 1057275 w 5076825"/>
                <a:gd name="connsiteY51" fmla="*/ 28575 h 266700"/>
                <a:gd name="connsiteX52" fmla="*/ 862013 w 5076825"/>
                <a:gd name="connsiteY52" fmla="*/ 23813 h 266700"/>
                <a:gd name="connsiteX53" fmla="*/ 676275 w 5076825"/>
                <a:gd name="connsiteY53" fmla="*/ 14288 h 266700"/>
                <a:gd name="connsiteX54" fmla="*/ 514350 w 5076825"/>
                <a:gd name="connsiteY54" fmla="*/ 9525 h 266700"/>
                <a:gd name="connsiteX55" fmla="*/ 395288 w 5076825"/>
                <a:gd name="connsiteY55" fmla="*/ 0 h 266700"/>
                <a:gd name="connsiteX56" fmla="*/ 247650 w 5076825"/>
                <a:gd name="connsiteY56" fmla="*/ 9525 h 266700"/>
                <a:gd name="connsiteX57" fmla="*/ 123825 w 5076825"/>
                <a:gd name="connsiteY57" fmla="*/ 14288 h 266700"/>
                <a:gd name="connsiteX58" fmla="*/ 0 w 5076825"/>
                <a:gd name="connsiteY58" fmla="*/ 9525 h 266700"/>
                <a:gd name="connsiteX0" fmla="*/ 0 w 5064124"/>
                <a:gd name="connsiteY0" fmla="*/ 0 h 266700"/>
                <a:gd name="connsiteX1" fmla="*/ 1587 w 5064124"/>
                <a:gd name="connsiteY1" fmla="*/ 223838 h 266700"/>
                <a:gd name="connsiteX2" fmla="*/ 101599 w 5064124"/>
                <a:gd name="connsiteY2" fmla="*/ 214313 h 266700"/>
                <a:gd name="connsiteX3" fmla="*/ 215899 w 5064124"/>
                <a:gd name="connsiteY3" fmla="*/ 219075 h 266700"/>
                <a:gd name="connsiteX4" fmla="*/ 349249 w 5064124"/>
                <a:gd name="connsiteY4" fmla="*/ 233363 h 266700"/>
                <a:gd name="connsiteX5" fmla="*/ 563562 w 5064124"/>
                <a:gd name="connsiteY5" fmla="*/ 223838 h 266700"/>
                <a:gd name="connsiteX6" fmla="*/ 825499 w 5064124"/>
                <a:gd name="connsiteY6" fmla="*/ 223838 h 266700"/>
                <a:gd name="connsiteX7" fmla="*/ 1020762 w 5064124"/>
                <a:gd name="connsiteY7" fmla="*/ 204788 h 266700"/>
                <a:gd name="connsiteX8" fmla="*/ 1282699 w 5064124"/>
                <a:gd name="connsiteY8" fmla="*/ 219075 h 266700"/>
                <a:gd name="connsiteX9" fmla="*/ 1463674 w 5064124"/>
                <a:gd name="connsiteY9" fmla="*/ 228600 h 266700"/>
                <a:gd name="connsiteX10" fmla="*/ 1677987 w 5064124"/>
                <a:gd name="connsiteY10" fmla="*/ 223838 h 266700"/>
                <a:gd name="connsiteX11" fmla="*/ 1920874 w 5064124"/>
                <a:gd name="connsiteY11" fmla="*/ 233363 h 266700"/>
                <a:gd name="connsiteX12" fmla="*/ 2254249 w 5064124"/>
                <a:gd name="connsiteY12" fmla="*/ 223838 h 266700"/>
                <a:gd name="connsiteX13" fmla="*/ 2459037 w 5064124"/>
                <a:gd name="connsiteY13" fmla="*/ 223838 h 266700"/>
                <a:gd name="connsiteX14" fmla="*/ 2640012 w 5064124"/>
                <a:gd name="connsiteY14" fmla="*/ 238125 h 266700"/>
                <a:gd name="connsiteX15" fmla="*/ 2787649 w 5064124"/>
                <a:gd name="connsiteY15" fmla="*/ 261938 h 266700"/>
                <a:gd name="connsiteX16" fmla="*/ 2911474 w 5064124"/>
                <a:gd name="connsiteY16" fmla="*/ 242888 h 266700"/>
                <a:gd name="connsiteX17" fmla="*/ 3178174 w 5064124"/>
                <a:gd name="connsiteY17" fmla="*/ 252413 h 266700"/>
                <a:gd name="connsiteX18" fmla="*/ 3387724 w 5064124"/>
                <a:gd name="connsiteY18" fmla="*/ 257175 h 266700"/>
                <a:gd name="connsiteX19" fmla="*/ 3602037 w 5064124"/>
                <a:gd name="connsiteY19" fmla="*/ 266700 h 266700"/>
                <a:gd name="connsiteX20" fmla="*/ 3806824 w 5064124"/>
                <a:gd name="connsiteY20" fmla="*/ 233363 h 266700"/>
                <a:gd name="connsiteX21" fmla="*/ 4073524 w 5064124"/>
                <a:gd name="connsiteY21" fmla="*/ 233363 h 266700"/>
                <a:gd name="connsiteX22" fmla="*/ 4206874 w 5064124"/>
                <a:gd name="connsiteY22" fmla="*/ 238125 h 266700"/>
                <a:gd name="connsiteX23" fmla="*/ 4321174 w 5064124"/>
                <a:gd name="connsiteY23" fmla="*/ 247650 h 266700"/>
                <a:gd name="connsiteX24" fmla="*/ 4444999 w 5064124"/>
                <a:gd name="connsiteY24" fmla="*/ 242888 h 266700"/>
                <a:gd name="connsiteX25" fmla="*/ 4564062 w 5064124"/>
                <a:gd name="connsiteY25" fmla="*/ 233363 h 266700"/>
                <a:gd name="connsiteX26" fmla="*/ 4692649 w 5064124"/>
                <a:gd name="connsiteY26" fmla="*/ 219075 h 266700"/>
                <a:gd name="connsiteX27" fmla="*/ 4745037 w 5064124"/>
                <a:gd name="connsiteY27" fmla="*/ 223838 h 266700"/>
                <a:gd name="connsiteX28" fmla="*/ 4830762 w 5064124"/>
                <a:gd name="connsiteY28" fmla="*/ 247650 h 266700"/>
                <a:gd name="connsiteX29" fmla="*/ 4949824 w 5064124"/>
                <a:gd name="connsiteY29" fmla="*/ 238125 h 266700"/>
                <a:gd name="connsiteX30" fmla="*/ 5064124 w 5064124"/>
                <a:gd name="connsiteY30" fmla="*/ 233363 h 266700"/>
                <a:gd name="connsiteX31" fmla="*/ 5064124 w 5064124"/>
                <a:gd name="connsiteY31" fmla="*/ 61913 h 266700"/>
                <a:gd name="connsiteX32" fmla="*/ 4873624 w 5064124"/>
                <a:gd name="connsiteY32" fmla="*/ 57150 h 266700"/>
                <a:gd name="connsiteX33" fmla="*/ 4578349 w 5064124"/>
                <a:gd name="connsiteY33" fmla="*/ 57150 h 266700"/>
                <a:gd name="connsiteX34" fmla="*/ 4392612 w 5064124"/>
                <a:gd name="connsiteY34" fmla="*/ 52388 h 266700"/>
                <a:gd name="connsiteX35" fmla="*/ 4244974 w 5064124"/>
                <a:gd name="connsiteY35" fmla="*/ 57150 h 266700"/>
                <a:gd name="connsiteX36" fmla="*/ 4144962 w 5064124"/>
                <a:gd name="connsiteY36" fmla="*/ 42863 h 266700"/>
                <a:gd name="connsiteX37" fmla="*/ 3859212 w 5064124"/>
                <a:gd name="connsiteY37" fmla="*/ 38100 h 266700"/>
                <a:gd name="connsiteX38" fmla="*/ 3587749 w 5064124"/>
                <a:gd name="connsiteY38" fmla="*/ 42863 h 266700"/>
                <a:gd name="connsiteX39" fmla="*/ 3287712 w 5064124"/>
                <a:gd name="connsiteY39" fmla="*/ 47625 h 266700"/>
                <a:gd name="connsiteX40" fmla="*/ 3116262 w 5064124"/>
                <a:gd name="connsiteY40" fmla="*/ 47625 h 266700"/>
                <a:gd name="connsiteX41" fmla="*/ 2963862 w 5064124"/>
                <a:gd name="connsiteY41" fmla="*/ 61913 h 266700"/>
                <a:gd name="connsiteX42" fmla="*/ 2744787 w 5064124"/>
                <a:gd name="connsiteY42" fmla="*/ 52388 h 266700"/>
                <a:gd name="connsiteX43" fmla="*/ 2535237 w 5064124"/>
                <a:gd name="connsiteY43" fmla="*/ 42863 h 266700"/>
                <a:gd name="connsiteX44" fmla="*/ 2287587 w 5064124"/>
                <a:gd name="connsiteY44" fmla="*/ 47625 h 266700"/>
                <a:gd name="connsiteX45" fmla="*/ 2120899 w 5064124"/>
                <a:gd name="connsiteY45" fmla="*/ 33338 h 266700"/>
                <a:gd name="connsiteX46" fmla="*/ 1963737 w 5064124"/>
                <a:gd name="connsiteY46" fmla="*/ 38100 h 266700"/>
                <a:gd name="connsiteX47" fmla="*/ 1811337 w 5064124"/>
                <a:gd name="connsiteY47" fmla="*/ 52388 h 266700"/>
                <a:gd name="connsiteX48" fmla="*/ 1663699 w 5064124"/>
                <a:gd name="connsiteY48" fmla="*/ 52388 h 266700"/>
                <a:gd name="connsiteX49" fmla="*/ 1463674 w 5064124"/>
                <a:gd name="connsiteY49" fmla="*/ 42863 h 266700"/>
                <a:gd name="connsiteX50" fmla="*/ 1216024 w 5064124"/>
                <a:gd name="connsiteY50" fmla="*/ 28575 h 266700"/>
                <a:gd name="connsiteX51" fmla="*/ 1044574 w 5064124"/>
                <a:gd name="connsiteY51" fmla="*/ 28575 h 266700"/>
                <a:gd name="connsiteX52" fmla="*/ 849312 w 5064124"/>
                <a:gd name="connsiteY52" fmla="*/ 23813 h 266700"/>
                <a:gd name="connsiteX53" fmla="*/ 663574 w 5064124"/>
                <a:gd name="connsiteY53" fmla="*/ 14288 h 266700"/>
                <a:gd name="connsiteX54" fmla="*/ 501649 w 5064124"/>
                <a:gd name="connsiteY54" fmla="*/ 9525 h 266700"/>
                <a:gd name="connsiteX55" fmla="*/ 382587 w 5064124"/>
                <a:gd name="connsiteY55" fmla="*/ 0 h 266700"/>
                <a:gd name="connsiteX56" fmla="*/ 234949 w 5064124"/>
                <a:gd name="connsiteY56" fmla="*/ 9525 h 266700"/>
                <a:gd name="connsiteX57" fmla="*/ 111124 w 5064124"/>
                <a:gd name="connsiteY57" fmla="*/ 14288 h 266700"/>
                <a:gd name="connsiteX58" fmla="*/ 0 w 5064124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14313 w 5062538"/>
                <a:gd name="connsiteY3" fmla="*/ 219075 h 266700"/>
                <a:gd name="connsiteX4" fmla="*/ 347663 w 5062538"/>
                <a:gd name="connsiteY4" fmla="*/ 233363 h 266700"/>
                <a:gd name="connsiteX5" fmla="*/ 561976 w 5062538"/>
                <a:gd name="connsiteY5" fmla="*/ 223838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61976 w 5062538"/>
                <a:gd name="connsiteY5" fmla="*/ 223838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8176 w 5062538"/>
                <a:gd name="connsiteY5" fmla="*/ 228601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97695 w 5062538"/>
                <a:gd name="connsiteY5" fmla="*/ 235745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90552 w 5062538"/>
                <a:gd name="connsiteY5" fmla="*/ 200025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0558 w 5062538"/>
                <a:gd name="connsiteY5" fmla="*/ 200025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0558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0558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09602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83408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478633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802732 w 5062538"/>
                <a:gd name="connsiteY15" fmla="*/ 266700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828925 w 5062538"/>
                <a:gd name="connsiteY15" fmla="*/ 266700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91063 w 5062538"/>
                <a:gd name="connsiteY25" fmla="*/ 219075 h 266700"/>
                <a:gd name="connsiteX26" fmla="*/ 4743451 w 5062538"/>
                <a:gd name="connsiteY26" fmla="*/ 223838 h 266700"/>
                <a:gd name="connsiteX27" fmla="*/ 4829176 w 5062538"/>
                <a:gd name="connsiteY27" fmla="*/ 24765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76775 w 5062538"/>
                <a:gd name="connsiteY25" fmla="*/ 238125 h 266700"/>
                <a:gd name="connsiteX26" fmla="*/ 4743451 w 5062538"/>
                <a:gd name="connsiteY26" fmla="*/ 223838 h 266700"/>
                <a:gd name="connsiteX27" fmla="*/ 4829176 w 5062538"/>
                <a:gd name="connsiteY27" fmla="*/ 24765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29176 w 5062538"/>
                <a:gd name="connsiteY27" fmla="*/ 24765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43463 w 5062538"/>
                <a:gd name="connsiteY27" fmla="*/ 26670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14888 w 5062538"/>
                <a:gd name="connsiteY27" fmla="*/ 26670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328863 w 5062538"/>
                <a:gd name="connsiteY12" fmla="*/ 200025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2939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8177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6271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8652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6271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8652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42888 w 5062538"/>
                <a:gd name="connsiteY55" fmla="*/ 0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40632 w 5062538"/>
                <a:gd name="connsiteY49" fmla="*/ 57150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42888 w 5062538"/>
                <a:gd name="connsiteY55" fmla="*/ 0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042988 w 5062538"/>
                <a:gd name="connsiteY49" fmla="*/ 28575 h 266700"/>
                <a:gd name="connsiteX50" fmla="*/ 847726 w 5062538"/>
                <a:gd name="connsiteY50" fmla="*/ 23813 h 266700"/>
                <a:gd name="connsiteX51" fmla="*/ 661988 w 5062538"/>
                <a:gd name="connsiteY51" fmla="*/ 14288 h 266700"/>
                <a:gd name="connsiteX52" fmla="*/ 500063 w 5062538"/>
                <a:gd name="connsiteY52" fmla="*/ 9525 h 266700"/>
                <a:gd name="connsiteX53" fmla="*/ 381001 w 5062538"/>
                <a:gd name="connsiteY53" fmla="*/ 0 h 266700"/>
                <a:gd name="connsiteX54" fmla="*/ 242888 w 5062538"/>
                <a:gd name="connsiteY54" fmla="*/ 0 h 266700"/>
                <a:gd name="connsiteX55" fmla="*/ 123826 w 5062538"/>
                <a:gd name="connsiteY55" fmla="*/ 0 h 266700"/>
                <a:gd name="connsiteX56" fmla="*/ 0 w 5062538"/>
                <a:gd name="connsiteY5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062538" h="266700">
                  <a:moveTo>
                    <a:pt x="0" y="0"/>
                  </a:moveTo>
                  <a:cubicBezTo>
                    <a:pt x="0" y="74613"/>
                    <a:pt x="1" y="149225"/>
                    <a:pt x="1" y="223838"/>
                  </a:cubicBezTo>
                  <a:lnTo>
                    <a:pt x="100013" y="214313"/>
                  </a:lnTo>
                  <a:lnTo>
                    <a:pt x="200025" y="200025"/>
                  </a:lnTo>
                  <a:lnTo>
                    <a:pt x="347663" y="233363"/>
                  </a:lnTo>
                  <a:lnTo>
                    <a:pt x="635796" y="228600"/>
                  </a:lnTo>
                  <a:lnTo>
                    <a:pt x="852488" y="233363"/>
                  </a:lnTo>
                  <a:lnTo>
                    <a:pt x="1019176" y="204788"/>
                  </a:lnTo>
                  <a:lnTo>
                    <a:pt x="1281113" y="219075"/>
                  </a:lnTo>
                  <a:lnTo>
                    <a:pt x="1462088" y="228600"/>
                  </a:lnTo>
                  <a:lnTo>
                    <a:pt x="1666876" y="235744"/>
                  </a:lnTo>
                  <a:lnTo>
                    <a:pt x="1919288" y="233363"/>
                  </a:lnTo>
                  <a:lnTo>
                    <a:pt x="2281238" y="230981"/>
                  </a:lnTo>
                  <a:lnTo>
                    <a:pt x="2457451" y="223838"/>
                  </a:lnTo>
                  <a:lnTo>
                    <a:pt x="2697957" y="266700"/>
                  </a:lnTo>
                  <a:lnTo>
                    <a:pt x="2919413" y="233363"/>
                  </a:lnTo>
                  <a:lnTo>
                    <a:pt x="3176588" y="252413"/>
                  </a:lnTo>
                  <a:lnTo>
                    <a:pt x="3386138" y="257175"/>
                  </a:lnTo>
                  <a:lnTo>
                    <a:pt x="3600451" y="266700"/>
                  </a:lnTo>
                  <a:lnTo>
                    <a:pt x="3826669" y="235745"/>
                  </a:lnTo>
                  <a:lnTo>
                    <a:pt x="4000501" y="233363"/>
                  </a:lnTo>
                  <a:lnTo>
                    <a:pt x="4205288" y="238125"/>
                  </a:lnTo>
                  <a:lnTo>
                    <a:pt x="4305301" y="235744"/>
                  </a:lnTo>
                  <a:lnTo>
                    <a:pt x="4443413" y="242888"/>
                  </a:lnTo>
                  <a:lnTo>
                    <a:pt x="4562476" y="233363"/>
                  </a:lnTo>
                  <a:lnTo>
                    <a:pt x="4667250" y="233363"/>
                  </a:lnTo>
                  <a:lnTo>
                    <a:pt x="4743451" y="223838"/>
                  </a:lnTo>
                  <a:lnTo>
                    <a:pt x="4836319" y="238125"/>
                  </a:lnTo>
                  <a:lnTo>
                    <a:pt x="4948238" y="238125"/>
                  </a:lnTo>
                  <a:lnTo>
                    <a:pt x="5062538" y="233363"/>
                  </a:lnTo>
                  <a:lnTo>
                    <a:pt x="5062538" y="61913"/>
                  </a:lnTo>
                  <a:lnTo>
                    <a:pt x="4872038" y="57150"/>
                  </a:lnTo>
                  <a:lnTo>
                    <a:pt x="4576763" y="57150"/>
                  </a:lnTo>
                  <a:lnTo>
                    <a:pt x="4391026" y="52388"/>
                  </a:lnTo>
                  <a:lnTo>
                    <a:pt x="4243388" y="57150"/>
                  </a:lnTo>
                  <a:lnTo>
                    <a:pt x="4143376" y="42863"/>
                  </a:lnTo>
                  <a:lnTo>
                    <a:pt x="3857626" y="38100"/>
                  </a:lnTo>
                  <a:lnTo>
                    <a:pt x="3586163" y="42863"/>
                  </a:lnTo>
                  <a:lnTo>
                    <a:pt x="3286126" y="47625"/>
                  </a:lnTo>
                  <a:lnTo>
                    <a:pt x="3114676" y="47625"/>
                  </a:lnTo>
                  <a:lnTo>
                    <a:pt x="2962276" y="61913"/>
                  </a:lnTo>
                  <a:lnTo>
                    <a:pt x="2743201" y="52388"/>
                  </a:lnTo>
                  <a:lnTo>
                    <a:pt x="2533651" y="42863"/>
                  </a:lnTo>
                  <a:lnTo>
                    <a:pt x="2286001" y="47625"/>
                  </a:lnTo>
                  <a:lnTo>
                    <a:pt x="2119313" y="33338"/>
                  </a:lnTo>
                  <a:lnTo>
                    <a:pt x="1962151" y="38100"/>
                  </a:lnTo>
                  <a:lnTo>
                    <a:pt x="1809751" y="52388"/>
                  </a:lnTo>
                  <a:lnTo>
                    <a:pt x="1662113" y="52388"/>
                  </a:lnTo>
                  <a:lnTo>
                    <a:pt x="1462088" y="42863"/>
                  </a:lnTo>
                  <a:lnTo>
                    <a:pt x="1042988" y="28575"/>
                  </a:lnTo>
                  <a:lnTo>
                    <a:pt x="847726" y="23813"/>
                  </a:lnTo>
                  <a:lnTo>
                    <a:pt x="661988" y="14288"/>
                  </a:lnTo>
                  <a:lnTo>
                    <a:pt x="500063" y="9525"/>
                  </a:lnTo>
                  <a:lnTo>
                    <a:pt x="381001" y="0"/>
                  </a:lnTo>
                  <a:lnTo>
                    <a:pt x="242888" y="0"/>
                  </a:lnTo>
                  <a:lnTo>
                    <a:pt x="1238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1052562" y="7110059"/>
              <a:ext cx="5068887" cy="519112"/>
            </a:xfrm>
            <a:custGeom>
              <a:avLst/>
              <a:gdLst>
                <a:gd name="connsiteX0" fmla="*/ 0 w 5072063"/>
                <a:gd name="connsiteY0" fmla="*/ 171450 h 519112"/>
                <a:gd name="connsiteX1" fmla="*/ 4763 w 5072063"/>
                <a:gd name="connsiteY1" fmla="*/ 471487 h 519112"/>
                <a:gd name="connsiteX2" fmla="*/ 219075 w 5072063"/>
                <a:gd name="connsiteY2" fmla="*/ 466725 h 519112"/>
                <a:gd name="connsiteX3" fmla="*/ 400050 w 5072063"/>
                <a:gd name="connsiteY3" fmla="*/ 461962 h 519112"/>
                <a:gd name="connsiteX4" fmla="*/ 571500 w 5072063"/>
                <a:gd name="connsiteY4" fmla="*/ 471487 h 519112"/>
                <a:gd name="connsiteX5" fmla="*/ 828675 w 5072063"/>
                <a:gd name="connsiteY5" fmla="*/ 485775 h 519112"/>
                <a:gd name="connsiteX6" fmla="*/ 1062038 w 5072063"/>
                <a:gd name="connsiteY6" fmla="*/ 490537 h 519112"/>
                <a:gd name="connsiteX7" fmla="*/ 1266825 w 5072063"/>
                <a:gd name="connsiteY7" fmla="*/ 500062 h 519112"/>
                <a:gd name="connsiteX8" fmla="*/ 1476375 w 5072063"/>
                <a:gd name="connsiteY8" fmla="*/ 509587 h 519112"/>
                <a:gd name="connsiteX9" fmla="*/ 1647825 w 5072063"/>
                <a:gd name="connsiteY9" fmla="*/ 514350 h 519112"/>
                <a:gd name="connsiteX10" fmla="*/ 1790700 w 5072063"/>
                <a:gd name="connsiteY10" fmla="*/ 519112 h 519112"/>
                <a:gd name="connsiteX11" fmla="*/ 1962150 w 5072063"/>
                <a:gd name="connsiteY11" fmla="*/ 500062 h 519112"/>
                <a:gd name="connsiteX12" fmla="*/ 2128838 w 5072063"/>
                <a:gd name="connsiteY12" fmla="*/ 500062 h 519112"/>
                <a:gd name="connsiteX13" fmla="*/ 2309813 w 5072063"/>
                <a:gd name="connsiteY13" fmla="*/ 504825 h 519112"/>
                <a:gd name="connsiteX14" fmla="*/ 2557463 w 5072063"/>
                <a:gd name="connsiteY14" fmla="*/ 509587 h 519112"/>
                <a:gd name="connsiteX15" fmla="*/ 2714625 w 5072063"/>
                <a:gd name="connsiteY15" fmla="*/ 514350 h 519112"/>
                <a:gd name="connsiteX16" fmla="*/ 2847975 w 5072063"/>
                <a:gd name="connsiteY16" fmla="*/ 514350 h 519112"/>
                <a:gd name="connsiteX17" fmla="*/ 2976563 w 5072063"/>
                <a:gd name="connsiteY17" fmla="*/ 519112 h 519112"/>
                <a:gd name="connsiteX18" fmla="*/ 3157538 w 5072063"/>
                <a:gd name="connsiteY18" fmla="*/ 509587 h 519112"/>
                <a:gd name="connsiteX19" fmla="*/ 3357563 w 5072063"/>
                <a:gd name="connsiteY19" fmla="*/ 504825 h 519112"/>
                <a:gd name="connsiteX20" fmla="*/ 3505200 w 5072063"/>
                <a:gd name="connsiteY20" fmla="*/ 509587 h 519112"/>
                <a:gd name="connsiteX21" fmla="*/ 3729038 w 5072063"/>
                <a:gd name="connsiteY21" fmla="*/ 500062 h 519112"/>
                <a:gd name="connsiteX22" fmla="*/ 3938588 w 5072063"/>
                <a:gd name="connsiteY22" fmla="*/ 500062 h 519112"/>
                <a:gd name="connsiteX23" fmla="*/ 4143375 w 5072063"/>
                <a:gd name="connsiteY23" fmla="*/ 500062 h 519112"/>
                <a:gd name="connsiteX24" fmla="*/ 4257675 w 5072063"/>
                <a:gd name="connsiteY24" fmla="*/ 519112 h 519112"/>
                <a:gd name="connsiteX25" fmla="*/ 4486275 w 5072063"/>
                <a:gd name="connsiteY25" fmla="*/ 509587 h 519112"/>
                <a:gd name="connsiteX26" fmla="*/ 4676775 w 5072063"/>
                <a:gd name="connsiteY26" fmla="*/ 519112 h 519112"/>
                <a:gd name="connsiteX27" fmla="*/ 4838700 w 5072063"/>
                <a:gd name="connsiteY27" fmla="*/ 519112 h 519112"/>
                <a:gd name="connsiteX28" fmla="*/ 4967288 w 5072063"/>
                <a:gd name="connsiteY28" fmla="*/ 519112 h 519112"/>
                <a:gd name="connsiteX29" fmla="*/ 5072063 w 5072063"/>
                <a:gd name="connsiteY29" fmla="*/ 519112 h 519112"/>
                <a:gd name="connsiteX30" fmla="*/ 5062538 w 5072063"/>
                <a:gd name="connsiteY30" fmla="*/ 257175 h 519112"/>
                <a:gd name="connsiteX31" fmla="*/ 4872038 w 5072063"/>
                <a:gd name="connsiteY31" fmla="*/ 271462 h 519112"/>
                <a:gd name="connsiteX32" fmla="*/ 4681538 w 5072063"/>
                <a:gd name="connsiteY32" fmla="*/ 280987 h 519112"/>
                <a:gd name="connsiteX33" fmla="*/ 4572000 w 5072063"/>
                <a:gd name="connsiteY33" fmla="*/ 280987 h 519112"/>
                <a:gd name="connsiteX34" fmla="*/ 4524375 w 5072063"/>
                <a:gd name="connsiteY34" fmla="*/ 280987 h 519112"/>
                <a:gd name="connsiteX35" fmla="*/ 4505325 w 5072063"/>
                <a:gd name="connsiteY35" fmla="*/ 333375 h 519112"/>
                <a:gd name="connsiteX36" fmla="*/ 4457700 w 5072063"/>
                <a:gd name="connsiteY36" fmla="*/ 333375 h 519112"/>
                <a:gd name="connsiteX37" fmla="*/ 4424363 w 5072063"/>
                <a:gd name="connsiteY37" fmla="*/ 304800 h 519112"/>
                <a:gd name="connsiteX38" fmla="*/ 4410075 w 5072063"/>
                <a:gd name="connsiteY38" fmla="*/ 266700 h 519112"/>
                <a:gd name="connsiteX39" fmla="*/ 4267200 w 5072063"/>
                <a:gd name="connsiteY39" fmla="*/ 285750 h 519112"/>
                <a:gd name="connsiteX40" fmla="*/ 4114800 w 5072063"/>
                <a:gd name="connsiteY40" fmla="*/ 266700 h 519112"/>
                <a:gd name="connsiteX41" fmla="*/ 3933825 w 5072063"/>
                <a:gd name="connsiteY41" fmla="*/ 242887 h 519112"/>
                <a:gd name="connsiteX42" fmla="*/ 3700463 w 5072063"/>
                <a:gd name="connsiteY42" fmla="*/ 219075 h 519112"/>
                <a:gd name="connsiteX43" fmla="*/ 3495675 w 5072063"/>
                <a:gd name="connsiteY43" fmla="*/ 185737 h 519112"/>
                <a:gd name="connsiteX44" fmla="*/ 3233738 w 5072063"/>
                <a:gd name="connsiteY44" fmla="*/ 133350 h 519112"/>
                <a:gd name="connsiteX45" fmla="*/ 3009900 w 5072063"/>
                <a:gd name="connsiteY45" fmla="*/ 90487 h 519112"/>
                <a:gd name="connsiteX46" fmla="*/ 2724150 w 5072063"/>
                <a:gd name="connsiteY46" fmla="*/ 57150 h 519112"/>
                <a:gd name="connsiteX47" fmla="*/ 2528888 w 5072063"/>
                <a:gd name="connsiteY47" fmla="*/ 38100 h 519112"/>
                <a:gd name="connsiteX48" fmla="*/ 2328863 w 5072063"/>
                <a:gd name="connsiteY48" fmla="*/ 0 h 519112"/>
                <a:gd name="connsiteX49" fmla="*/ 2109788 w 5072063"/>
                <a:gd name="connsiteY49" fmla="*/ 0 h 519112"/>
                <a:gd name="connsiteX50" fmla="*/ 1843088 w 5072063"/>
                <a:gd name="connsiteY50" fmla="*/ 0 h 519112"/>
                <a:gd name="connsiteX51" fmla="*/ 1543050 w 5072063"/>
                <a:gd name="connsiteY51" fmla="*/ 14287 h 519112"/>
                <a:gd name="connsiteX52" fmla="*/ 1323975 w 5072063"/>
                <a:gd name="connsiteY52" fmla="*/ 33337 h 519112"/>
                <a:gd name="connsiteX53" fmla="*/ 1028700 w 5072063"/>
                <a:gd name="connsiteY53" fmla="*/ 52387 h 519112"/>
                <a:gd name="connsiteX54" fmla="*/ 828675 w 5072063"/>
                <a:gd name="connsiteY54" fmla="*/ 52387 h 519112"/>
                <a:gd name="connsiteX55" fmla="*/ 633413 w 5072063"/>
                <a:gd name="connsiteY55" fmla="*/ 90487 h 519112"/>
                <a:gd name="connsiteX56" fmla="*/ 585788 w 5072063"/>
                <a:gd name="connsiteY56" fmla="*/ 114300 h 519112"/>
                <a:gd name="connsiteX57" fmla="*/ 566738 w 5072063"/>
                <a:gd name="connsiteY57" fmla="*/ 152400 h 519112"/>
                <a:gd name="connsiteX58" fmla="*/ 566738 w 5072063"/>
                <a:gd name="connsiteY58" fmla="*/ 152400 h 519112"/>
                <a:gd name="connsiteX59" fmla="*/ 509588 w 5072063"/>
                <a:gd name="connsiteY59" fmla="*/ 166687 h 519112"/>
                <a:gd name="connsiteX60" fmla="*/ 481013 w 5072063"/>
                <a:gd name="connsiteY60" fmla="*/ 133350 h 519112"/>
                <a:gd name="connsiteX61" fmla="*/ 409575 w 5072063"/>
                <a:gd name="connsiteY61" fmla="*/ 100012 h 519112"/>
                <a:gd name="connsiteX62" fmla="*/ 328613 w 5072063"/>
                <a:gd name="connsiteY62" fmla="*/ 90487 h 519112"/>
                <a:gd name="connsiteX63" fmla="*/ 100013 w 5072063"/>
                <a:gd name="connsiteY63" fmla="*/ 142875 h 519112"/>
                <a:gd name="connsiteX64" fmla="*/ 0 w 5072063"/>
                <a:gd name="connsiteY64" fmla="*/ 171450 h 519112"/>
                <a:gd name="connsiteX0" fmla="*/ 0 w 5072063"/>
                <a:gd name="connsiteY0" fmla="*/ 171450 h 519112"/>
                <a:gd name="connsiteX1" fmla="*/ 4763 w 5072063"/>
                <a:gd name="connsiteY1" fmla="*/ 471487 h 519112"/>
                <a:gd name="connsiteX2" fmla="*/ 219075 w 5072063"/>
                <a:gd name="connsiteY2" fmla="*/ 466725 h 519112"/>
                <a:gd name="connsiteX3" fmla="*/ 400050 w 5072063"/>
                <a:gd name="connsiteY3" fmla="*/ 461962 h 519112"/>
                <a:gd name="connsiteX4" fmla="*/ 571500 w 5072063"/>
                <a:gd name="connsiteY4" fmla="*/ 471487 h 519112"/>
                <a:gd name="connsiteX5" fmla="*/ 828675 w 5072063"/>
                <a:gd name="connsiteY5" fmla="*/ 485775 h 519112"/>
                <a:gd name="connsiteX6" fmla="*/ 1062038 w 5072063"/>
                <a:gd name="connsiteY6" fmla="*/ 490537 h 519112"/>
                <a:gd name="connsiteX7" fmla="*/ 1266825 w 5072063"/>
                <a:gd name="connsiteY7" fmla="*/ 500062 h 519112"/>
                <a:gd name="connsiteX8" fmla="*/ 1476375 w 5072063"/>
                <a:gd name="connsiteY8" fmla="*/ 509587 h 519112"/>
                <a:gd name="connsiteX9" fmla="*/ 1647825 w 5072063"/>
                <a:gd name="connsiteY9" fmla="*/ 514350 h 519112"/>
                <a:gd name="connsiteX10" fmla="*/ 1790700 w 5072063"/>
                <a:gd name="connsiteY10" fmla="*/ 519112 h 519112"/>
                <a:gd name="connsiteX11" fmla="*/ 1962150 w 5072063"/>
                <a:gd name="connsiteY11" fmla="*/ 500062 h 519112"/>
                <a:gd name="connsiteX12" fmla="*/ 2128838 w 5072063"/>
                <a:gd name="connsiteY12" fmla="*/ 500062 h 519112"/>
                <a:gd name="connsiteX13" fmla="*/ 2309813 w 5072063"/>
                <a:gd name="connsiteY13" fmla="*/ 504825 h 519112"/>
                <a:gd name="connsiteX14" fmla="*/ 2557463 w 5072063"/>
                <a:gd name="connsiteY14" fmla="*/ 509587 h 519112"/>
                <a:gd name="connsiteX15" fmla="*/ 2714625 w 5072063"/>
                <a:gd name="connsiteY15" fmla="*/ 514350 h 519112"/>
                <a:gd name="connsiteX16" fmla="*/ 2847975 w 5072063"/>
                <a:gd name="connsiteY16" fmla="*/ 514350 h 519112"/>
                <a:gd name="connsiteX17" fmla="*/ 2976563 w 5072063"/>
                <a:gd name="connsiteY17" fmla="*/ 519112 h 519112"/>
                <a:gd name="connsiteX18" fmla="*/ 3157538 w 5072063"/>
                <a:gd name="connsiteY18" fmla="*/ 509587 h 519112"/>
                <a:gd name="connsiteX19" fmla="*/ 3357563 w 5072063"/>
                <a:gd name="connsiteY19" fmla="*/ 504825 h 519112"/>
                <a:gd name="connsiteX20" fmla="*/ 3505200 w 5072063"/>
                <a:gd name="connsiteY20" fmla="*/ 509587 h 519112"/>
                <a:gd name="connsiteX21" fmla="*/ 3729038 w 5072063"/>
                <a:gd name="connsiteY21" fmla="*/ 500062 h 519112"/>
                <a:gd name="connsiteX22" fmla="*/ 3938588 w 5072063"/>
                <a:gd name="connsiteY22" fmla="*/ 500062 h 519112"/>
                <a:gd name="connsiteX23" fmla="*/ 4143375 w 5072063"/>
                <a:gd name="connsiteY23" fmla="*/ 500062 h 519112"/>
                <a:gd name="connsiteX24" fmla="*/ 4257675 w 5072063"/>
                <a:gd name="connsiteY24" fmla="*/ 519112 h 519112"/>
                <a:gd name="connsiteX25" fmla="*/ 4486275 w 5072063"/>
                <a:gd name="connsiteY25" fmla="*/ 509587 h 519112"/>
                <a:gd name="connsiteX26" fmla="*/ 4676775 w 5072063"/>
                <a:gd name="connsiteY26" fmla="*/ 519112 h 519112"/>
                <a:gd name="connsiteX27" fmla="*/ 4838700 w 5072063"/>
                <a:gd name="connsiteY27" fmla="*/ 519112 h 519112"/>
                <a:gd name="connsiteX28" fmla="*/ 4967288 w 5072063"/>
                <a:gd name="connsiteY28" fmla="*/ 519112 h 519112"/>
                <a:gd name="connsiteX29" fmla="*/ 5072063 w 5072063"/>
                <a:gd name="connsiteY29" fmla="*/ 519112 h 519112"/>
                <a:gd name="connsiteX30" fmla="*/ 5062538 w 5072063"/>
                <a:gd name="connsiteY30" fmla="*/ 257175 h 519112"/>
                <a:gd name="connsiteX31" fmla="*/ 4862513 w 5072063"/>
                <a:gd name="connsiteY31" fmla="*/ 276226 h 519112"/>
                <a:gd name="connsiteX32" fmla="*/ 4681538 w 5072063"/>
                <a:gd name="connsiteY32" fmla="*/ 280987 h 519112"/>
                <a:gd name="connsiteX33" fmla="*/ 4572000 w 5072063"/>
                <a:gd name="connsiteY33" fmla="*/ 280987 h 519112"/>
                <a:gd name="connsiteX34" fmla="*/ 4524375 w 5072063"/>
                <a:gd name="connsiteY34" fmla="*/ 280987 h 519112"/>
                <a:gd name="connsiteX35" fmla="*/ 4505325 w 5072063"/>
                <a:gd name="connsiteY35" fmla="*/ 333375 h 519112"/>
                <a:gd name="connsiteX36" fmla="*/ 4457700 w 5072063"/>
                <a:gd name="connsiteY36" fmla="*/ 333375 h 519112"/>
                <a:gd name="connsiteX37" fmla="*/ 4424363 w 5072063"/>
                <a:gd name="connsiteY37" fmla="*/ 304800 h 519112"/>
                <a:gd name="connsiteX38" fmla="*/ 4410075 w 5072063"/>
                <a:gd name="connsiteY38" fmla="*/ 266700 h 519112"/>
                <a:gd name="connsiteX39" fmla="*/ 4267200 w 5072063"/>
                <a:gd name="connsiteY39" fmla="*/ 285750 h 519112"/>
                <a:gd name="connsiteX40" fmla="*/ 4114800 w 5072063"/>
                <a:gd name="connsiteY40" fmla="*/ 266700 h 519112"/>
                <a:gd name="connsiteX41" fmla="*/ 3933825 w 5072063"/>
                <a:gd name="connsiteY41" fmla="*/ 242887 h 519112"/>
                <a:gd name="connsiteX42" fmla="*/ 3700463 w 5072063"/>
                <a:gd name="connsiteY42" fmla="*/ 219075 h 519112"/>
                <a:gd name="connsiteX43" fmla="*/ 3495675 w 5072063"/>
                <a:gd name="connsiteY43" fmla="*/ 185737 h 519112"/>
                <a:gd name="connsiteX44" fmla="*/ 3233738 w 5072063"/>
                <a:gd name="connsiteY44" fmla="*/ 133350 h 519112"/>
                <a:gd name="connsiteX45" fmla="*/ 3009900 w 5072063"/>
                <a:gd name="connsiteY45" fmla="*/ 90487 h 519112"/>
                <a:gd name="connsiteX46" fmla="*/ 2724150 w 5072063"/>
                <a:gd name="connsiteY46" fmla="*/ 57150 h 519112"/>
                <a:gd name="connsiteX47" fmla="*/ 2528888 w 5072063"/>
                <a:gd name="connsiteY47" fmla="*/ 38100 h 519112"/>
                <a:gd name="connsiteX48" fmla="*/ 2328863 w 5072063"/>
                <a:gd name="connsiteY48" fmla="*/ 0 h 519112"/>
                <a:gd name="connsiteX49" fmla="*/ 2109788 w 5072063"/>
                <a:gd name="connsiteY49" fmla="*/ 0 h 519112"/>
                <a:gd name="connsiteX50" fmla="*/ 1843088 w 5072063"/>
                <a:gd name="connsiteY50" fmla="*/ 0 h 519112"/>
                <a:gd name="connsiteX51" fmla="*/ 1543050 w 5072063"/>
                <a:gd name="connsiteY51" fmla="*/ 14287 h 519112"/>
                <a:gd name="connsiteX52" fmla="*/ 1323975 w 5072063"/>
                <a:gd name="connsiteY52" fmla="*/ 33337 h 519112"/>
                <a:gd name="connsiteX53" fmla="*/ 1028700 w 5072063"/>
                <a:gd name="connsiteY53" fmla="*/ 52387 h 519112"/>
                <a:gd name="connsiteX54" fmla="*/ 828675 w 5072063"/>
                <a:gd name="connsiteY54" fmla="*/ 52387 h 519112"/>
                <a:gd name="connsiteX55" fmla="*/ 633413 w 5072063"/>
                <a:gd name="connsiteY55" fmla="*/ 90487 h 519112"/>
                <a:gd name="connsiteX56" fmla="*/ 585788 w 5072063"/>
                <a:gd name="connsiteY56" fmla="*/ 114300 h 519112"/>
                <a:gd name="connsiteX57" fmla="*/ 566738 w 5072063"/>
                <a:gd name="connsiteY57" fmla="*/ 152400 h 519112"/>
                <a:gd name="connsiteX58" fmla="*/ 566738 w 5072063"/>
                <a:gd name="connsiteY58" fmla="*/ 152400 h 519112"/>
                <a:gd name="connsiteX59" fmla="*/ 509588 w 5072063"/>
                <a:gd name="connsiteY59" fmla="*/ 166687 h 519112"/>
                <a:gd name="connsiteX60" fmla="*/ 481013 w 5072063"/>
                <a:gd name="connsiteY60" fmla="*/ 133350 h 519112"/>
                <a:gd name="connsiteX61" fmla="*/ 409575 w 5072063"/>
                <a:gd name="connsiteY61" fmla="*/ 100012 h 519112"/>
                <a:gd name="connsiteX62" fmla="*/ 328613 w 5072063"/>
                <a:gd name="connsiteY62" fmla="*/ 90487 h 519112"/>
                <a:gd name="connsiteX63" fmla="*/ 100013 w 5072063"/>
                <a:gd name="connsiteY63" fmla="*/ 142875 h 519112"/>
                <a:gd name="connsiteX64" fmla="*/ 0 w 5072063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486275 w 5067300"/>
                <a:gd name="connsiteY25" fmla="*/ 509587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66738 w 5067300"/>
                <a:gd name="connsiteY58" fmla="*/ 152400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66738 w 5067300"/>
                <a:gd name="connsiteY58" fmla="*/ 152400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52400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1588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1588 w 5064125"/>
                <a:gd name="connsiteY64" fmla="*/ 180975 h 519112"/>
                <a:gd name="connsiteX0" fmla="*/ 1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1 w 5064125"/>
                <a:gd name="connsiteY64" fmla="*/ 180975 h 519112"/>
                <a:gd name="connsiteX0" fmla="*/ 1588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1588 w 5064125"/>
                <a:gd name="connsiteY64" fmla="*/ 180975 h 519112"/>
                <a:gd name="connsiteX0" fmla="*/ 0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0 w 5064125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40506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54793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38124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35742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78605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278605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230980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230980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862513 w 5067300"/>
                <a:gd name="connsiteY32" fmla="*/ 276226 h 519112"/>
                <a:gd name="connsiteX33" fmla="*/ 4681538 w 5067300"/>
                <a:gd name="connsiteY33" fmla="*/ 280987 h 519112"/>
                <a:gd name="connsiteX34" fmla="*/ 4572000 w 5067300"/>
                <a:gd name="connsiteY34" fmla="*/ 280987 h 519112"/>
                <a:gd name="connsiteX35" fmla="*/ 4524375 w 5067300"/>
                <a:gd name="connsiteY35" fmla="*/ 280987 h 519112"/>
                <a:gd name="connsiteX36" fmla="*/ 4505325 w 5067300"/>
                <a:gd name="connsiteY36" fmla="*/ 333375 h 519112"/>
                <a:gd name="connsiteX37" fmla="*/ 4457700 w 5067300"/>
                <a:gd name="connsiteY37" fmla="*/ 333375 h 519112"/>
                <a:gd name="connsiteX38" fmla="*/ 4424363 w 5067300"/>
                <a:gd name="connsiteY38" fmla="*/ 304800 h 519112"/>
                <a:gd name="connsiteX39" fmla="*/ 4410075 w 5067300"/>
                <a:gd name="connsiteY39" fmla="*/ 266700 h 519112"/>
                <a:gd name="connsiteX40" fmla="*/ 4267200 w 5067300"/>
                <a:gd name="connsiteY40" fmla="*/ 285750 h 519112"/>
                <a:gd name="connsiteX41" fmla="*/ 4114800 w 5067300"/>
                <a:gd name="connsiteY41" fmla="*/ 266700 h 519112"/>
                <a:gd name="connsiteX42" fmla="*/ 3933825 w 5067300"/>
                <a:gd name="connsiteY42" fmla="*/ 242887 h 519112"/>
                <a:gd name="connsiteX43" fmla="*/ 3700463 w 5067300"/>
                <a:gd name="connsiteY43" fmla="*/ 219075 h 519112"/>
                <a:gd name="connsiteX44" fmla="*/ 3495675 w 5067300"/>
                <a:gd name="connsiteY44" fmla="*/ 185737 h 519112"/>
                <a:gd name="connsiteX45" fmla="*/ 3233738 w 5067300"/>
                <a:gd name="connsiteY45" fmla="*/ 133350 h 519112"/>
                <a:gd name="connsiteX46" fmla="*/ 3009900 w 5067300"/>
                <a:gd name="connsiteY46" fmla="*/ 90487 h 519112"/>
                <a:gd name="connsiteX47" fmla="*/ 2724150 w 5067300"/>
                <a:gd name="connsiteY47" fmla="*/ 57150 h 519112"/>
                <a:gd name="connsiteX48" fmla="*/ 2528888 w 5067300"/>
                <a:gd name="connsiteY48" fmla="*/ 38100 h 519112"/>
                <a:gd name="connsiteX49" fmla="*/ 2328863 w 5067300"/>
                <a:gd name="connsiteY49" fmla="*/ 0 h 519112"/>
                <a:gd name="connsiteX50" fmla="*/ 2109788 w 5067300"/>
                <a:gd name="connsiteY50" fmla="*/ 0 h 519112"/>
                <a:gd name="connsiteX51" fmla="*/ 1843088 w 5067300"/>
                <a:gd name="connsiteY51" fmla="*/ 0 h 519112"/>
                <a:gd name="connsiteX52" fmla="*/ 1543050 w 5067300"/>
                <a:gd name="connsiteY52" fmla="*/ 14287 h 519112"/>
                <a:gd name="connsiteX53" fmla="*/ 1323975 w 5067300"/>
                <a:gd name="connsiteY53" fmla="*/ 33337 h 519112"/>
                <a:gd name="connsiteX54" fmla="*/ 1028700 w 5067300"/>
                <a:gd name="connsiteY54" fmla="*/ 52387 h 519112"/>
                <a:gd name="connsiteX55" fmla="*/ 828675 w 5067300"/>
                <a:gd name="connsiteY55" fmla="*/ 52387 h 519112"/>
                <a:gd name="connsiteX56" fmla="*/ 633413 w 5067300"/>
                <a:gd name="connsiteY56" fmla="*/ 90487 h 519112"/>
                <a:gd name="connsiteX57" fmla="*/ 585788 w 5067300"/>
                <a:gd name="connsiteY57" fmla="*/ 114300 h 519112"/>
                <a:gd name="connsiteX58" fmla="*/ 566738 w 5067300"/>
                <a:gd name="connsiteY58" fmla="*/ 152400 h 519112"/>
                <a:gd name="connsiteX59" fmla="*/ 557213 w 5067300"/>
                <a:gd name="connsiteY59" fmla="*/ 180975 h 519112"/>
                <a:gd name="connsiteX60" fmla="*/ 509588 w 5067300"/>
                <a:gd name="connsiteY60" fmla="*/ 166687 h 519112"/>
                <a:gd name="connsiteX61" fmla="*/ 481013 w 5067300"/>
                <a:gd name="connsiteY61" fmla="*/ 133350 h 519112"/>
                <a:gd name="connsiteX62" fmla="*/ 409575 w 5067300"/>
                <a:gd name="connsiteY62" fmla="*/ 100012 h 519112"/>
                <a:gd name="connsiteX63" fmla="*/ 328613 w 5067300"/>
                <a:gd name="connsiteY63" fmla="*/ 90487 h 519112"/>
                <a:gd name="connsiteX64" fmla="*/ 100013 w 5067300"/>
                <a:gd name="connsiteY64" fmla="*/ 142875 h 519112"/>
                <a:gd name="connsiteX65" fmla="*/ 0 w 5067300"/>
                <a:gd name="connsiteY65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862513 w 5067300"/>
                <a:gd name="connsiteY32" fmla="*/ 276226 h 519112"/>
                <a:gd name="connsiteX33" fmla="*/ 4752926 w 5067300"/>
                <a:gd name="connsiteY33" fmla="*/ 280987 h 519112"/>
                <a:gd name="connsiteX34" fmla="*/ 4681538 w 5067300"/>
                <a:gd name="connsiteY34" fmla="*/ 280987 h 519112"/>
                <a:gd name="connsiteX35" fmla="*/ 4572000 w 5067300"/>
                <a:gd name="connsiteY35" fmla="*/ 280987 h 519112"/>
                <a:gd name="connsiteX36" fmla="*/ 4524375 w 5067300"/>
                <a:gd name="connsiteY36" fmla="*/ 280987 h 519112"/>
                <a:gd name="connsiteX37" fmla="*/ 4505325 w 5067300"/>
                <a:gd name="connsiteY37" fmla="*/ 333375 h 519112"/>
                <a:gd name="connsiteX38" fmla="*/ 4457700 w 5067300"/>
                <a:gd name="connsiteY38" fmla="*/ 333375 h 519112"/>
                <a:gd name="connsiteX39" fmla="*/ 4424363 w 5067300"/>
                <a:gd name="connsiteY39" fmla="*/ 304800 h 519112"/>
                <a:gd name="connsiteX40" fmla="*/ 4410075 w 5067300"/>
                <a:gd name="connsiteY40" fmla="*/ 266700 h 519112"/>
                <a:gd name="connsiteX41" fmla="*/ 4267200 w 5067300"/>
                <a:gd name="connsiteY41" fmla="*/ 285750 h 519112"/>
                <a:gd name="connsiteX42" fmla="*/ 4114800 w 5067300"/>
                <a:gd name="connsiteY42" fmla="*/ 266700 h 519112"/>
                <a:gd name="connsiteX43" fmla="*/ 3933825 w 5067300"/>
                <a:gd name="connsiteY43" fmla="*/ 242887 h 519112"/>
                <a:gd name="connsiteX44" fmla="*/ 3700463 w 5067300"/>
                <a:gd name="connsiteY44" fmla="*/ 219075 h 519112"/>
                <a:gd name="connsiteX45" fmla="*/ 3495675 w 5067300"/>
                <a:gd name="connsiteY45" fmla="*/ 185737 h 519112"/>
                <a:gd name="connsiteX46" fmla="*/ 3233738 w 5067300"/>
                <a:gd name="connsiteY46" fmla="*/ 133350 h 519112"/>
                <a:gd name="connsiteX47" fmla="*/ 3009900 w 5067300"/>
                <a:gd name="connsiteY47" fmla="*/ 90487 h 519112"/>
                <a:gd name="connsiteX48" fmla="*/ 2724150 w 5067300"/>
                <a:gd name="connsiteY48" fmla="*/ 57150 h 519112"/>
                <a:gd name="connsiteX49" fmla="*/ 2528888 w 5067300"/>
                <a:gd name="connsiteY49" fmla="*/ 38100 h 519112"/>
                <a:gd name="connsiteX50" fmla="*/ 2328863 w 5067300"/>
                <a:gd name="connsiteY50" fmla="*/ 0 h 519112"/>
                <a:gd name="connsiteX51" fmla="*/ 2109788 w 5067300"/>
                <a:gd name="connsiteY51" fmla="*/ 0 h 519112"/>
                <a:gd name="connsiteX52" fmla="*/ 1843088 w 5067300"/>
                <a:gd name="connsiteY52" fmla="*/ 0 h 519112"/>
                <a:gd name="connsiteX53" fmla="*/ 1543050 w 5067300"/>
                <a:gd name="connsiteY53" fmla="*/ 14287 h 519112"/>
                <a:gd name="connsiteX54" fmla="*/ 1323975 w 5067300"/>
                <a:gd name="connsiteY54" fmla="*/ 33337 h 519112"/>
                <a:gd name="connsiteX55" fmla="*/ 1028700 w 5067300"/>
                <a:gd name="connsiteY55" fmla="*/ 52387 h 519112"/>
                <a:gd name="connsiteX56" fmla="*/ 828675 w 5067300"/>
                <a:gd name="connsiteY56" fmla="*/ 52387 h 519112"/>
                <a:gd name="connsiteX57" fmla="*/ 633413 w 5067300"/>
                <a:gd name="connsiteY57" fmla="*/ 90487 h 519112"/>
                <a:gd name="connsiteX58" fmla="*/ 585788 w 5067300"/>
                <a:gd name="connsiteY58" fmla="*/ 114300 h 519112"/>
                <a:gd name="connsiteX59" fmla="*/ 566738 w 5067300"/>
                <a:gd name="connsiteY59" fmla="*/ 152400 h 519112"/>
                <a:gd name="connsiteX60" fmla="*/ 557213 w 5067300"/>
                <a:gd name="connsiteY60" fmla="*/ 180975 h 519112"/>
                <a:gd name="connsiteX61" fmla="*/ 509588 w 5067300"/>
                <a:gd name="connsiteY61" fmla="*/ 166687 h 519112"/>
                <a:gd name="connsiteX62" fmla="*/ 481013 w 5067300"/>
                <a:gd name="connsiteY62" fmla="*/ 133350 h 519112"/>
                <a:gd name="connsiteX63" fmla="*/ 409575 w 5067300"/>
                <a:gd name="connsiteY63" fmla="*/ 100012 h 519112"/>
                <a:gd name="connsiteX64" fmla="*/ 328613 w 5067300"/>
                <a:gd name="connsiteY64" fmla="*/ 90487 h 519112"/>
                <a:gd name="connsiteX65" fmla="*/ 100013 w 5067300"/>
                <a:gd name="connsiteY65" fmla="*/ 142875 h 519112"/>
                <a:gd name="connsiteX66" fmla="*/ 0 w 5067300"/>
                <a:gd name="connsiteY66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862513 w 5067300"/>
                <a:gd name="connsiteY32" fmla="*/ 276226 h 519112"/>
                <a:gd name="connsiteX33" fmla="*/ 4810076 w 5067300"/>
                <a:gd name="connsiteY33" fmla="*/ 276579 h 519112"/>
                <a:gd name="connsiteX34" fmla="*/ 4752926 w 5067300"/>
                <a:gd name="connsiteY34" fmla="*/ 280987 h 519112"/>
                <a:gd name="connsiteX35" fmla="*/ 4681538 w 5067300"/>
                <a:gd name="connsiteY35" fmla="*/ 280987 h 519112"/>
                <a:gd name="connsiteX36" fmla="*/ 4572000 w 5067300"/>
                <a:gd name="connsiteY36" fmla="*/ 280987 h 519112"/>
                <a:gd name="connsiteX37" fmla="*/ 4524375 w 5067300"/>
                <a:gd name="connsiteY37" fmla="*/ 280987 h 519112"/>
                <a:gd name="connsiteX38" fmla="*/ 4505325 w 5067300"/>
                <a:gd name="connsiteY38" fmla="*/ 333375 h 519112"/>
                <a:gd name="connsiteX39" fmla="*/ 4457700 w 5067300"/>
                <a:gd name="connsiteY39" fmla="*/ 333375 h 519112"/>
                <a:gd name="connsiteX40" fmla="*/ 4424363 w 5067300"/>
                <a:gd name="connsiteY40" fmla="*/ 304800 h 519112"/>
                <a:gd name="connsiteX41" fmla="*/ 4410075 w 5067300"/>
                <a:gd name="connsiteY41" fmla="*/ 266700 h 519112"/>
                <a:gd name="connsiteX42" fmla="*/ 4267200 w 5067300"/>
                <a:gd name="connsiteY42" fmla="*/ 285750 h 519112"/>
                <a:gd name="connsiteX43" fmla="*/ 4114800 w 5067300"/>
                <a:gd name="connsiteY43" fmla="*/ 266700 h 519112"/>
                <a:gd name="connsiteX44" fmla="*/ 3933825 w 5067300"/>
                <a:gd name="connsiteY44" fmla="*/ 242887 h 519112"/>
                <a:gd name="connsiteX45" fmla="*/ 3700463 w 5067300"/>
                <a:gd name="connsiteY45" fmla="*/ 219075 h 519112"/>
                <a:gd name="connsiteX46" fmla="*/ 3495675 w 5067300"/>
                <a:gd name="connsiteY46" fmla="*/ 185737 h 519112"/>
                <a:gd name="connsiteX47" fmla="*/ 3233738 w 5067300"/>
                <a:gd name="connsiteY47" fmla="*/ 133350 h 519112"/>
                <a:gd name="connsiteX48" fmla="*/ 3009900 w 5067300"/>
                <a:gd name="connsiteY48" fmla="*/ 90487 h 519112"/>
                <a:gd name="connsiteX49" fmla="*/ 2724150 w 5067300"/>
                <a:gd name="connsiteY49" fmla="*/ 57150 h 519112"/>
                <a:gd name="connsiteX50" fmla="*/ 2528888 w 5067300"/>
                <a:gd name="connsiteY50" fmla="*/ 38100 h 519112"/>
                <a:gd name="connsiteX51" fmla="*/ 2328863 w 5067300"/>
                <a:gd name="connsiteY51" fmla="*/ 0 h 519112"/>
                <a:gd name="connsiteX52" fmla="*/ 2109788 w 5067300"/>
                <a:gd name="connsiteY52" fmla="*/ 0 h 519112"/>
                <a:gd name="connsiteX53" fmla="*/ 1843088 w 5067300"/>
                <a:gd name="connsiteY53" fmla="*/ 0 h 519112"/>
                <a:gd name="connsiteX54" fmla="*/ 1543050 w 5067300"/>
                <a:gd name="connsiteY54" fmla="*/ 14287 h 519112"/>
                <a:gd name="connsiteX55" fmla="*/ 1323975 w 5067300"/>
                <a:gd name="connsiteY55" fmla="*/ 33337 h 519112"/>
                <a:gd name="connsiteX56" fmla="*/ 1028700 w 5067300"/>
                <a:gd name="connsiteY56" fmla="*/ 52387 h 519112"/>
                <a:gd name="connsiteX57" fmla="*/ 828675 w 5067300"/>
                <a:gd name="connsiteY57" fmla="*/ 52387 h 519112"/>
                <a:gd name="connsiteX58" fmla="*/ 633413 w 5067300"/>
                <a:gd name="connsiteY58" fmla="*/ 90487 h 519112"/>
                <a:gd name="connsiteX59" fmla="*/ 585788 w 5067300"/>
                <a:gd name="connsiteY59" fmla="*/ 114300 h 519112"/>
                <a:gd name="connsiteX60" fmla="*/ 566738 w 5067300"/>
                <a:gd name="connsiteY60" fmla="*/ 152400 h 519112"/>
                <a:gd name="connsiteX61" fmla="*/ 557213 w 5067300"/>
                <a:gd name="connsiteY61" fmla="*/ 180975 h 519112"/>
                <a:gd name="connsiteX62" fmla="*/ 509588 w 5067300"/>
                <a:gd name="connsiteY62" fmla="*/ 166687 h 519112"/>
                <a:gd name="connsiteX63" fmla="*/ 481013 w 5067300"/>
                <a:gd name="connsiteY63" fmla="*/ 133350 h 519112"/>
                <a:gd name="connsiteX64" fmla="*/ 409575 w 5067300"/>
                <a:gd name="connsiteY64" fmla="*/ 100012 h 519112"/>
                <a:gd name="connsiteX65" fmla="*/ 328613 w 5067300"/>
                <a:gd name="connsiteY65" fmla="*/ 90487 h 519112"/>
                <a:gd name="connsiteX66" fmla="*/ 100013 w 5067300"/>
                <a:gd name="connsiteY66" fmla="*/ 142875 h 519112"/>
                <a:gd name="connsiteX67" fmla="*/ 0 w 5067300"/>
                <a:gd name="connsiteY67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905326 w 5067300"/>
                <a:gd name="connsiteY32" fmla="*/ 267054 h 519112"/>
                <a:gd name="connsiteX33" fmla="*/ 4862513 w 5067300"/>
                <a:gd name="connsiteY33" fmla="*/ 276226 h 519112"/>
                <a:gd name="connsiteX34" fmla="*/ 4810076 w 5067300"/>
                <a:gd name="connsiteY34" fmla="*/ 276579 h 519112"/>
                <a:gd name="connsiteX35" fmla="*/ 4752926 w 5067300"/>
                <a:gd name="connsiteY35" fmla="*/ 280987 h 519112"/>
                <a:gd name="connsiteX36" fmla="*/ 4681538 w 5067300"/>
                <a:gd name="connsiteY36" fmla="*/ 280987 h 519112"/>
                <a:gd name="connsiteX37" fmla="*/ 4572000 w 5067300"/>
                <a:gd name="connsiteY37" fmla="*/ 280987 h 519112"/>
                <a:gd name="connsiteX38" fmla="*/ 4524375 w 5067300"/>
                <a:gd name="connsiteY38" fmla="*/ 280987 h 519112"/>
                <a:gd name="connsiteX39" fmla="*/ 4505325 w 5067300"/>
                <a:gd name="connsiteY39" fmla="*/ 333375 h 519112"/>
                <a:gd name="connsiteX40" fmla="*/ 4457700 w 5067300"/>
                <a:gd name="connsiteY40" fmla="*/ 333375 h 519112"/>
                <a:gd name="connsiteX41" fmla="*/ 4424363 w 5067300"/>
                <a:gd name="connsiteY41" fmla="*/ 304800 h 519112"/>
                <a:gd name="connsiteX42" fmla="*/ 4410075 w 5067300"/>
                <a:gd name="connsiteY42" fmla="*/ 266700 h 519112"/>
                <a:gd name="connsiteX43" fmla="*/ 4267200 w 5067300"/>
                <a:gd name="connsiteY43" fmla="*/ 285750 h 519112"/>
                <a:gd name="connsiteX44" fmla="*/ 4114800 w 5067300"/>
                <a:gd name="connsiteY44" fmla="*/ 266700 h 519112"/>
                <a:gd name="connsiteX45" fmla="*/ 3933825 w 5067300"/>
                <a:gd name="connsiteY45" fmla="*/ 242887 h 519112"/>
                <a:gd name="connsiteX46" fmla="*/ 3700463 w 5067300"/>
                <a:gd name="connsiteY46" fmla="*/ 219075 h 519112"/>
                <a:gd name="connsiteX47" fmla="*/ 3495675 w 5067300"/>
                <a:gd name="connsiteY47" fmla="*/ 185737 h 519112"/>
                <a:gd name="connsiteX48" fmla="*/ 3233738 w 5067300"/>
                <a:gd name="connsiteY48" fmla="*/ 133350 h 519112"/>
                <a:gd name="connsiteX49" fmla="*/ 3009900 w 5067300"/>
                <a:gd name="connsiteY49" fmla="*/ 90487 h 519112"/>
                <a:gd name="connsiteX50" fmla="*/ 2724150 w 5067300"/>
                <a:gd name="connsiteY50" fmla="*/ 57150 h 519112"/>
                <a:gd name="connsiteX51" fmla="*/ 2528888 w 5067300"/>
                <a:gd name="connsiteY51" fmla="*/ 38100 h 519112"/>
                <a:gd name="connsiteX52" fmla="*/ 2328863 w 5067300"/>
                <a:gd name="connsiteY52" fmla="*/ 0 h 519112"/>
                <a:gd name="connsiteX53" fmla="*/ 2109788 w 5067300"/>
                <a:gd name="connsiteY53" fmla="*/ 0 h 519112"/>
                <a:gd name="connsiteX54" fmla="*/ 1843088 w 5067300"/>
                <a:gd name="connsiteY54" fmla="*/ 0 h 519112"/>
                <a:gd name="connsiteX55" fmla="*/ 1543050 w 5067300"/>
                <a:gd name="connsiteY55" fmla="*/ 14287 h 519112"/>
                <a:gd name="connsiteX56" fmla="*/ 1323975 w 5067300"/>
                <a:gd name="connsiteY56" fmla="*/ 33337 h 519112"/>
                <a:gd name="connsiteX57" fmla="*/ 1028700 w 5067300"/>
                <a:gd name="connsiteY57" fmla="*/ 52387 h 519112"/>
                <a:gd name="connsiteX58" fmla="*/ 828675 w 5067300"/>
                <a:gd name="connsiteY58" fmla="*/ 52387 h 519112"/>
                <a:gd name="connsiteX59" fmla="*/ 633413 w 5067300"/>
                <a:gd name="connsiteY59" fmla="*/ 90487 h 519112"/>
                <a:gd name="connsiteX60" fmla="*/ 585788 w 5067300"/>
                <a:gd name="connsiteY60" fmla="*/ 114300 h 519112"/>
                <a:gd name="connsiteX61" fmla="*/ 566738 w 5067300"/>
                <a:gd name="connsiteY61" fmla="*/ 152400 h 519112"/>
                <a:gd name="connsiteX62" fmla="*/ 557213 w 5067300"/>
                <a:gd name="connsiteY62" fmla="*/ 180975 h 519112"/>
                <a:gd name="connsiteX63" fmla="*/ 509588 w 5067300"/>
                <a:gd name="connsiteY63" fmla="*/ 166687 h 519112"/>
                <a:gd name="connsiteX64" fmla="*/ 481013 w 5067300"/>
                <a:gd name="connsiteY64" fmla="*/ 133350 h 519112"/>
                <a:gd name="connsiteX65" fmla="*/ 409575 w 5067300"/>
                <a:gd name="connsiteY65" fmla="*/ 100012 h 519112"/>
                <a:gd name="connsiteX66" fmla="*/ 328613 w 5067300"/>
                <a:gd name="connsiteY66" fmla="*/ 90487 h 519112"/>
                <a:gd name="connsiteX67" fmla="*/ 100013 w 5067300"/>
                <a:gd name="connsiteY67" fmla="*/ 142875 h 519112"/>
                <a:gd name="connsiteX68" fmla="*/ 0 w 5067300"/>
                <a:gd name="connsiteY68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986288 w 5067300"/>
                <a:gd name="connsiteY32" fmla="*/ 264672 h 519112"/>
                <a:gd name="connsiteX33" fmla="*/ 4905326 w 5067300"/>
                <a:gd name="connsiteY33" fmla="*/ 267054 h 519112"/>
                <a:gd name="connsiteX34" fmla="*/ 4862513 w 5067300"/>
                <a:gd name="connsiteY34" fmla="*/ 276226 h 519112"/>
                <a:gd name="connsiteX35" fmla="*/ 4810076 w 5067300"/>
                <a:gd name="connsiteY35" fmla="*/ 276579 h 519112"/>
                <a:gd name="connsiteX36" fmla="*/ 4752926 w 5067300"/>
                <a:gd name="connsiteY36" fmla="*/ 280987 h 519112"/>
                <a:gd name="connsiteX37" fmla="*/ 4681538 w 5067300"/>
                <a:gd name="connsiteY37" fmla="*/ 280987 h 519112"/>
                <a:gd name="connsiteX38" fmla="*/ 4572000 w 5067300"/>
                <a:gd name="connsiteY38" fmla="*/ 280987 h 519112"/>
                <a:gd name="connsiteX39" fmla="*/ 4524375 w 5067300"/>
                <a:gd name="connsiteY39" fmla="*/ 280987 h 519112"/>
                <a:gd name="connsiteX40" fmla="*/ 4505325 w 5067300"/>
                <a:gd name="connsiteY40" fmla="*/ 333375 h 519112"/>
                <a:gd name="connsiteX41" fmla="*/ 4457700 w 5067300"/>
                <a:gd name="connsiteY41" fmla="*/ 333375 h 519112"/>
                <a:gd name="connsiteX42" fmla="*/ 4424363 w 5067300"/>
                <a:gd name="connsiteY42" fmla="*/ 304800 h 519112"/>
                <a:gd name="connsiteX43" fmla="*/ 4410075 w 5067300"/>
                <a:gd name="connsiteY43" fmla="*/ 266700 h 519112"/>
                <a:gd name="connsiteX44" fmla="*/ 4267200 w 5067300"/>
                <a:gd name="connsiteY44" fmla="*/ 285750 h 519112"/>
                <a:gd name="connsiteX45" fmla="*/ 4114800 w 5067300"/>
                <a:gd name="connsiteY45" fmla="*/ 266700 h 519112"/>
                <a:gd name="connsiteX46" fmla="*/ 3933825 w 5067300"/>
                <a:gd name="connsiteY46" fmla="*/ 242887 h 519112"/>
                <a:gd name="connsiteX47" fmla="*/ 3700463 w 5067300"/>
                <a:gd name="connsiteY47" fmla="*/ 219075 h 519112"/>
                <a:gd name="connsiteX48" fmla="*/ 3495675 w 5067300"/>
                <a:gd name="connsiteY48" fmla="*/ 185737 h 519112"/>
                <a:gd name="connsiteX49" fmla="*/ 3233738 w 5067300"/>
                <a:gd name="connsiteY49" fmla="*/ 133350 h 519112"/>
                <a:gd name="connsiteX50" fmla="*/ 3009900 w 5067300"/>
                <a:gd name="connsiteY50" fmla="*/ 90487 h 519112"/>
                <a:gd name="connsiteX51" fmla="*/ 2724150 w 5067300"/>
                <a:gd name="connsiteY51" fmla="*/ 57150 h 519112"/>
                <a:gd name="connsiteX52" fmla="*/ 2528888 w 5067300"/>
                <a:gd name="connsiteY52" fmla="*/ 38100 h 519112"/>
                <a:gd name="connsiteX53" fmla="*/ 2328863 w 5067300"/>
                <a:gd name="connsiteY53" fmla="*/ 0 h 519112"/>
                <a:gd name="connsiteX54" fmla="*/ 2109788 w 5067300"/>
                <a:gd name="connsiteY54" fmla="*/ 0 h 519112"/>
                <a:gd name="connsiteX55" fmla="*/ 1843088 w 5067300"/>
                <a:gd name="connsiteY55" fmla="*/ 0 h 519112"/>
                <a:gd name="connsiteX56" fmla="*/ 1543050 w 5067300"/>
                <a:gd name="connsiteY56" fmla="*/ 14287 h 519112"/>
                <a:gd name="connsiteX57" fmla="*/ 1323975 w 5067300"/>
                <a:gd name="connsiteY57" fmla="*/ 33337 h 519112"/>
                <a:gd name="connsiteX58" fmla="*/ 1028700 w 5067300"/>
                <a:gd name="connsiteY58" fmla="*/ 52387 h 519112"/>
                <a:gd name="connsiteX59" fmla="*/ 828675 w 5067300"/>
                <a:gd name="connsiteY59" fmla="*/ 52387 h 519112"/>
                <a:gd name="connsiteX60" fmla="*/ 633413 w 5067300"/>
                <a:gd name="connsiteY60" fmla="*/ 90487 h 519112"/>
                <a:gd name="connsiteX61" fmla="*/ 585788 w 5067300"/>
                <a:gd name="connsiteY61" fmla="*/ 114300 h 519112"/>
                <a:gd name="connsiteX62" fmla="*/ 566738 w 5067300"/>
                <a:gd name="connsiteY62" fmla="*/ 152400 h 519112"/>
                <a:gd name="connsiteX63" fmla="*/ 557213 w 5067300"/>
                <a:gd name="connsiteY63" fmla="*/ 180975 h 519112"/>
                <a:gd name="connsiteX64" fmla="*/ 509588 w 5067300"/>
                <a:gd name="connsiteY64" fmla="*/ 166687 h 519112"/>
                <a:gd name="connsiteX65" fmla="*/ 481013 w 5067300"/>
                <a:gd name="connsiteY65" fmla="*/ 133350 h 519112"/>
                <a:gd name="connsiteX66" fmla="*/ 409575 w 5067300"/>
                <a:gd name="connsiteY66" fmla="*/ 100012 h 519112"/>
                <a:gd name="connsiteX67" fmla="*/ 328613 w 5067300"/>
                <a:gd name="connsiteY67" fmla="*/ 90487 h 519112"/>
                <a:gd name="connsiteX68" fmla="*/ 100013 w 5067300"/>
                <a:gd name="connsiteY68" fmla="*/ 142875 h 519112"/>
                <a:gd name="connsiteX69" fmla="*/ 0 w 5067300"/>
                <a:gd name="connsiteY69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52926 w 5067300"/>
                <a:gd name="connsiteY37" fmla="*/ 280987 h 519112"/>
                <a:gd name="connsiteX38" fmla="*/ 4681538 w 5067300"/>
                <a:gd name="connsiteY38" fmla="*/ 280987 h 519112"/>
                <a:gd name="connsiteX39" fmla="*/ 4572000 w 5067300"/>
                <a:gd name="connsiteY39" fmla="*/ 280987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52926 w 5067300"/>
                <a:gd name="connsiteY37" fmla="*/ 280987 h 519112"/>
                <a:gd name="connsiteX38" fmla="*/ 4681538 w 5067300"/>
                <a:gd name="connsiteY38" fmla="*/ 280987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52926 w 5067300"/>
                <a:gd name="connsiteY37" fmla="*/ 280987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33901 w 5067300"/>
                <a:gd name="connsiteY34" fmla="*/ 97985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5012482 w 5067300"/>
                <a:gd name="connsiteY33" fmla="*/ 79288 h 519112"/>
                <a:gd name="connsiteX34" fmla="*/ 4933901 w 5067300"/>
                <a:gd name="connsiteY34" fmla="*/ 97985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67300 w 5067300"/>
                <a:gd name="connsiteY32" fmla="*/ 57858 h 519112"/>
                <a:gd name="connsiteX33" fmla="*/ 5012482 w 5067300"/>
                <a:gd name="connsiteY33" fmla="*/ 79288 h 519112"/>
                <a:gd name="connsiteX34" fmla="*/ 4933901 w 5067300"/>
                <a:gd name="connsiteY34" fmla="*/ 97985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8887"/>
                <a:gd name="connsiteY0" fmla="*/ 180975 h 519112"/>
                <a:gd name="connsiteX1" fmla="*/ 4763 w 5068887"/>
                <a:gd name="connsiteY1" fmla="*/ 461962 h 519112"/>
                <a:gd name="connsiteX2" fmla="*/ 190500 w 5068887"/>
                <a:gd name="connsiteY2" fmla="*/ 461962 h 519112"/>
                <a:gd name="connsiteX3" fmla="*/ 230980 w 5068887"/>
                <a:gd name="connsiteY3" fmla="*/ 461962 h 519112"/>
                <a:gd name="connsiteX4" fmla="*/ 400050 w 5068887"/>
                <a:gd name="connsiteY4" fmla="*/ 461962 h 519112"/>
                <a:gd name="connsiteX5" fmla="*/ 571500 w 5068887"/>
                <a:gd name="connsiteY5" fmla="*/ 471487 h 519112"/>
                <a:gd name="connsiteX6" fmla="*/ 828675 w 5068887"/>
                <a:gd name="connsiteY6" fmla="*/ 485775 h 519112"/>
                <a:gd name="connsiteX7" fmla="*/ 1062038 w 5068887"/>
                <a:gd name="connsiteY7" fmla="*/ 490537 h 519112"/>
                <a:gd name="connsiteX8" fmla="*/ 1266825 w 5068887"/>
                <a:gd name="connsiteY8" fmla="*/ 500062 h 519112"/>
                <a:gd name="connsiteX9" fmla="*/ 1476375 w 5068887"/>
                <a:gd name="connsiteY9" fmla="*/ 509587 h 519112"/>
                <a:gd name="connsiteX10" fmla="*/ 1647825 w 5068887"/>
                <a:gd name="connsiteY10" fmla="*/ 514350 h 519112"/>
                <a:gd name="connsiteX11" fmla="*/ 1790700 w 5068887"/>
                <a:gd name="connsiteY11" fmla="*/ 519112 h 519112"/>
                <a:gd name="connsiteX12" fmla="*/ 1962150 w 5068887"/>
                <a:gd name="connsiteY12" fmla="*/ 500062 h 519112"/>
                <a:gd name="connsiteX13" fmla="*/ 2128838 w 5068887"/>
                <a:gd name="connsiteY13" fmla="*/ 500062 h 519112"/>
                <a:gd name="connsiteX14" fmla="*/ 2309813 w 5068887"/>
                <a:gd name="connsiteY14" fmla="*/ 504825 h 519112"/>
                <a:gd name="connsiteX15" fmla="*/ 2557463 w 5068887"/>
                <a:gd name="connsiteY15" fmla="*/ 509587 h 519112"/>
                <a:gd name="connsiteX16" fmla="*/ 2714625 w 5068887"/>
                <a:gd name="connsiteY16" fmla="*/ 514350 h 519112"/>
                <a:gd name="connsiteX17" fmla="*/ 2847975 w 5068887"/>
                <a:gd name="connsiteY17" fmla="*/ 514350 h 519112"/>
                <a:gd name="connsiteX18" fmla="*/ 2976563 w 5068887"/>
                <a:gd name="connsiteY18" fmla="*/ 519112 h 519112"/>
                <a:gd name="connsiteX19" fmla="*/ 3157538 w 5068887"/>
                <a:gd name="connsiteY19" fmla="*/ 509587 h 519112"/>
                <a:gd name="connsiteX20" fmla="*/ 3357563 w 5068887"/>
                <a:gd name="connsiteY20" fmla="*/ 504825 h 519112"/>
                <a:gd name="connsiteX21" fmla="*/ 3505200 w 5068887"/>
                <a:gd name="connsiteY21" fmla="*/ 509587 h 519112"/>
                <a:gd name="connsiteX22" fmla="*/ 3729038 w 5068887"/>
                <a:gd name="connsiteY22" fmla="*/ 500062 h 519112"/>
                <a:gd name="connsiteX23" fmla="*/ 3938588 w 5068887"/>
                <a:gd name="connsiteY23" fmla="*/ 500062 h 519112"/>
                <a:gd name="connsiteX24" fmla="*/ 4143375 w 5068887"/>
                <a:gd name="connsiteY24" fmla="*/ 500062 h 519112"/>
                <a:gd name="connsiteX25" fmla="*/ 4257675 w 5068887"/>
                <a:gd name="connsiteY25" fmla="*/ 519112 h 519112"/>
                <a:gd name="connsiteX26" fmla="*/ 4533900 w 5068887"/>
                <a:gd name="connsiteY26" fmla="*/ 519112 h 519112"/>
                <a:gd name="connsiteX27" fmla="*/ 4676775 w 5068887"/>
                <a:gd name="connsiteY27" fmla="*/ 519112 h 519112"/>
                <a:gd name="connsiteX28" fmla="*/ 4838700 w 5068887"/>
                <a:gd name="connsiteY28" fmla="*/ 519112 h 519112"/>
                <a:gd name="connsiteX29" fmla="*/ 4967288 w 5068887"/>
                <a:gd name="connsiteY29" fmla="*/ 519112 h 519112"/>
                <a:gd name="connsiteX30" fmla="*/ 5067300 w 5068887"/>
                <a:gd name="connsiteY30" fmla="*/ 519112 h 519112"/>
                <a:gd name="connsiteX31" fmla="*/ 5067300 w 5068887"/>
                <a:gd name="connsiteY31" fmla="*/ 247650 h 519112"/>
                <a:gd name="connsiteX32" fmla="*/ 5067300 w 5068887"/>
                <a:gd name="connsiteY32" fmla="*/ 57858 h 519112"/>
                <a:gd name="connsiteX33" fmla="*/ 5012482 w 5068887"/>
                <a:gd name="connsiteY33" fmla="*/ 79288 h 519112"/>
                <a:gd name="connsiteX34" fmla="*/ 4933901 w 5068887"/>
                <a:gd name="connsiteY34" fmla="*/ 97985 h 519112"/>
                <a:gd name="connsiteX35" fmla="*/ 4862463 w 5068887"/>
                <a:gd name="connsiteY35" fmla="*/ 121445 h 519112"/>
                <a:gd name="connsiteX36" fmla="*/ 4836269 w 5068887"/>
                <a:gd name="connsiteY36" fmla="*/ 145963 h 519112"/>
                <a:gd name="connsiteX37" fmla="*/ 4748163 w 5068887"/>
                <a:gd name="connsiteY37" fmla="*/ 180975 h 519112"/>
                <a:gd name="connsiteX38" fmla="*/ 4679581 w 5068887"/>
                <a:gd name="connsiteY38" fmla="*/ 247650 h 519112"/>
                <a:gd name="connsiteX39" fmla="*/ 4533900 w 5068887"/>
                <a:gd name="connsiteY39" fmla="*/ 247650 h 519112"/>
                <a:gd name="connsiteX40" fmla="*/ 4524375 w 5068887"/>
                <a:gd name="connsiteY40" fmla="*/ 280987 h 519112"/>
                <a:gd name="connsiteX41" fmla="*/ 4505325 w 5068887"/>
                <a:gd name="connsiteY41" fmla="*/ 333375 h 519112"/>
                <a:gd name="connsiteX42" fmla="*/ 4457700 w 5068887"/>
                <a:gd name="connsiteY42" fmla="*/ 333375 h 519112"/>
                <a:gd name="connsiteX43" fmla="*/ 4424363 w 5068887"/>
                <a:gd name="connsiteY43" fmla="*/ 304800 h 519112"/>
                <a:gd name="connsiteX44" fmla="*/ 4410075 w 5068887"/>
                <a:gd name="connsiteY44" fmla="*/ 266700 h 519112"/>
                <a:gd name="connsiteX45" fmla="*/ 4267200 w 5068887"/>
                <a:gd name="connsiteY45" fmla="*/ 285750 h 519112"/>
                <a:gd name="connsiteX46" fmla="*/ 4114800 w 5068887"/>
                <a:gd name="connsiteY46" fmla="*/ 266700 h 519112"/>
                <a:gd name="connsiteX47" fmla="*/ 3933825 w 5068887"/>
                <a:gd name="connsiteY47" fmla="*/ 242887 h 519112"/>
                <a:gd name="connsiteX48" fmla="*/ 3700463 w 5068887"/>
                <a:gd name="connsiteY48" fmla="*/ 219075 h 519112"/>
                <a:gd name="connsiteX49" fmla="*/ 3495675 w 5068887"/>
                <a:gd name="connsiteY49" fmla="*/ 185737 h 519112"/>
                <a:gd name="connsiteX50" fmla="*/ 3233738 w 5068887"/>
                <a:gd name="connsiteY50" fmla="*/ 133350 h 519112"/>
                <a:gd name="connsiteX51" fmla="*/ 3009900 w 5068887"/>
                <a:gd name="connsiteY51" fmla="*/ 90487 h 519112"/>
                <a:gd name="connsiteX52" fmla="*/ 2724150 w 5068887"/>
                <a:gd name="connsiteY52" fmla="*/ 57150 h 519112"/>
                <a:gd name="connsiteX53" fmla="*/ 2528888 w 5068887"/>
                <a:gd name="connsiteY53" fmla="*/ 38100 h 519112"/>
                <a:gd name="connsiteX54" fmla="*/ 2328863 w 5068887"/>
                <a:gd name="connsiteY54" fmla="*/ 0 h 519112"/>
                <a:gd name="connsiteX55" fmla="*/ 2109788 w 5068887"/>
                <a:gd name="connsiteY55" fmla="*/ 0 h 519112"/>
                <a:gd name="connsiteX56" fmla="*/ 1843088 w 5068887"/>
                <a:gd name="connsiteY56" fmla="*/ 0 h 519112"/>
                <a:gd name="connsiteX57" fmla="*/ 1543050 w 5068887"/>
                <a:gd name="connsiteY57" fmla="*/ 14287 h 519112"/>
                <a:gd name="connsiteX58" fmla="*/ 1323975 w 5068887"/>
                <a:gd name="connsiteY58" fmla="*/ 33337 h 519112"/>
                <a:gd name="connsiteX59" fmla="*/ 1028700 w 5068887"/>
                <a:gd name="connsiteY59" fmla="*/ 52387 h 519112"/>
                <a:gd name="connsiteX60" fmla="*/ 828675 w 5068887"/>
                <a:gd name="connsiteY60" fmla="*/ 52387 h 519112"/>
                <a:gd name="connsiteX61" fmla="*/ 633413 w 5068887"/>
                <a:gd name="connsiteY61" fmla="*/ 90487 h 519112"/>
                <a:gd name="connsiteX62" fmla="*/ 585788 w 5068887"/>
                <a:gd name="connsiteY62" fmla="*/ 114300 h 519112"/>
                <a:gd name="connsiteX63" fmla="*/ 566738 w 5068887"/>
                <a:gd name="connsiteY63" fmla="*/ 152400 h 519112"/>
                <a:gd name="connsiteX64" fmla="*/ 557213 w 5068887"/>
                <a:gd name="connsiteY64" fmla="*/ 180975 h 519112"/>
                <a:gd name="connsiteX65" fmla="*/ 509588 w 5068887"/>
                <a:gd name="connsiteY65" fmla="*/ 166687 h 519112"/>
                <a:gd name="connsiteX66" fmla="*/ 481013 w 5068887"/>
                <a:gd name="connsiteY66" fmla="*/ 133350 h 519112"/>
                <a:gd name="connsiteX67" fmla="*/ 409575 w 5068887"/>
                <a:gd name="connsiteY67" fmla="*/ 100012 h 519112"/>
                <a:gd name="connsiteX68" fmla="*/ 328613 w 5068887"/>
                <a:gd name="connsiteY68" fmla="*/ 90487 h 519112"/>
                <a:gd name="connsiteX69" fmla="*/ 100013 w 5068887"/>
                <a:gd name="connsiteY69" fmla="*/ 142875 h 519112"/>
                <a:gd name="connsiteX70" fmla="*/ 0 w 5068887"/>
                <a:gd name="connsiteY70" fmla="*/ 180975 h 519112"/>
                <a:gd name="connsiteX0" fmla="*/ 0 w 5068887"/>
                <a:gd name="connsiteY0" fmla="*/ 180975 h 519112"/>
                <a:gd name="connsiteX1" fmla="*/ 4763 w 5068887"/>
                <a:gd name="connsiteY1" fmla="*/ 461962 h 519112"/>
                <a:gd name="connsiteX2" fmla="*/ 190500 w 5068887"/>
                <a:gd name="connsiteY2" fmla="*/ 461962 h 519112"/>
                <a:gd name="connsiteX3" fmla="*/ 230980 w 5068887"/>
                <a:gd name="connsiteY3" fmla="*/ 461962 h 519112"/>
                <a:gd name="connsiteX4" fmla="*/ 400050 w 5068887"/>
                <a:gd name="connsiteY4" fmla="*/ 461962 h 519112"/>
                <a:gd name="connsiteX5" fmla="*/ 571500 w 5068887"/>
                <a:gd name="connsiteY5" fmla="*/ 471487 h 519112"/>
                <a:gd name="connsiteX6" fmla="*/ 828675 w 5068887"/>
                <a:gd name="connsiteY6" fmla="*/ 485775 h 519112"/>
                <a:gd name="connsiteX7" fmla="*/ 1062038 w 5068887"/>
                <a:gd name="connsiteY7" fmla="*/ 490537 h 519112"/>
                <a:gd name="connsiteX8" fmla="*/ 1266825 w 5068887"/>
                <a:gd name="connsiteY8" fmla="*/ 500062 h 519112"/>
                <a:gd name="connsiteX9" fmla="*/ 1476375 w 5068887"/>
                <a:gd name="connsiteY9" fmla="*/ 509587 h 519112"/>
                <a:gd name="connsiteX10" fmla="*/ 1647825 w 5068887"/>
                <a:gd name="connsiteY10" fmla="*/ 514350 h 519112"/>
                <a:gd name="connsiteX11" fmla="*/ 1790700 w 5068887"/>
                <a:gd name="connsiteY11" fmla="*/ 519112 h 519112"/>
                <a:gd name="connsiteX12" fmla="*/ 1962150 w 5068887"/>
                <a:gd name="connsiteY12" fmla="*/ 500062 h 519112"/>
                <a:gd name="connsiteX13" fmla="*/ 2128838 w 5068887"/>
                <a:gd name="connsiteY13" fmla="*/ 500062 h 519112"/>
                <a:gd name="connsiteX14" fmla="*/ 2309813 w 5068887"/>
                <a:gd name="connsiteY14" fmla="*/ 504825 h 519112"/>
                <a:gd name="connsiteX15" fmla="*/ 2557463 w 5068887"/>
                <a:gd name="connsiteY15" fmla="*/ 509587 h 519112"/>
                <a:gd name="connsiteX16" fmla="*/ 2714625 w 5068887"/>
                <a:gd name="connsiteY16" fmla="*/ 514350 h 519112"/>
                <a:gd name="connsiteX17" fmla="*/ 2847975 w 5068887"/>
                <a:gd name="connsiteY17" fmla="*/ 514350 h 519112"/>
                <a:gd name="connsiteX18" fmla="*/ 2976563 w 5068887"/>
                <a:gd name="connsiteY18" fmla="*/ 519112 h 519112"/>
                <a:gd name="connsiteX19" fmla="*/ 3157538 w 5068887"/>
                <a:gd name="connsiteY19" fmla="*/ 509587 h 519112"/>
                <a:gd name="connsiteX20" fmla="*/ 3357563 w 5068887"/>
                <a:gd name="connsiteY20" fmla="*/ 504825 h 519112"/>
                <a:gd name="connsiteX21" fmla="*/ 3505200 w 5068887"/>
                <a:gd name="connsiteY21" fmla="*/ 509587 h 519112"/>
                <a:gd name="connsiteX22" fmla="*/ 3729038 w 5068887"/>
                <a:gd name="connsiteY22" fmla="*/ 500062 h 519112"/>
                <a:gd name="connsiteX23" fmla="*/ 3938588 w 5068887"/>
                <a:gd name="connsiteY23" fmla="*/ 500062 h 519112"/>
                <a:gd name="connsiteX24" fmla="*/ 4143375 w 5068887"/>
                <a:gd name="connsiteY24" fmla="*/ 500062 h 519112"/>
                <a:gd name="connsiteX25" fmla="*/ 4257675 w 5068887"/>
                <a:gd name="connsiteY25" fmla="*/ 519112 h 519112"/>
                <a:gd name="connsiteX26" fmla="*/ 4533900 w 5068887"/>
                <a:gd name="connsiteY26" fmla="*/ 519112 h 519112"/>
                <a:gd name="connsiteX27" fmla="*/ 4676775 w 5068887"/>
                <a:gd name="connsiteY27" fmla="*/ 519112 h 519112"/>
                <a:gd name="connsiteX28" fmla="*/ 4838700 w 5068887"/>
                <a:gd name="connsiteY28" fmla="*/ 519112 h 519112"/>
                <a:gd name="connsiteX29" fmla="*/ 4967288 w 5068887"/>
                <a:gd name="connsiteY29" fmla="*/ 519112 h 519112"/>
                <a:gd name="connsiteX30" fmla="*/ 5067300 w 5068887"/>
                <a:gd name="connsiteY30" fmla="*/ 519112 h 519112"/>
                <a:gd name="connsiteX31" fmla="*/ 5067300 w 5068887"/>
                <a:gd name="connsiteY31" fmla="*/ 247650 h 519112"/>
                <a:gd name="connsiteX32" fmla="*/ 5067300 w 5068887"/>
                <a:gd name="connsiteY32" fmla="*/ 57858 h 519112"/>
                <a:gd name="connsiteX33" fmla="*/ 5012482 w 5068887"/>
                <a:gd name="connsiteY33" fmla="*/ 79288 h 519112"/>
                <a:gd name="connsiteX34" fmla="*/ 4933901 w 5068887"/>
                <a:gd name="connsiteY34" fmla="*/ 97985 h 519112"/>
                <a:gd name="connsiteX35" fmla="*/ 4862463 w 5068887"/>
                <a:gd name="connsiteY35" fmla="*/ 121445 h 519112"/>
                <a:gd name="connsiteX36" fmla="*/ 4798169 w 5068887"/>
                <a:gd name="connsiteY36" fmla="*/ 148345 h 519112"/>
                <a:gd name="connsiteX37" fmla="*/ 4748163 w 5068887"/>
                <a:gd name="connsiteY37" fmla="*/ 180975 h 519112"/>
                <a:gd name="connsiteX38" fmla="*/ 4679581 w 5068887"/>
                <a:gd name="connsiteY38" fmla="*/ 247650 h 519112"/>
                <a:gd name="connsiteX39" fmla="*/ 4533900 w 5068887"/>
                <a:gd name="connsiteY39" fmla="*/ 247650 h 519112"/>
                <a:gd name="connsiteX40" fmla="*/ 4524375 w 5068887"/>
                <a:gd name="connsiteY40" fmla="*/ 280987 h 519112"/>
                <a:gd name="connsiteX41" fmla="*/ 4505325 w 5068887"/>
                <a:gd name="connsiteY41" fmla="*/ 333375 h 519112"/>
                <a:gd name="connsiteX42" fmla="*/ 4457700 w 5068887"/>
                <a:gd name="connsiteY42" fmla="*/ 333375 h 519112"/>
                <a:gd name="connsiteX43" fmla="*/ 4424363 w 5068887"/>
                <a:gd name="connsiteY43" fmla="*/ 304800 h 519112"/>
                <a:gd name="connsiteX44" fmla="*/ 4410075 w 5068887"/>
                <a:gd name="connsiteY44" fmla="*/ 266700 h 519112"/>
                <a:gd name="connsiteX45" fmla="*/ 4267200 w 5068887"/>
                <a:gd name="connsiteY45" fmla="*/ 285750 h 519112"/>
                <a:gd name="connsiteX46" fmla="*/ 4114800 w 5068887"/>
                <a:gd name="connsiteY46" fmla="*/ 266700 h 519112"/>
                <a:gd name="connsiteX47" fmla="*/ 3933825 w 5068887"/>
                <a:gd name="connsiteY47" fmla="*/ 242887 h 519112"/>
                <a:gd name="connsiteX48" fmla="*/ 3700463 w 5068887"/>
                <a:gd name="connsiteY48" fmla="*/ 219075 h 519112"/>
                <a:gd name="connsiteX49" fmla="*/ 3495675 w 5068887"/>
                <a:gd name="connsiteY49" fmla="*/ 185737 h 519112"/>
                <a:gd name="connsiteX50" fmla="*/ 3233738 w 5068887"/>
                <a:gd name="connsiteY50" fmla="*/ 133350 h 519112"/>
                <a:gd name="connsiteX51" fmla="*/ 3009900 w 5068887"/>
                <a:gd name="connsiteY51" fmla="*/ 90487 h 519112"/>
                <a:gd name="connsiteX52" fmla="*/ 2724150 w 5068887"/>
                <a:gd name="connsiteY52" fmla="*/ 57150 h 519112"/>
                <a:gd name="connsiteX53" fmla="*/ 2528888 w 5068887"/>
                <a:gd name="connsiteY53" fmla="*/ 38100 h 519112"/>
                <a:gd name="connsiteX54" fmla="*/ 2328863 w 5068887"/>
                <a:gd name="connsiteY54" fmla="*/ 0 h 519112"/>
                <a:gd name="connsiteX55" fmla="*/ 2109788 w 5068887"/>
                <a:gd name="connsiteY55" fmla="*/ 0 h 519112"/>
                <a:gd name="connsiteX56" fmla="*/ 1843088 w 5068887"/>
                <a:gd name="connsiteY56" fmla="*/ 0 h 519112"/>
                <a:gd name="connsiteX57" fmla="*/ 1543050 w 5068887"/>
                <a:gd name="connsiteY57" fmla="*/ 14287 h 519112"/>
                <a:gd name="connsiteX58" fmla="*/ 1323975 w 5068887"/>
                <a:gd name="connsiteY58" fmla="*/ 33337 h 519112"/>
                <a:gd name="connsiteX59" fmla="*/ 1028700 w 5068887"/>
                <a:gd name="connsiteY59" fmla="*/ 52387 h 519112"/>
                <a:gd name="connsiteX60" fmla="*/ 828675 w 5068887"/>
                <a:gd name="connsiteY60" fmla="*/ 52387 h 519112"/>
                <a:gd name="connsiteX61" fmla="*/ 633413 w 5068887"/>
                <a:gd name="connsiteY61" fmla="*/ 90487 h 519112"/>
                <a:gd name="connsiteX62" fmla="*/ 585788 w 5068887"/>
                <a:gd name="connsiteY62" fmla="*/ 114300 h 519112"/>
                <a:gd name="connsiteX63" fmla="*/ 566738 w 5068887"/>
                <a:gd name="connsiteY63" fmla="*/ 152400 h 519112"/>
                <a:gd name="connsiteX64" fmla="*/ 557213 w 5068887"/>
                <a:gd name="connsiteY64" fmla="*/ 180975 h 519112"/>
                <a:gd name="connsiteX65" fmla="*/ 509588 w 5068887"/>
                <a:gd name="connsiteY65" fmla="*/ 166687 h 519112"/>
                <a:gd name="connsiteX66" fmla="*/ 481013 w 5068887"/>
                <a:gd name="connsiteY66" fmla="*/ 133350 h 519112"/>
                <a:gd name="connsiteX67" fmla="*/ 409575 w 5068887"/>
                <a:gd name="connsiteY67" fmla="*/ 100012 h 519112"/>
                <a:gd name="connsiteX68" fmla="*/ 328613 w 5068887"/>
                <a:gd name="connsiteY68" fmla="*/ 90487 h 519112"/>
                <a:gd name="connsiteX69" fmla="*/ 100013 w 5068887"/>
                <a:gd name="connsiteY69" fmla="*/ 142875 h 519112"/>
                <a:gd name="connsiteX70" fmla="*/ 0 w 5068887"/>
                <a:gd name="connsiteY70" fmla="*/ 180975 h 519112"/>
                <a:gd name="connsiteX0" fmla="*/ 0 w 5068887"/>
                <a:gd name="connsiteY0" fmla="*/ 180975 h 519112"/>
                <a:gd name="connsiteX1" fmla="*/ 4763 w 5068887"/>
                <a:gd name="connsiteY1" fmla="*/ 461962 h 519112"/>
                <a:gd name="connsiteX2" fmla="*/ 190500 w 5068887"/>
                <a:gd name="connsiteY2" fmla="*/ 461962 h 519112"/>
                <a:gd name="connsiteX3" fmla="*/ 230980 w 5068887"/>
                <a:gd name="connsiteY3" fmla="*/ 461962 h 519112"/>
                <a:gd name="connsiteX4" fmla="*/ 400050 w 5068887"/>
                <a:gd name="connsiteY4" fmla="*/ 461962 h 519112"/>
                <a:gd name="connsiteX5" fmla="*/ 571500 w 5068887"/>
                <a:gd name="connsiteY5" fmla="*/ 471487 h 519112"/>
                <a:gd name="connsiteX6" fmla="*/ 828675 w 5068887"/>
                <a:gd name="connsiteY6" fmla="*/ 485775 h 519112"/>
                <a:gd name="connsiteX7" fmla="*/ 1062038 w 5068887"/>
                <a:gd name="connsiteY7" fmla="*/ 490537 h 519112"/>
                <a:gd name="connsiteX8" fmla="*/ 1266825 w 5068887"/>
                <a:gd name="connsiteY8" fmla="*/ 500062 h 519112"/>
                <a:gd name="connsiteX9" fmla="*/ 1476375 w 5068887"/>
                <a:gd name="connsiteY9" fmla="*/ 509587 h 519112"/>
                <a:gd name="connsiteX10" fmla="*/ 1647825 w 5068887"/>
                <a:gd name="connsiteY10" fmla="*/ 514350 h 519112"/>
                <a:gd name="connsiteX11" fmla="*/ 1790700 w 5068887"/>
                <a:gd name="connsiteY11" fmla="*/ 519112 h 519112"/>
                <a:gd name="connsiteX12" fmla="*/ 1962150 w 5068887"/>
                <a:gd name="connsiteY12" fmla="*/ 500062 h 519112"/>
                <a:gd name="connsiteX13" fmla="*/ 2128838 w 5068887"/>
                <a:gd name="connsiteY13" fmla="*/ 500062 h 519112"/>
                <a:gd name="connsiteX14" fmla="*/ 2309813 w 5068887"/>
                <a:gd name="connsiteY14" fmla="*/ 504825 h 519112"/>
                <a:gd name="connsiteX15" fmla="*/ 2557463 w 5068887"/>
                <a:gd name="connsiteY15" fmla="*/ 509587 h 519112"/>
                <a:gd name="connsiteX16" fmla="*/ 2714625 w 5068887"/>
                <a:gd name="connsiteY16" fmla="*/ 514350 h 519112"/>
                <a:gd name="connsiteX17" fmla="*/ 2847975 w 5068887"/>
                <a:gd name="connsiteY17" fmla="*/ 514350 h 519112"/>
                <a:gd name="connsiteX18" fmla="*/ 2976563 w 5068887"/>
                <a:gd name="connsiteY18" fmla="*/ 519112 h 519112"/>
                <a:gd name="connsiteX19" fmla="*/ 3157538 w 5068887"/>
                <a:gd name="connsiteY19" fmla="*/ 509587 h 519112"/>
                <a:gd name="connsiteX20" fmla="*/ 3357563 w 5068887"/>
                <a:gd name="connsiteY20" fmla="*/ 504825 h 519112"/>
                <a:gd name="connsiteX21" fmla="*/ 3505200 w 5068887"/>
                <a:gd name="connsiteY21" fmla="*/ 509587 h 519112"/>
                <a:gd name="connsiteX22" fmla="*/ 3729038 w 5068887"/>
                <a:gd name="connsiteY22" fmla="*/ 500062 h 519112"/>
                <a:gd name="connsiteX23" fmla="*/ 3938588 w 5068887"/>
                <a:gd name="connsiteY23" fmla="*/ 500062 h 519112"/>
                <a:gd name="connsiteX24" fmla="*/ 4143375 w 5068887"/>
                <a:gd name="connsiteY24" fmla="*/ 500062 h 519112"/>
                <a:gd name="connsiteX25" fmla="*/ 4257675 w 5068887"/>
                <a:gd name="connsiteY25" fmla="*/ 519112 h 519112"/>
                <a:gd name="connsiteX26" fmla="*/ 4533900 w 5068887"/>
                <a:gd name="connsiteY26" fmla="*/ 519112 h 519112"/>
                <a:gd name="connsiteX27" fmla="*/ 4676775 w 5068887"/>
                <a:gd name="connsiteY27" fmla="*/ 519112 h 519112"/>
                <a:gd name="connsiteX28" fmla="*/ 4838700 w 5068887"/>
                <a:gd name="connsiteY28" fmla="*/ 519112 h 519112"/>
                <a:gd name="connsiteX29" fmla="*/ 4967288 w 5068887"/>
                <a:gd name="connsiteY29" fmla="*/ 519112 h 519112"/>
                <a:gd name="connsiteX30" fmla="*/ 5067300 w 5068887"/>
                <a:gd name="connsiteY30" fmla="*/ 519112 h 519112"/>
                <a:gd name="connsiteX31" fmla="*/ 5067300 w 5068887"/>
                <a:gd name="connsiteY31" fmla="*/ 247650 h 519112"/>
                <a:gd name="connsiteX32" fmla="*/ 5067300 w 5068887"/>
                <a:gd name="connsiteY32" fmla="*/ 57858 h 519112"/>
                <a:gd name="connsiteX33" fmla="*/ 5012482 w 5068887"/>
                <a:gd name="connsiteY33" fmla="*/ 79288 h 519112"/>
                <a:gd name="connsiteX34" fmla="*/ 4933901 w 5068887"/>
                <a:gd name="connsiteY34" fmla="*/ 97985 h 519112"/>
                <a:gd name="connsiteX35" fmla="*/ 4862463 w 5068887"/>
                <a:gd name="connsiteY35" fmla="*/ 121445 h 519112"/>
                <a:gd name="connsiteX36" fmla="*/ 4836269 w 5068887"/>
                <a:gd name="connsiteY36" fmla="*/ 139175 h 519112"/>
                <a:gd name="connsiteX37" fmla="*/ 4748163 w 5068887"/>
                <a:gd name="connsiteY37" fmla="*/ 180975 h 519112"/>
                <a:gd name="connsiteX38" fmla="*/ 4679581 w 5068887"/>
                <a:gd name="connsiteY38" fmla="*/ 247650 h 519112"/>
                <a:gd name="connsiteX39" fmla="*/ 4533900 w 5068887"/>
                <a:gd name="connsiteY39" fmla="*/ 247650 h 519112"/>
                <a:gd name="connsiteX40" fmla="*/ 4524375 w 5068887"/>
                <a:gd name="connsiteY40" fmla="*/ 280987 h 519112"/>
                <a:gd name="connsiteX41" fmla="*/ 4505325 w 5068887"/>
                <a:gd name="connsiteY41" fmla="*/ 333375 h 519112"/>
                <a:gd name="connsiteX42" fmla="*/ 4457700 w 5068887"/>
                <a:gd name="connsiteY42" fmla="*/ 333375 h 519112"/>
                <a:gd name="connsiteX43" fmla="*/ 4424363 w 5068887"/>
                <a:gd name="connsiteY43" fmla="*/ 304800 h 519112"/>
                <a:gd name="connsiteX44" fmla="*/ 4410075 w 5068887"/>
                <a:gd name="connsiteY44" fmla="*/ 266700 h 519112"/>
                <a:gd name="connsiteX45" fmla="*/ 4267200 w 5068887"/>
                <a:gd name="connsiteY45" fmla="*/ 285750 h 519112"/>
                <a:gd name="connsiteX46" fmla="*/ 4114800 w 5068887"/>
                <a:gd name="connsiteY46" fmla="*/ 266700 h 519112"/>
                <a:gd name="connsiteX47" fmla="*/ 3933825 w 5068887"/>
                <a:gd name="connsiteY47" fmla="*/ 242887 h 519112"/>
                <a:gd name="connsiteX48" fmla="*/ 3700463 w 5068887"/>
                <a:gd name="connsiteY48" fmla="*/ 219075 h 519112"/>
                <a:gd name="connsiteX49" fmla="*/ 3495675 w 5068887"/>
                <a:gd name="connsiteY49" fmla="*/ 185737 h 519112"/>
                <a:gd name="connsiteX50" fmla="*/ 3233738 w 5068887"/>
                <a:gd name="connsiteY50" fmla="*/ 133350 h 519112"/>
                <a:gd name="connsiteX51" fmla="*/ 3009900 w 5068887"/>
                <a:gd name="connsiteY51" fmla="*/ 90487 h 519112"/>
                <a:gd name="connsiteX52" fmla="*/ 2724150 w 5068887"/>
                <a:gd name="connsiteY52" fmla="*/ 57150 h 519112"/>
                <a:gd name="connsiteX53" fmla="*/ 2528888 w 5068887"/>
                <a:gd name="connsiteY53" fmla="*/ 38100 h 519112"/>
                <a:gd name="connsiteX54" fmla="*/ 2328863 w 5068887"/>
                <a:gd name="connsiteY54" fmla="*/ 0 h 519112"/>
                <a:gd name="connsiteX55" fmla="*/ 2109788 w 5068887"/>
                <a:gd name="connsiteY55" fmla="*/ 0 h 519112"/>
                <a:gd name="connsiteX56" fmla="*/ 1843088 w 5068887"/>
                <a:gd name="connsiteY56" fmla="*/ 0 h 519112"/>
                <a:gd name="connsiteX57" fmla="*/ 1543050 w 5068887"/>
                <a:gd name="connsiteY57" fmla="*/ 14287 h 519112"/>
                <a:gd name="connsiteX58" fmla="*/ 1323975 w 5068887"/>
                <a:gd name="connsiteY58" fmla="*/ 33337 h 519112"/>
                <a:gd name="connsiteX59" fmla="*/ 1028700 w 5068887"/>
                <a:gd name="connsiteY59" fmla="*/ 52387 h 519112"/>
                <a:gd name="connsiteX60" fmla="*/ 828675 w 5068887"/>
                <a:gd name="connsiteY60" fmla="*/ 52387 h 519112"/>
                <a:gd name="connsiteX61" fmla="*/ 633413 w 5068887"/>
                <a:gd name="connsiteY61" fmla="*/ 90487 h 519112"/>
                <a:gd name="connsiteX62" fmla="*/ 585788 w 5068887"/>
                <a:gd name="connsiteY62" fmla="*/ 114300 h 519112"/>
                <a:gd name="connsiteX63" fmla="*/ 566738 w 5068887"/>
                <a:gd name="connsiteY63" fmla="*/ 152400 h 519112"/>
                <a:gd name="connsiteX64" fmla="*/ 557213 w 5068887"/>
                <a:gd name="connsiteY64" fmla="*/ 180975 h 519112"/>
                <a:gd name="connsiteX65" fmla="*/ 509588 w 5068887"/>
                <a:gd name="connsiteY65" fmla="*/ 166687 h 519112"/>
                <a:gd name="connsiteX66" fmla="*/ 481013 w 5068887"/>
                <a:gd name="connsiteY66" fmla="*/ 133350 h 519112"/>
                <a:gd name="connsiteX67" fmla="*/ 409575 w 5068887"/>
                <a:gd name="connsiteY67" fmla="*/ 100012 h 519112"/>
                <a:gd name="connsiteX68" fmla="*/ 328613 w 5068887"/>
                <a:gd name="connsiteY68" fmla="*/ 90487 h 519112"/>
                <a:gd name="connsiteX69" fmla="*/ 100013 w 5068887"/>
                <a:gd name="connsiteY69" fmla="*/ 142875 h 519112"/>
                <a:gd name="connsiteX70" fmla="*/ 0 w 5068887"/>
                <a:gd name="connsiteY70" fmla="*/ 180975 h 51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068887" h="519112">
                  <a:moveTo>
                    <a:pt x="0" y="180975"/>
                  </a:moveTo>
                  <a:cubicBezTo>
                    <a:pt x="1588" y="280987"/>
                    <a:pt x="3175" y="361950"/>
                    <a:pt x="4763" y="461962"/>
                  </a:cubicBezTo>
                  <a:lnTo>
                    <a:pt x="190500" y="461962"/>
                  </a:lnTo>
                  <a:lnTo>
                    <a:pt x="230980" y="461962"/>
                  </a:lnTo>
                  <a:lnTo>
                    <a:pt x="400050" y="461962"/>
                  </a:lnTo>
                  <a:lnTo>
                    <a:pt x="571500" y="471487"/>
                  </a:lnTo>
                  <a:lnTo>
                    <a:pt x="828675" y="485775"/>
                  </a:lnTo>
                  <a:lnTo>
                    <a:pt x="1062038" y="490537"/>
                  </a:lnTo>
                  <a:lnTo>
                    <a:pt x="1266825" y="500062"/>
                  </a:lnTo>
                  <a:lnTo>
                    <a:pt x="1476375" y="509587"/>
                  </a:lnTo>
                  <a:lnTo>
                    <a:pt x="1647825" y="514350"/>
                  </a:lnTo>
                  <a:lnTo>
                    <a:pt x="1790700" y="519112"/>
                  </a:lnTo>
                  <a:lnTo>
                    <a:pt x="1962150" y="500062"/>
                  </a:lnTo>
                  <a:lnTo>
                    <a:pt x="2128838" y="500062"/>
                  </a:lnTo>
                  <a:lnTo>
                    <a:pt x="2309813" y="504825"/>
                  </a:lnTo>
                  <a:lnTo>
                    <a:pt x="2557463" y="509587"/>
                  </a:lnTo>
                  <a:lnTo>
                    <a:pt x="2714625" y="514350"/>
                  </a:lnTo>
                  <a:lnTo>
                    <a:pt x="2847975" y="514350"/>
                  </a:lnTo>
                  <a:lnTo>
                    <a:pt x="2976563" y="519112"/>
                  </a:lnTo>
                  <a:lnTo>
                    <a:pt x="3157538" y="509587"/>
                  </a:lnTo>
                  <a:lnTo>
                    <a:pt x="3357563" y="504825"/>
                  </a:lnTo>
                  <a:lnTo>
                    <a:pt x="3505200" y="509587"/>
                  </a:lnTo>
                  <a:lnTo>
                    <a:pt x="3729038" y="500062"/>
                  </a:lnTo>
                  <a:lnTo>
                    <a:pt x="3938588" y="500062"/>
                  </a:lnTo>
                  <a:lnTo>
                    <a:pt x="4143375" y="500062"/>
                  </a:lnTo>
                  <a:lnTo>
                    <a:pt x="4257675" y="519112"/>
                  </a:lnTo>
                  <a:lnTo>
                    <a:pt x="4533900" y="519112"/>
                  </a:lnTo>
                  <a:lnTo>
                    <a:pt x="4676775" y="519112"/>
                  </a:lnTo>
                  <a:lnTo>
                    <a:pt x="4838700" y="519112"/>
                  </a:lnTo>
                  <a:lnTo>
                    <a:pt x="4967288" y="519112"/>
                  </a:lnTo>
                  <a:lnTo>
                    <a:pt x="5067300" y="519112"/>
                  </a:lnTo>
                  <a:cubicBezTo>
                    <a:pt x="5065713" y="431800"/>
                    <a:pt x="5068887" y="334962"/>
                    <a:pt x="5067300" y="247650"/>
                  </a:cubicBezTo>
                  <a:lnTo>
                    <a:pt x="5067300" y="57858"/>
                  </a:lnTo>
                  <a:lnTo>
                    <a:pt x="5012482" y="79288"/>
                  </a:lnTo>
                  <a:lnTo>
                    <a:pt x="4933901" y="97985"/>
                  </a:lnTo>
                  <a:lnTo>
                    <a:pt x="4862463" y="121445"/>
                  </a:lnTo>
                  <a:lnTo>
                    <a:pt x="4836269" y="139175"/>
                  </a:lnTo>
                  <a:lnTo>
                    <a:pt x="4748163" y="180975"/>
                  </a:lnTo>
                  <a:lnTo>
                    <a:pt x="4679581" y="247650"/>
                  </a:lnTo>
                  <a:lnTo>
                    <a:pt x="4533900" y="247650"/>
                  </a:lnTo>
                  <a:lnTo>
                    <a:pt x="4524375" y="280987"/>
                  </a:lnTo>
                  <a:lnTo>
                    <a:pt x="4505325" y="333375"/>
                  </a:lnTo>
                  <a:lnTo>
                    <a:pt x="4457700" y="333375"/>
                  </a:lnTo>
                  <a:lnTo>
                    <a:pt x="4424363" y="304800"/>
                  </a:lnTo>
                  <a:lnTo>
                    <a:pt x="4410075" y="266700"/>
                  </a:lnTo>
                  <a:lnTo>
                    <a:pt x="4267200" y="285750"/>
                  </a:lnTo>
                  <a:lnTo>
                    <a:pt x="4114800" y="266700"/>
                  </a:lnTo>
                  <a:lnTo>
                    <a:pt x="3933825" y="242887"/>
                  </a:lnTo>
                  <a:lnTo>
                    <a:pt x="3700463" y="219075"/>
                  </a:lnTo>
                  <a:lnTo>
                    <a:pt x="3495675" y="185737"/>
                  </a:lnTo>
                  <a:lnTo>
                    <a:pt x="3233738" y="133350"/>
                  </a:lnTo>
                  <a:lnTo>
                    <a:pt x="3009900" y="90487"/>
                  </a:lnTo>
                  <a:lnTo>
                    <a:pt x="2724150" y="57150"/>
                  </a:lnTo>
                  <a:lnTo>
                    <a:pt x="2528888" y="38100"/>
                  </a:lnTo>
                  <a:lnTo>
                    <a:pt x="2328863" y="0"/>
                  </a:lnTo>
                  <a:lnTo>
                    <a:pt x="2109788" y="0"/>
                  </a:lnTo>
                  <a:lnTo>
                    <a:pt x="1843088" y="0"/>
                  </a:lnTo>
                  <a:lnTo>
                    <a:pt x="1543050" y="14287"/>
                  </a:lnTo>
                  <a:lnTo>
                    <a:pt x="1323975" y="33337"/>
                  </a:lnTo>
                  <a:lnTo>
                    <a:pt x="1028700" y="52387"/>
                  </a:lnTo>
                  <a:lnTo>
                    <a:pt x="828675" y="52387"/>
                  </a:lnTo>
                  <a:lnTo>
                    <a:pt x="633413" y="90487"/>
                  </a:lnTo>
                  <a:lnTo>
                    <a:pt x="585788" y="114300"/>
                  </a:lnTo>
                  <a:lnTo>
                    <a:pt x="566738" y="152400"/>
                  </a:lnTo>
                  <a:lnTo>
                    <a:pt x="557213" y="180975"/>
                  </a:lnTo>
                  <a:lnTo>
                    <a:pt x="509588" y="166687"/>
                  </a:lnTo>
                  <a:lnTo>
                    <a:pt x="481013" y="133350"/>
                  </a:lnTo>
                  <a:lnTo>
                    <a:pt x="409575" y="100012"/>
                  </a:lnTo>
                  <a:lnTo>
                    <a:pt x="328613" y="90487"/>
                  </a:lnTo>
                  <a:lnTo>
                    <a:pt x="100013" y="142875"/>
                  </a:lnTo>
                  <a:lnTo>
                    <a:pt x="0" y="180975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1052562" y="6962421"/>
              <a:ext cx="4414838" cy="428625"/>
            </a:xfrm>
            <a:custGeom>
              <a:avLst/>
              <a:gdLst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33650 w 4414838"/>
                <a:gd name="connsiteY9" fmla="*/ 19050 h 428625"/>
                <a:gd name="connsiteX10" fmla="*/ 2890838 w 4414838"/>
                <a:gd name="connsiteY10" fmla="*/ 95250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33650 w 4414838"/>
                <a:gd name="connsiteY9" fmla="*/ 19050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76513 w 4414838"/>
                <a:gd name="connsiteY9" fmla="*/ 28575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71751 w 4414838"/>
                <a:gd name="connsiteY9" fmla="*/ 28575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78895 w 4414838"/>
                <a:gd name="connsiteY9" fmla="*/ 33338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66737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61974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826294 w 4414838"/>
                <a:gd name="connsiteY30" fmla="*/ 20002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8148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60056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14838 w 4414838"/>
                <a:gd name="connsiteY17" fmla="*/ 395288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14838 w 4414838"/>
                <a:gd name="connsiteY17" fmla="*/ 404813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14838 w 4414838"/>
                <a:gd name="connsiteY17" fmla="*/ 404813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28613 h 428625"/>
                <a:gd name="connsiteX40" fmla="*/ 4763 w 4414838"/>
                <a:gd name="connsiteY40" fmla="*/ 247650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414838" h="428625">
                  <a:moveTo>
                    <a:pt x="4763" y="247650"/>
                  </a:moveTo>
                  <a:lnTo>
                    <a:pt x="157163" y="219075"/>
                  </a:lnTo>
                  <a:lnTo>
                    <a:pt x="300038" y="200025"/>
                  </a:lnTo>
                  <a:lnTo>
                    <a:pt x="466725" y="152400"/>
                  </a:lnTo>
                  <a:lnTo>
                    <a:pt x="695325" y="119063"/>
                  </a:lnTo>
                  <a:lnTo>
                    <a:pt x="1052513" y="66675"/>
                  </a:lnTo>
                  <a:lnTo>
                    <a:pt x="1462088" y="42863"/>
                  </a:lnTo>
                  <a:lnTo>
                    <a:pt x="1828800" y="19050"/>
                  </a:lnTo>
                  <a:lnTo>
                    <a:pt x="2224088" y="0"/>
                  </a:lnTo>
                  <a:lnTo>
                    <a:pt x="2612232" y="30957"/>
                  </a:lnTo>
                  <a:lnTo>
                    <a:pt x="2928938" y="111919"/>
                  </a:lnTo>
                  <a:lnTo>
                    <a:pt x="3124200" y="161925"/>
                  </a:lnTo>
                  <a:lnTo>
                    <a:pt x="3257550" y="180975"/>
                  </a:lnTo>
                  <a:lnTo>
                    <a:pt x="3457575" y="242888"/>
                  </a:lnTo>
                  <a:lnTo>
                    <a:pt x="3719513" y="304800"/>
                  </a:lnTo>
                  <a:lnTo>
                    <a:pt x="4119563" y="371475"/>
                  </a:lnTo>
                  <a:lnTo>
                    <a:pt x="4338638" y="390525"/>
                  </a:lnTo>
                  <a:lnTo>
                    <a:pt x="4414838" y="404813"/>
                  </a:lnTo>
                  <a:lnTo>
                    <a:pt x="4414838" y="414338"/>
                  </a:lnTo>
                  <a:lnTo>
                    <a:pt x="4267200" y="428625"/>
                  </a:lnTo>
                  <a:lnTo>
                    <a:pt x="3929063" y="390525"/>
                  </a:lnTo>
                  <a:lnTo>
                    <a:pt x="3576638" y="347663"/>
                  </a:lnTo>
                  <a:lnTo>
                    <a:pt x="3028951" y="240506"/>
                  </a:lnTo>
                  <a:lnTo>
                    <a:pt x="2724150" y="204788"/>
                  </a:lnTo>
                  <a:lnTo>
                    <a:pt x="2357438" y="157163"/>
                  </a:lnTo>
                  <a:lnTo>
                    <a:pt x="2081213" y="142875"/>
                  </a:lnTo>
                  <a:lnTo>
                    <a:pt x="1828800" y="152400"/>
                  </a:lnTo>
                  <a:lnTo>
                    <a:pt x="1533525" y="161925"/>
                  </a:lnTo>
                  <a:lnTo>
                    <a:pt x="1209675" y="185738"/>
                  </a:lnTo>
                  <a:lnTo>
                    <a:pt x="1045369" y="202407"/>
                  </a:lnTo>
                  <a:lnTo>
                    <a:pt x="826294" y="200025"/>
                  </a:lnTo>
                  <a:lnTo>
                    <a:pt x="659607" y="230981"/>
                  </a:lnTo>
                  <a:lnTo>
                    <a:pt x="576263" y="266700"/>
                  </a:lnTo>
                  <a:lnTo>
                    <a:pt x="552449" y="328613"/>
                  </a:lnTo>
                  <a:lnTo>
                    <a:pt x="514350" y="319088"/>
                  </a:lnTo>
                  <a:lnTo>
                    <a:pt x="471488" y="271463"/>
                  </a:lnTo>
                  <a:lnTo>
                    <a:pt x="395288" y="242888"/>
                  </a:lnTo>
                  <a:lnTo>
                    <a:pt x="333375" y="240507"/>
                  </a:lnTo>
                  <a:lnTo>
                    <a:pt x="80963" y="295275"/>
                  </a:lnTo>
                  <a:lnTo>
                    <a:pt x="0" y="328613"/>
                  </a:lnTo>
                  <a:lnTo>
                    <a:pt x="4763" y="24765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9" name="Freeform 138"/>
            <p:cNvSpPr/>
            <p:nvPr/>
          </p:nvSpPr>
          <p:spPr>
            <a:xfrm>
              <a:off x="5800726" y="7079454"/>
              <a:ext cx="323902" cy="211579"/>
            </a:xfrm>
            <a:custGeom>
              <a:avLst/>
              <a:gdLst>
                <a:gd name="connsiteX0" fmla="*/ 0 w 528637"/>
                <a:gd name="connsiteY0" fmla="*/ 90487 h 95250"/>
                <a:gd name="connsiteX1" fmla="*/ 0 w 528637"/>
                <a:gd name="connsiteY1" fmla="*/ 66675 h 95250"/>
                <a:gd name="connsiteX2" fmla="*/ 295275 w 528637"/>
                <a:gd name="connsiteY2" fmla="*/ 33337 h 95250"/>
                <a:gd name="connsiteX3" fmla="*/ 528637 w 528637"/>
                <a:gd name="connsiteY3" fmla="*/ 0 h 95250"/>
                <a:gd name="connsiteX4" fmla="*/ 523875 w 528637"/>
                <a:gd name="connsiteY4" fmla="*/ 80962 h 95250"/>
                <a:gd name="connsiteX5" fmla="*/ 328612 w 528637"/>
                <a:gd name="connsiteY5" fmla="*/ 95250 h 95250"/>
                <a:gd name="connsiteX6" fmla="*/ 128587 w 528637"/>
                <a:gd name="connsiteY6" fmla="*/ 90487 h 95250"/>
                <a:gd name="connsiteX7" fmla="*/ 0 w 528637"/>
                <a:gd name="connsiteY7" fmla="*/ 90487 h 95250"/>
                <a:gd name="connsiteX0" fmla="*/ 0 w 528637"/>
                <a:gd name="connsiteY0" fmla="*/ 90487 h 100012"/>
                <a:gd name="connsiteX1" fmla="*/ 0 w 528637"/>
                <a:gd name="connsiteY1" fmla="*/ 66675 h 100012"/>
                <a:gd name="connsiteX2" fmla="*/ 295275 w 528637"/>
                <a:gd name="connsiteY2" fmla="*/ 33337 h 100012"/>
                <a:gd name="connsiteX3" fmla="*/ 528637 w 528637"/>
                <a:gd name="connsiteY3" fmla="*/ 0 h 100012"/>
                <a:gd name="connsiteX4" fmla="*/ 523875 w 528637"/>
                <a:gd name="connsiteY4" fmla="*/ 80962 h 100012"/>
                <a:gd name="connsiteX5" fmla="*/ 328612 w 528637"/>
                <a:gd name="connsiteY5" fmla="*/ 95250 h 100012"/>
                <a:gd name="connsiteX6" fmla="*/ 130968 w 528637"/>
                <a:gd name="connsiteY6" fmla="*/ 100012 h 100012"/>
                <a:gd name="connsiteX7" fmla="*/ 0 w 528637"/>
                <a:gd name="connsiteY7" fmla="*/ 90487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300038 w 533400"/>
                <a:gd name="connsiteY2" fmla="*/ 33337 h 100012"/>
                <a:gd name="connsiteX3" fmla="*/ 533400 w 533400"/>
                <a:gd name="connsiteY3" fmla="*/ 0 h 100012"/>
                <a:gd name="connsiteX4" fmla="*/ 528638 w 533400"/>
                <a:gd name="connsiteY4" fmla="*/ 80962 h 100012"/>
                <a:gd name="connsiteX5" fmla="*/ 333375 w 533400"/>
                <a:gd name="connsiteY5" fmla="*/ 95250 h 100012"/>
                <a:gd name="connsiteX6" fmla="*/ 135731 w 533400"/>
                <a:gd name="connsiteY6" fmla="*/ 100012 h 100012"/>
                <a:gd name="connsiteX7" fmla="*/ 0 w 533400"/>
                <a:gd name="connsiteY7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300038 w 533400"/>
                <a:gd name="connsiteY2" fmla="*/ 33337 h 100012"/>
                <a:gd name="connsiteX3" fmla="*/ 533400 w 533400"/>
                <a:gd name="connsiteY3" fmla="*/ 0 h 100012"/>
                <a:gd name="connsiteX4" fmla="*/ 533400 w 533400"/>
                <a:gd name="connsiteY4" fmla="*/ 76200 h 100012"/>
                <a:gd name="connsiteX5" fmla="*/ 333375 w 533400"/>
                <a:gd name="connsiteY5" fmla="*/ 95250 h 100012"/>
                <a:gd name="connsiteX6" fmla="*/ 135731 w 533400"/>
                <a:gd name="connsiteY6" fmla="*/ 100012 h 100012"/>
                <a:gd name="connsiteX7" fmla="*/ 0 w 533400"/>
                <a:gd name="connsiteY7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300038 w 533400"/>
                <a:gd name="connsiteY3" fmla="*/ 33337 h 100012"/>
                <a:gd name="connsiteX4" fmla="*/ 533400 w 533400"/>
                <a:gd name="connsiteY4" fmla="*/ 0 h 100012"/>
                <a:gd name="connsiteX5" fmla="*/ 533400 w 533400"/>
                <a:gd name="connsiteY5" fmla="*/ 76200 h 100012"/>
                <a:gd name="connsiteX6" fmla="*/ 333375 w 533400"/>
                <a:gd name="connsiteY6" fmla="*/ 95250 h 100012"/>
                <a:gd name="connsiteX7" fmla="*/ 135731 w 533400"/>
                <a:gd name="connsiteY7" fmla="*/ 100012 h 100012"/>
                <a:gd name="connsiteX8" fmla="*/ 0 w 533400"/>
                <a:gd name="connsiteY8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300038 w 533400"/>
                <a:gd name="connsiteY3" fmla="*/ 33337 h 100012"/>
                <a:gd name="connsiteX4" fmla="*/ 357138 w 533400"/>
                <a:gd name="connsiteY4" fmla="*/ 24166 h 100012"/>
                <a:gd name="connsiteX5" fmla="*/ 533400 w 533400"/>
                <a:gd name="connsiteY5" fmla="*/ 0 h 100012"/>
                <a:gd name="connsiteX6" fmla="*/ 533400 w 533400"/>
                <a:gd name="connsiteY6" fmla="*/ 76200 h 100012"/>
                <a:gd name="connsiteX7" fmla="*/ 333375 w 533400"/>
                <a:gd name="connsiteY7" fmla="*/ 95250 h 100012"/>
                <a:gd name="connsiteX8" fmla="*/ 135731 w 533400"/>
                <a:gd name="connsiteY8" fmla="*/ 100012 h 100012"/>
                <a:gd name="connsiteX9" fmla="*/ 0 w 533400"/>
                <a:gd name="connsiteY9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300038 w 533400"/>
                <a:gd name="connsiteY3" fmla="*/ 33337 h 100012"/>
                <a:gd name="connsiteX4" fmla="*/ 357138 w 533400"/>
                <a:gd name="connsiteY4" fmla="*/ 24166 h 100012"/>
                <a:gd name="connsiteX5" fmla="*/ 447626 w 533400"/>
                <a:gd name="connsiteY5" fmla="*/ 12260 h 100012"/>
                <a:gd name="connsiteX6" fmla="*/ 533400 w 533400"/>
                <a:gd name="connsiteY6" fmla="*/ 0 h 100012"/>
                <a:gd name="connsiteX7" fmla="*/ 533400 w 533400"/>
                <a:gd name="connsiteY7" fmla="*/ 76200 h 100012"/>
                <a:gd name="connsiteX8" fmla="*/ 333375 w 533400"/>
                <a:gd name="connsiteY8" fmla="*/ 95250 h 100012"/>
                <a:gd name="connsiteX9" fmla="*/ 135731 w 533400"/>
                <a:gd name="connsiteY9" fmla="*/ 100012 h 100012"/>
                <a:gd name="connsiteX10" fmla="*/ 0 w 533400"/>
                <a:gd name="connsiteY10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261888 w 533400"/>
                <a:gd name="connsiteY3" fmla="*/ 38454 h 100012"/>
                <a:gd name="connsiteX4" fmla="*/ 300038 w 533400"/>
                <a:gd name="connsiteY4" fmla="*/ 33337 h 100012"/>
                <a:gd name="connsiteX5" fmla="*/ 357138 w 533400"/>
                <a:gd name="connsiteY5" fmla="*/ 24166 h 100012"/>
                <a:gd name="connsiteX6" fmla="*/ 447626 w 533400"/>
                <a:gd name="connsiteY6" fmla="*/ 12260 h 100012"/>
                <a:gd name="connsiteX7" fmla="*/ 533400 w 533400"/>
                <a:gd name="connsiteY7" fmla="*/ 0 h 100012"/>
                <a:gd name="connsiteX8" fmla="*/ 533400 w 533400"/>
                <a:gd name="connsiteY8" fmla="*/ 76200 h 100012"/>
                <a:gd name="connsiteX9" fmla="*/ 333375 w 533400"/>
                <a:gd name="connsiteY9" fmla="*/ 95250 h 100012"/>
                <a:gd name="connsiteX10" fmla="*/ 135731 w 533400"/>
                <a:gd name="connsiteY10" fmla="*/ 100012 h 100012"/>
                <a:gd name="connsiteX11" fmla="*/ 0 w 533400"/>
                <a:gd name="connsiteY11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114251 w 533400"/>
                <a:gd name="connsiteY2" fmla="*/ 62266 h 100012"/>
                <a:gd name="connsiteX3" fmla="*/ 209501 w 533400"/>
                <a:gd name="connsiteY3" fmla="*/ 47979 h 100012"/>
                <a:gd name="connsiteX4" fmla="*/ 261888 w 533400"/>
                <a:gd name="connsiteY4" fmla="*/ 38454 h 100012"/>
                <a:gd name="connsiteX5" fmla="*/ 300038 w 533400"/>
                <a:gd name="connsiteY5" fmla="*/ 33337 h 100012"/>
                <a:gd name="connsiteX6" fmla="*/ 357138 w 533400"/>
                <a:gd name="connsiteY6" fmla="*/ 24166 h 100012"/>
                <a:gd name="connsiteX7" fmla="*/ 447626 w 533400"/>
                <a:gd name="connsiteY7" fmla="*/ 12260 h 100012"/>
                <a:gd name="connsiteX8" fmla="*/ 533400 w 533400"/>
                <a:gd name="connsiteY8" fmla="*/ 0 h 100012"/>
                <a:gd name="connsiteX9" fmla="*/ 533400 w 533400"/>
                <a:gd name="connsiteY9" fmla="*/ 76200 h 100012"/>
                <a:gd name="connsiteX10" fmla="*/ 333375 w 533400"/>
                <a:gd name="connsiteY10" fmla="*/ 95250 h 100012"/>
                <a:gd name="connsiteX11" fmla="*/ 135731 w 533400"/>
                <a:gd name="connsiteY11" fmla="*/ 100012 h 100012"/>
                <a:gd name="connsiteX12" fmla="*/ 0 w 533400"/>
                <a:gd name="connsiteY12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42813 w 533400"/>
                <a:gd name="connsiteY2" fmla="*/ 62266 h 100012"/>
                <a:gd name="connsiteX3" fmla="*/ 114251 w 533400"/>
                <a:gd name="connsiteY3" fmla="*/ 62266 h 100012"/>
                <a:gd name="connsiteX4" fmla="*/ 209501 w 533400"/>
                <a:gd name="connsiteY4" fmla="*/ 47979 h 100012"/>
                <a:gd name="connsiteX5" fmla="*/ 261888 w 533400"/>
                <a:gd name="connsiteY5" fmla="*/ 38454 h 100012"/>
                <a:gd name="connsiteX6" fmla="*/ 300038 w 533400"/>
                <a:gd name="connsiteY6" fmla="*/ 33337 h 100012"/>
                <a:gd name="connsiteX7" fmla="*/ 357138 w 533400"/>
                <a:gd name="connsiteY7" fmla="*/ 24166 h 100012"/>
                <a:gd name="connsiteX8" fmla="*/ 447626 w 533400"/>
                <a:gd name="connsiteY8" fmla="*/ 12260 h 100012"/>
                <a:gd name="connsiteX9" fmla="*/ 533400 w 533400"/>
                <a:gd name="connsiteY9" fmla="*/ 0 h 100012"/>
                <a:gd name="connsiteX10" fmla="*/ 533400 w 533400"/>
                <a:gd name="connsiteY10" fmla="*/ 76200 h 100012"/>
                <a:gd name="connsiteX11" fmla="*/ 333375 w 533400"/>
                <a:gd name="connsiteY11" fmla="*/ 95250 h 100012"/>
                <a:gd name="connsiteX12" fmla="*/ 135731 w 533400"/>
                <a:gd name="connsiteY12" fmla="*/ 100012 h 100012"/>
                <a:gd name="connsiteX13" fmla="*/ 0 w 533400"/>
                <a:gd name="connsiteY13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42813 w 533400"/>
                <a:gd name="connsiteY2" fmla="*/ 62266 h 100012"/>
                <a:gd name="connsiteX3" fmla="*/ 145681 w 533400"/>
                <a:gd name="connsiteY3" fmla="*/ 66675 h 100012"/>
                <a:gd name="connsiteX4" fmla="*/ 209501 w 533400"/>
                <a:gd name="connsiteY4" fmla="*/ 47979 h 100012"/>
                <a:gd name="connsiteX5" fmla="*/ 261888 w 533400"/>
                <a:gd name="connsiteY5" fmla="*/ 38454 h 100012"/>
                <a:gd name="connsiteX6" fmla="*/ 300038 w 533400"/>
                <a:gd name="connsiteY6" fmla="*/ 33337 h 100012"/>
                <a:gd name="connsiteX7" fmla="*/ 357138 w 533400"/>
                <a:gd name="connsiteY7" fmla="*/ 24166 h 100012"/>
                <a:gd name="connsiteX8" fmla="*/ 447626 w 533400"/>
                <a:gd name="connsiteY8" fmla="*/ 12260 h 100012"/>
                <a:gd name="connsiteX9" fmla="*/ 533400 w 533400"/>
                <a:gd name="connsiteY9" fmla="*/ 0 h 100012"/>
                <a:gd name="connsiteX10" fmla="*/ 533400 w 533400"/>
                <a:gd name="connsiteY10" fmla="*/ 76200 h 100012"/>
                <a:gd name="connsiteX11" fmla="*/ 333375 w 533400"/>
                <a:gd name="connsiteY11" fmla="*/ 95250 h 100012"/>
                <a:gd name="connsiteX12" fmla="*/ 135731 w 533400"/>
                <a:gd name="connsiteY12" fmla="*/ 100012 h 100012"/>
                <a:gd name="connsiteX13" fmla="*/ 0 w 533400"/>
                <a:gd name="connsiteY13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42813 w 533400"/>
                <a:gd name="connsiteY2" fmla="*/ 62266 h 100012"/>
                <a:gd name="connsiteX3" fmla="*/ 145681 w 533400"/>
                <a:gd name="connsiteY3" fmla="*/ 66675 h 100012"/>
                <a:gd name="connsiteX4" fmla="*/ 219026 w 533400"/>
                <a:gd name="connsiteY4" fmla="*/ 0 h 100012"/>
                <a:gd name="connsiteX5" fmla="*/ 261888 w 533400"/>
                <a:gd name="connsiteY5" fmla="*/ 38454 h 100012"/>
                <a:gd name="connsiteX6" fmla="*/ 300038 w 533400"/>
                <a:gd name="connsiteY6" fmla="*/ 33337 h 100012"/>
                <a:gd name="connsiteX7" fmla="*/ 357138 w 533400"/>
                <a:gd name="connsiteY7" fmla="*/ 24166 h 100012"/>
                <a:gd name="connsiteX8" fmla="*/ 447626 w 533400"/>
                <a:gd name="connsiteY8" fmla="*/ 12260 h 100012"/>
                <a:gd name="connsiteX9" fmla="*/ 533400 w 533400"/>
                <a:gd name="connsiteY9" fmla="*/ 0 h 100012"/>
                <a:gd name="connsiteX10" fmla="*/ 533400 w 533400"/>
                <a:gd name="connsiteY10" fmla="*/ 76200 h 100012"/>
                <a:gd name="connsiteX11" fmla="*/ 333375 w 533400"/>
                <a:gd name="connsiteY11" fmla="*/ 95250 h 100012"/>
                <a:gd name="connsiteX12" fmla="*/ 135731 w 533400"/>
                <a:gd name="connsiteY12" fmla="*/ 100012 h 100012"/>
                <a:gd name="connsiteX13" fmla="*/ 0 w 533400"/>
                <a:gd name="connsiteY13" fmla="*/ 100012 h 100012"/>
                <a:gd name="connsiteX0" fmla="*/ 0 w 533400"/>
                <a:gd name="connsiteY0" fmla="*/ 154426 h 154426"/>
                <a:gd name="connsiteX1" fmla="*/ 4763 w 533400"/>
                <a:gd name="connsiteY1" fmla="*/ 121089 h 154426"/>
                <a:gd name="connsiteX2" fmla="*/ 42813 w 533400"/>
                <a:gd name="connsiteY2" fmla="*/ 116680 h 154426"/>
                <a:gd name="connsiteX3" fmla="*/ 145681 w 533400"/>
                <a:gd name="connsiteY3" fmla="*/ 121089 h 154426"/>
                <a:gd name="connsiteX4" fmla="*/ 219026 w 533400"/>
                <a:gd name="connsiteY4" fmla="*/ 54414 h 154426"/>
                <a:gd name="connsiteX5" fmla="*/ 242838 w 533400"/>
                <a:gd name="connsiteY5" fmla="*/ 0 h 154426"/>
                <a:gd name="connsiteX6" fmla="*/ 300038 w 533400"/>
                <a:gd name="connsiteY6" fmla="*/ 87751 h 154426"/>
                <a:gd name="connsiteX7" fmla="*/ 357138 w 533400"/>
                <a:gd name="connsiteY7" fmla="*/ 78580 h 154426"/>
                <a:gd name="connsiteX8" fmla="*/ 447626 w 533400"/>
                <a:gd name="connsiteY8" fmla="*/ 66674 h 154426"/>
                <a:gd name="connsiteX9" fmla="*/ 533400 w 533400"/>
                <a:gd name="connsiteY9" fmla="*/ 54414 h 154426"/>
                <a:gd name="connsiteX10" fmla="*/ 533400 w 533400"/>
                <a:gd name="connsiteY10" fmla="*/ 130614 h 154426"/>
                <a:gd name="connsiteX11" fmla="*/ 333375 w 533400"/>
                <a:gd name="connsiteY11" fmla="*/ 149664 h 154426"/>
                <a:gd name="connsiteX12" fmla="*/ 135731 w 533400"/>
                <a:gd name="connsiteY12" fmla="*/ 154426 h 154426"/>
                <a:gd name="connsiteX13" fmla="*/ 0 w 533400"/>
                <a:gd name="connsiteY13" fmla="*/ 154426 h 154426"/>
                <a:gd name="connsiteX0" fmla="*/ 0 w 533400"/>
                <a:gd name="connsiteY0" fmla="*/ 190500 h 190500"/>
                <a:gd name="connsiteX1" fmla="*/ 4763 w 533400"/>
                <a:gd name="connsiteY1" fmla="*/ 157163 h 190500"/>
                <a:gd name="connsiteX2" fmla="*/ 42813 w 533400"/>
                <a:gd name="connsiteY2" fmla="*/ 152754 h 190500"/>
                <a:gd name="connsiteX3" fmla="*/ 145681 w 533400"/>
                <a:gd name="connsiteY3" fmla="*/ 157163 h 190500"/>
                <a:gd name="connsiteX4" fmla="*/ 219026 w 533400"/>
                <a:gd name="connsiteY4" fmla="*/ 90488 h 190500"/>
                <a:gd name="connsiteX5" fmla="*/ 242838 w 533400"/>
                <a:gd name="connsiteY5" fmla="*/ 36074 h 190500"/>
                <a:gd name="connsiteX6" fmla="*/ 257176 w 533400"/>
                <a:gd name="connsiteY6" fmla="*/ 0 h 190500"/>
                <a:gd name="connsiteX7" fmla="*/ 357138 w 533400"/>
                <a:gd name="connsiteY7" fmla="*/ 114654 h 190500"/>
                <a:gd name="connsiteX8" fmla="*/ 447626 w 533400"/>
                <a:gd name="connsiteY8" fmla="*/ 102748 h 190500"/>
                <a:gd name="connsiteX9" fmla="*/ 533400 w 533400"/>
                <a:gd name="connsiteY9" fmla="*/ 90488 h 190500"/>
                <a:gd name="connsiteX10" fmla="*/ 533400 w 533400"/>
                <a:gd name="connsiteY10" fmla="*/ 166688 h 190500"/>
                <a:gd name="connsiteX11" fmla="*/ 333375 w 533400"/>
                <a:gd name="connsiteY11" fmla="*/ 185738 h 190500"/>
                <a:gd name="connsiteX12" fmla="*/ 135731 w 533400"/>
                <a:gd name="connsiteY12" fmla="*/ 190500 h 190500"/>
                <a:gd name="connsiteX13" fmla="*/ 0 w 533400"/>
                <a:gd name="connsiteY13" fmla="*/ 190500 h 190500"/>
                <a:gd name="connsiteX0" fmla="*/ 0 w 533400"/>
                <a:gd name="connsiteY0" fmla="*/ 223484 h 223484"/>
                <a:gd name="connsiteX1" fmla="*/ 4763 w 533400"/>
                <a:gd name="connsiteY1" fmla="*/ 190147 h 223484"/>
                <a:gd name="connsiteX2" fmla="*/ 42813 w 533400"/>
                <a:gd name="connsiteY2" fmla="*/ 185738 h 223484"/>
                <a:gd name="connsiteX3" fmla="*/ 145681 w 533400"/>
                <a:gd name="connsiteY3" fmla="*/ 190147 h 223484"/>
                <a:gd name="connsiteX4" fmla="*/ 219026 w 533400"/>
                <a:gd name="connsiteY4" fmla="*/ 123472 h 223484"/>
                <a:gd name="connsiteX5" fmla="*/ 242838 w 533400"/>
                <a:gd name="connsiteY5" fmla="*/ 69058 h 223484"/>
                <a:gd name="connsiteX6" fmla="*/ 257176 w 533400"/>
                <a:gd name="connsiteY6" fmla="*/ 32984 h 223484"/>
                <a:gd name="connsiteX7" fmla="*/ 328563 w 533400"/>
                <a:gd name="connsiteY7" fmla="*/ 0 h 223484"/>
                <a:gd name="connsiteX8" fmla="*/ 447626 w 533400"/>
                <a:gd name="connsiteY8" fmla="*/ 135732 h 223484"/>
                <a:gd name="connsiteX9" fmla="*/ 533400 w 533400"/>
                <a:gd name="connsiteY9" fmla="*/ 123472 h 223484"/>
                <a:gd name="connsiteX10" fmla="*/ 533400 w 533400"/>
                <a:gd name="connsiteY10" fmla="*/ 199672 h 223484"/>
                <a:gd name="connsiteX11" fmla="*/ 333375 w 533400"/>
                <a:gd name="connsiteY11" fmla="*/ 218722 h 223484"/>
                <a:gd name="connsiteX12" fmla="*/ 135731 w 533400"/>
                <a:gd name="connsiteY12" fmla="*/ 223484 h 223484"/>
                <a:gd name="connsiteX13" fmla="*/ 0 w 533400"/>
                <a:gd name="connsiteY13" fmla="*/ 223484 h 223484"/>
                <a:gd name="connsiteX0" fmla="*/ 0 w 533400"/>
                <a:gd name="connsiteY0" fmla="*/ 223484 h 223484"/>
                <a:gd name="connsiteX1" fmla="*/ 4763 w 533400"/>
                <a:gd name="connsiteY1" fmla="*/ 190147 h 223484"/>
                <a:gd name="connsiteX2" fmla="*/ 42813 w 533400"/>
                <a:gd name="connsiteY2" fmla="*/ 185738 h 223484"/>
                <a:gd name="connsiteX3" fmla="*/ 145681 w 533400"/>
                <a:gd name="connsiteY3" fmla="*/ 190147 h 223484"/>
                <a:gd name="connsiteX4" fmla="*/ 219026 w 533400"/>
                <a:gd name="connsiteY4" fmla="*/ 123472 h 223484"/>
                <a:gd name="connsiteX5" fmla="*/ 242838 w 533400"/>
                <a:gd name="connsiteY5" fmla="*/ 69058 h 223484"/>
                <a:gd name="connsiteX6" fmla="*/ 257176 w 533400"/>
                <a:gd name="connsiteY6" fmla="*/ 32984 h 223484"/>
                <a:gd name="connsiteX7" fmla="*/ 328563 w 533400"/>
                <a:gd name="connsiteY7" fmla="*/ 0 h 223484"/>
                <a:gd name="connsiteX8" fmla="*/ 433339 w 533400"/>
                <a:gd name="connsiteY8" fmla="*/ 0 h 223484"/>
                <a:gd name="connsiteX9" fmla="*/ 533400 w 533400"/>
                <a:gd name="connsiteY9" fmla="*/ 123472 h 223484"/>
                <a:gd name="connsiteX10" fmla="*/ 533400 w 533400"/>
                <a:gd name="connsiteY10" fmla="*/ 199672 h 223484"/>
                <a:gd name="connsiteX11" fmla="*/ 333375 w 533400"/>
                <a:gd name="connsiteY11" fmla="*/ 218722 h 223484"/>
                <a:gd name="connsiteX12" fmla="*/ 135731 w 533400"/>
                <a:gd name="connsiteY12" fmla="*/ 223484 h 223484"/>
                <a:gd name="connsiteX13" fmla="*/ 0 w 533400"/>
                <a:gd name="connsiteY13" fmla="*/ 223484 h 223484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9026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33339 w 533401"/>
                <a:gd name="connsiteY8" fmla="*/ 57503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33375 w 533401"/>
                <a:gd name="connsiteY11" fmla="*/ 276225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9026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52389 w 533401"/>
                <a:gd name="connsiteY8" fmla="*/ 31310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33375 w 533401"/>
                <a:gd name="connsiteY11" fmla="*/ 276225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1882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52389 w 533401"/>
                <a:gd name="connsiteY8" fmla="*/ 31310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33375 w 533401"/>
                <a:gd name="connsiteY11" fmla="*/ 276225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1882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52389 w 533401"/>
                <a:gd name="connsiteY8" fmla="*/ 31310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11894 w 533401"/>
                <a:gd name="connsiteY11" fmla="*/ 180976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311894 w 533401"/>
                <a:gd name="connsiteY11" fmla="*/ 202054 h 302065"/>
                <a:gd name="connsiteX12" fmla="*/ 135731 w 533401"/>
                <a:gd name="connsiteY12" fmla="*/ 302065 h 302065"/>
                <a:gd name="connsiteX13" fmla="*/ 0 w 533401"/>
                <a:gd name="connsiteY13" fmla="*/ 302065 h 302065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447626 w 533401"/>
                <a:gd name="connsiteY11" fmla="*/ 123826 h 302065"/>
                <a:gd name="connsiteX12" fmla="*/ 135731 w 533401"/>
                <a:gd name="connsiteY12" fmla="*/ 302065 h 302065"/>
                <a:gd name="connsiteX13" fmla="*/ 0 w 533401"/>
                <a:gd name="connsiteY13" fmla="*/ 302065 h 302065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447626 w 533401"/>
                <a:gd name="connsiteY11" fmla="*/ 123826 h 302065"/>
                <a:gd name="connsiteX12" fmla="*/ 135731 w 533401"/>
                <a:gd name="connsiteY12" fmla="*/ 302065 h 302065"/>
                <a:gd name="connsiteX13" fmla="*/ 328563 w 533401"/>
                <a:gd name="connsiteY13" fmla="*/ 136088 h 302065"/>
                <a:gd name="connsiteX14" fmla="*/ 0 w 533401"/>
                <a:gd name="connsiteY14" fmla="*/ 302065 h 302065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447626 w 533401"/>
                <a:gd name="connsiteY11" fmla="*/ 123826 h 302065"/>
                <a:gd name="connsiteX12" fmla="*/ 380526 w 533401"/>
                <a:gd name="connsiteY12" fmla="*/ 135732 h 302065"/>
                <a:gd name="connsiteX13" fmla="*/ 328563 w 533401"/>
                <a:gd name="connsiteY13" fmla="*/ 136088 h 302065"/>
                <a:gd name="connsiteX14" fmla="*/ 0 w 533401"/>
                <a:gd name="connsiteY14" fmla="*/ 302065 h 302065"/>
                <a:gd name="connsiteX0" fmla="*/ 304750 w 528638"/>
                <a:gd name="connsiteY0" fmla="*/ 166688 h 268728"/>
                <a:gd name="connsiteX1" fmla="*/ 0 w 528638"/>
                <a:gd name="connsiteY1" fmla="*/ 268728 h 268728"/>
                <a:gd name="connsiteX2" fmla="*/ 38050 w 528638"/>
                <a:gd name="connsiteY2" fmla="*/ 264319 h 268728"/>
                <a:gd name="connsiteX3" fmla="*/ 140918 w 528638"/>
                <a:gd name="connsiteY3" fmla="*/ 268728 h 268728"/>
                <a:gd name="connsiteX4" fmla="*/ 207119 w 528638"/>
                <a:gd name="connsiteY4" fmla="*/ 202053 h 268728"/>
                <a:gd name="connsiteX5" fmla="*/ 238075 w 528638"/>
                <a:gd name="connsiteY5" fmla="*/ 147639 h 268728"/>
                <a:gd name="connsiteX6" fmla="*/ 252413 w 528638"/>
                <a:gd name="connsiteY6" fmla="*/ 111565 h 268728"/>
                <a:gd name="connsiteX7" fmla="*/ 323800 w 528638"/>
                <a:gd name="connsiteY7" fmla="*/ 78581 h 268728"/>
                <a:gd name="connsiteX8" fmla="*/ 447626 w 528638"/>
                <a:gd name="connsiteY8" fmla="*/ 52388 h 268728"/>
                <a:gd name="connsiteX9" fmla="*/ 528638 w 528638"/>
                <a:gd name="connsiteY9" fmla="*/ 21078 h 268728"/>
                <a:gd name="connsiteX10" fmla="*/ 528637 w 528638"/>
                <a:gd name="connsiteY10" fmla="*/ 85725 h 268728"/>
                <a:gd name="connsiteX11" fmla="*/ 442863 w 528638"/>
                <a:gd name="connsiteY11" fmla="*/ 123826 h 268728"/>
                <a:gd name="connsiteX12" fmla="*/ 375763 w 528638"/>
                <a:gd name="connsiteY12" fmla="*/ 135732 h 268728"/>
                <a:gd name="connsiteX13" fmla="*/ 323800 w 528638"/>
                <a:gd name="connsiteY13" fmla="*/ 136088 h 268728"/>
                <a:gd name="connsiteX14" fmla="*/ 304750 w 528638"/>
                <a:gd name="connsiteY14" fmla="*/ 166688 h 268728"/>
                <a:gd name="connsiteX0" fmla="*/ 266700 w 490588"/>
                <a:gd name="connsiteY0" fmla="*/ 166688 h 268728"/>
                <a:gd name="connsiteX1" fmla="*/ 259555 w 490588"/>
                <a:gd name="connsiteY1" fmla="*/ 268728 h 268728"/>
                <a:gd name="connsiteX2" fmla="*/ 0 w 490588"/>
                <a:gd name="connsiteY2" fmla="*/ 264319 h 268728"/>
                <a:gd name="connsiteX3" fmla="*/ 102868 w 490588"/>
                <a:gd name="connsiteY3" fmla="*/ 268728 h 268728"/>
                <a:gd name="connsiteX4" fmla="*/ 169069 w 490588"/>
                <a:gd name="connsiteY4" fmla="*/ 202053 h 268728"/>
                <a:gd name="connsiteX5" fmla="*/ 200025 w 490588"/>
                <a:gd name="connsiteY5" fmla="*/ 147639 h 268728"/>
                <a:gd name="connsiteX6" fmla="*/ 214363 w 490588"/>
                <a:gd name="connsiteY6" fmla="*/ 111565 h 268728"/>
                <a:gd name="connsiteX7" fmla="*/ 285750 w 490588"/>
                <a:gd name="connsiteY7" fmla="*/ 78581 h 268728"/>
                <a:gd name="connsiteX8" fmla="*/ 409576 w 490588"/>
                <a:gd name="connsiteY8" fmla="*/ 52388 h 268728"/>
                <a:gd name="connsiteX9" fmla="*/ 490588 w 490588"/>
                <a:gd name="connsiteY9" fmla="*/ 21078 h 268728"/>
                <a:gd name="connsiteX10" fmla="*/ 490587 w 490588"/>
                <a:gd name="connsiteY10" fmla="*/ 85725 h 268728"/>
                <a:gd name="connsiteX11" fmla="*/ 404813 w 490588"/>
                <a:gd name="connsiteY11" fmla="*/ 123826 h 268728"/>
                <a:gd name="connsiteX12" fmla="*/ 337713 w 490588"/>
                <a:gd name="connsiteY12" fmla="*/ 135732 h 268728"/>
                <a:gd name="connsiteX13" fmla="*/ 285750 w 490588"/>
                <a:gd name="connsiteY13" fmla="*/ 136088 h 268728"/>
                <a:gd name="connsiteX14" fmla="*/ 266700 w 490588"/>
                <a:gd name="connsiteY14" fmla="*/ 166688 h 268728"/>
                <a:gd name="connsiteX0" fmla="*/ 163832 w 387720"/>
                <a:gd name="connsiteY0" fmla="*/ 166688 h 297305"/>
                <a:gd name="connsiteX1" fmla="*/ 156687 w 387720"/>
                <a:gd name="connsiteY1" fmla="*/ 268728 h 297305"/>
                <a:gd name="connsiteX2" fmla="*/ 75725 w 387720"/>
                <a:gd name="connsiteY2" fmla="*/ 297305 h 297305"/>
                <a:gd name="connsiteX3" fmla="*/ 0 w 387720"/>
                <a:gd name="connsiteY3" fmla="*/ 268728 h 297305"/>
                <a:gd name="connsiteX4" fmla="*/ 66201 w 387720"/>
                <a:gd name="connsiteY4" fmla="*/ 202053 h 297305"/>
                <a:gd name="connsiteX5" fmla="*/ 97157 w 387720"/>
                <a:gd name="connsiteY5" fmla="*/ 147639 h 297305"/>
                <a:gd name="connsiteX6" fmla="*/ 111495 w 387720"/>
                <a:gd name="connsiteY6" fmla="*/ 111565 h 297305"/>
                <a:gd name="connsiteX7" fmla="*/ 182882 w 387720"/>
                <a:gd name="connsiteY7" fmla="*/ 78581 h 297305"/>
                <a:gd name="connsiteX8" fmla="*/ 306708 w 387720"/>
                <a:gd name="connsiteY8" fmla="*/ 52388 h 297305"/>
                <a:gd name="connsiteX9" fmla="*/ 387720 w 387720"/>
                <a:gd name="connsiteY9" fmla="*/ 21078 h 297305"/>
                <a:gd name="connsiteX10" fmla="*/ 387719 w 387720"/>
                <a:gd name="connsiteY10" fmla="*/ 85725 h 297305"/>
                <a:gd name="connsiteX11" fmla="*/ 301945 w 387720"/>
                <a:gd name="connsiteY11" fmla="*/ 123826 h 297305"/>
                <a:gd name="connsiteX12" fmla="*/ 234845 w 387720"/>
                <a:gd name="connsiteY12" fmla="*/ 135732 h 297305"/>
                <a:gd name="connsiteX13" fmla="*/ 182882 w 387720"/>
                <a:gd name="connsiteY13" fmla="*/ 136088 h 297305"/>
                <a:gd name="connsiteX14" fmla="*/ 163832 w 387720"/>
                <a:gd name="connsiteY14" fmla="*/ 166688 h 297305"/>
                <a:gd name="connsiteX0" fmla="*/ 97631 w 321519"/>
                <a:gd name="connsiteY0" fmla="*/ 166688 h 297305"/>
                <a:gd name="connsiteX1" fmla="*/ 90486 w 321519"/>
                <a:gd name="connsiteY1" fmla="*/ 268728 h 297305"/>
                <a:gd name="connsiteX2" fmla="*/ 9524 w 321519"/>
                <a:gd name="connsiteY2" fmla="*/ 297305 h 297305"/>
                <a:gd name="connsiteX3" fmla="*/ 30955 w 321519"/>
                <a:gd name="connsiteY3" fmla="*/ 202054 h 297305"/>
                <a:gd name="connsiteX4" fmla="*/ 0 w 321519"/>
                <a:gd name="connsiteY4" fmla="*/ 202053 h 297305"/>
                <a:gd name="connsiteX5" fmla="*/ 30956 w 321519"/>
                <a:gd name="connsiteY5" fmla="*/ 147639 h 297305"/>
                <a:gd name="connsiteX6" fmla="*/ 45294 w 321519"/>
                <a:gd name="connsiteY6" fmla="*/ 111565 h 297305"/>
                <a:gd name="connsiteX7" fmla="*/ 116681 w 321519"/>
                <a:gd name="connsiteY7" fmla="*/ 78581 h 297305"/>
                <a:gd name="connsiteX8" fmla="*/ 240507 w 321519"/>
                <a:gd name="connsiteY8" fmla="*/ 52388 h 297305"/>
                <a:gd name="connsiteX9" fmla="*/ 321519 w 321519"/>
                <a:gd name="connsiteY9" fmla="*/ 21078 h 297305"/>
                <a:gd name="connsiteX10" fmla="*/ 321518 w 321519"/>
                <a:gd name="connsiteY10" fmla="*/ 85725 h 297305"/>
                <a:gd name="connsiteX11" fmla="*/ 235744 w 321519"/>
                <a:gd name="connsiteY11" fmla="*/ 123826 h 297305"/>
                <a:gd name="connsiteX12" fmla="*/ 168644 w 321519"/>
                <a:gd name="connsiteY12" fmla="*/ 135732 h 297305"/>
                <a:gd name="connsiteX13" fmla="*/ 116681 w 321519"/>
                <a:gd name="connsiteY13" fmla="*/ 136088 h 297305"/>
                <a:gd name="connsiteX14" fmla="*/ 97631 w 321519"/>
                <a:gd name="connsiteY14" fmla="*/ 166688 h 297305"/>
                <a:gd name="connsiteX0" fmla="*/ 97631 w 321519"/>
                <a:gd name="connsiteY0" fmla="*/ 166688 h 297305"/>
                <a:gd name="connsiteX1" fmla="*/ 90486 w 321519"/>
                <a:gd name="connsiteY1" fmla="*/ 268728 h 297305"/>
                <a:gd name="connsiteX2" fmla="*/ 9524 w 321519"/>
                <a:gd name="connsiteY2" fmla="*/ 297305 h 297305"/>
                <a:gd name="connsiteX3" fmla="*/ 30955 w 321519"/>
                <a:gd name="connsiteY3" fmla="*/ 202054 h 297305"/>
                <a:gd name="connsiteX4" fmla="*/ 0 w 321519"/>
                <a:gd name="connsiteY4" fmla="*/ 202053 h 297305"/>
                <a:gd name="connsiteX5" fmla="*/ 30956 w 321519"/>
                <a:gd name="connsiteY5" fmla="*/ 147639 h 297305"/>
                <a:gd name="connsiteX6" fmla="*/ 45294 w 321519"/>
                <a:gd name="connsiteY6" fmla="*/ 111565 h 297305"/>
                <a:gd name="connsiteX7" fmla="*/ 116681 w 321519"/>
                <a:gd name="connsiteY7" fmla="*/ 78581 h 297305"/>
                <a:gd name="connsiteX8" fmla="*/ 240507 w 321519"/>
                <a:gd name="connsiteY8" fmla="*/ 52388 h 297305"/>
                <a:gd name="connsiteX9" fmla="*/ 321519 w 321519"/>
                <a:gd name="connsiteY9" fmla="*/ 21078 h 297305"/>
                <a:gd name="connsiteX10" fmla="*/ 321518 w 321519"/>
                <a:gd name="connsiteY10" fmla="*/ 85725 h 297305"/>
                <a:gd name="connsiteX11" fmla="*/ 292894 w 321519"/>
                <a:gd name="connsiteY11" fmla="*/ 88107 h 297305"/>
                <a:gd name="connsiteX12" fmla="*/ 168644 w 321519"/>
                <a:gd name="connsiteY12" fmla="*/ 135732 h 297305"/>
                <a:gd name="connsiteX13" fmla="*/ 116681 w 321519"/>
                <a:gd name="connsiteY13" fmla="*/ 136088 h 297305"/>
                <a:gd name="connsiteX14" fmla="*/ 97631 w 321519"/>
                <a:gd name="connsiteY14" fmla="*/ 166688 h 297305"/>
                <a:gd name="connsiteX0" fmla="*/ 97631 w 326281"/>
                <a:gd name="connsiteY0" fmla="*/ 176213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168644 w 326281"/>
                <a:gd name="connsiteY12" fmla="*/ 145257 h 306830"/>
                <a:gd name="connsiteX13" fmla="*/ 116681 w 326281"/>
                <a:gd name="connsiteY13" fmla="*/ 145613 h 306830"/>
                <a:gd name="connsiteX14" fmla="*/ 97631 w 326281"/>
                <a:gd name="connsiteY14" fmla="*/ 176213 h 306830"/>
                <a:gd name="connsiteX0" fmla="*/ 97631 w 326281"/>
                <a:gd name="connsiteY0" fmla="*/ 176213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228176 w 326281"/>
                <a:gd name="connsiteY12" fmla="*/ 119063 h 306830"/>
                <a:gd name="connsiteX13" fmla="*/ 116681 w 326281"/>
                <a:gd name="connsiteY13" fmla="*/ 145613 h 306830"/>
                <a:gd name="connsiteX14" fmla="*/ 97631 w 326281"/>
                <a:gd name="connsiteY14" fmla="*/ 176213 h 306830"/>
                <a:gd name="connsiteX0" fmla="*/ 97631 w 326281"/>
                <a:gd name="connsiteY0" fmla="*/ 176213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228176 w 326281"/>
                <a:gd name="connsiteY12" fmla="*/ 119063 h 306830"/>
                <a:gd name="connsiteX13" fmla="*/ 166687 w 326281"/>
                <a:gd name="connsiteY13" fmla="*/ 136088 h 306830"/>
                <a:gd name="connsiteX14" fmla="*/ 97631 w 326281"/>
                <a:gd name="connsiteY14" fmla="*/ 176213 h 306830"/>
                <a:gd name="connsiteX0" fmla="*/ 114299 w 326281"/>
                <a:gd name="connsiteY0" fmla="*/ 154782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228176 w 326281"/>
                <a:gd name="connsiteY12" fmla="*/ 119063 h 306830"/>
                <a:gd name="connsiteX13" fmla="*/ 166687 w 326281"/>
                <a:gd name="connsiteY13" fmla="*/ 136088 h 306830"/>
                <a:gd name="connsiteX14" fmla="*/ 114299 w 326281"/>
                <a:gd name="connsiteY14" fmla="*/ 154782 h 306830"/>
                <a:gd name="connsiteX0" fmla="*/ 114299 w 326281"/>
                <a:gd name="connsiteY0" fmla="*/ 154782 h 306830"/>
                <a:gd name="connsiteX1" fmla="*/ 9524 w 326281"/>
                <a:gd name="connsiteY1" fmla="*/ 306830 h 306830"/>
                <a:gd name="connsiteX2" fmla="*/ 30955 w 326281"/>
                <a:gd name="connsiteY2" fmla="*/ 211579 h 306830"/>
                <a:gd name="connsiteX3" fmla="*/ 0 w 326281"/>
                <a:gd name="connsiteY3" fmla="*/ 211578 h 306830"/>
                <a:gd name="connsiteX4" fmla="*/ 30956 w 326281"/>
                <a:gd name="connsiteY4" fmla="*/ 157164 h 306830"/>
                <a:gd name="connsiteX5" fmla="*/ 45294 w 326281"/>
                <a:gd name="connsiteY5" fmla="*/ 121090 h 306830"/>
                <a:gd name="connsiteX6" fmla="*/ 116681 w 326281"/>
                <a:gd name="connsiteY6" fmla="*/ 88106 h 306830"/>
                <a:gd name="connsiteX7" fmla="*/ 240507 w 326281"/>
                <a:gd name="connsiteY7" fmla="*/ 61913 h 306830"/>
                <a:gd name="connsiteX8" fmla="*/ 321519 w 326281"/>
                <a:gd name="connsiteY8" fmla="*/ 30603 h 306830"/>
                <a:gd name="connsiteX9" fmla="*/ 326281 w 326281"/>
                <a:gd name="connsiteY9" fmla="*/ 85725 h 306830"/>
                <a:gd name="connsiteX10" fmla="*/ 292894 w 326281"/>
                <a:gd name="connsiteY10" fmla="*/ 97632 h 306830"/>
                <a:gd name="connsiteX11" fmla="*/ 228176 w 326281"/>
                <a:gd name="connsiteY11" fmla="*/ 119063 h 306830"/>
                <a:gd name="connsiteX12" fmla="*/ 166687 w 326281"/>
                <a:gd name="connsiteY12" fmla="*/ 136088 h 306830"/>
                <a:gd name="connsiteX13" fmla="*/ 114299 w 326281"/>
                <a:gd name="connsiteY13" fmla="*/ 154782 h 306830"/>
                <a:gd name="connsiteX0" fmla="*/ 114299 w 326281"/>
                <a:gd name="connsiteY0" fmla="*/ 154782 h 211579"/>
                <a:gd name="connsiteX1" fmla="*/ 30955 w 326281"/>
                <a:gd name="connsiteY1" fmla="*/ 211579 h 211579"/>
                <a:gd name="connsiteX2" fmla="*/ 0 w 326281"/>
                <a:gd name="connsiteY2" fmla="*/ 211578 h 211579"/>
                <a:gd name="connsiteX3" fmla="*/ 30956 w 326281"/>
                <a:gd name="connsiteY3" fmla="*/ 157164 h 211579"/>
                <a:gd name="connsiteX4" fmla="*/ 45294 w 326281"/>
                <a:gd name="connsiteY4" fmla="*/ 121090 h 211579"/>
                <a:gd name="connsiteX5" fmla="*/ 116681 w 326281"/>
                <a:gd name="connsiteY5" fmla="*/ 88106 h 211579"/>
                <a:gd name="connsiteX6" fmla="*/ 240507 w 326281"/>
                <a:gd name="connsiteY6" fmla="*/ 61913 h 211579"/>
                <a:gd name="connsiteX7" fmla="*/ 321519 w 326281"/>
                <a:gd name="connsiteY7" fmla="*/ 30603 h 211579"/>
                <a:gd name="connsiteX8" fmla="*/ 326281 w 326281"/>
                <a:gd name="connsiteY8" fmla="*/ 85725 h 211579"/>
                <a:gd name="connsiteX9" fmla="*/ 292894 w 326281"/>
                <a:gd name="connsiteY9" fmla="*/ 97632 h 211579"/>
                <a:gd name="connsiteX10" fmla="*/ 228176 w 326281"/>
                <a:gd name="connsiteY10" fmla="*/ 119063 h 211579"/>
                <a:gd name="connsiteX11" fmla="*/ 166687 w 326281"/>
                <a:gd name="connsiteY11" fmla="*/ 136088 h 211579"/>
                <a:gd name="connsiteX12" fmla="*/ 114299 w 326281"/>
                <a:gd name="connsiteY12" fmla="*/ 154782 h 211579"/>
                <a:gd name="connsiteX0" fmla="*/ 114299 w 326281"/>
                <a:gd name="connsiteY0" fmla="*/ 154782 h 211578"/>
                <a:gd name="connsiteX1" fmla="*/ 90486 w 326281"/>
                <a:gd name="connsiteY1" fmla="*/ 159546 h 211578"/>
                <a:gd name="connsiteX2" fmla="*/ 0 w 326281"/>
                <a:gd name="connsiteY2" fmla="*/ 211578 h 211578"/>
                <a:gd name="connsiteX3" fmla="*/ 30956 w 326281"/>
                <a:gd name="connsiteY3" fmla="*/ 157164 h 211578"/>
                <a:gd name="connsiteX4" fmla="*/ 45294 w 326281"/>
                <a:gd name="connsiteY4" fmla="*/ 121090 h 211578"/>
                <a:gd name="connsiteX5" fmla="*/ 116681 w 326281"/>
                <a:gd name="connsiteY5" fmla="*/ 88106 h 211578"/>
                <a:gd name="connsiteX6" fmla="*/ 240507 w 326281"/>
                <a:gd name="connsiteY6" fmla="*/ 61913 h 211578"/>
                <a:gd name="connsiteX7" fmla="*/ 321519 w 326281"/>
                <a:gd name="connsiteY7" fmla="*/ 30603 h 211578"/>
                <a:gd name="connsiteX8" fmla="*/ 326281 w 326281"/>
                <a:gd name="connsiteY8" fmla="*/ 85725 h 211578"/>
                <a:gd name="connsiteX9" fmla="*/ 292894 w 326281"/>
                <a:gd name="connsiteY9" fmla="*/ 97632 h 211578"/>
                <a:gd name="connsiteX10" fmla="*/ 228176 w 326281"/>
                <a:gd name="connsiteY10" fmla="*/ 119063 h 211578"/>
                <a:gd name="connsiteX11" fmla="*/ 166687 w 326281"/>
                <a:gd name="connsiteY11" fmla="*/ 136088 h 211578"/>
                <a:gd name="connsiteX12" fmla="*/ 114299 w 326281"/>
                <a:gd name="connsiteY12" fmla="*/ 154782 h 211578"/>
                <a:gd name="connsiteX0" fmla="*/ 114299 w 326281"/>
                <a:gd name="connsiteY0" fmla="*/ 154782 h 211578"/>
                <a:gd name="connsiteX1" fmla="*/ 90486 w 326281"/>
                <a:gd name="connsiteY1" fmla="*/ 159546 h 211578"/>
                <a:gd name="connsiteX2" fmla="*/ 0 w 326281"/>
                <a:gd name="connsiteY2" fmla="*/ 211578 h 211578"/>
                <a:gd name="connsiteX3" fmla="*/ 30956 w 326281"/>
                <a:gd name="connsiteY3" fmla="*/ 157164 h 211578"/>
                <a:gd name="connsiteX4" fmla="*/ 45294 w 326281"/>
                <a:gd name="connsiteY4" fmla="*/ 121090 h 211578"/>
                <a:gd name="connsiteX5" fmla="*/ 116681 w 326281"/>
                <a:gd name="connsiteY5" fmla="*/ 88106 h 211578"/>
                <a:gd name="connsiteX6" fmla="*/ 240507 w 326281"/>
                <a:gd name="connsiteY6" fmla="*/ 61913 h 211578"/>
                <a:gd name="connsiteX7" fmla="*/ 321519 w 326281"/>
                <a:gd name="connsiteY7" fmla="*/ 30603 h 211578"/>
                <a:gd name="connsiteX8" fmla="*/ 326281 w 326281"/>
                <a:gd name="connsiteY8" fmla="*/ 85725 h 211578"/>
                <a:gd name="connsiteX9" fmla="*/ 292894 w 326281"/>
                <a:gd name="connsiteY9" fmla="*/ 97632 h 211578"/>
                <a:gd name="connsiteX10" fmla="*/ 228176 w 326281"/>
                <a:gd name="connsiteY10" fmla="*/ 119063 h 211578"/>
                <a:gd name="connsiteX11" fmla="*/ 166687 w 326281"/>
                <a:gd name="connsiteY11" fmla="*/ 136088 h 211578"/>
                <a:gd name="connsiteX12" fmla="*/ 114299 w 326281"/>
                <a:gd name="connsiteY12" fmla="*/ 154782 h 211578"/>
                <a:gd name="connsiteX0" fmla="*/ 83343 w 295325"/>
                <a:gd name="connsiteY0" fmla="*/ 154782 h 159546"/>
                <a:gd name="connsiteX1" fmla="*/ 59530 w 295325"/>
                <a:gd name="connsiteY1" fmla="*/ 159546 h 159546"/>
                <a:gd name="connsiteX2" fmla="*/ 0 w 295325"/>
                <a:gd name="connsiteY2" fmla="*/ 157164 h 159546"/>
                <a:gd name="connsiteX3" fmla="*/ 14338 w 295325"/>
                <a:gd name="connsiteY3" fmla="*/ 121090 h 159546"/>
                <a:gd name="connsiteX4" fmla="*/ 85725 w 295325"/>
                <a:gd name="connsiteY4" fmla="*/ 88106 h 159546"/>
                <a:gd name="connsiteX5" fmla="*/ 209551 w 295325"/>
                <a:gd name="connsiteY5" fmla="*/ 61913 h 159546"/>
                <a:gd name="connsiteX6" fmla="*/ 290563 w 295325"/>
                <a:gd name="connsiteY6" fmla="*/ 30603 h 159546"/>
                <a:gd name="connsiteX7" fmla="*/ 295325 w 295325"/>
                <a:gd name="connsiteY7" fmla="*/ 85725 h 159546"/>
                <a:gd name="connsiteX8" fmla="*/ 261938 w 295325"/>
                <a:gd name="connsiteY8" fmla="*/ 97632 h 159546"/>
                <a:gd name="connsiteX9" fmla="*/ 197220 w 295325"/>
                <a:gd name="connsiteY9" fmla="*/ 119063 h 159546"/>
                <a:gd name="connsiteX10" fmla="*/ 135731 w 295325"/>
                <a:gd name="connsiteY10" fmla="*/ 136088 h 159546"/>
                <a:gd name="connsiteX11" fmla="*/ 83343 w 295325"/>
                <a:gd name="connsiteY11" fmla="*/ 154782 h 159546"/>
                <a:gd name="connsiteX0" fmla="*/ 83343 w 295325"/>
                <a:gd name="connsiteY0" fmla="*/ 154782 h 159546"/>
                <a:gd name="connsiteX1" fmla="*/ 59530 w 295325"/>
                <a:gd name="connsiteY1" fmla="*/ 159546 h 159546"/>
                <a:gd name="connsiteX2" fmla="*/ 0 w 295325"/>
                <a:gd name="connsiteY2" fmla="*/ 159546 h 159546"/>
                <a:gd name="connsiteX3" fmla="*/ 14338 w 295325"/>
                <a:gd name="connsiteY3" fmla="*/ 121090 h 159546"/>
                <a:gd name="connsiteX4" fmla="*/ 85725 w 295325"/>
                <a:gd name="connsiteY4" fmla="*/ 88106 h 159546"/>
                <a:gd name="connsiteX5" fmla="*/ 209551 w 295325"/>
                <a:gd name="connsiteY5" fmla="*/ 61913 h 159546"/>
                <a:gd name="connsiteX6" fmla="*/ 290563 w 295325"/>
                <a:gd name="connsiteY6" fmla="*/ 30603 h 159546"/>
                <a:gd name="connsiteX7" fmla="*/ 295325 w 295325"/>
                <a:gd name="connsiteY7" fmla="*/ 85725 h 159546"/>
                <a:gd name="connsiteX8" fmla="*/ 261938 w 295325"/>
                <a:gd name="connsiteY8" fmla="*/ 97632 h 159546"/>
                <a:gd name="connsiteX9" fmla="*/ 197220 w 295325"/>
                <a:gd name="connsiteY9" fmla="*/ 119063 h 159546"/>
                <a:gd name="connsiteX10" fmla="*/ 135731 w 295325"/>
                <a:gd name="connsiteY10" fmla="*/ 136088 h 159546"/>
                <a:gd name="connsiteX11" fmla="*/ 83343 w 295325"/>
                <a:gd name="connsiteY11" fmla="*/ 154782 h 159546"/>
                <a:gd name="connsiteX0" fmla="*/ 83343 w 295325"/>
                <a:gd name="connsiteY0" fmla="*/ 154782 h 159546"/>
                <a:gd name="connsiteX1" fmla="*/ 59530 w 295325"/>
                <a:gd name="connsiteY1" fmla="*/ 159546 h 159546"/>
                <a:gd name="connsiteX2" fmla="*/ 0 w 295325"/>
                <a:gd name="connsiteY2" fmla="*/ 159546 h 159546"/>
                <a:gd name="connsiteX3" fmla="*/ 14338 w 295325"/>
                <a:gd name="connsiteY3" fmla="*/ 121090 h 159546"/>
                <a:gd name="connsiteX4" fmla="*/ 85725 w 295325"/>
                <a:gd name="connsiteY4" fmla="*/ 88106 h 159546"/>
                <a:gd name="connsiteX5" fmla="*/ 209551 w 295325"/>
                <a:gd name="connsiteY5" fmla="*/ 61913 h 159546"/>
                <a:gd name="connsiteX6" fmla="*/ 290563 w 295325"/>
                <a:gd name="connsiteY6" fmla="*/ 30603 h 159546"/>
                <a:gd name="connsiteX7" fmla="*/ 295325 w 295325"/>
                <a:gd name="connsiteY7" fmla="*/ 85725 h 159546"/>
                <a:gd name="connsiteX8" fmla="*/ 261938 w 295325"/>
                <a:gd name="connsiteY8" fmla="*/ 97632 h 159546"/>
                <a:gd name="connsiteX9" fmla="*/ 197220 w 295325"/>
                <a:gd name="connsiteY9" fmla="*/ 119063 h 159546"/>
                <a:gd name="connsiteX10" fmla="*/ 135731 w 295325"/>
                <a:gd name="connsiteY10" fmla="*/ 136088 h 159546"/>
                <a:gd name="connsiteX11" fmla="*/ 83343 w 295325"/>
                <a:gd name="connsiteY11" fmla="*/ 154782 h 159546"/>
                <a:gd name="connsiteX0" fmla="*/ 111919 w 323901"/>
                <a:gd name="connsiteY0" fmla="*/ 154782 h 211579"/>
                <a:gd name="connsiteX1" fmla="*/ 0 w 323901"/>
                <a:gd name="connsiteY1" fmla="*/ 211579 h 211579"/>
                <a:gd name="connsiteX2" fmla="*/ 28576 w 323901"/>
                <a:gd name="connsiteY2" fmla="*/ 159546 h 211579"/>
                <a:gd name="connsiteX3" fmla="*/ 42914 w 323901"/>
                <a:gd name="connsiteY3" fmla="*/ 121090 h 211579"/>
                <a:gd name="connsiteX4" fmla="*/ 114301 w 323901"/>
                <a:gd name="connsiteY4" fmla="*/ 88106 h 211579"/>
                <a:gd name="connsiteX5" fmla="*/ 238127 w 323901"/>
                <a:gd name="connsiteY5" fmla="*/ 61913 h 211579"/>
                <a:gd name="connsiteX6" fmla="*/ 319139 w 323901"/>
                <a:gd name="connsiteY6" fmla="*/ 30603 h 211579"/>
                <a:gd name="connsiteX7" fmla="*/ 323901 w 323901"/>
                <a:gd name="connsiteY7" fmla="*/ 85725 h 211579"/>
                <a:gd name="connsiteX8" fmla="*/ 290514 w 323901"/>
                <a:gd name="connsiteY8" fmla="*/ 97632 h 211579"/>
                <a:gd name="connsiteX9" fmla="*/ 225796 w 323901"/>
                <a:gd name="connsiteY9" fmla="*/ 119063 h 211579"/>
                <a:gd name="connsiteX10" fmla="*/ 164307 w 323901"/>
                <a:gd name="connsiteY10" fmla="*/ 136088 h 211579"/>
                <a:gd name="connsiteX11" fmla="*/ 111919 w 323901"/>
                <a:gd name="connsiteY11" fmla="*/ 154782 h 211579"/>
                <a:gd name="connsiteX0" fmla="*/ 111919 w 323902"/>
                <a:gd name="connsiteY0" fmla="*/ 154782 h 211579"/>
                <a:gd name="connsiteX1" fmla="*/ 0 w 323902"/>
                <a:gd name="connsiteY1" fmla="*/ 211579 h 211579"/>
                <a:gd name="connsiteX2" fmla="*/ 28576 w 323902"/>
                <a:gd name="connsiteY2" fmla="*/ 159546 h 211579"/>
                <a:gd name="connsiteX3" fmla="*/ 42914 w 323902"/>
                <a:gd name="connsiteY3" fmla="*/ 121090 h 211579"/>
                <a:gd name="connsiteX4" fmla="*/ 114301 w 323902"/>
                <a:gd name="connsiteY4" fmla="*/ 88106 h 211579"/>
                <a:gd name="connsiteX5" fmla="*/ 238127 w 323902"/>
                <a:gd name="connsiteY5" fmla="*/ 61913 h 211579"/>
                <a:gd name="connsiteX6" fmla="*/ 323902 w 323902"/>
                <a:gd name="connsiteY6" fmla="*/ 30605 h 211579"/>
                <a:gd name="connsiteX7" fmla="*/ 323901 w 323902"/>
                <a:gd name="connsiteY7" fmla="*/ 85725 h 211579"/>
                <a:gd name="connsiteX8" fmla="*/ 290514 w 323902"/>
                <a:gd name="connsiteY8" fmla="*/ 97632 h 211579"/>
                <a:gd name="connsiteX9" fmla="*/ 225796 w 323902"/>
                <a:gd name="connsiteY9" fmla="*/ 119063 h 211579"/>
                <a:gd name="connsiteX10" fmla="*/ 164307 w 323902"/>
                <a:gd name="connsiteY10" fmla="*/ 136088 h 211579"/>
                <a:gd name="connsiteX11" fmla="*/ 111919 w 323902"/>
                <a:gd name="connsiteY11" fmla="*/ 154782 h 211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3902" h="211579">
                  <a:moveTo>
                    <a:pt x="111919" y="154782"/>
                  </a:moveTo>
                  <a:lnTo>
                    <a:pt x="0" y="211579"/>
                  </a:lnTo>
                  <a:lnTo>
                    <a:pt x="28576" y="159546"/>
                  </a:lnTo>
                  <a:lnTo>
                    <a:pt x="42914" y="121090"/>
                  </a:lnTo>
                  <a:lnTo>
                    <a:pt x="114301" y="88106"/>
                  </a:lnTo>
                  <a:lnTo>
                    <a:pt x="238127" y="61913"/>
                  </a:lnTo>
                  <a:lnTo>
                    <a:pt x="323902" y="30605"/>
                  </a:lnTo>
                  <a:cubicBezTo>
                    <a:pt x="323902" y="116330"/>
                    <a:pt x="323901" y="0"/>
                    <a:pt x="323901" y="85725"/>
                  </a:cubicBezTo>
                  <a:lnTo>
                    <a:pt x="290514" y="97632"/>
                  </a:lnTo>
                  <a:lnTo>
                    <a:pt x="225796" y="119063"/>
                  </a:lnTo>
                  <a:lnTo>
                    <a:pt x="164307" y="136088"/>
                  </a:lnTo>
                  <a:lnTo>
                    <a:pt x="111919" y="154782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0" name="Freeform 139"/>
            <p:cNvSpPr/>
            <p:nvPr/>
          </p:nvSpPr>
          <p:spPr>
            <a:xfrm>
              <a:off x="4929237" y="6643335"/>
              <a:ext cx="657225" cy="742950"/>
            </a:xfrm>
            <a:custGeom>
              <a:avLst/>
              <a:gdLst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495300 w 657225"/>
                <a:gd name="connsiteY4" fmla="*/ 481012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3825 h 738187"/>
                <a:gd name="connsiteX12" fmla="*/ 42863 w 657225"/>
                <a:gd name="connsiteY12" fmla="*/ 90487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495300 w 657225"/>
                <a:gd name="connsiteY4" fmla="*/ 481012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3825 h 738187"/>
                <a:gd name="connsiteX12" fmla="*/ 52388 w 657225"/>
                <a:gd name="connsiteY12" fmla="*/ 83343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495300 w 657225"/>
                <a:gd name="connsiteY4" fmla="*/ 481012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1444 h 738187"/>
                <a:gd name="connsiteX12" fmla="*/ 52388 w 657225"/>
                <a:gd name="connsiteY12" fmla="*/ 83343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502444 w 657225"/>
                <a:gd name="connsiteY4" fmla="*/ 466725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1444 h 738187"/>
                <a:gd name="connsiteX12" fmla="*/ 52388 w 657225"/>
                <a:gd name="connsiteY12" fmla="*/ 83343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81025 w 657225"/>
                <a:gd name="connsiteY23" fmla="*/ 481012 h 742950"/>
                <a:gd name="connsiteX24" fmla="*/ 619125 w 657225"/>
                <a:gd name="connsiteY24" fmla="*/ 547687 h 742950"/>
                <a:gd name="connsiteX25" fmla="*/ 647700 w 657225"/>
                <a:gd name="connsiteY25" fmla="*/ 638175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81025 w 657225"/>
                <a:gd name="connsiteY23" fmla="*/ 481012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90550 w 657225"/>
                <a:gd name="connsiteY23" fmla="*/ 497680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28588 w 657225"/>
                <a:gd name="connsiteY15" fmla="*/ 78581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33338 w 657225"/>
                <a:gd name="connsiteY12" fmla="*/ 57149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04838 w 657225"/>
                <a:gd name="connsiteY22" fmla="*/ 466724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07206 w 657225"/>
                <a:gd name="connsiteY5" fmla="*/ 414338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07206 w 657225"/>
                <a:gd name="connsiteY5" fmla="*/ 414338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42950 h 742950"/>
                <a:gd name="connsiteX29" fmla="*/ 538163 w 657225"/>
                <a:gd name="connsiteY29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7225" h="742950">
                  <a:moveTo>
                    <a:pt x="538163" y="742950"/>
                  </a:moveTo>
                  <a:lnTo>
                    <a:pt x="552450" y="638175"/>
                  </a:lnTo>
                  <a:lnTo>
                    <a:pt x="538163" y="581025"/>
                  </a:lnTo>
                  <a:lnTo>
                    <a:pt x="504825" y="523875"/>
                  </a:lnTo>
                  <a:cubicBezTo>
                    <a:pt x="504031" y="504825"/>
                    <a:pt x="503238" y="485775"/>
                    <a:pt x="502444" y="466725"/>
                  </a:cubicBezTo>
                  <a:lnTo>
                    <a:pt x="507206" y="414338"/>
                  </a:lnTo>
                  <a:lnTo>
                    <a:pt x="495300" y="342900"/>
                  </a:lnTo>
                  <a:lnTo>
                    <a:pt x="438150" y="285750"/>
                  </a:lnTo>
                  <a:lnTo>
                    <a:pt x="357188" y="247650"/>
                  </a:lnTo>
                  <a:lnTo>
                    <a:pt x="276225" y="214312"/>
                  </a:lnTo>
                  <a:lnTo>
                    <a:pt x="180975" y="171450"/>
                  </a:lnTo>
                  <a:lnTo>
                    <a:pt x="85725" y="121444"/>
                  </a:lnTo>
                  <a:lnTo>
                    <a:pt x="28575" y="52387"/>
                  </a:lnTo>
                  <a:lnTo>
                    <a:pt x="0" y="0"/>
                  </a:lnTo>
                  <a:lnTo>
                    <a:pt x="85725" y="0"/>
                  </a:lnTo>
                  <a:lnTo>
                    <a:pt x="119063" y="73819"/>
                  </a:lnTo>
                  <a:lnTo>
                    <a:pt x="214313" y="109537"/>
                  </a:lnTo>
                  <a:lnTo>
                    <a:pt x="304800" y="152400"/>
                  </a:lnTo>
                  <a:lnTo>
                    <a:pt x="400050" y="209550"/>
                  </a:lnTo>
                  <a:lnTo>
                    <a:pt x="519113" y="280987"/>
                  </a:lnTo>
                  <a:lnTo>
                    <a:pt x="576263" y="328612"/>
                  </a:lnTo>
                  <a:lnTo>
                    <a:pt x="628650" y="385762"/>
                  </a:lnTo>
                  <a:lnTo>
                    <a:pt x="621507" y="438149"/>
                  </a:lnTo>
                  <a:lnTo>
                    <a:pt x="590550" y="466724"/>
                  </a:lnTo>
                  <a:lnTo>
                    <a:pt x="619125" y="547687"/>
                  </a:lnTo>
                  <a:lnTo>
                    <a:pt x="657225" y="614362"/>
                  </a:lnTo>
                  <a:lnTo>
                    <a:pt x="652463" y="690562"/>
                  </a:lnTo>
                  <a:lnTo>
                    <a:pt x="657225" y="733425"/>
                  </a:lnTo>
                  <a:lnTo>
                    <a:pt x="657225" y="742950"/>
                  </a:lnTo>
                  <a:lnTo>
                    <a:pt x="538163" y="74295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5014963" y="6519509"/>
              <a:ext cx="1109664" cy="838200"/>
            </a:xfrm>
            <a:custGeom>
              <a:avLst/>
              <a:gdLst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057275 w 1109663"/>
                <a:gd name="connsiteY2" fmla="*/ 790575 h 838200"/>
                <a:gd name="connsiteX3" fmla="*/ 1109663 w 1109663"/>
                <a:gd name="connsiteY3" fmla="*/ 771525 h 838200"/>
                <a:gd name="connsiteX4" fmla="*/ 1009650 w 1109663"/>
                <a:gd name="connsiteY4" fmla="*/ 600075 h 838200"/>
                <a:gd name="connsiteX5" fmla="*/ 952500 w 1109663"/>
                <a:gd name="connsiteY5" fmla="*/ 476250 h 838200"/>
                <a:gd name="connsiteX6" fmla="*/ 766763 w 1109663"/>
                <a:gd name="connsiteY6" fmla="*/ 228600 h 838200"/>
                <a:gd name="connsiteX7" fmla="*/ 671513 w 1109663"/>
                <a:gd name="connsiteY7" fmla="*/ 119062 h 838200"/>
                <a:gd name="connsiteX8" fmla="*/ 604838 w 1109663"/>
                <a:gd name="connsiteY8" fmla="*/ 0 h 838200"/>
                <a:gd name="connsiteX9" fmla="*/ 447675 w 1109663"/>
                <a:gd name="connsiteY9" fmla="*/ 19050 h 838200"/>
                <a:gd name="connsiteX10" fmla="*/ 280988 w 1109663"/>
                <a:gd name="connsiteY10" fmla="*/ 57150 h 838200"/>
                <a:gd name="connsiteX11" fmla="*/ 119063 w 1109663"/>
                <a:gd name="connsiteY11" fmla="*/ 71437 h 838200"/>
                <a:gd name="connsiteX12" fmla="*/ 0 w 1109663"/>
                <a:gd name="connsiteY12" fmla="*/ 114300 h 838200"/>
                <a:gd name="connsiteX13" fmla="*/ 19050 w 1109663"/>
                <a:gd name="connsiteY13" fmla="*/ 161925 h 838200"/>
                <a:gd name="connsiteX14" fmla="*/ 23813 w 1109663"/>
                <a:gd name="connsiteY14" fmla="*/ 195262 h 838200"/>
                <a:gd name="connsiteX15" fmla="*/ 166688 w 1109663"/>
                <a:gd name="connsiteY15" fmla="*/ 252412 h 838200"/>
                <a:gd name="connsiteX16" fmla="*/ 338138 w 1109663"/>
                <a:gd name="connsiteY16" fmla="*/ 342900 h 838200"/>
                <a:gd name="connsiteX17" fmla="*/ 452438 w 1109663"/>
                <a:gd name="connsiteY17" fmla="*/ 423862 h 838200"/>
                <a:gd name="connsiteX18" fmla="*/ 538163 w 1109663"/>
                <a:gd name="connsiteY18" fmla="*/ 500062 h 838200"/>
                <a:gd name="connsiteX19" fmla="*/ 547688 w 1109663"/>
                <a:gd name="connsiteY19" fmla="*/ 552450 h 838200"/>
                <a:gd name="connsiteX20" fmla="*/ 514350 w 1109663"/>
                <a:gd name="connsiteY20" fmla="*/ 600075 h 838200"/>
                <a:gd name="connsiteX21" fmla="*/ 528638 w 1109663"/>
                <a:gd name="connsiteY21" fmla="*/ 652462 h 838200"/>
                <a:gd name="connsiteX22" fmla="*/ 566738 w 1109663"/>
                <a:gd name="connsiteY22" fmla="*/ 752475 h 838200"/>
                <a:gd name="connsiteX23" fmla="*/ 571500 w 1109663"/>
                <a:gd name="connsiteY23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028700 w 1109663"/>
                <a:gd name="connsiteY2" fmla="*/ 771525 h 838200"/>
                <a:gd name="connsiteX3" fmla="*/ 1109663 w 1109663"/>
                <a:gd name="connsiteY3" fmla="*/ 771525 h 838200"/>
                <a:gd name="connsiteX4" fmla="*/ 1009650 w 1109663"/>
                <a:gd name="connsiteY4" fmla="*/ 600075 h 838200"/>
                <a:gd name="connsiteX5" fmla="*/ 952500 w 1109663"/>
                <a:gd name="connsiteY5" fmla="*/ 476250 h 838200"/>
                <a:gd name="connsiteX6" fmla="*/ 766763 w 1109663"/>
                <a:gd name="connsiteY6" fmla="*/ 228600 h 838200"/>
                <a:gd name="connsiteX7" fmla="*/ 671513 w 1109663"/>
                <a:gd name="connsiteY7" fmla="*/ 119062 h 838200"/>
                <a:gd name="connsiteX8" fmla="*/ 604838 w 1109663"/>
                <a:gd name="connsiteY8" fmla="*/ 0 h 838200"/>
                <a:gd name="connsiteX9" fmla="*/ 447675 w 1109663"/>
                <a:gd name="connsiteY9" fmla="*/ 19050 h 838200"/>
                <a:gd name="connsiteX10" fmla="*/ 280988 w 1109663"/>
                <a:gd name="connsiteY10" fmla="*/ 57150 h 838200"/>
                <a:gd name="connsiteX11" fmla="*/ 119063 w 1109663"/>
                <a:gd name="connsiteY11" fmla="*/ 71437 h 838200"/>
                <a:gd name="connsiteX12" fmla="*/ 0 w 1109663"/>
                <a:gd name="connsiteY12" fmla="*/ 114300 h 838200"/>
                <a:gd name="connsiteX13" fmla="*/ 19050 w 1109663"/>
                <a:gd name="connsiteY13" fmla="*/ 161925 h 838200"/>
                <a:gd name="connsiteX14" fmla="*/ 23813 w 1109663"/>
                <a:gd name="connsiteY14" fmla="*/ 195262 h 838200"/>
                <a:gd name="connsiteX15" fmla="*/ 166688 w 1109663"/>
                <a:gd name="connsiteY15" fmla="*/ 252412 h 838200"/>
                <a:gd name="connsiteX16" fmla="*/ 338138 w 1109663"/>
                <a:gd name="connsiteY16" fmla="*/ 342900 h 838200"/>
                <a:gd name="connsiteX17" fmla="*/ 452438 w 1109663"/>
                <a:gd name="connsiteY17" fmla="*/ 423862 h 838200"/>
                <a:gd name="connsiteX18" fmla="*/ 538163 w 1109663"/>
                <a:gd name="connsiteY18" fmla="*/ 500062 h 838200"/>
                <a:gd name="connsiteX19" fmla="*/ 547688 w 1109663"/>
                <a:gd name="connsiteY19" fmla="*/ 552450 h 838200"/>
                <a:gd name="connsiteX20" fmla="*/ 514350 w 1109663"/>
                <a:gd name="connsiteY20" fmla="*/ 600075 h 838200"/>
                <a:gd name="connsiteX21" fmla="*/ 528638 w 1109663"/>
                <a:gd name="connsiteY21" fmla="*/ 652462 h 838200"/>
                <a:gd name="connsiteX22" fmla="*/ 566738 w 1109663"/>
                <a:gd name="connsiteY22" fmla="*/ 752475 h 838200"/>
                <a:gd name="connsiteX23" fmla="*/ 571500 w 1109663"/>
                <a:gd name="connsiteY23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988219 w 1109663"/>
                <a:gd name="connsiteY2" fmla="*/ 771525 h 838200"/>
                <a:gd name="connsiteX3" fmla="*/ 1109663 w 1109663"/>
                <a:gd name="connsiteY3" fmla="*/ 771525 h 838200"/>
                <a:gd name="connsiteX4" fmla="*/ 1009650 w 1109663"/>
                <a:gd name="connsiteY4" fmla="*/ 600075 h 838200"/>
                <a:gd name="connsiteX5" fmla="*/ 952500 w 1109663"/>
                <a:gd name="connsiteY5" fmla="*/ 476250 h 838200"/>
                <a:gd name="connsiteX6" fmla="*/ 766763 w 1109663"/>
                <a:gd name="connsiteY6" fmla="*/ 228600 h 838200"/>
                <a:gd name="connsiteX7" fmla="*/ 671513 w 1109663"/>
                <a:gd name="connsiteY7" fmla="*/ 119062 h 838200"/>
                <a:gd name="connsiteX8" fmla="*/ 604838 w 1109663"/>
                <a:gd name="connsiteY8" fmla="*/ 0 h 838200"/>
                <a:gd name="connsiteX9" fmla="*/ 447675 w 1109663"/>
                <a:gd name="connsiteY9" fmla="*/ 19050 h 838200"/>
                <a:gd name="connsiteX10" fmla="*/ 280988 w 1109663"/>
                <a:gd name="connsiteY10" fmla="*/ 57150 h 838200"/>
                <a:gd name="connsiteX11" fmla="*/ 119063 w 1109663"/>
                <a:gd name="connsiteY11" fmla="*/ 71437 h 838200"/>
                <a:gd name="connsiteX12" fmla="*/ 0 w 1109663"/>
                <a:gd name="connsiteY12" fmla="*/ 114300 h 838200"/>
                <a:gd name="connsiteX13" fmla="*/ 19050 w 1109663"/>
                <a:gd name="connsiteY13" fmla="*/ 161925 h 838200"/>
                <a:gd name="connsiteX14" fmla="*/ 23813 w 1109663"/>
                <a:gd name="connsiteY14" fmla="*/ 195262 h 838200"/>
                <a:gd name="connsiteX15" fmla="*/ 166688 w 1109663"/>
                <a:gd name="connsiteY15" fmla="*/ 252412 h 838200"/>
                <a:gd name="connsiteX16" fmla="*/ 338138 w 1109663"/>
                <a:gd name="connsiteY16" fmla="*/ 342900 h 838200"/>
                <a:gd name="connsiteX17" fmla="*/ 452438 w 1109663"/>
                <a:gd name="connsiteY17" fmla="*/ 423862 h 838200"/>
                <a:gd name="connsiteX18" fmla="*/ 538163 w 1109663"/>
                <a:gd name="connsiteY18" fmla="*/ 500062 h 838200"/>
                <a:gd name="connsiteX19" fmla="*/ 547688 w 1109663"/>
                <a:gd name="connsiteY19" fmla="*/ 552450 h 838200"/>
                <a:gd name="connsiteX20" fmla="*/ 514350 w 1109663"/>
                <a:gd name="connsiteY20" fmla="*/ 600075 h 838200"/>
                <a:gd name="connsiteX21" fmla="*/ 528638 w 1109663"/>
                <a:gd name="connsiteY21" fmla="*/ 652462 h 838200"/>
                <a:gd name="connsiteX22" fmla="*/ 566738 w 1109663"/>
                <a:gd name="connsiteY22" fmla="*/ 752475 h 838200"/>
                <a:gd name="connsiteX23" fmla="*/ 571500 w 1109663"/>
                <a:gd name="connsiteY23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66738 w 1109663"/>
                <a:gd name="connsiteY21" fmla="*/ 75247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3342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3342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3342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02444 w 1109663"/>
                <a:gd name="connsiteY19" fmla="*/ 621506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04825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07206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0544 w 1109663"/>
                <a:gd name="connsiteY18" fmla="*/ 561975 h 838200"/>
                <a:gd name="connsiteX19" fmla="*/ 507206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0544 w 1109663"/>
                <a:gd name="connsiteY18" fmla="*/ 561975 h 838200"/>
                <a:gd name="connsiteX19" fmla="*/ 507206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09650 w 1109664"/>
                <a:gd name="connsiteY3" fmla="*/ 600075 h 838200"/>
                <a:gd name="connsiteX4" fmla="*/ 952500 w 1109664"/>
                <a:gd name="connsiteY4" fmla="*/ 476250 h 838200"/>
                <a:gd name="connsiteX5" fmla="*/ 766763 w 1109664"/>
                <a:gd name="connsiteY5" fmla="*/ 228600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52500 w 1109664"/>
                <a:gd name="connsiteY4" fmla="*/ 476250 h 838200"/>
                <a:gd name="connsiteX5" fmla="*/ 766763 w 1109664"/>
                <a:gd name="connsiteY5" fmla="*/ 228600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66763 w 1109664"/>
                <a:gd name="connsiteY5" fmla="*/ 228600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461 w 1109664"/>
                <a:gd name="connsiteY6" fmla="*/ 64024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671461 w 1109664"/>
                <a:gd name="connsiteY1" fmla="*/ 724254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461 w 1109664"/>
                <a:gd name="connsiteY6" fmla="*/ 64024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461 w 1109664"/>
                <a:gd name="connsiteY6" fmla="*/ 64024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1109664 w 1109664"/>
                <a:gd name="connsiteY3" fmla="*/ 590550 h 838200"/>
                <a:gd name="connsiteX4" fmla="*/ 1016794 w 1109664"/>
                <a:gd name="connsiteY4" fmla="*/ 481366 h 838200"/>
                <a:gd name="connsiteX5" fmla="*/ 947738 w 1109664"/>
                <a:gd name="connsiteY5" fmla="*/ 372095 h 838200"/>
                <a:gd name="connsiteX6" fmla="*/ 771525 w 1109664"/>
                <a:gd name="connsiteY6" fmla="*/ 190993 h 838200"/>
                <a:gd name="connsiteX7" fmla="*/ 671461 w 1109664"/>
                <a:gd name="connsiteY7" fmla="*/ 64024 h 838200"/>
                <a:gd name="connsiteX8" fmla="*/ 604838 w 1109664"/>
                <a:gd name="connsiteY8" fmla="*/ 0 h 838200"/>
                <a:gd name="connsiteX9" fmla="*/ 447675 w 1109664"/>
                <a:gd name="connsiteY9" fmla="*/ 19050 h 838200"/>
                <a:gd name="connsiteX10" fmla="*/ 280988 w 1109664"/>
                <a:gd name="connsiteY10" fmla="*/ 57150 h 838200"/>
                <a:gd name="connsiteX11" fmla="*/ 119063 w 1109664"/>
                <a:gd name="connsiteY11" fmla="*/ 71437 h 838200"/>
                <a:gd name="connsiteX12" fmla="*/ 0 w 1109664"/>
                <a:gd name="connsiteY12" fmla="*/ 114300 h 838200"/>
                <a:gd name="connsiteX13" fmla="*/ 19050 w 1109664"/>
                <a:gd name="connsiteY13" fmla="*/ 161925 h 838200"/>
                <a:gd name="connsiteX14" fmla="*/ 23813 w 1109664"/>
                <a:gd name="connsiteY14" fmla="*/ 195262 h 838200"/>
                <a:gd name="connsiteX15" fmla="*/ 166688 w 1109664"/>
                <a:gd name="connsiteY15" fmla="*/ 252412 h 838200"/>
                <a:gd name="connsiteX16" fmla="*/ 338138 w 1109664"/>
                <a:gd name="connsiteY16" fmla="*/ 342900 h 838200"/>
                <a:gd name="connsiteX17" fmla="*/ 452438 w 1109664"/>
                <a:gd name="connsiteY17" fmla="*/ 423862 h 838200"/>
                <a:gd name="connsiteX18" fmla="*/ 538163 w 1109664"/>
                <a:gd name="connsiteY18" fmla="*/ 500062 h 838200"/>
                <a:gd name="connsiteX19" fmla="*/ 540544 w 1109664"/>
                <a:gd name="connsiteY19" fmla="*/ 561975 h 838200"/>
                <a:gd name="connsiteX20" fmla="*/ 507206 w 1109664"/>
                <a:gd name="connsiteY20" fmla="*/ 590550 h 838200"/>
                <a:gd name="connsiteX21" fmla="*/ 528638 w 1109664"/>
                <a:gd name="connsiteY21" fmla="*/ 652462 h 838200"/>
                <a:gd name="connsiteX22" fmla="*/ 571500 w 1109664"/>
                <a:gd name="connsiteY22" fmla="*/ 742949 h 838200"/>
                <a:gd name="connsiteX23" fmla="*/ 571500 w 1109664"/>
                <a:gd name="connsiteY23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109664 w 1109664"/>
                <a:gd name="connsiteY4" fmla="*/ 590550 h 838200"/>
                <a:gd name="connsiteX5" fmla="*/ 1016794 w 1109664"/>
                <a:gd name="connsiteY5" fmla="*/ 481366 h 838200"/>
                <a:gd name="connsiteX6" fmla="*/ 947738 w 1109664"/>
                <a:gd name="connsiteY6" fmla="*/ 372095 h 838200"/>
                <a:gd name="connsiteX7" fmla="*/ 771525 w 1109664"/>
                <a:gd name="connsiteY7" fmla="*/ 190993 h 838200"/>
                <a:gd name="connsiteX8" fmla="*/ 671461 w 1109664"/>
                <a:gd name="connsiteY8" fmla="*/ 64024 h 838200"/>
                <a:gd name="connsiteX9" fmla="*/ 604838 w 1109664"/>
                <a:gd name="connsiteY9" fmla="*/ 0 h 838200"/>
                <a:gd name="connsiteX10" fmla="*/ 447675 w 1109664"/>
                <a:gd name="connsiteY10" fmla="*/ 19050 h 838200"/>
                <a:gd name="connsiteX11" fmla="*/ 280988 w 1109664"/>
                <a:gd name="connsiteY11" fmla="*/ 57150 h 838200"/>
                <a:gd name="connsiteX12" fmla="*/ 119063 w 1109664"/>
                <a:gd name="connsiteY12" fmla="*/ 71437 h 838200"/>
                <a:gd name="connsiteX13" fmla="*/ 0 w 1109664"/>
                <a:gd name="connsiteY13" fmla="*/ 114300 h 838200"/>
                <a:gd name="connsiteX14" fmla="*/ 19050 w 1109664"/>
                <a:gd name="connsiteY14" fmla="*/ 161925 h 838200"/>
                <a:gd name="connsiteX15" fmla="*/ 23813 w 1109664"/>
                <a:gd name="connsiteY15" fmla="*/ 195262 h 838200"/>
                <a:gd name="connsiteX16" fmla="*/ 166688 w 1109664"/>
                <a:gd name="connsiteY16" fmla="*/ 252412 h 838200"/>
                <a:gd name="connsiteX17" fmla="*/ 338138 w 1109664"/>
                <a:gd name="connsiteY17" fmla="*/ 342900 h 838200"/>
                <a:gd name="connsiteX18" fmla="*/ 452438 w 1109664"/>
                <a:gd name="connsiteY18" fmla="*/ 423862 h 838200"/>
                <a:gd name="connsiteX19" fmla="*/ 538163 w 1109664"/>
                <a:gd name="connsiteY19" fmla="*/ 500062 h 838200"/>
                <a:gd name="connsiteX20" fmla="*/ 540544 w 1109664"/>
                <a:gd name="connsiteY20" fmla="*/ 561975 h 838200"/>
                <a:gd name="connsiteX21" fmla="*/ 507206 w 1109664"/>
                <a:gd name="connsiteY21" fmla="*/ 590550 h 838200"/>
                <a:gd name="connsiteX22" fmla="*/ 528638 w 1109664"/>
                <a:gd name="connsiteY22" fmla="*/ 652462 h 838200"/>
                <a:gd name="connsiteX23" fmla="*/ 571500 w 1109664"/>
                <a:gd name="connsiteY23" fmla="*/ 742949 h 838200"/>
                <a:gd name="connsiteX24" fmla="*/ 571500 w 1109664"/>
                <a:gd name="connsiteY24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109664 w 1109664"/>
                <a:gd name="connsiteY4" fmla="*/ 590550 h 838200"/>
                <a:gd name="connsiteX5" fmla="*/ 1011981 w 1109664"/>
                <a:gd name="connsiteY5" fmla="*/ 633766 h 838200"/>
                <a:gd name="connsiteX6" fmla="*/ 1016794 w 1109664"/>
                <a:gd name="connsiteY6" fmla="*/ 481366 h 838200"/>
                <a:gd name="connsiteX7" fmla="*/ 947738 w 1109664"/>
                <a:gd name="connsiteY7" fmla="*/ 372095 h 838200"/>
                <a:gd name="connsiteX8" fmla="*/ 771525 w 1109664"/>
                <a:gd name="connsiteY8" fmla="*/ 190993 h 838200"/>
                <a:gd name="connsiteX9" fmla="*/ 671461 w 1109664"/>
                <a:gd name="connsiteY9" fmla="*/ 64024 h 838200"/>
                <a:gd name="connsiteX10" fmla="*/ 604838 w 1109664"/>
                <a:gd name="connsiteY10" fmla="*/ 0 h 838200"/>
                <a:gd name="connsiteX11" fmla="*/ 447675 w 1109664"/>
                <a:gd name="connsiteY11" fmla="*/ 19050 h 838200"/>
                <a:gd name="connsiteX12" fmla="*/ 280988 w 1109664"/>
                <a:gd name="connsiteY12" fmla="*/ 57150 h 838200"/>
                <a:gd name="connsiteX13" fmla="*/ 119063 w 1109664"/>
                <a:gd name="connsiteY13" fmla="*/ 71437 h 838200"/>
                <a:gd name="connsiteX14" fmla="*/ 0 w 1109664"/>
                <a:gd name="connsiteY14" fmla="*/ 114300 h 838200"/>
                <a:gd name="connsiteX15" fmla="*/ 19050 w 1109664"/>
                <a:gd name="connsiteY15" fmla="*/ 161925 h 838200"/>
                <a:gd name="connsiteX16" fmla="*/ 23813 w 1109664"/>
                <a:gd name="connsiteY16" fmla="*/ 195262 h 838200"/>
                <a:gd name="connsiteX17" fmla="*/ 166688 w 1109664"/>
                <a:gd name="connsiteY17" fmla="*/ 252412 h 838200"/>
                <a:gd name="connsiteX18" fmla="*/ 338138 w 1109664"/>
                <a:gd name="connsiteY18" fmla="*/ 342900 h 838200"/>
                <a:gd name="connsiteX19" fmla="*/ 452438 w 1109664"/>
                <a:gd name="connsiteY19" fmla="*/ 423862 h 838200"/>
                <a:gd name="connsiteX20" fmla="*/ 538163 w 1109664"/>
                <a:gd name="connsiteY20" fmla="*/ 500062 h 838200"/>
                <a:gd name="connsiteX21" fmla="*/ 540544 w 1109664"/>
                <a:gd name="connsiteY21" fmla="*/ 561975 h 838200"/>
                <a:gd name="connsiteX22" fmla="*/ 507206 w 1109664"/>
                <a:gd name="connsiteY22" fmla="*/ 590550 h 838200"/>
                <a:gd name="connsiteX23" fmla="*/ 528638 w 1109664"/>
                <a:gd name="connsiteY23" fmla="*/ 652462 h 838200"/>
                <a:gd name="connsiteX24" fmla="*/ 571500 w 1109664"/>
                <a:gd name="connsiteY24" fmla="*/ 742949 h 838200"/>
                <a:gd name="connsiteX25" fmla="*/ 571500 w 1109664"/>
                <a:gd name="connsiteY25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109664 w 1109664"/>
                <a:gd name="connsiteY4" fmla="*/ 590550 h 838200"/>
                <a:gd name="connsiteX5" fmla="*/ 1104899 w 1109664"/>
                <a:gd name="connsiteY5" fmla="*/ 590550 h 838200"/>
                <a:gd name="connsiteX6" fmla="*/ 1016794 w 1109664"/>
                <a:gd name="connsiteY6" fmla="*/ 481366 h 838200"/>
                <a:gd name="connsiteX7" fmla="*/ 947738 w 1109664"/>
                <a:gd name="connsiteY7" fmla="*/ 372095 h 838200"/>
                <a:gd name="connsiteX8" fmla="*/ 771525 w 1109664"/>
                <a:gd name="connsiteY8" fmla="*/ 190993 h 838200"/>
                <a:gd name="connsiteX9" fmla="*/ 671461 w 1109664"/>
                <a:gd name="connsiteY9" fmla="*/ 64024 h 838200"/>
                <a:gd name="connsiteX10" fmla="*/ 604838 w 1109664"/>
                <a:gd name="connsiteY10" fmla="*/ 0 h 838200"/>
                <a:gd name="connsiteX11" fmla="*/ 447675 w 1109664"/>
                <a:gd name="connsiteY11" fmla="*/ 19050 h 838200"/>
                <a:gd name="connsiteX12" fmla="*/ 280988 w 1109664"/>
                <a:gd name="connsiteY12" fmla="*/ 57150 h 838200"/>
                <a:gd name="connsiteX13" fmla="*/ 119063 w 1109664"/>
                <a:gd name="connsiteY13" fmla="*/ 71437 h 838200"/>
                <a:gd name="connsiteX14" fmla="*/ 0 w 1109664"/>
                <a:gd name="connsiteY14" fmla="*/ 114300 h 838200"/>
                <a:gd name="connsiteX15" fmla="*/ 19050 w 1109664"/>
                <a:gd name="connsiteY15" fmla="*/ 161925 h 838200"/>
                <a:gd name="connsiteX16" fmla="*/ 23813 w 1109664"/>
                <a:gd name="connsiteY16" fmla="*/ 195262 h 838200"/>
                <a:gd name="connsiteX17" fmla="*/ 166688 w 1109664"/>
                <a:gd name="connsiteY17" fmla="*/ 252412 h 838200"/>
                <a:gd name="connsiteX18" fmla="*/ 338138 w 1109664"/>
                <a:gd name="connsiteY18" fmla="*/ 342900 h 838200"/>
                <a:gd name="connsiteX19" fmla="*/ 452438 w 1109664"/>
                <a:gd name="connsiteY19" fmla="*/ 423862 h 838200"/>
                <a:gd name="connsiteX20" fmla="*/ 538163 w 1109664"/>
                <a:gd name="connsiteY20" fmla="*/ 500062 h 838200"/>
                <a:gd name="connsiteX21" fmla="*/ 540544 w 1109664"/>
                <a:gd name="connsiteY21" fmla="*/ 561975 h 838200"/>
                <a:gd name="connsiteX22" fmla="*/ 507206 w 1109664"/>
                <a:gd name="connsiteY22" fmla="*/ 590550 h 838200"/>
                <a:gd name="connsiteX23" fmla="*/ 528638 w 1109664"/>
                <a:gd name="connsiteY23" fmla="*/ 652462 h 838200"/>
                <a:gd name="connsiteX24" fmla="*/ 571500 w 1109664"/>
                <a:gd name="connsiteY24" fmla="*/ 742949 h 838200"/>
                <a:gd name="connsiteX25" fmla="*/ 571500 w 1109664"/>
                <a:gd name="connsiteY25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028650 w 1109664"/>
                <a:gd name="connsiteY4" fmla="*/ 633766 h 838200"/>
                <a:gd name="connsiteX5" fmla="*/ 1109664 w 1109664"/>
                <a:gd name="connsiteY5" fmla="*/ 590550 h 838200"/>
                <a:gd name="connsiteX6" fmla="*/ 1104899 w 1109664"/>
                <a:gd name="connsiteY6" fmla="*/ 590550 h 838200"/>
                <a:gd name="connsiteX7" fmla="*/ 1016794 w 1109664"/>
                <a:gd name="connsiteY7" fmla="*/ 481366 h 838200"/>
                <a:gd name="connsiteX8" fmla="*/ 947738 w 1109664"/>
                <a:gd name="connsiteY8" fmla="*/ 372095 h 838200"/>
                <a:gd name="connsiteX9" fmla="*/ 771525 w 1109664"/>
                <a:gd name="connsiteY9" fmla="*/ 190993 h 838200"/>
                <a:gd name="connsiteX10" fmla="*/ 671461 w 1109664"/>
                <a:gd name="connsiteY10" fmla="*/ 64024 h 838200"/>
                <a:gd name="connsiteX11" fmla="*/ 604838 w 1109664"/>
                <a:gd name="connsiteY11" fmla="*/ 0 h 838200"/>
                <a:gd name="connsiteX12" fmla="*/ 447675 w 1109664"/>
                <a:gd name="connsiteY12" fmla="*/ 19050 h 838200"/>
                <a:gd name="connsiteX13" fmla="*/ 280988 w 1109664"/>
                <a:gd name="connsiteY13" fmla="*/ 57150 h 838200"/>
                <a:gd name="connsiteX14" fmla="*/ 119063 w 1109664"/>
                <a:gd name="connsiteY14" fmla="*/ 71437 h 838200"/>
                <a:gd name="connsiteX15" fmla="*/ 0 w 1109664"/>
                <a:gd name="connsiteY15" fmla="*/ 114300 h 838200"/>
                <a:gd name="connsiteX16" fmla="*/ 19050 w 1109664"/>
                <a:gd name="connsiteY16" fmla="*/ 161925 h 838200"/>
                <a:gd name="connsiteX17" fmla="*/ 23813 w 1109664"/>
                <a:gd name="connsiteY17" fmla="*/ 195262 h 838200"/>
                <a:gd name="connsiteX18" fmla="*/ 166688 w 1109664"/>
                <a:gd name="connsiteY18" fmla="*/ 252412 h 838200"/>
                <a:gd name="connsiteX19" fmla="*/ 338138 w 1109664"/>
                <a:gd name="connsiteY19" fmla="*/ 342900 h 838200"/>
                <a:gd name="connsiteX20" fmla="*/ 452438 w 1109664"/>
                <a:gd name="connsiteY20" fmla="*/ 423862 h 838200"/>
                <a:gd name="connsiteX21" fmla="*/ 538163 w 1109664"/>
                <a:gd name="connsiteY21" fmla="*/ 500062 h 838200"/>
                <a:gd name="connsiteX22" fmla="*/ 540544 w 1109664"/>
                <a:gd name="connsiteY22" fmla="*/ 561975 h 838200"/>
                <a:gd name="connsiteX23" fmla="*/ 507206 w 1109664"/>
                <a:gd name="connsiteY23" fmla="*/ 590550 h 838200"/>
                <a:gd name="connsiteX24" fmla="*/ 528638 w 1109664"/>
                <a:gd name="connsiteY24" fmla="*/ 652462 h 838200"/>
                <a:gd name="connsiteX25" fmla="*/ 571500 w 1109664"/>
                <a:gd name="connsiteY25" fmla="*/ 742949 h 838200"/>
                <a:gd name="connsiteX26" fmla="*/ 571500 w 1109664"/>
                <a:gd name="connsiteY26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57200 w 1109664"/>
                <a:gd name="connsiteY2" fmla="*/ 707585 h 838200"/>
                <a:gd name="connsiteX3" fmla="*/ 897681 w 1109664"/>
                <a:gd name="connsiteY3" fmla="*/ 690916 h 838200"/>
                <a:gd name="connsiteX4" fmla="*/ 945306 w 1109664"/>
                <a:gd name="connsiteY4" fmla="*/ 664722 h 838200"/>
                <a:gd name="connsiteX5" fmla="*/ 1028650 w 1109664"/>
                <a:gd name="connsiteY5" fmla="*/ 633766 h 838200"/>
                <a:gd name="connsiteX6" fmla="*/ 1109664 w 1109664"/>
                <a:gd name="connsiteY6" fmla="*/ 590550 h 838200"/>
                <a:gd name="connsiteX7" fmla="*/ 1104899 w 1109664"/>
                <a:gd name="connsiteY7" fmla="*/ 590550 h 838200"/>
                <a:gd name="connsiteX8" fmla="*/ 1016794 w 1109664"/>
                <a:gd name="connsiteY8" fmla="*/ 481366 h 838200"/>
                <a:gd name="connsiteX9" fmla="*/ 947738 w 1109664"/>
                <a:gd name="connsiteY9" fmla="*/ 372095 h 838200"/>
                <a:gd name="connsiteX10" fmla="*/ 771525 w 1109664"/>
                <a:gd name="connsiteY10" fmla="*/ 190993 h 838200"/>
                <a:gd name="connsiteX11" fmla="*/ 671461 w 1109664"/>
                <a:gd name="connsiteY11" fmla="*/ 64024 h 838200"/>
                <a:gd name="connsiteX12" fmla="*/ 604838 w 1109664"/>
                <a:gd name="connsiteY12" fmla="*/ 0 h 838200"/>
                <a:gd name="connsiteX13" fmla="*/ 447675 w 1109664"/>
                <a:gd name="connsiteY13" fmla="*/ 19050 h 838200"/>
                <a:gd name="connsiteX14" fmla="*/ 280988 w 1109664"/>
                <a:gd name="connsiteY14" fmla="*/ 57150 h 838200"/>
                <a:gd name="connsiteX15" fmla="*/ 119063 w 1109664"/>
                <a:gd name="connsiteY15" fmla="*/ 71437 h 838200"/>
                <a:gd name="connsiteX16" fmla="*/ 0 w 1109664"/>
                <a:gd name="connsiteY16" fmla="*/ 114300 h 838200"/>
                <a:gd name="connsiteX17" fmla="*/ 19050 w 1109664"/>
                <a:gd name="connsiteY17" fmla="*/ 161925 h 838200"/>
                <a:gd name="connsiteX18" fmla="*/ 23813 w 1109664"/>
                <a:gd name="connsiteY18" fmla="*/ 195262 h 838200"/>
                <a:gd name="connsiteX19" fmla="*/ 166688 w 1109664"/>
                <a:gd name="connsiteY19" fmla="*/ 252412 h 838200"/>
                <a:gd name="connsiteX20" fmla="*/ 338138 w 1109664"/>
                <a:gd name="connsiteY20" fmla="*/ 342900 h 838200"/>
                <a:gd name="connsiteX21" fmla="*/ 452438 w 1109664"/>
                <a:gd name="connsiteY21" fmla="*/ 423862 h 838200"/>
                <a:gd name="connsiteX22" fmla="*/ 538163 w 1109664"/>
                <a:gd name="connsiteY22" fmla="*/ 500062 h 838200"/>
                <a:gd name="connsiteX23" fmla="*/ 540544 w 1109664"/>
                <a:gd name="connsiteY23" fmla="*/ 561975 h 838200"/>
                <a:gd name="connsiteX24" fmla="*/ 507206 w 1109664"/>
                <a:gd name="connsiteY24" fmla="*/ 590550 h 838200"/>
                <a:gd name="connsiteX25" fmla="*/ 528638 w 1109664"/>
                <a:gd name="connsiteY25" fmla="*/ 652462 h 838200"/>
                <a:gd name="connsiteX26" fmla="*/ 571500 w 1109664"/>
                <a:gd name="connsiteY26" fmla="*/ 742949 h 838200"/>
                <a:gd name="connsiteX27" fmla="*/ 571500 w 1109664"/>
                <a:gd name="connsiteY27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897681 w 1109664"/>
                <a:gd name="connsiteY5" fmla="*/ 657579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897681 w 1109664"/>
                <a:gd name="connsiteY5" fmla="*/ 657579 h 838200"/>
                <a:gd name="connsiteX6" fmla="*/ 995313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81000 w 1109664"/>
                <a:gd name="connsiteY2" fmla="*/ 771525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897681 w 1109664"/>
                <a:gd name="connsiteY5" fmla="*/ 657579 h 838200"/>
                <a:gd name="connsiteX6" fmla="*/ 995313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09664" h="838200">
                  <a:moveTo>
                    <a:pt x="571500" y="838200"/>
                  </a:moveTo>
                  <a:lnTo>
                    <a:pt x="717180" y="838200"/>
                  </a:lnTo>
                  <a:lnTo>
                    <a:pt x="781000" y="771525"/>
                  </a:lnTo>
                  <a:lnTo>
                    <a:pt x="807194" y="724254"/>
                  </a:lnTo>
                  <a:lnTo>
                    <a:pt x="833387" y="686154"/>
                  </a:lnTo>
                  <a:lnTo>
                    <a:pt x="897681" y="657579"/>
                  </a:lnTo>
                  <a:lnTo>
                    <a:pt x="995313" y="633766"/>
                  </a:lnTo>
                  <a:lnTo>
                    <a:pt x="1109664" y="590550"/>
                  </a:lnTo>
                  <a:lnTo>
                    <a:pt x="1104899" y="590550"/>
                  </a:lnTo>
                  <a:lnTo>
                    <a:pt x="1016794" y="481366"/>
                  </a:lnTo>
                  <a:lnTo>
                    <a:pt x="947738" y="372095"/>
                  </a:lnTo>
                  <a:lnTo>
                    <a:pt x="771525" y="190993"/>
                  </a:lnTo>
                  <a:lnTo>
                    <a:pt x="671461" y="64024"/>
                  </a:lnTo>
                  <a:lnTo>
                    <a:pt x="604838" y="0"/>
                  </a:lnTo>
                  <a:lnTo>
                    <a:pt x="447675" y="19050"/>
                  </a:lnTo>
                  <a:lnTo>
                    <a:pt x="280988" y="57150"/>
                  </a:lnTo>
                  <a:lnTo>
                    <a:pt x="119063" y="71437"/>
                  </a:lnTo>
                  <a:lnTo>
                    <a:pt x="0" y="114300"/>
                  </a:lnTo>
                  <a:lnTo>
                    <a:pt x="19050" y="161925"/>
                  </a:lnTo>
                  <a:lnTo>
                    <a:pt x="23813" y="195262"/>
                  </a:lnTo>
                  <a:lnTo>
                    <a:pt x="166688" y="252412"/>
                  </a:lnTo>
                  <a:lnTo>
                    <a:pt x="338138" y="342900"/>
                  </a:lnTo>
                  <a:lnTo>
                    <a:pt x="452438" y="423862"/>
                  </a:lnTo>
                  <a:lnTo>
                    <a:pt x="538163" y="500062"/>
                  </a:lnTo>
                  <a:cubicBezTo>
                    <a:pt x="538957" y="520700"/>
                    <a:pt x="539750" y="541337"/>
                    <a:pt x="540544" y="561975"/>
                  </a:cubicBezTo>
                  <a:lnTo>
                    <a:pt x="507206" y="590550"/>
                  </a:lnTo>
                  <a:lnTo>
                    <a:pt x="528638" y="652462"/>
                  </a:lnTo>
                  <a:lnTo>
                    <a:pt x="571500" y="742949"/>
                  </a:lnTo>
                  <a:lnTo>
                    <a:pt x="571500" y="83820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1057325" y="6381396"/>
              <a:ext cx="4419600" cy="985838"/>
            </a:xfrm>
            <a:custGeom>
              <a:avLst/>
              <a:gdLst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971925 w 4419600"/>
                <a:gd name="connsiteY24" fmla="*/ 261938 h 985838"/>
                <a:gd name="connsiteX25" fmla="*/ 3971925 w 4419600"/>
                <a:gd name="connsiteY25" fmla="*/ 242888 h 985838"/>
                <a:gd name="connsiteX26" fmla="*/ 3895725 w 4419600"/>
                <a:gd name="connsiteY26" fmla="*/ 319088 h 985838"/>
                <a:gd name="connsiteX27" fmla="*/ 3981450 w 4419600"/>
                <a:gd name="connsiteY27" fmla="*/ 400050 h 985838"/>
                <a:gd name="connsiteX28" fmla="*/ 4110037 w 4419600"/>
                <a:gd name="connsiteY28" fmla="*/ 461963 h 985838"/>
                <a:gd name="connsiteX29" fmla="*/ 4200525 w 4419600"/>
                <a:gd name="connsiteY29" fmla="*/ 504825 h 985838"/>
                <a:gd name="connsiteX30" fmla="*/ 4314825 w 4419600"/>
                <a:gd name="connsiteY30" fmla="*/ 552450 h 985838"/>
                <a:gd name="connsiteX31" fmla="*/ 4386262 w 4419600"/>
                <a:gd name="connsiteY31" fmla="*/ 638175 h 985838"/>
                <a:gd name="connsiteX32" fmla="*/ 4386262 w 4419600"/>
                <a:gd name="connsiteY32" fmla="*/ 709613 h 985838"/>
                <a:gd name="connsiteX33" fmla="*/ 4371975 w 4419600"/>
                <a:gd name="connsiteY33" fmla="*/ 762000 h 985838"/>
                <a:gd name="connsiteX34" fmla="*/ 4410075 w 4419600"/>
                <a:gd name="connsiteY34" fmla="*/ 847725 h 985838"/>
                <a:gd name="connsiteX35" fmla="*/ 4419600 w 4419600"/>
                <a:gd name="connsiteY35" fmla="*/ 933450 h 985838"/>
                <a:gd name="connsiteX36" fmla="*/ 4405312 w 4419600"/>
                <a:gd name="connsiteY36" fmla="*/ 985838 h 985838"/>
                <a:gd name="connsiteX37" fmla="*/ 4100512 w 4419600"/>
                <a:gd name="connsiteY37" fmla="*/ 938213 h 985838"/>
                <a:gd name="connsiteX38" fmla="*/ 3757612 w 4419600"/>
                <a:gd name="connsiteY38" fmla="*/ 890588 h 985838"/>
                <a:gd name="connsiteX39" fmla="*/ 3543300 w 4419600"/>
                <a:gd name="connsiteY39" fmla="*/ 842963 h 985838"/>
                <a:gd name="connsiteX40" fmla="*/ 3390900 w 4419600"/>
                <a:gd name="connsiteY40" fmla="*/ 804863 h 985838"/>
                <a:gd name="connsiteX41" fmla="*/ 3286125 w 4419600"/>
                <a:gd name="connsiteY41" fmla="*/ 766763 h 985838"/>
                <a:gd name="connsiteX42" fmla="*/ 3143250 w 4419600"/>
                <a:gd name="connsiteY42" fmla="*/ 738188 h 985838"/>
                <a:gd name="connsiteX43" fmla="*/ 3095625 w 4419600"/>
                <a:gd name="connsiteY43" fmla="*/ 738188 h 985838"/>
                <a:gd name="connsiteX44" fmla="*/ 2967037 w 4419600"/>
                <a:gd name="connsiteY44" fmla="*/ 709613 h 985838"/>
                <a:gd name="connsiteX45" fmla="*/ 2724150 w 4419600"/>
                <a:gd name="connsiteY45" fmla="*/ 638175 h 985838"/>
                <a:gd name="connsiteX46" fmla="*/ 2562225 w 4419600"/>
                <a:gd name="connsiteY46" fmla="*/ 600075 h 985838"/>
                <a:gd name="connsiteX47" fmla="*/ 2266950 w 4419600"/>
                <a:gd name="connsiteY47" fmla="*/ 581025 h 985838"/>
                <a:gd name="connsiteX48" fmla="*/ 1971675 w 4419600"/>
                <a:gd name="connsiteY48" fmla="*/ 590550 h 985838"/>
                <a:gd name="connsiteX49" fmla="*/ 1700212 w 4419600"/>
                <a:gd name="connsiteY49" fmla="*/ 604838 h 985838"/>
                <a:gd name="connsiteX50" fmla="*/ 1281112 w 4419600"/>
                <a:gd name="connsiteY50" fmla="*/ 633413 h 985838"/>
                <a:gd name="connsiteX51" fmla="*/ 1042987 w 4419600"/>
                <a:gd name="connsiteY51" fmla="*/ 657225 h 985838"/>
                <a:gd name="connsiteX52" fmla="*/ 790575 w 4419600"/>
                <a:gd name="connsiteY52" fmla="*/ 676275 h 985838"/>
                <a:gd name="connsiteX53" fmla="*/ 590550 w 4419600"/>
                <a:gd name="connsiteY53" fmla="*/ 723900 h 985838"/>
                <a:gd name="connsiteX54" fmla="*/ 409575 w 4419600"/>
                <a:gd name="connsiteY54" fmla="*/ 752475 h 985838"/>
                <a:gd name="connsiteX55" fmla="*/ 285750 w 4419600"/>
                <a:gd name="connsiteY55" fmla="*/ 785813 h 985838"/>
                <a:gd name="connsiteX56" fmla="*/ 104775 w 4419600"/>
                <a:gd name="connsiteY56" fmla="*/ 804863 h 985838"/>
                <a:gd name="connsiteX57" fmla="*/ 0 w 4419600"/>
                <a:gd name="connsiteY57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978572 w 4419600"/>
                <a:gd name="connsiteY24" fmla="*/ 273968 h 985838"/>
                <a:gd name="connsiteX25" fmla="*/ 3971925 w 4419600"/>
                <a:gd name="connsiteY25" fmla="*/ 242888 h 985838"/>
                <a:gd name="connsiteX26" fmla="*/ 3895725 w 4419600"/>
                <a:gd name="connsiteY26" fmla="*/ 319088 h 985838"/>
                <a:gd name="connsiteX27" fmla="*/ 3981450 w 4419600"/>
                <a:gd name="connsiteY27" fmla="*/ 400050 h 985838"/>
                <a:gd name="connsiteX28" fmla="*/ 4110037 w 4419600"/>
                <a:gd name="connsiteY28" fmla="*/ 461963 h 985838"/>
                <a:gd name="connsiteX29" fmla="*/ 4200525 w 4419600"/>
                <a:gd name="connsiteY29" fmla="*/ 504825 h 985838"/>
                <a:gd name="connsiteX30" fmla="*/ 4314825 w 4419600"/>
                <a:gd name="connsiteY30" fmla="*/ 552450 h 985838"/>
                <a:gd name="connsiteX31" fmla="*/ 4386262 w 4419600"/>
                <a:gd name="connsiteY31" fmla="*/ 638175 h 985838"/>
                <a:gd name="connsiteX32" fmla="*/ 4386262 w 4419600"/>
                <a:gd name="connsiteY32" fmla="*/ 709613 h 985838"/>
                <a:gd name="connsiteX33" fmla="*/ 4371975 w 4419600"/>
                <a:gd name="connsiteY33" fmla="*/ 762000 h 985838"/>
                <a:gd name="connsiteX34" fmla="*/ 4410075 w 4419600"/>
                <a:gd name="connsiteY34" fmla="*/ 847725 h 985838"/>
                <a:gd name="connsiteX35" fmla="*/ 4419600 w 4419600"/>
                <a:gd name="connsiteY35" fmla="*/ 933450 h 985838"/>
                <a:gd name="connsiteX36" fmla="*/ 4405312 w 4419600"/>
                <a:gd name="connsiteY36" fmla="*/ 985838 h 985838"/>
                <a:gd name="connsiteX37" fmla="*/ 4100512 w 4419600"/>
                <a:gd name="connsiteY37" fmla="*/ 938213 h 985838"/>
                <a:gd name="connsiteX38" fmla="*/ 3757612 w 4419600"/>
                <a:gd name="connsiteY38" fmla="*/ 890588 h 985838"/>
                <a:gd name="connsiteX39" fmla="*/ 3543300 w 4419600"/>
                <a:gd name="connsiteY39" fmla="*/ 842963 h 985838"/>
                <a:gd name="connsiteX40" fmla="*/ 3390900 w 4419600"/>
                <a:gd name="connsiteY40" fmla="*/ 804863 h 985838"/>
                <a:gd name="connsiteX41" fmla="*/ 3286125 w 4419600"/>
                <a:gd name="connsiteY41" fmla="*/ 766763 h 985838"/>
                <a:gd name="connsiteX42" fmla="*/ 3143250 w 4419600"/>
                <a:gd name="connsiteY42" fmla="*/ 738188 h 985838"/>
                <a:gd name="connsiteX43" fmla="*/ 3095625 w 4419600"/>
                <a:gd name="connsiteY43" fmla="*/ 738188 h 985838"/>
                <a:gd name="connsiteX44" fmla="*/ 2967037 w 4419600"/>
                <a:gd name="connsiteY44" fmla="*/ 709613 h 985838"/>
                <a:gd name="connsiteX45" fmla="*/ 2724150 w 4419600"/>
                <a:gd name="connsiteY45" fmla="*/ 638175 h 985838"/>
                <a:gd name="connsiteX46" fmla="*/ 2562225 w 4419600"/>
                <a:gd name="connsiteY46" fmla="*/ 600075 h 985838"/>
                <a:gd name="connsiteX47" fmla="*/ 2266950 w 4419600"/>
                <a:gd name="connsiteY47" fmla="*/ 581025 h 985838"/>
                <a:gd name="connsiteX48" fmla="*/ 1971675 w 4419600"/>
                <a:gd name="connsiteY48" fmla="*/ 590550 h 985838"/>
                <a:gd name="connsiteX49" fmla="*/ 1700212 w 4419600"/>
                <a:gd name="connsiteY49" fmla="*/ 604838 h 985838"/>
                <a:gd name="connsiteX50" fmla="*/ 1281112 w 4419600"/>
                <a:gd name="connsiteY50" fmla="*/ 633413 h 985838"/>
                <a:gd name="connsiteX51" fmla="*/ 1042987 w 4419600"/>
                <a:gd name="connsiteY51" fmla="*/ 657225 h 985838"/>
                <a:gd name="connsiteX52" fmla="*/ 790575 w 4419600"/>
                <a:gd name="connsiteY52" fmla="*/ 676275 h 985838"/>
                <a:gd name="connsiteX53" fmla="*/ 590550 w 4419600"/>
                <a:gd name="connsiteY53" fmla="*/ 723900 h 985838"/>
                <a:gd name="connsiteX54" fmla="*/ 409575 w 4419600"/>
                <a:gd name="connsiteY54" fmla="*/ 752475 h 985838"/>
                <a:gd name="connsiteX55" fmla="*/ 285750 w 4419600"/>
                <a:gd name="connsiteY55" fmla="*/ 785813 h 985838"/>
                <a:gd name="connsiteX56" fmla="*/ 104775 w 4419600"/>
                <a:gd name="connsiteY56" fmla="*/ 804863 h 985838"/>
                <a:gd name="connsiteX57" fmla="*/ 0 w 4419600"/>
                <a:gd name="connsiteY57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971925 w 4419600"/>
                <a:gd name="connsiteY24" fmla="*/ 242888 h 985838"/>
                <a:gd name="connsiteX25" fmla="*/ 3895725 w 4419600"/>
                <a:gd name="connsiteY25" fmla="*/ 319088 h 985838"/>
                <a:gd name="connsiteX26" fmla="*/ 3981450 w 4419600"/>
                <a:gd name="connsiteY26" fmla="*/ 400050 h 985838"/>
                <a:gd name="connsiteX27" fmla="*/ 4110037 w 4419600"/>
                <a:gd name="connsiteY27" fmla="*/ 461963 h 985838"/>
                <a:gd name="connsiteX28" fmla="*/ 4200525 w 4419600"/>
                <a:gd name="connsiteY28" fmla="*/ 504825 h 985838"/>
                <a:gd name="connsiteX29" fmla="*/ 4314825 w 4419600"/>
                <a:gd name="connsiteY29" fmla="*/ 552450 h 985838"/>
                <a:gd name="connsiteX30" fmla="*/ 4386262 w 4419600"/>
                <a:gd name="connsiteY30" fmla="*/ 638175 h 985838"/>
                <a:gd name="connsiteX31" fmla="*/ 4386262 w 4419600"/>
                <a:gd name="connsiteY31" fmla="*/ 709613 h 985838"/>
                <a:gd name="connsiteX32" fmla="*/ 4371975 w 4419600"/>
                <a:gd name="connsiteY32" fmla="*/ 762000 h 985838"/>
                <a:gd name="connsiteX33" fmla="*/ 4410075 w 4419600"/>
                <a:gd name="connsiteY33" fmla="*/ 847725 h 985838"/>
                <a:gd name="connsiteX34" fmla="*/ 4419600 w 4419600"/>
                <a:gd name="connsiteY34" fmla="*/ 933450 h 985838"/>
                <a:gd name="connsiteX35" fmla="*/ 4405312 w 4419600"/>
                <a:gd name="connsiteY35" fmla="*/ 985838 h 985838"/>
                <a:gd name="connsiteX36" fmla="*/ 4100512 w 4419600"/>
                <a:gd name="connsiteY36" fmla="*/ 938213 h 985838"/>
                <a:gd name="connsiteX37" fmla="*/ 3757612 w 4419600"/>
                <a:gd name="connsiteY37" fmla="*/ 890588 h 985838"/>
                <a:gd name="connsiteX38" fmla="*/ 3543300 w 4419600"/>
                <a:gd name="connsiteY38" fmla="*/ 842963 h 985838"/>
                <a:gd name="connsiteX39" fmla="*/ 3390900 w 4419600"/>
                <a:gd name="connsiteY39" fmla="*/ 804863 h 985838"/>
                <a:gd name="connsiteX40" fmla="*/ 3286125 w 4419600"/>
                <a:gd name="connsiteY40" fmla="*/ 766763 h 985838"/>
                <a:gd name="connsiteX41" fmla="*/ 3143250 w 4419600"/>
                <a:gd name="connsiteY41" fmla="*/ 738188 h 985838"/>
                <a:gd name="connsiteX42" fmla="*/ 3095625 w 4419600"/>
                <a:gd name="connsiteY42" fmla="*/ 738188 h 985838"/>
                <a:gd name="connsiteX43" fmla="*/ 2967037 w 4419600"/>
                <a:gd name="connsiteY43" fmla="*/ 709613 h 985838"/>
                <a:gd name="connsiteX44" fmla="*/ 2724150 w 4419600"/>
                <a:gd name="connsiteY44" fmla="*/ 638175 h 985838"/>
                <a:gd name="connsiteX45" fmla="*/ 2562225 w 4419600"/>
                <a:gd name="connsiteY45" fmla="*/ 600075 h 985838"/>
                <a:gd name="connsiteX46" fmla="*/ 2266950 w 4419600"/>
                <a:gd name="connsiteY46" fmla="*/ 581025 h 985838"/>
                <a:gd name="connsiteX47" fmla="*/ 1971675 w 4419600"/>
                <a:gd name="connsiteY47" fmla="*/ 590550 h 985838"/>
                <a:gd name="connsiteX48" fmla="*/ 1700212 w 4419600"/>
                <a:gd name="connsiteY48" fmla="*/ 604838 h 985838"/>
                <a:gd name="connsiteX49" fmla="*/ 1281112 w 4419600"/>
                <a:gd name="connsiteY49" fmla="*/ 633413 h 985838"/>
                <a:gd name="connsiteX50" fmla="*/ 1042987 w 4419600"/>
                <a:gd name="connsiteY50" fmla="*/ 657225 h 985838"/>
                <a:gd name="connsiteX51" fmla="*/ 790575 w 4419600"/>
                <a:gd name="connsiteY51" fmla="*/ 676275 h 985838"/>
                <a:gd name="connsiteX52" fmla="*/ 590550 w 4419600"/>
                <a:gd name="connsiteY52" fmla="*/ 723900 h 985838"/>
                <a:gd name="connsiteX53" fmla="*/ 409575 w 4419600"/>
                <a:gd name="connsiteY53" fmla="*/ 752475 h 985838"/>
                <a:gd name="connsiteX54" fmla="*/ 285750 w 4419600"/>
                <a:gd name="connsiteY54" fmla="*/ 785813 h 985838"/>
                <a:gd name="connsiteX55" fmla="*/ 104775 w 4419600"/>
                <a:gd name="connsiteY55" fmla="*/ 804863 h 985838"/>
                <a:gd name="connsiteX56" fmla="*/ 0 w 4419600"/>
                <a:gd name="connsiteY56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895725 w 4419600"/>
                <a:gd name="connsiteY24" fmla="*/ 319088 h 985838"/>
                <a:gd name="connsiteX25" fmla="*/ 3981450 w 4419600"/>
                <a:gd name="connsiteY25" fmla="*/ 400050 h 985838"/>
                <a:gd name="connsiteX26" fmla="*/ 4110037 w 4419600"/>
                <a:gd name="connsiteY26" fmla="*/ 461963 h 985838"/>
                <a:gd name="connsiteX27" fmla="*/ 4200525 w 4419600"/>
                <a:gd name="connsiteY27" fmla="*/ 504825 h 985838"/>
                <a:gd name="connsiteX28" fmla="*/ 4314825 w 4419600"/>
                <a:gd name="connsiteY28" fmla="*/ 552450 h 985838"/>
                <a:gd name="connsiteX29" fmla="*/ 4386262 w 4419600"/>
                <a:gd name="connsiteY29" fmla="*/ 638175 h 985838"/>
                <a:gd name="connsiteX30" fmla="*/ 4386262 w 4419600"/>
                <a:gd name="connsiteY30" fmla="*/ 709613 h 985838"/>
                <a:gd name="connsiteX31" fmla="*/ 4371975 w 4419600"/>
                <a:gd name="connsiteY31" fmla="*/ 762000 h 985838"/>
                <a:gd name="connsiteX32" fmla="*/ 4410075 w 4419600"/>
                <a:gd name="connsiteY32" fmla="*/ 847725 h 985838"/>
                <a:gd name="connsiteX33" fmla="*/ 4419600 w 4419600"/>
                <a:gd name="connsiteY33" fmla="*/ 933450 h 985838"/>
                <a:gd name="connsiteX34" fmla="*/ 4405312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6564 w 4419600"/>
                <a:gd name="connsiteY23" fmla="*/ 273968 h 985838"/>
                <a:gd name="connsiteX24" fmla="*/ 3895725 w 4419600"/>
                <a:gd name="connsiteY24" fmla="*/ 319088 h 985838"/>
                <a:gd name="connsiteX25" fmla="*/ 3981450 w 4419600"/>
                <a:gd name="connsiteY25" fmla="*/ 400050 h 985838"/>
                <a:gd name="connsiteX26" fmla="*/ 4110037 w 4419600"/>
                <a:gd name="connsiteY26" fmla="*/ 461963 h 985838"/>
                <a:gd name="connsiteX27" fmla="*/ 4200525 w 4419600"/>
                <a:gd name="connsiteY27" fmla="*/ 504825 h 985838"/>
                <a:gd name="connsiteX28" fmla="*/ 4314825 w 4419600"/>
                <a:gd name="connsiteY28" fmla="*/ 552450 h 985838"/>
                <a:gd name="connsiteX29" fmla="*/ 4386262 w 4419600"/>
                <a:gd name="connsiteY29" fmla="*/ 638175 h 985838"/>
                <a:gd name="connsiteX30" fmla="*/ 4386262 w 4419600"/>
                <a:gd name="connsiteY30" fmla="*/ 709613 h 985838"/>
                <a:gd name="connsiteX31" fmla="*/ 4371975 w 4419600"/>
                <a:gd name="connsiteY31" fmla="*/ 762000 h 985838"/>
                <a:gd name="connsiteX32" fmla="*/ 4410075 w 4419600"/>
                <a:gd name="connsiteY32" fmla="*/ 847725 h 985838"/>
                <a:gd name="connsiteX33" fmla="*/ 4419600 w 4419600"/>
                <a:gd name="connsiteY33" fmla="*/ 933450 h 985838"/>
                <a:gd name="connsiteX34" fmla="*/ 4405312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9593 w 4419600"/>
                <a:gd name="connsiteY29" fmla="*/ 654844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715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5 w 4419600"/>
                <a:gd name="connsiteY29" fmla="*/ 762000 h 985838"/>
                <a:gd name="connsiteX30" fmla="*/ 4410075 w 4419600"/>
                <a:gd name="connsiteY30" fmla="*/ 847725 h 985838"/>
                <a:gd name="connsiteX31" fmla="*/ 4419600 w 4419600"/>
                <a:gd name="connsiteY31" fmla="*/ 933450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57687 w 4419600"/>
                <a:gd name="connsiteY29" fmla="*/ 673894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9118 w 4419600"/>
                <a:gd name="connsiteY29" fmla="*/ 673894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83419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5 w 4419600"/>
                <a:gd name="connsiteY29" fmla="*/ 762000 h 985838"/>
                <a:gd name="connsiteX30" fmla="*/ 4410075 w 4419600"/>
                <a:gd name="connsiteY30" fmla="*/ 847725 h 985838"/>
                <a:gd name="connsiteX31" fmla="*/ 4419600 w 4419600"/>
                <a:gd name="connsiteY31" fmla="*/ 933450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33450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4 w 4419600"/>
                <a:gd name="connsiteY29" fmla="*/ 783431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4 w 4419600"/>
                <a:gd name="connsiteY29" fmla="*/ 783431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4 w 4419600"/>
                <a:gd name="connsiteY29" fmla="*/ 783431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2450 w 4419600"/>
                <a:gd name="connsiteY29" fmla="*/ 738188 h 985838"/>
                <a:gd name="connsiteX30" fmla="*/ 4371974 w 4419600"/>
                <a:gd name="connsiteY30" fmla="*/ 783431 h 985838"/>
                <a:gd name="connsiteX31" fmla="*/ 4410075 w 4419600"/>
                <a:gd name="connsiteY31" fmla="*/ 847725 h 985838"/>
                <a:gd name="connsiteX32" fmla="*/ 4419600 w 4419600"/>
                <a:gd name="connsiteY32" fmla="*/ 909638 h 985838"/>
                <a:gd name="connsiteX33" fmla="*/ 4410075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4356 w 4419600"/>
                <a:gd name="connsiteY29" fmla="*/ 728663 h 985838"/>
                <a:gd name="connsiteX30" fmla="*/ 4371974 w 4419600"/>
                <a:gd name="connsiteY30" fmla="*/ 783431 h 985838"/>
                <a:gd name="connsiteX31" fmla="*/ 4410075 w 4419600"/>
                <a:gd name="connsiteY31" fmla="*/ 847725 h 985838"/>
                <a:gd name="connsiteX32" fmla="*/ 4419600 w 4419600"/>
                <a:gd name="connsiteY32" fmla="*/ 909638 h 985838"/>
                <a:gd name="connsiteX33" fmla="*/ 4410075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4356 w 4419600"/>
                <a:gd name="connsiteY29" fmla="*/ 728663 h 985838"/>
                <a:gd name="connsiteX30" fmla="*/ 4371974 w 4419600"/>
                <a:gd name="connsiteY30" fmla="*/ 783431 h 985838"/>
                <a:gd name="connsiteX31" fmla="*/ 4410075 w 4419600"/>
                <a:gd name="connsiteY31" fmla="*/ 847725 h 985838"/>
                <a:gd name="connsiteX32" fmla="*/ 4419600 w 4419600"/>
                <a:gd name="connsiteY32" fmla="*/ 909638 h 985838"/>
                <a:gd name="connsiteX33" fmla="*/ 4410075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2450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81500 w 4419600"/>
                <a:gd name="connsiteY29" fmla="*/ 671512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500 w 4419600"/>
                <a:gd name="connsiteY29" fmla="*/ 671512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60068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86213 w 4419600"/>
                <a:gd name="connsiteY24" fmla="*/ 388144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90875 w 4419600"/>
                <a:gd name="connsiteY40" fmla="*/ 764381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309938 w 4419600"/>
                <a:gd name="connsiteY39" fmla="*/ 778669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45356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309938 w 4419600"/>
                <a:gd name="connsiteY39" fmla="*/ 778669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45356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309938 w 4419600"/>
                <a:gd name="connsiteY39" fmla="*/ 778669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74356 w 4419600"/>
                <a:gd name="connsiteY31" fmla="*/ 728663 h 985838"/>
                <a:gd name="connsiteX32" fmla="*/ 4371974 w 4419600"/>
                <a:gd name="connsiteY32" fmla="*/ 783431 h 985838"/>
                <a:gd name="connsiteX33" fmla="*/ 4410075 w 4419600"/>
                <a:gd name="connsiteY33" fmla="*/ 847725 h 985838"/>
                <a:gd name="connsiteX34" fmla="*/ 4419600 w 4419600"/>
                <a:gd name="connsiteY34" fmla="*/ 909638 h 985838"/>
                <a:gd name="connsiteX35" fmla="*/ 4410075 w 4419600"/>
                <a:gd name="connsiteY35" fmla="*/ 985838 h 985838"/>
                <a:gd name="connsiteX36" fmla="*/ 4100512 w 4419600"/>
                <a:gd name="connsiteY36" fmla="*/ 945356 h 985838"/>
                <a:gd name="connsiteX37" fmla="*/ 3757612 w 4419600"/>
                <a:gd name="connsiteY37" fmla="*/ 890588 h 985838"/>
                <a:gd name="connsiteX38" fmla="*/ 3543300 w 4419600"/>
                <a:gd name="connsiteY38" fmla="*/ 842963 h 985838"/>
                <a:gd name="connsiteX39" fmla="*/ 3390900 w 4419600"/>
                <a:gd name="connsiteY39" fmla="*/ 804863 h 985838"/>
                <a:gd name="connsiteX40" fmla="*/ 3309938 w 4419600"/>
                <a:gd name="connsiteY40" fmla="*/ 778669 h 985838"/>
                <a:gd name="connsiteX41" fmla="*/ 3238500 w 4419600"/>
                <a:gd name="connsiteY41" fmla="*/ 757238 h 985838"/>
                <a:gd name="connsiteX42" fmla="*/ 3095625 w 4419600"/>
                <a:gd name="connsiteY42" fmla="*/ 738188 h 985838"/>
                <a:gd name="connsiteX43" fmla="*/ 2967037 w 4419600"/>
                <a:gd name="connsiteY43" fmla="*/ 709613 h 985838"/>
                <a:gd name="connsiteX44" fmla="*/ 2724150 w 4419600"/>
                <a:gd name="connsiteY44" fmla="*/ 638175 h 985838"/>
                <a:gd name="connsiteX45" fmla="*/ 2562225 w 4419600"/>
                <a:gd name="connsiteY45" fmla="*/ 600075 h 985838"/>
                <a:gd name="connsiteX46" fmla="*/ 2266950 w 4419600"/>
                <a:gd name="connsiteY46" fmla="*/ 581025 h 985838"/>
                <a:gd name="connsiteX47" fmla="*/ 1971675 w 4419600"/>
                <a:gd name="connsiteY47" fmla="*/ 590550 h 985838"/>
                <a:gd name="connsiteX48" fmla="*/ 1700212 w 4419600"/>
                <a:gd name="connsiteY48" fmla="*/ 604838 h 985838"/>
                <a:gd name="connsiteX49" fmla="*/ 1281112 w 4419600"/>
                <a:gd name="connsiteY49" fmla="*/ 633413 h 985838"/>
                <a:gd name="connsiteX50" fmla="*/ 1042987 w 4419600"/>
                <a:gd name="connsiteY50" fmla="*/ 657225 h 985838"/>
                <a:gd name="connsiteX51" fmla="*/ 802481 w 4419600"/>
                <a:gd name="connsiteY51" fmla="*/ 688181 h 985838"/>
                <a:gd name="connsiteX52" fmla="*/ 531019 w 4419600"/>
                <a:gd name="connsiteY52" fmla="*/ 728663 h 985838"/>
                <a:gd name="connsiteX53" fmla="*/ 409575 w 4419600"/>
                <a:gd name="connsiteY53" fmla="*/ 752475 h 985838"/>
                <a:gd name="connsiteX54" fmla="*/ 285750 w 4419600"/>
                <a:gd name="connsiteY54" fmla="*/ 785813 h 985838"/>
                <a:gd name="connsiteX55" fmla="*/ 104775 w 4419600"/>
                <a:gd name="connsiteY55" fmla="*/ 804863 h 985838"/>
                <a:gd name="connsiteX56" fmla="*/ 0 w 4419600"/>
                <a:gd name="connsiteY56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4 w 4419600"/>
                <a:gd name="connsiteY33" fmla="*/ 783431 h 985838"/>
                <a:gd name="connsiteX34" fmla="*/ 4410075 w 4419600"/>
                <a:gd name="connsiteY34" fmla="*/ 847725 h 985838"/>
                <a:gd name="connsiteX35" fmla="*/ 4419600 w 4419600"/>
                <a:gd name="connsiteY35" fmla="*/ 909638 h 985838"/>
                <a:gd name="connsiteX36" fmla="*/ 4410075 w 4419600"/>
                <a:gd name="connsiteY36" fmla="*/ 985838 h 985838"/>
                <a:gd name="connsiteX37" fmla="*/ 4100512 w 4419600"/>
                <a:gd name="connsiteY37" fmla="*/ 945356 h 985838"/>
                <a:gd name="connsiteX38" fmla="*/ 3757612 w 4419600"/>
                <a:gd name="connsiteY38" fmla="*/ 890588 h 985838"/>
                <a:gd name="connsiteX39" fmla="*/ 3543300 w 4419600"/>
                <a:gd name="connsiteY39" fmla="*/ 842963 h 985838"/>
                <a:gd name="connsiteX40" fmla="*/ 3390900 w 4419600"/>
                <a:gd name="connsiteY40" fmla="*/ 804863 h 985838"/>
                <a:gd name="connsiteX41" fmla="*/ 3309938 w 4419600"/>
                <a:gd name="connsiteY41" fmla="*/ 778669 h 985838"/>
                <a:gd name="connsiteX42" fmla="*/ 3238500 w 4419600"/>
                <a:gd name="connsiteY42" fmla="*/ 757238 h 985838"/>
                <a:gd name="connsiteX43" fmla="*/ 3095625 w 4419600"/>
                <a:gd name="connsiteY43" fmla="*/ 738188 h 985838"/>
                <a:gd name="connsiteX44" fmla="*/ 2967037 w 4419600"/>
                <a:gd name="connsiteY44" fmla="*/ 709613 h 985838"/>
                <a:gd name="connsiteX45" fmla="*/ 2724150 w 4419600"/>
                <a:gd name="connsiteY45" fmla="*/ 638175 h 985838"/>
                <a:gd name="connsiteX46" fmla="*/ 2562225 w 4419600"/>
                <a:gd name="connsiteY46" fmla="*/ 600075 h 985838"/>
                <a:gd name="connsiteX47" fmla="*/ 2266950 w 4419600"/>
                <a:gd name="connsiteY47" fmla="*/ 581025 h 985838"/>
                <a:gd name="connsiteX48" fmla="*/ 1971675 w 4419600"/>
                <a:gd name="connsiteY48" fmla="*/ 590550 h 985838"/>
                <a:gd name="connsiteX49" fmla="*/ 1700212 w 4419600"/>
                <a:gd name="connsiteY49" fmla="*/ 604838 h 985838"/>
                <a:gd name="connsiteX50" fmla="*/ 1281112 w 4419600"/>
                <a:gd name="connsiteY50" fmla="*/ 633413 h 985838"/>
                <a:gd name="connsiteX51" fmla="*/ 1042987 w 4419600"/>
                <a:gd name="connsiteY51" fmla="*/ 657225 h 985838"/>
                <a:gd name="connsiteX52" fmla="*/ 802481 w 4419600"/>
                <a:gd name="connsiteY52" fmla="*/ 688181 h 985838"/>
                <a:gd name="connsiteX53" fmla="*/ 531019 w 4419600"/>
                <a:gd name="connsiteY53" fmla="*/ 728663 h 985838"/>
                <a:gd name="connsiteX54" fmla="*/ 409575 w 4419600"/>
                <a:gd name="connsiteY54" fmla="*/ 752475 h 985838"/>
                <a:gd name="connsiteX55" fmla="*/ 285750 w 4419600"/>
                <a:gd name="connsiteY55" fmla="*/ 785813 h 985838"/>
                <a:gd name="connsiteX56" fmla="*/ 104775 w 4419600"/>
                <a:gd name="connsiteY56" fmla="*/ 804863 h 985838"/>
                <a:gd name="connsiteX57" fmla="*/ 0 w 4419600"/>
                <a:gd name="connsiteY57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410075 w 4419600"/>
                <a:gd name="connsiteY30" fmla="*/ 673894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410075 w 4419600"/>
                <a:gd name="connsiteY30" fmla="*/ 673894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500 w 4419600"/>
                <a:gd name="connsiteY30" fmla="*/ 704850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57225 h 985838"/>
                <a:gd name="connsiteX30" fmla="*/ 4381500 w 4419600"/>
                <a:gd name="connsiteY30" fmla="*/ 704850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81500 w 4419600"/>
                <a:gd name="connsiteY30" fmla="*/ 704850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67212 w 4419600"/>
                <a:gd name="connsiteY30" fmla="*/ 652462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81500 w 4419600"/>
                <a:gd name="connsiteY30" fmla="*/ 683418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76737 w 4419600"/>
                <a:gd name="connsiteY30" fmla="*/ 664369 h 985838"/>
                <a:gd name="connsiteX31" fmla="*/ 4381500 w 4419600"/>
                <a:gd name="connsiteY31" fmla="*/ 683418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69132 h 985838"/>
                <a:gd name="connsiteX31" fmla="*/ 4381500 w 4419600"/>
                <a:gd name="connsiteY31" fmla="*/ 683418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69132 h 985838"/>
                <a:gd name="connsiteX31" fmla="*/ 4381500 w 4419600"/>
                <a:gd name="connsiteY31" fmla="*/ 695325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71513 h 985838"/>
                <a:gd name="connsiteX31" fmla="*/ 4381500 w 4419600"/>
                <a:gd name="connsiteY31" fmla="*/ 695325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71513 h 985838"/>
                <a:gd name="connsiteX31" fmla="*/ 4381500 w 4419600"/>
                <a:gd name="connsiteY31" fmla="*/ 695325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60068 w 4419600"/>
                <a:gd name="connsiteY29" fmla="*/ 659606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59606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61988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500 w 4419600"/>
                <a:gd name="connsiteY29" fmla="*/ 664369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19600" h="985838">
                  <a:moveTo>
                    <a:pt x="0" y="823913"/>
                  </a:moveTo>
                  <a:lnTo>
                    <a:pt x="76200" y="671513"/>
                  </a:lnTo>
                  <a:lnTo>
                    <a:pt x="223837" y="495300"/>
                  </a:lnTo>
                  <a:lnTo>
                    <a:pt x="342900" y="366713"/>
                  </a:lnTo>
                  <a:lnTo>
                    <a:pt x="409575" y="271463"/>
                  </a:lnTo>
                  <a:lnTo>
                    <a:pt x="471487" y="233363"/>
                  </a:lnTo>
                  <a:lnTo>
                    <a:pt x="619125" y="204788"/>
                  </a:lnTo>
                  <a:lnTo>
                    <a:pt x="776287" y="200025"/>
                  </a:lnTo>
                  <a:lnTo>
                    <a:pt x="890587" y="190500"/>
                  </a:lnTo>
                  <a:lnTo>
                    <a:pt x="1233487" y="142875"/>
                  </a:lnTo>
                  <a:lnTo>
                    <a:pt x="1281112" y="138113"/>
                  </a:lnTo>
                  <a:lnTo>
                    <a:pt x="1519237" y="76200"/>
                  </a:lnTo>
                  <a:lnTo>
                    <a:pt x="1762125" y="42863"/>
                  </a:lnTo>
                  <a:lnTo>
                    <a:pt x="2024062" y="19050"/>
                  </a:lnTo>
                  <a:lnTo>
                    <a:pt x="2395537" y="0"/>
                  </a:lnTo>
                  <a:lnTo>
                    <a:pt x="2647950" y="14288"/>
                  </a:lnTo>
                  <a:lnTo>
                    <a:pt x="2938462" y="28575"/>
                  </a:lnTo>
                  <a:lnTo>
                    <a:pt x="3258492" y="57944"/>
                  </a:lnTo>
                  <a:cubicBezTo>
                    <a:pt x="3324274" y="75861"/>
                    <a:pt x="3369419" y="105114"/>
                    <a:pt x="3402508" y="129952"/>
                  </a:cubicBezTo>
                  <a:lnTo>
                    <a:pt x="3557587" y="185738"/>
                  </a:lnTo>
                  <a:lnTo>
                    <a:pt x="3709987" y="219075"/>
                  </a:lnTo>
                  <a:lnTo>
                    <a:pt x="3814762" y="238125"/>
                  </a:lnTo>
                  <a:lnTo>
                    <a:pt x="3862387" y="238125"/>
                  </a:lnTo>
                  <a:lnTo>
                    <a:pt x="3905250" y="311944"/>
                  </a:lnTo>
                  <a:cubicBezTo>
                    <a:pt x="3923506" y="348457"/>
                    <a:pt x="3932237" y="361156"/>
                    <a:pt x="3957637" y="390525"/>
                  </a:cubicBezTo>
                  <a:lnTo>
                    <a:pt x="4110037" y="461963"/>
                  </a:lnTo>
                  <a:lnTo>
                    <a:pt x="4207668" y="500063"/>
                  </a:lnTo>
                  <a:lnTo>
                    <a:pt x="4314825" y="552450"/>
                  </a:lnTo>
                  <a:lnTo>
                    <a:pt x="4369592" y="611981"/>
                  </a:lnTo>
                  <a:cubicBezTo>
                    <a:pt x="4379514" y="627856"/>
                    <a:pt x="4379515" y="652463"/>
                    <a:pt x="4381500" y="664369"/>
                  </a:cubicBezTo>
                  <a:cubicBezTo>
                    <a:pt x="4383485" y="678260"/>
                    <a:pt x="4382691" y="684610"/>
                    <a:pt x="4381500" y="695325"/>
                  </a:cubicBezTo>
                  <a:cubicBezTo>
                    <a:pt x="4380309" y="706040"/>
                    <a:pt x="4375944" y="718741"/>
                    <a:pt x="4374356" y="728663"/>
                  </a:cubicBezTo>
                  <a:cubicBezTo>
                    <a:pt x="4372768" y="738585"/>
                    <a:pt x="4372372" y="745728"/>
                    <a:pt x="4371975" y="754856"/>
                  </a:cubicBezTo>
                  <a:cubicBezTo>
                    <a:pt x="4371578" y="763984"/>
                    <a:pt x="4368799" y="773906"/>
                    <a:pt x="4371974" y="783431"/>
                  </a:cubicBezTo>
                  <a:lnTo>
                    <a:pt x="4391025" y="812006"/>
                  </a:lnTo>
                  <a:lnTo>
                    <a:pt x="4410075" y="847725"/>
                  </a:lnTo>
                  <a:lnTo>
                    <a:pt x="4419600" y="909638"/>
                  </a:lnTo>
                  <a:lnTo>
                    <a:pt x="4410075" y="985838"/>
                  </a:lnTo>
                  <a:lnTo>
                    <a:pt x="4100512" y="945356"/>
                  </a:lnTo>
                  <a:lnTo>
                    <a:pt x="3757612" y="890588"/>
                  </a:lnTo>
                  <a:lnTo>
                    <a:pt x="3543300" y="842963"/>
                  </a:lnTo>
                  <a:lnTo>
                    <a:pt x="3390900" y="804863"/>
                  </a:lnTo>
                  <a:lnTo>
                    <a:pt x="3309938" y="778669"/>
                  </a:lnTo>
                  <a:lnTo>
                    <a:pt x="3238500" y="757238"/>
                  </a:lnTo>
                  <a:lnTo>
                    <a:pt x="3095625" y="738188"/>
                  </a:lnTo>
                  <a:lnTo>
                    <a:pt x="2967037" y="709613"/>
                  </a:lnTo>
                  <a:lnTo>
                    <a:pt x="2724150" y="638175"/>
                  </a:lnTo>
                  <a:lnTo>
                    <a:pt x="2562225" y="600075"/>
                  </a:lnTo>
                  <a:lnTo>
                    <a:pt x="2266950" y="581025"/>
                  </a:lnTo>
                  <a:lnTo>
                    <a:pt x="1971675" y="590550"/>
                  </a:lnTo>
                  <a:lnTo>
                    <a:pt x="1700212" y="604838"/>
                  </a:lnTo>
                  <a:lnTo>
                    <a:pt x="1281112" y="633413"/>
                  </a:lnTo>
                  <a:lnTo>
                    <a:pt x="1042987" y="657225"/>
                  </a:lnTo>
                  <a:lnTo>
                    <a:pt x="802481" y="688181"/>
                  </a:lnTo>
                  <a:lnTo>
                    <a:pt x="531019" y="728663"/>
                  </a:lnTo>
                  <a:lnTo>
                    <a:pt x="409575" y="752475"/>
                  </a:lnTo>
                  <a:lnTo>
                    <a:pt x="285750" y="785813"/>
                  </a:lnTo>
                  <a:lnTo>
                    <a:pt x="104775" y="804863"/>
                  </a:lnTo>
                  <a:lnTo>
                    <a:pt x="0" y="823913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3" name="Freeform 142"/>
            <p:cNvSpPr/>
            <p:nvPr/>
          </p:nvSpPr>
          <p:spPr>
            <a:xfrm>
              <a:off x="5469781" y="7381875"/>
              <a:ext cx="109488" cy="59532"/>
            </a:xfrm>
            <a:custGeom>
              <a:avLst/>
              <a:gdLst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0 w 107157"/>
                <a:gd name="connsiteY4" fmla="*/ 0 h 59532"/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19050 w 107157"/>
                <a:gd name="connsiteY4" fmla="*/ 28575 h 59532"/>
                <a:gd name="connsiteX5" fmla="*/ 0 w 107157"/>
                <a:gd name="connsiteY5" fmla="*/ 0 h 59532"/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7194 w 107157"/>
                <a:gd name="connsiteY4" fmla="*/ 59532 h 59532"/>
                <a:gd name="connsiteX5" fmla="*/ 0 w 107157"/>
                <a:gd name="connsiteY5" fmla="*/ 0 h 59532"/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7194 w 107157"/>
                <a:gd name="connsiteY4" fmla="*/ 59532 h 59532"/>
                <a:gd name="connsiteX5" fmla="*/ 0 w 107157"/>
                <a:gd name="connsiteY5" fmla="*/ 0 h 59532"/>
                <a:gd name="connsiteX0" fmla="*/ 0 w 117367"/>
                <a:gd name="connsiteY0" fmla="*/ 0 h 59532"/>
                <a:gd name="connsiteX1" fmla="*/ 117367 w 117367"/>
                <a:gd name="connsiteY1" fmla="*/ 9525 h 59532"/>
                <a:gd name="connsiteX2" fmla="*/ 98317 w 117367"/>
                <a:gd name="connsiteY2" fmla="*/ 59532 h 59532"/>
                <a:gd name="connsiteX3" fmla="*/ 53073 w 117367"/>
                <a:gd name="connsiteY3" fmla="*/ 59532 h 59532"/>
                <a:gd name="connsiteX4" fmla="*/ 17404 w 117367"/>
                <a:gd name="connsiteY4" fmla="*/ 59532 h 59532"/>
                <a:gd name="connsiteX5" fmla="*/ 0 w 117367"/>
                <a:gd name="connsiteY5" fmla="*/ 0 h 5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367" h="59532">
                  <a:moveTo>
                    <a:pt x="0" y="0"/>
                  </a:moveTo>
                  <a:lnTo>
                    <a:pt x="117367" y="9525"/>
                  </a:lnTo>
                  <a:lnTo>
                    <a:pt x="98317" y="59532"/>
                  </a:lnTo>
                  <a:lnTo>
                    <a:pt x="53073" y="59532"/>
                  </a:lnTo>
                  <a:lnTo>
                    <a:pt x="17404" y="59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4" name="Rectangle 23"/>
            <p:cNvSpPr>
              <a:spLocks noChangeArrowheads="1"/>
            </p:cNvSpPr>
            <p:nvPr/>
          </p:nvSpPr>
          <p:spPr bwMode="auto">
            <a:xfrm>
              <a:off x="1565327" y="7291033"/>
              <a:ext cx="45719" cy="3381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Rectangle 24"/>
            <p:cNvSpPr>
              <a:spLocks noChangeArrowheads="1"/>
            </p:cNvSpPr>
            <p:nvPr/>
          </p:nvSpPr>
          <p:spPr bwMode="auto">
            <a:xfrm>
              <a:off x="1566129" y="7000875"/>
              <a:ext cx="45719" cy="29015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6" name="Group 145"/>
            <p:cNvGrpSpPr>
              <a:grpSpLocks noChangeAspect="1"/>
            </p:cNvGrpSpPr>
            <p:nvPr/>
          </p:nvGrpSpPr>
          <p:grpSpPr>
            <a:xfrm>
              <a:off x="1426301" y="6151446"/>
              <a:ext cx="501476" cy="919036"/>
              <a:chOff x="1327378" y="5592381"/>
              <a:chExt cx="808832" cy="1482313"/>
            </a:xfrm>
          </p:grpSpPr>
          <p:sp>
            <p:nvSpPr>
              <p:cNvPr id="204" name="Line 400"/>
              <p:cNvSpPr>
                <a:spLocks noChangeShapeType="1"/>
              </p:cNvSpPr>
              <p:nvPr/>
            </p:nvSpPr>
            <p:spPr bwMode="auto">
              <a:xfrm flipH="1" flipV="1">
                <a:off x="1455172" y="6790944"/>
                <a:ext cx="304800" cy="12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grpSp>
            <p:nvGrpSpPr>
              <p:cNvPr id="205" name="Group 204"/>
              <p:cNvGrpSpPr/>
              <p:nvPr/>
            </p:nvGrpSpPr>
            <p:grpSpPr>
              <a:xfrm>
                <a:off x="1327378" y="5592381"/>
                <a:ext cx="808832" cy="1482313"/>
                <a:chOff x="1327378" y="5592381"/>
                <a:chExt cx="808832" cy="1482313"/>
              </a:xfrm>
            </p:grpSpPr>
            <p:sp>
              <p:nvSpPr>
                <p:cNvPr id="206" name="Freeform 375"/>
                <p:cNvSpPr>
                  <a:spLocks/>
                </p:cNvSpPr>
                <p:nvPr/>
              </p:nvSpPr>
              <p:spPr bwMode="auto">
                <a:xfrm>
                  <a:off x="1505972" y="5593969"/>
                  <a:ext cx="9207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07" name="Freeform 376"/>
                <p:cNvSpPr>
                  <a:spLocks/>
                </p:cNvSpPr>
                <p:nvPr/>
              </p:nvSpPr>
              <p:spPr bwMode="auto">
                <a:xfrm rot="20265059">
                  <a:off x="1425009" y="5633656"/>
                  <a:ext cx="92075" cy="146050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08" name="Freeform 377"/>
                <p:cNvSpPr>
                  <a:spLocks/>
                </p:cNvSpPr>
                <p:nvPr/>
              </p:nvSpPr>
              <p:spPr bwMode="auto">
                <a:xfrm rot="17761775">
                  <a:off x="1385321" y="5722556"/>
                  <a:ext cx="9207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09" name="Freeform 378"/>
                <p:cNvSpPr>
                  <a:spLocks/>
                </p:cNvSpPr>
                <p:nvPr/>
              </p:nvSpPr>
              <p:spPr bwMode="auto">
                <a:xfrm rot="15980867">
                  <a:off x="1374209" y="5789231"/>
                  <a:ext cx="92075" cy="1857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0" name="Freeform 379"/>
                <p:cNvSpPr>
                  <a:spLocks/>
                </p:cNvSpPr>
                <p:nvPr/>
              </p:nvSpPr>
              <p:spPr bwMode="auto">
                <a:xfrm rot="14178596">
                  <a:off x="1413896" y="5870194"/>
                  <a:ext cx="92075" cy="190500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1" name="Freeform 380"/>
                <p:cNvSpPr>
                  <a:spLocks/>
                </p:cNvSpPr>
                <p:nvPr/>
              </p:nvSpPr>
              <p:spPr bwMode="auto">
                <a:xfrm rot="11998987">
                  <a:off x="1485334" y="5914644"/>
                  <a:ext cx="76200" cy="187325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2" name="Freeform 381"/>
                <p:cNvSpPr>
                  <a:spLocks/>
                </p:cNvSpPr>
                <p:nvPr/>
              </p:nvSpPr>
              <p:spPr bwMode="auto">
                <a:xfrm rot="10208051">
                  <a:off x="1564709" y="5922581"/>
                  <a:ext cx="68263" cy="1889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3" name="Freeform 382"/>
                <p:cNvSpPr>
                  <a:spLocks/>
                </p:cNvSpPr>
                <p:nvPr/>
              </p:nvSpPr>
              <p:spPr bwMode="auto">
                <a:xfrm rot="9580726">
                  <a:off x="1629797" y="5927344"/>
                  <a:ext cx="6667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4" name="Freeform 383"/>
                <p:cNvSpPr>
                  <a:spLocks/>
                </p:cNvSpPr>
                <p:nvPr/>
              </p:nvSpPr>
              <p:spPr bwMode="auto">
                <a:xfrm rot="7941447">
                  <a:off x="1669484" y="5887656"/>
                  <a:ext cx="74613" cy="1381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5" name="Freeform 384"/>
                <p:cNvSpPr>
                  <a:spLocks/>
                </p:cNvSpPr>
                <p:nvPr/>
              </p:nvSpPr>
              <p:spPr bwMode="auto">
                <a:xfrm rot="832863">
                  <a:off x="1599634" y="5592381"/>
                  <a:ext cx="50800" cy="149225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6" name="Freeform 385"/>
                <p:cNvSpPr>
                  <a:spLocks/>
                </p:cNvSpPr>
                <p:nvPr/>
              </p:nvSpPr>
              <p:spPr bwMode="auto">
                <a:xfrm rot="3340187">
                  <a:off x="1637734" y="5633656"/>
                  <a:ext cx="88900" cy="1127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7" name="Freeform 386"/>
                <p:cNvSpPr>
                  <a:spLocks/>
                </p:cNvSpPr>
                <p:nvPr/>
              </p:nvSpPr>
              <p:spPr bwMode="auto">
                <a:xfrm rot="4571866">
                  <a:off x="1699646" y="5670169"/>
                  <a:ext cx="57150" cy="1381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8" name="Freeform 387"/>
                <p:cNvSpPr>
                  <a:spLocks/>
                </p:cNvSpPr>
                <p:nvPr/>
              </p:nvSpPr>
              <p:spPr bwMode="auto">
                <a:xfrm rot="5772207">
                  <a:off x="1715521" y="5724144"/>
                  <a:ext cx="58738" cy="130175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9" name="Freeform 388"/>
                <p:cNvSpPr>
                  <a:spLocks/>
                </p:cNvSpPr>
                <p:nvPr/>
              </p:nvSpPr>
              <p:spPr bwMode="auto">
                <a:xfrm rot="7027278">
                  <a:off x="1717109" y="5779706"/>
                  <a:ext cx="57150" cy="127000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0" name="Freeform 389"/>
                <p:cNvSpPr>
                  <a:spLocks/>
                </p:cNvSpPr>
                <p:nvPr/>
              </p:nvSpPr>
              <p:spPr bwMode="auto">
                <a:xfrm rot="7458310">
                  <a:off x="1713934" y="5827331"/>
                  <a:ext cx="6032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1" name="AutoShape 390"/>
                <p:cNvSpPr>
                  <a:spLocks noChangeArrowheads="1"/>
                </p:cNvSpPr>
                <p:nvPr/>
              </p:nvSpPr>
              <p:spPr bwMode="auto">
                <a:xfrm>
                  <a:off x="1486922" y="5722556"/>
                  <a:ext cx="207963" cy="228600"/>
                </a:xfrm>
                <a:custGeom>
                  <a:avLst/>
                  <a:gdLst>
                    <a:gd name="T0" fmla="*/ 66 w 21600"/>
                    <a:gd name="T1" fmla="*/ 0 h 21600"/>
                    <a:gd name="T2" fmla="*/ 19 w 21600"/>
                    <a:gd name="T3" fmla="*/ 21 h 21600"/>
                    <a:gd name="T4" fmla="*/ 0 w 21600"/>
                    <a:gd name="T5" fmla="*/ 72 h 21600"/>
                    <a:gd name="T6" fmla="*/ 19 w 21600"/>
                    <a:gd name="T7" fmla="*/ 123 h 21600"/>
                    <a:gd name="T8" fmla="*/ 66 w 21600"/>
                    <a:gd name="T9" fmla="*/ 144 h 21600"/>
                    <a:gd name="T10" fmla="*/ 112 w 21600"/>
                    <a:gd name="T11" fmla="*/ 123 h 21600"/>
                    <a:gd name="T12" fmla="*/ 131 w 21600"/>
                    <a:gd name="T13" fmla="*/ 72 h 21600"/>
                    <a:gd name="T14" fmla="*/ 112 w 21600"/>
                    <a:gd name="T15" fmla="*/ 21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133 w 21600"/>
                    <a:gd name="T25" fmla="*/ 3150 h 21600"/>
                    <a:gd name="T26" fmla="*/ 18467 w 21600"/>
                    <a:gd name="T27" fmla="*/ 1845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5400" y="10800"/>
                      </a:moveTo>
                      <a:cubicBezTo>
                        <a:pt x="5400" y="13782"/>
                        <a:pt x="7818" y="16200"/>
                        <a:pt x="10800" y="16200"/>
                      </a:cubicBezTo>
                      <a:cubicBezTo>
                        <a:pt x="13782" y="16200"/>
                        <a:pt x="16200" y="13782"/>
                        <a:pt x="16200" y="10800"/>
                      </a:cubicBezTo>
                      <a:cubicBezTo>
                        <a:pt x="16200" y="7818"/>
                        <a:pt x="13782" y="5400"/>
                        <a:pt x="10800" y="5400"/>
                      </a:cubicBezTo>
                      <a:cubicBezTo>
                        <a:pt x="7818" y="5400"/>
                        <a:pt x="5400" y="7818"/>
                        <a:pt x="5400" y="1080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  <p:sp>
              <p:nvSpPr>
                <p:cNvPr id="222" name="Freeform 392"/>
                <p:cNvSpPr>
                  <a:spLocks/>
                </p:cNvSpPr>
                <p:nvPr/>
              </p:nvSpPr>
              <p:spPr bwMode="auto">
                <a:xfrm>
                  <a:off x="1788547" y="5740019"/>
                  <a:ext cx="347663" cy="161925"/>
                </a:xfrm>
                <a:custGeom>
                  <a:avLst/>
                  <a:gdLst>
                    <a:gd name="T0" fmla="*/ 3 w 219"/>
                    <a:gd name="T1" fmla="*/ 89 h 102"/>
                    <a:gd name="T2" fmla="*/ 67 w 219"/>
                    <a:gd name="T3" fmla="*/ 69 h 102"/>
                    <a:gd name="T4" fmla="*/ 85 w 219"/>
                    <a:gd name="T5" fmla="*/ 86 h 102"/>
                    <a:gd name="T6" fmla="*/ 208 w 219"/>
                    <a:gd name="T7" fmla="*/ 102 h 102"/>
                    <a:gd name="T8" fmla="*/ 174 w 219"/>
                    <a:gd name="T9" fmla="*/ 53 h 102"/>
                    <a:gd name="T10" fmla="*/ 219 w 219"/>
                    <a:gd name="T11" fmla="*/ 0 h 102"/>
                    <a:gd name="T12" fmla="*/ 90 w 219"/>
                    <a:gd name="T13" fmla="*/ 20 h 102"/>
                    <a:gd name="T14" fmla="*/ 64 w 219"/>
                    <a:gd name="T15" fmla="*/ 39 h 102"/>
                    <a:gd name="T16" fmla="*/ 0 w 219"/>
                    <a:gd name="T17" fmla="*/ 63 h 10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19"/>
                    <a:gd name="T28" fmla="*/ 0 h 102"/>
                    <a:gd name="T29" fmla="*/ 219 w 219"/>
                    <a:gd name="T30" fmla="*/ 102 h 102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19" h="102">
                      <a:moveTo>
                        <a:pt x="3" y="89"/>
                      </a:moveTo>
                      <a:lnTo>
                        <a:pt x="67" y="69"/>
                      </a:lnTo>
                      <a:lnTo>
                        <a:pt x="85" y="86"/>
                      </a:lnTo>
                      <a:lnTo>
                        <a:pt x="208" y="102"/>
                      </a:lnTo>
                      <a:lnTo>
                        <a:pt x="174" y="53"/>
                      </a:lnTo>
                      <a:lnTo>
                        <a:pt x="219" y="0"/>
                      </a:lnTo>
                      <a:lnTo>
                        <a:pt x="90" y="20"/>
                      </a:lnTo>
                      <a:lnTo>
                        <a:pt x="64" y="39"/>
                      </a:lnTo>
                      <a:lnTo>
                        <a:pt x="0" y="6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3" name="Line 393"/>
                <p:cNvSpPr>
                  <a:spLocks noChangeShapeType="1"/>
                </p:cNvSpPr>
                <p:nvPr/>
              </p:nvSpPr>
              <p:spPr bwMode="auto">
                <a:xfrm flipH="1">
                  <a:off x="1397842" y="6108319"/>
                  <a:ext cx="184329" cy="9663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4" name="Line 394"/>
                <p:cNvSpPr>
                  <a:spLocks noChangeShapeType="1"/>
                </p:cNvSpPr>
                <p:nvPr/>
              </p:nvSpPr>
              <p:spPr bwMode="auto">
                <a:xfrm>
                  <a:off x="1626622" y="6103556"/>
                  <a:ext cx="188607" cy="971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5" name="Line 395"/>
                <p:cNvSpPr>
                  <a:spLocks noChangeShapeType="1"/>
                </p:cNvSpPr>
                <p:nvPr/>
              </p:nvSpPr>
              <p:spPr bwMode="auto">
                <a:xfrm flipV="1">
                  <a:off x="1548834" y="6289294"/>
                  <a:ext cx="119063" cy="15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6" name="Line 396"/>
                <p:cNvSpPr>
                  <a:spLocks noChangeShapeType="1"/>
                </p:cNvSpPr>
                <p:nvPr/>
              </p:nvSpPr>
              <p:spPr bwMode="auto">
                <a:xfrm>
                  <a:off x="1550422" y="6289294"/>
                  <a:ext cx="150813" cy="2159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7" name="Line 397"/>
                <p:cNvSpPr>
                  <a:spLocks noChangeShapeType="1"/>
                </p:cNvSpPr>
                <p:nvPr/>
              </p:nvSpPr>
              <p:spPr bwMode="auto">
                <a:xfrm flipH="1">
                  <a:off x="1505972" y="6503606"/>
                  <a:ext cx="1905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8" name="Line 398"/>
                <p:cNvSpPr>
                  <a:spLocks noChangeShapeType="1"/>
                </p:cNvSpPr>
                <p:nvPr/>
              </p:nvSpPr>
              <p:spPr bwMode="auto">
                <a:xfrm flipH="1">
                  <a:off x="1453584" y="6509956"/>
                  <a:ext cx="242888" cy="276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9" name="Line 399"/>
                <p:cNvSpPr>
                  <a:spLocks noChangeShapeType="1"/>
                </p:cNvSpPr>
                <p:nvPr/>
              </p:nvSpPr>
              <p:spPr bwMode="auto">
                <a:xfrm>
                  <a:off x="1505972" y="6503606"/>
                  <a:ext cx="252413" cy="2968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30" name="Line 401"/>
                <p:cNvSpPr>
                  <a:spLocks noChangeShapeType="1"/>
                </p:cNvSpPr>
                <p:nvPr/>
              </p:nvSpPr>
              <p:spPr bwMode="auto">
                <a:xfrm>
                  <a:off x="1459934" y="6794119"/>
                  <a:ext cx="341313" cy="2381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31" name="Line 402"/>
                <p:cNvSpPr>
                  <a:spLocks noChangeShapeType="1"/>
                </p:cNvSpPr>
                <p:nvPr/>
              </p:nvSpPr>
              <p:spPr bwMode="auto">
                <a:xfrm flipH="1">
                  <a:off x="1405959" y="6808406"/>
                  <a:ext cx="354013" cy="2095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32" name="Line 403"/>
                <p:cNvSpPr>
                  <a:spLocks noChangeShapeType="1"/>
                </p:cNvSpPr>
                <p:nvPr/>
              </p:nvSpPr>
              <p:spPr bwMode="auto">
                <a:xfrm>
                  <a:off x="1415484" y="7019544"/>
                  <a:ext cx="387350" cy="190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33" name="Line 404"/>
                <p:cNvSpPr>
                  <a:spLocks noChangeShapeType="1"/>
                </p:cNvSpPr>
                <p:nvPr/>
              </p:nvSpPr>
              <p:spPr bwMode="auto">
                <a:xfrm flipH="1">
                  <a:off x="1512322" y="6289294"/>
                  <a:ext cx="152400" cy="2047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34" name="Line 405"/>
                <p:cNvSpPr>
                  <a:spLocks noChangeShapeType="1"/>
                </p:cNvSpPr>
                <p:nvPr/>
              </p:nvSpPr>
              <p:spPr bwMode="auto">
                <a:xfrm flipV="1">
                  <a:off x="1591697" y="6103556"/>
                  <a:ext cx="11113" cy="8921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</p:grpSp>
        </p:grpSp>
        <p:sp>
          <p:nvSpPr>
            <p:cNvPr id="147" name="Freeform 146"/>
            <p:cNvSpPr/>
            <p:nvPr/>
          </p:nvSpPr>
          <p:spPr>
            <a:xfrm>
              <a:off x="5379244" y="6862763"/>
              <a:ext cx="469106" cy="335756"/>
            </a:xfrm>
            <a:custGeom>
              <a:avLst/>
              <a:gdLst>
                <a:gd name="connsiteX0" fmla="*/ 469106 w 469106"/>
                <a:gd name="connsiteY0" fmla="*/ 335756 h 335756"/>
                <a:gd name="connsiteX1" fmla="*/ 411956 w 469106"/>
                <a:gd name="connsiteY1" fmla="*/ 297656 h 335756"/>
                <a:gd name="connsiteX2" fmla="*/ 364331 w 469106"/>
                <a:gd name="connsiteY2" fmla="*/ 252412 h 335756"/>
                <a:gd name="connsiteX3" fmla="*/ 311944 w 469106"/>
                <a:gd name="connsiteY3" fmla="*/ 214312 h 335756"/>
                <a:gd name="connsiteX4" fmla="*/ 254794 w 469106"/>
                <a:gd name="connsiteY4" fmla="*/ 154781 h 335756"/>
                <a:gd name="connsiteX5" fmla="*/ 223837 w 469106"/>
                <a:gd name="connsiteY5" fmla="*/ 109537 h 335756"/>
                <a:gd name="connsiteX6" fmla="*/ 147637 w 469106"/>
                <a:gd name="connsiteY6" fmla="*/ 71437 h 335756"/>
                <a:gd name="connsiteX7" fmla="*/ 52387 w 469106"/>
                <a:gd name="connsiteY7" fmla="*/ 23812 h 335756"/>
                <a:gd name="connsiteX8" fmla="*/ 0 w 469106"/>
                <a:gd name="connsiteY8" fmla="*/ 0 h 33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106" h="335756">
                  <a:moveTo>
                    <a:pt x="469106" y="335756"/>
                  </a:moveTo>
                  <a:cubicBezTo>
                    <a:pt x="449262" y="323651"/>
                    <a:pt x="429418" y="311547"/>
                    <a:pt x="411956" y="297656"/>
                  </a:cubicBezTo>
                  <a:cubicBezTo>
                    <a:pt x="394494" y="283765"/>
                    <a:pt x="380999" y="266303"/>
                    <a:pt x="364331" y="252412"/>
                  </a:cubicBezTo>
                  <a:cubicBezTo>
                    <a:pt x="347663" y="238521"/>
                    <a:pt x="330200" y="230584"/>
                    <a:pt x="311944" y="214312"/>
                  </a:cubicBezTo>
                  <a:cubicBezTo>
                    <a:pt x="293688" y="198040"/>
                    <a:pt x="269478" y="172243"/>
                    <a:pt x="254794" y="154781"/>
                  </a:cubicBezTo>
                  <a:cubicBezTo>
                    <a:pt x="240110" y="137319"/>
                    <a:pt x="241696" y="123428"/>
                    <a:pt x="223837" y="109537"/>
                  </a:cubicBezTo>
                  <a:cubicBezTo>
                    <a:pt x="205978" y="95646"/>
                    <a:pt x="147637" y="71437"/>
                    <a:pt x="147637" y="71437"/>
                  </a:cubicBezTo>
                  <a:lnTo>
                    <a:pt x="52387" y="23812"/>
                  </a:lnTo>
                  <a:cubicBezTo>
                    <a:pt x="27781" y="11906"/>
                    <a:pt x="13890" y="5953"/>
                    <a:pt x="0" y="0"/>
                  </a:cubicBezTo>
                </a:path>
              </a:pathLst>
            </a:cu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5669756" y="7205663"/>
              <a:ext cx="126207" cy="80962"/>
            </a:xfrm>
            <a:custGeom>
              <a:avLst/>
              <a:gdLst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50007 w 126207"/>
                <a:gd name="connsiteY5" fmla="*/ 38100 h 80962"/>
                <a:gd name="connsiteX6" fmla="*/ 71438 w 126207"/>
                <a:gd name="connsiteY6" fmla="*/ 50006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71438 w 126207"/>
                <a:gd name="connsiteY6" fmla="*/ 50006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80962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80962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207" h="80962">
                  <a:moveTo>
                    <a:pt x="126207" y="80962"/>
                  </a:moveTo>
                  <a:lnTo>
                    <a:pt x="66675" y="28575"/>
                  </a:lnTo>
                  <a:lnTo>
                    <a:pt x="23813" y="9525"/>
                  </a:lnTo>
                  <a:lnTo>
                    <a:pt x="0" y="0"/>
                  </a:lnTo>
                  <a:lnTo>
                    <a:pt x="23813" y="14287"/>
                  </a:lnTo>
                  <a:lnTo>
                    <a:pt x="45244" y="42091"/>
                  </a:lnTo>
                  <a:lnTo>
                    <a:pt x="82153" y="56379"/>
                  </a:lnTo>
                  <a:lnTo>
                    <a:pt x="126207" y="80962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5822156" y="7208044"/>
              <a:ext cx="269875" cy="141684"/>
            </a:xfrm>
            <a:custGeom>
              <a:avLst/>
              <a:gdLst>
                <a:gd name="connsiteX0" fmla="*/ 269082 w 269875"/>
                <a:gd name="connsiteY0" fmla="*/ 0 h 141684"/>
                <a:gd name="connsiteX1" fmla="*/ 235744 w 269875"/>
                <a:gd name="connsiteY1" fmla="*/ 119062 h 141684"/>
                <a:gd name="connsiteX2" fmla="*/ 64294 w 269875"/>
                <a:gd name="connsiteY2" fmla="*/ 135731 h 141684"/>
                <a:gd name="connsiteX3" fmla="*/ 0 w 269875"/>
                <a:gd name="connsiteY3" fmla="*/ 104775 h 141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875" h="141684">
                  <a:moveTo>
                    <a:pt x="269082" y="0"/>
                  </a:moveTo>
                  <a:cubicBezTo>
                    <a:pt x="269478" y="48220"/>
                    <a:pt x="269875" y="96440"/>
                    <a:pt x="235744" y="119062"/>
                  </a:cubicBezTo>
                  <a:cubicBezTo>
                    <a:pt x="201613" y="141684"/>
                    <a:pt x="103585" y="138112"/>
                    <a:pt x="64294" y="135731"/>
                  </a:cubicBezTo>
                  <a:cubicBezTo>
                    <a:pt x="25003" y="133350"/>
                    <a:pt x="12501" y="119062"/>
                    <a:pt x="0" y="104775"/>
                  </a:cubicBezTo>
                </a:path>
              </a:pathLst>
            </a:custGeom>
            <a:ln w="19050">
              <a:headEnd type="none" w="med" len="sm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5634038" y="7422356"/>
              <a:ext cx="473868" cy="140891"/>
            </a:xfrm>
            <a:custGeom>
              <a:avLst/>
              <a:gdLst>
                <a:gd name="connsiteX0" fmla="*/ 473868 w 473868"/>
                <a:gd name="connsiteY0" fmla="*/ 0 h 140891"/>
                <a:gd name="connsiteX1" fmla="*/ 352425 w 473868"/>
                <a:gd name="connsiteY1" fmla="*/ 121444 h 140891"/>
                <a:gd name="connsiteX2" fmla="*/ 121443 w 473868"/>
                <a:gd name="connsiteY2" fmla="*/ 116682 h 140891"/>
                <a:gd name="connsiteX3" fmla="*/ 0 w 473868"/>
                <a:gd name="connsiteY3" fmla="*/ 50007 h 140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868" h="140891">
                  <a:moveTo>
                    <a:pt x="473868" y="0"/>
                  </a:moveTo>
                  <a:cubicBezTo>
                    <a:pt x="442515" y="50998"/>
                    <a:pt x="411162" y="101997"/>
                    <a:pt x="352425" y="121444"/>
                  </a:cubicBezTo>
                  <a:cubicBezTo>
                    <a:pt x="293688" y="140891"/>
                    <a:pt x="180181" y="128588"/>
                    <a:pt x="121443" y="116682"/>
                  </a:cubicBezTo>
                  <a:cubicBezTo>
                    <a:pt x="62706" y="104776"/>
                    <a:pt x="31353" y="77391"/>
                    <a:pt x="0" y="50007"/>
                  </a:cubicBezTo>
                </a:path>
              </a:pathLst>
            </a:custGeom>
            <a:ln w="19050"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51" name="Group 150"/>
            <p:cNvGrpSpPr/>
            <p:nvPr/>
          </p:nvGrpSpPr>
          <p:grpSpPr>
            <a:xfrm>
              <a:off x="1062833" y="7116785"/>
              <a:ext cx="5043487" cy="1633537"/>
              <a:chOff x="900113" y="3319462"/>
              <a:chExt cx="5043487" cy="1633537"/>
            </a:xfrm>
          </p:grpSpPr>
          <p:sp>
            <p:nvSpPr>
              <p:cNvPr id="192" name="Freeform 191"/>
              <p:cNvSpPr/>
              <p:nvPr/>
            </p:nvSpPr>
            <p:spPr>
              <a:xfrm>
                <a:off x="1514475" y="3376613"/>
                <a:ext cx="481013" cy="379015"/>
              </a:xfrm>
              <a:custGeom>
                <a:avLst/>
                <a:gdLst>
                  <a:gd name="connsiteX0" fmla="*/ 423863 w 423863"/>
                  <a:gd name="connsiteY0" fmla="*/ 0 h 380603"/>
                  <a:gd name="connsiteX1" fmla="*/ 359569 w 423863"/>
                  <a:gd name="connsiteY1" fmla="*/ 142875 h 380603"/>
                  <a:gd name="connsiteX2" fmla="*/ 266700 w 423863"/>
                  <a:gd name="connsiteY2" fmla="*/ 252412 h 380603"/>
                  <a:gd name="connsiteX3" fmla="*/ 183356 w 423863"/>
                  <a:gd name="connsiteY3" fmla="*/ 333375 h 380603"/>
                  <a:gd name="connsiteX4" fmla="*/ 71438 w 423863"/>
                  <a:gd name="connsiteY4" fmla="*/ 373856 h 380603"/>
                  <a:gd name="connsiteX5" fmla="*/ 0 w 423863"/>
                  <a:gd name="connsiteY5" fmla="*/ 373856 h 380603"/>
                  <a:gd name="connsiteX0" fmla="*/ 423863 w 423863"/>
                  <a:gd name="connsiteY0" fmla="*/ 0 h 380603"/>
                  <a:gd name="connsiteX1" fmla="*/ 359569 w 423863"/>
                  <a:gd name="connsiteY1" fmla="*/ 142875 h 380603"/>
                  <a:gd name="connsiteX2" fmla="*/ 279290 w 423863"/>
                  <a:gd name="connsiteY2" fmla="*/ 264319 h 380603"/>
                  <a:gd name="connsiteX3" fmla="*/ 183356 w 423863"/>
                  <a:gd name="connsiteY3" fmla="*/ 333375 h 380603"/>
                  <a:gd name="connsiteX4" fmla="*/ 71438 w 423863"/>
                  <a:gd name="connsiteY4" fmla="*/ 373856 h 380603"/>
                  <a:gd name="connsiteX5" fmla="*/ 0 w 423863"/>
                  <a:gd name="connsiteY5" fmla="*/ 373856 h 380603"/>
                  <a:gd name="connsiteX0" fmla="*/ 423863 w 423863"/>
                  <a:gd name="connsiteY0" fmla="*/ 0 h 379015"/>
                  <a:gd name="connsiteX1" fmla="*/ 359569 w 423863"/>
                  <a:gd name="connsiteY1" fmla="*/ 142875 h 379015"/>
                  <a:gd name="connsiteX2" fmla="*/ 279290 w 423863"/>
                  <a:gd name="connsiteY2" fmla="*/ 264319 h 379015"/>
                  <a:gd name="connsiteX3" fmla="*/ 185454 w 423863"/>
                  <a:gd name="connsiteY3" fmla="*/ 342900 h 379015"/>
                  <a:gd name="connsiteX4" fmla="*/ 71438 w 423863"/>
                  <a:gd name="connsiteY4" fmla="*/ 373856 h 379015"/>
                  <a:gd name="connsiteX5" fmla="*/ 0 w 423863"/>
                  <a:gd name="connsiteY5" fmla="*/ 373856 h 379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3863" h="379015">
                    <a:moveTo>
                      <a:pt x="423863" y="0"/>
                    </a:moveTo>
                    <a:cubicBezTo>
                      <a:pt x="404813" y="50403"/>
                      <a:pt x="383664" y="98822"/>
                      <a:pt x="359569" y="142875"/>
                    </a:cubicBezTo>
                    <a:cubicBezTo>
                      <a:pt x="335474" y="186928"/>
                      <a:pt x="308309" y="230982"/>
                      <a:pt x="279290" y="264319"/>
                    </a:cubicBezTo>
                    <a:cubicBezTo>
                      <a:pt x="250271" y="297656"/>
                      <a:pt x="220096" y="324644"/>
                      <a:pt x="185454" y="342900"/>
                    </a:cubicBezTo>
                    <a:cubicBezTo>
                      <a:pt x="150812" y="361156"/>
                      <a:pt x="102347" y="368697"/>
                      <a:pt x="71438" y="373856"/>
                    </a:cubicBezTo>
                    <a:cubicBezTo>
                      <a:pt x="40529" y="379015"/>
                      <a:pt x="20439" y="377229"/>
                      <a:pt x="0" y="373856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3" name="Freeform 192"/>
              <p:cNvSpPr/>
              <p:nvPr/>
            </p:nvSpPr>
            <p:spPr>
              <a:xfrm>
                <a:off x="1469231" y="3393281"/>
                <a:ext cx="226219" cy="247650"/>
              </a:xfrm>
              <a:custGeom>
                <a:avLst/>
                <a:gdLst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07157 w 197644"/>
                  <a:gd name="connsiteY3" fmla="*/ 202407 h 247650"/>
                  <a:gd name="connsiteX4" fmla="*/ 61913 w 197644"/>
                  <a:gd name="connsiteY4" fmla="*/ 223838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61913 w 197644"/>
                  <a:gd name="connsiteY4" fmla="*/ 223838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88959 w 197644"/>
                  <a:gd name="connsiteY4" fmla="*/ 207169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88959 w 197644"/>
                  <a:gd name="connsiteY4" fmla="*/ 207169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88959 w 197644"/>
                  <a:gd name="connsiteY4" fmla="*/ 207169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0 w 197644"/>
                  <a:gd name="connsiteY4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7644" h="247650">
                    <a:moveTo>
                      <a:pt x="197644" y="0"/>
                    </a:moveTo>
                    <a:cubicBezTo>
                      <a:pt x="192286" y="30757"/>
                      <a:pt x="186928" y="61515"/>
                      <a:pt x="180975" y="85725"/>
                    </a:cubicBezTo>
                    <a:cubicBezTo>
                      <a:pt x="175022" y="109935"/>
                      <a:pt x="172841" y="125016"/>
                      <a:pt x="161925" y="145257"/>
                    </a:cubicBezTo>
                    <a:cubicBezTo>
                      <a:pt x="151009" y="165498"/>
                      <a:pt x="142467" y="190104"/>
                      <a:pt x="115479" y="207169"/>
                    </a:cubicBezTo>
                    <a:cubicBezTo>
                      <a:pt x="88492" y="224235"/>
                      <a:pt x="24058" y="239217"/>
                      <a:pt x="0" y="24765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4" name="Freeform 193"/>
              <p:cNvSpPr/>
              <p:nvPr/>
            </p:nvSpPr>
            <p:spPr>
              <a:xfrm>
                <a:off x="1173956" y="3433763"/>
                <a:ext cx="192882" cy="209550"/>
              </a:xfrm>
              <a:custGeom>
                <a:avLst/>
                <a:gdLst>
                  <a:gd name="connsiteX0" fmla="*/ 0 w 192882"/>
                  <a:gd name="connsiteY0" fmla="*/ 0 h 209550"/>
                  <a:gd name="connsiteX1" fmla="*/ 7144 w 192882"/>
                  <a:gd name="connsiteY1" fmla="*/ 80962 h 209550"/>
                  <a:gd name="connsiteX2" fmla="*/ 35719 w 192882"/>
                  <a:gd name="connsiteY2" fmla="*/ 142875 h 209550"/>
                  <a:gd name="connsiteX3" fmla="*/ 92869 w 192882"/>
                  <a:gd name="connsiteY3" fmla="*/ 178593 h 209550"/>
                  <a:gd name="connsiteX4" fmla="*/ 192882 w 192882"/>
                  <a:gd name="connsiteY4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882" h="209550">
                    <a:moveTo>
                      <a:pt x="0" y="0"/>
                    </a:moveTo>
                    <a:cubicBezTo>
                      <a:pt x="595" y="28575"/>
                      <a:pt x="1191" y="57150"/>
                      <a:pt x="7144" y="80962"/>
                    </a:cubicBezTo>
                    <a:cubicBezTo>
                      <a:pt x="13097" y="104774"/>
                      <a:pt x="21432" y="126603"/>
                      <a:pt x="35719" y="142875"/>
                    </a:cubicBezTo>
                    <a:cubicBezTo>
                      <a:pt x="50006" y="159147"/>
                      <a:pt x="66675" y="167481"/>
                      <a:pt x="92869" y="178593"/>
                    </a:cubicBezTo>
                    <a:cubicBezTo>
                      <a:pt x="119063" y="189705"/>
                      <a:pt x="155972" y="199627"/>
                      <a:pt x="192882" y="20955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5" name="Freeform 194"/>
              <p:cNvSpPr/>
              <p:nvPr/>
            </p:nvSpPr>
            <p:spPr>
              <a:xfrm>
                <a:off x="900113" y="3567113"/>
                <a:ext cx="438150" cy="188118"/>
              </a:xfrm>
              <a:custGeom>
                <a:avLst/>
                <a:gdLst>
                  <a:gd name="connsiteX0" fmla="*/ 0 w 438150"/>
                  <a:gd name="connsiteY0" fmla="*/ 0 h 188118"/>
                  <a:gd name="connsiteX1" fmla="*/ 54768 w 438150"/>
                  <a:gd name="connsiteY1" fmla="*/ 61912 h 188118"/>
                  <a:gd name="connsiteX2" fmla="*/ 159543 w 438150"/>
                  <a:gd name="connsiteY2" fmla="*/ 126206 h 188118"/>
                  <a:gd name="connsiteX3" fmla="*/ 252412 w 438150"/>
                  <a:gd name="connsiteY3" fmla="*/ 169068 h 188118"/>
                  <a:gd name="connsiteX4" fmla="*/ 354806 w 438150"/>
                  <a:gd name="connsiteY4" fmla="*/ 185737 h 188118"/>
                  <a:gd name="connsiteX5" fmla="*/ 438150 w 438150"/>
                  <a:gd name="connsiteY5" fmla="*/ 183356 h 188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150" h="188118">
                    <a:moveTo>
                      <a:pt x="0" y="0"/>
                    </a:moveTo>
                    <a:cubicBezTo>
                      <a:pt x="14089" y="20439"/>
                      <a:pt x="28178" y="40878"/>
                      <a:pt x="54768" y="61912"/>
                    </a:cubicBezTo>
                    <a:cubicBezTo>
                      <a:pt x="81358" y="82946"/>
                      <a:pt x="126602" y="108347"/>
                      <a:pt x="159543" y="126206"/>
                    </a:cubicBezTo>
                    <a:cubicBezTo>
                      <a:pt x="192484" y="144065"/>
                      <a:pt x="219868" y="159146"/>
                      <a:pt x="252412" y="169068"/>
                    </a:cubicBezTo>
                    <a:cubicBezTo>
                      <a:pt x="284956" y="178990"/>
                      <a:pt x="323850" y="183356"/>
                      <a:pt x="354806" y="185737"/>
                    </a:cubicBezTo>
                    <a:cubicBezTo>
                      <a:pt x="385762" y="188118"/>
                      <a:pt x="411956" y="185737"/>
                      <a:pt x="438150" y="183356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6" name="Freeform 195"/>
              <p:cNvSpPr/>
              <p:nvPr/>
            </p:nvSpPr>
            <p:spPr>
              <a:xfrm>
                <a:off x="988219" y="3352800"/>
                <a:ext cx="1381125" cy="1010841"/>
              </a:xfrm>
              <a:custGeom>
                <a:avLst/>
                <a:gdLst>
                  <a:gd name="connsiteX0" fmla="*/ 1381125 w 1381125"/>
                  <a:gd name="connsiteY0" fmla="*/ 0 h 1010841"/>
                  <a:gd name="connsiteX1" fmla="*/ 1362075 w 1381125"/>
                  <a:gd name="connsiteY1" fmla="*/ 54769 h 1010841"/>
                  <a:gd name="connsiteX2" fmla="*/ 1328737 w 1381125"/>
                  <a:gd name="connsiteY2" fmla="*/ 128588 h 1010841"/>
                  <a:gd name="connsiteX3" fmla="*/ 1285875 w 1381125"/>
                  <a:gd name="connsiteY3" fmla="*/ 200025 h 1010841"/>
                  <a:gd name="connsiteX4" fmla="*/ 1240631 w 1381125"/>
                  <a:gd name="connsiteY4" fmla="*/ 257175 h 1010841"/>
                  <a:gd name="connsiteX5" fmla="*/ 1193006 w 1381125"/>
                  <a:gd name="connsiteY5" fmla="*/ 309563 h 1010841"/>
                  <a:gd name="connsiteX6" fmla="*/ 1133475 w 1381125"/>
                  <a:gd name="connsiteY6" fmla="*/ 376238 h 1010841"/>
                  <a:gd name="connsiteX7" fmla="*/ 1073944 w 1381125"/>
                  <a:gd name="connsiteY7" fmla="*/ 426244 h 1010841"/>
                  <a:gd name="connsiteX8" fmla="*/ 1042987 w 1381125"/>
                  <a:gd name="connsiteY8" fmla="*/ 457200 h 1010841"/>
                  <a:gd name="connsiteX9" fmla="*/ 1035844 w 1381125"/>
                  <a:gd name="connsiteY9" fmla="*/ 552450 h 1010841"/>
                  <a:gd name="connsiteX10" fmla="*/ 1028700 w 1381125"/>
                  <a:gd name="connsiteY10" fmla="*/ 631031 h 1010841"/>
                  <a:gd name="connsiteX11" fmla="*/ 1009650 w 1381125"/>
                  <a:gd name="connsiteY11" fmla="*/ 714375 h 1010841"/>
                  <a:gd name="connsiteX12" fmla="*/ 964406 w 1381125"/>
                  <a:gd name="connsiteY12" fmla="*/ 795338 h 1010841"/>
                  <a:gd name="connsiteX13" fmla="*/ 892969 w 1381125"/>
                  <a:gd name="connsiteY13" fmla="*/ 857250 h 1010841"/>
                  <a:gd name="connsiteX14" fmla="*/ 835819 w 1381125"/>
                  <a:gd name="connsiteY14" fmla="*/ 902494 h 1010841"/>
                  <a:gd name="connsiteX15" fmla="*/ 757237 w 1381125"/>
                  <a:gd name="connsiteY15" fmla="*/ 935831 h 1010841"/>
                  <a:gd name="connsiteX16" fmla="*/ 657225 w 1381125"/>
                  <a:gd name="connsiteY16" fmla="*/ 969169 h 1010841"/>
                  <a:gd name="connsiteX17" fmla="*/ 559594 w 1381125"/>
                  <a:gd name="connsiteY17" fmla="*/ 990600 h 1010841"/>
                  <a:gd name="connsiteX18" fmla="*/ 450056 w 1381125"/>
                  <a:gd name="connsiteY18" fmla="*/ 1002506 h 1010841"/>
                  <a:gd name="connsiteX19" fmla="*/ 357187 w 1381125"/>
                  <a:gd name="connsiteY19" fmla="*/ 1007269 h 1010841"/>
                  <a:gd name="connsiteX20" fmla="*/ 254794 w 1381125"/>
                  <a:gd name="connsiteY20" fmla="*/ 1009650 h 1010841"/>
                  <a:gd name="connsiteX21" fmla="*/ 164306 w 1381125"/>
                  <a:gd name="connsiteY21" fmla="*/ 1000125 h 1010841"/>
                  <a:gd name="connsiteX22" fmla="*/ 73819 w 1381125"/>
                  <a:gd name="connsiteY22" fmla="*/ 992981 h 1010841"/>
                  <a:gd name="connsiteX23" fmla="*/ 0 w 1381125"/>
                  <a:gd name="connsiteY23" fmla="*/ 971550 h 1010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381125" h="1010841">
                    <a:moveTo>
                      <a:pt x="1381125" y="0"/>
                    </a:moveTo>
                    <a:cubicBezTo>
                      <a:pt x="1375965" y="16669"/>
                      <a:pt x="1370806" y="33338"/>
                      <a:pt x="1362075" y="54769"/>
                    </a:cubicBezTo>
                    <a:cubicBezTo>
                      <a:pt x="1353344" y="76200"/>
                      <a:pt x="1341437" y="104379"/>
                      <a:pt x="1328737" y="128588"/>
                    </a:cubicBezTo>
                    <a:cubicBezTo>
                      <a:pt x="1316037" y="152797"/>
                      <a:pt x="1300559" y="178594"/>
                      <a:pt x="1285875" y="200025"/>
                    </a:cubicBezTo>
                    <a:cubicBezTo>
                      <a:pt x="1271191" y="221456"/>
                      <a:pt x="1256109" y="238919"/>
                      <a:pt x="1240631" y="257175"/>
                    </a:cubicBezTo>
                    <a:cubicBezTo>
                      <a:pt x="1225153" y="275431"/>
                      <a:pt x="1193006" y="309563"/>
                      <a:pt x="1193006" y="309563"/>
                    </a:cubicBezTo>
                    <a:cubicBezTo>
                      <a:pt x="1175147" y="329407"/>
                      <a:pt x="1153319" y="356791"/>
                      <a:pt x="1133475" y="376238"/>
                    </a:cubicBezTo>
                    <a:cubicBezTo>
                      <a:pt x="1113631" y="395685"/>
                      <a:pt x="1089025" y="412750"/>
                      <a:pt x="1073944" y="426244"/>
                    </a:cubicBezTo>
                    <a:cubicBezTo>
                      <a:pt x="1058863" y="439738"/>
                      <a:pt x="1049337" y="436166"/>
                      <a:pt x="1042987" y="457200"/>
                    </a:cubicBezTo>
                    <a:cubicBezTo>
                      <a:pt x="1036637" y="478234"/>
                      <a:pt x="1038225" y="523478"/>
                      <a:pt x="1035844" y="552450"/>
                    </a:cubicBezTo>
                    <a:cubicBezTo>
                      <a:pt x="1033463" y="581422"/>
                      <a:pt x="1033066" y="604044"/>
                      <a:pt x="1028700" y="631031"/>
                    </a:cubicBezTo>
                    <a:cubicBezTo>
                      <a:pt x="1024334" y="658018"/>
                      <a:pt x="1020366" y="686991"/>
                      <a:pt x="1009650" y="714375"/>
                    </a:cubicBezTo>
                    <a:cubicBezTo>
                      <a:pt x="998934" y="741759"/>
                      <a:pt x="983853" y="771525"/>
                      <a:pt x="964406" y="795338"/>
                    </a:cubicBezTo>
                    <a:cubicBezTo>
                      <a:pt x="944959" y="819151"/>
                      <a:pt x="914400" y="839391"/>
                      <a:pt x="892969" y="857250"/>
                    </a:cubicBezTo>
                    <a:cubicBezTo>
                      <a:pt x="871538" y="875109"/>
                      <a:pt x="858441" y="889397"/>
                      <a:pt x="835819" y="902494"/>
                    </a:cubicBezTo>
                    <a:cubicBezTo>
                      <a:pt x="813197" y="915591"/>
                      <a:pt x="787003" y="924719"/>
                      <a:pt x="757237" y="935831"/>
                    </a:cubicBezTo>
                    <a:cubicBezTo>
                      <a:pt x="727471" y="946943"/>
                      <a:pt x="690166" y="960041"/>
                      <a:pt x="657225" y="969169"/>
                    </a:cubicBezTo>
                    <a:cubicBezTo>
                      <a:pt x="624285" y="978297"/>
                      <a:pt x="594122" y="985044"/>
                      <a:pt x="559594" y="990600"/>
                    </a:cubicBezTo>
                    <a:cubicBezTo>
                      <a:pt x="525066" y="996156"/>
                      <a:pt x="483791" y="999728"/>
                      <a:pt x="450056" y="1002506"/>
                    </a:cubicBezTo>
                    <a:cubicBezTo>
                      <a:pt x="416322" y="1005284"/>
                      <a:pt x="389731" y="1006078"/>
                      <a:pt x="357187" y="1007269"/>
                    </a:cubicBezTo>
                    <a:cubicBezTo>
                      <a:pt x="324643" y="1008460"/>
                      <a:pt x="286941" y="1010841"/>
                      <a:pt x="254794" y="1009650"/>
                    </a:cubicBezTo>
                    <a:cubicBezTo>
                      <a:pt x="222647" y="1008459"/>
                      <a:pt x="194468" y="1002903"/>
                      <a:pt x="164306" y="1000125"/>
                    </a:cubicBezTo>
                    <a:cubicBezTo>
                      <a:pt x="134144" y="997347"/>
                      <a:pt x="101203" y="997744"/>
                      <a:pt x="73819" y="992981"/>
                    </a:cubicBezTo>
                    <a:cubicBezTo>
                      <a:pt x="46435" y="988218"/>
                      <a:pt x="23217" y="979884"/>
                      <a:pt x="0" y="97155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7" name="Freeform 196"/>
              <p:cNvSpPr/>
              <p:nvPr/>
            </p:nvSpPr>
            <p:spPr>
              <a:xfrm>
                <a:off x="1562100" y="3331369"/>
                <a:ext cx="1185863" cy="1604962"/>
              </a:xfrm>
              <a:custGeom>
                <a:avLst/>
                <a:gdLst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4450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0975 w 1185863"/>
                  <a:gd name="connsiteY20" fmla="*/ 1535906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85863" h="1604962">
                    <a:moveTo>
                      <a:pt x="1185863" y="0"/>
                    </a:moveTo>
                    <a:cubicBezTo>
                      <a:pt x="1180703" y="36909"/>
                      <a:pt x="1175544" y="73819"/>
                      <a:pt x="1162050" y="114300"/>
                    </a:cubicBezTo>
                    <a:cubicBezTo>
                      <a:pt x="1148556" y="154781"/>
                      <a:pt x="1126728" y="202406"/>
                      <a:pt x="1104900" y="242887"/>
                    </a:cubicBezTo>
                    <a:cubicBezTo>
                      <a:pt x="1083072" y="283368"/>
                      <a:pt x="1053306" y="325834"/>
                      <a:pt x="1031081" y="357187"/>
                    </a:cubicBezTo>
                    <a:cubicBezTo>
                      <a:pt x="1008856" y="388540"/>
                      <a:pt x="989409" y="407987"/>
                      <a:pt x="971550" y="431006"/>
                    </a:cubicBezTo>
                    <a:cubicBezTo>
                      <a:pt x="953691" y="454025"/>
                      <a:pt x="933450" y="472281"/>
                      <a:pt x="923925" y="495300"/>
                    </a:cubicBezTo>
                    <a:cubicBezTo>
                      <a:pt x="914400" y="518319"/>
                      <a:pt x="916384" y="547688"/>
                      <a:pt x="914400" y="569119"/>
                    </a:cubicBezTo>
                    <a:cubicBezTo>
                      <a:pt x="912416" y="590550"/>
                      <a:pt x="914003" y="606028"/>
                      <a:pt x="912019" y="623887"/>
                    </a:cubicBezTo>
                    <a:cubicBezTo>
                      <a:pt x="910035" y="641746"/>
                      <a:pt x="908447" y="649684"/>
                      <a:pt x="902494" y="676275"/>
                    </a:cubicBezTo>
                    <a:cubicBezTo>
                      <a:pt x="896541" y="702866"/>
                      <a:pt x="887016" y="751284"/>
                      <a:pt x="876300" y="783431"/>
                    </a:cubicBezTo>
                    <a:cubicBezTo>
                      <a:pt x="865584" y="815578"/>
                      <a:pt x="850900" y="841375"/>
                      <a:pt x="838200" y="869156"/>
                    </a:cubicBezTo>
                    <a:cubicBezTo>
                      <a:pt x="825500" y="896937"/>
                      <a:pt x="816769" y="921544"/>
                      <a:pt x="800100" y="950119"/>
                    </a:cubicBezTo>
                    <a:cubicBezTo>
                      <a:pt x="783431" y="978694"/>
                      <a:pt x="757238" y="1014809"/>
                      <a:pt x="738188" y="1040606"/>
                    </a:cubicBezTo>
                    <a:cubicBezTo>
                      <a:pt x="719138" y="1066403"/>
                      <a:pt x="706437" y="1085850"/>
                      <a:pt x="685800" y="1104900"/>
                    </a:cubicBezTo>
                    <a:cubicBezTo>
                      <a:pt x="665163" y="1123950"/>
                      <a:pt x="639366" y="1140619"/>
                      <a:pt x="614363" y="1154906"/>
                    </a:cubicBezTo>
                    <a:cubicBezTo>
                      <a:pt x="589360" y="1169193"/>
                      <a:pt x="554434" y="1182291"/>
                      <a:pt x="535781" y="1190625"/>
                    </a:cubicBezTo>
                    <a:cubicBezTo>
                      <a:pt x="517128" y="1198959"/>
                      <a:pt x="519509" y="1183878"/>
                      <a:pt x="502444" y="1204912"/>
                    </a:cubicBezTo>
                    <a:cubicBezTo>
                      <a:pt x="485379" y="1225946"/>
                      <a:pt x="456804" y="1284287"/>
                      <a:pt x="433388" y="1316831"/>
                    </a:cubicBezTo>
                    <a:cubicBezTo>
                      <a:pt x="409972" y="1349375"/>
                      <a:pt x="388938" y="1374378"/>
                      <a:pt x="361950" y="1400175"/>
                    </a:cubicBezTo>
                    <a:cubicBezTo>
                      <a:pt x="334962" y="1425972"/>
                      <a:pt x="301624" y="1448990"/>
                      <a:pt x="271462" y="1471612"/>
                    </a:cubicBezTo>
                    <a:cubicBezTo>
                      <a:pt x="241300" y="1494234"/>
                      <a:pt x="217091" y="1516062"/>
                      <a:pt x="180975" y="1535906"/>
                    </a:cubicBezTo>
                    <a:cubicBezTo>
                      <a:pt x="144859" y="1555750"/>
                      <a:pt x="84931" y="1579166"/>
                      <a:pt x="54769" y="1590675"/>
                    </a:cubicBezTo>
                    <a:cubicBezTo>
                      <a:pt x="24607" y="1602184"/>
                      <a:pt x="11906" y="1602779"/>
                      <a:pt x="0" y="1604962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8" name="Freeform 197"/>
              <p:cNvSpPr/>
              <p:nvPr/>
            </p:nvSpPr>
            <p:spPr>
              <a:xfrm flipH="1">
                <a:off x="3021805" y="3319462"/>
                <a:ext cx="1185863" cy="1633537"/>
              </a:xfrm>
              <a:custGeom>
                <a:avLst/>
                <a:gdLst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4450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0975 w 1185863"/>
                  <a:gd name="connsiteY20" fmla="*/ 1535906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33537"/>
                  <a:gd name="connsiteX1" fmla="*/ 1162050 w 1185863"/>
                  <a:gd name="connsiteY1" fmla="*/ 142875 h 1633537"/>
                  <a:gd name="connsiteX2" fmla="*/ 1104900 w 1185863"/>
                  <a:gd name="connsiteY2" fmla="*/ 271462 h 1633537"/>
                  <a:gd name="connsiteX3" fmla="*/ 1031081 w 1185863"/>
                  <a:gd name="connsiteY3" fmla="*/ 385762 h 1633537"/>
                  <a:gd name="connsiteX4" fmla="*/ 971550 w 1185863"/>
                  <a:gd name="connsiteY4" fmla="*/ 459581 h 1633537"/>
                  <a:gd name="connsiteX5" fmla="*/ 923925 w 1185863"/>
                  <a:gd name="connsiteY5" fmla="*/ 523875 h 1633537"/>
                  <a:gd name="connsiteX6" fmla="*/ 914400 w 1185863"/>
                  <a:gd name="connsiteY6" fmla="*/ 597694 h 1633537"/>
                  <a:gd name="connsiteX7" fmla="*/ 912019 w 1185863"/>
                  <a:gd name="connsiteY7" fmla="*/ 652462 h 1633537"/>
                  <a:gd name="connsiteX8" fmla="*/ 902494 w 1185863"/>
                  <a:gd name="connsiteY8" fmla="*/ 704850 h 1633537"/>
                  <a:gd name="connsiteX9" fmla="*/ 876300 w 1185863"/>
                  <a:gd name="connsiteY9" fmla="*/ 812006 h 1633537"/>
                  <a:gd name="connsiteX10" fmla="*/ 838200 w 1185863"/>
                  <a:gd name="connsiteY10" fmla="*/ 897731 h 1633537"/>
                  <a:gd name="connsiteX11" fmla="*/ 800100 w 1185863"/>
                  <a:gd name="connsiteY11" fmla="*/ 978694 h 1633537"/>
                  <a:gd name="connsiteX12" fmla="*/ 738188 w 1185863"/>
                  <a:gd name="connsiteY12" fmla="*/ 1069181 h 1633537"/>
                  <a:gd name="connsiteX13" fmla="*/ 685800 w 1185863"/>
                  <a:gd name="connsiteY13" fmla="*/ 1133475 h 1633537"/>
                  <a:gd name="connsiteX14" fmla="*/ 614363 w 1185863"/>
                  <a:gd name="connsiteY14" fmla="*/ 1183481 h 1633537"/>
                  <a:gd name="connsiteX15" fmla="*/ 535781 w 1185863"/>
                  <a:gd name="connsiteY15" fmla="*/ 1219200 h 1633537"/>
                  <a:gd name="connsiteX16" fmla="*/ 502444 w 1185863"/>
                  <a:gd name="connsiteY16" fmla="*/ 1233487 h 1633537"/>
                  <a:gd name="connsiteX17" fmla="*/ 433388 w 1185863"/>
                  <a:gd name="connsiteY17" fmla="*/ 1345406 h 1633537"/>
                  <a:gd name="connsiteX18" fmla="*/ 361950 w 1185863"/>
                  <a:gd name="connsiteY18" fmla="*/ 1428750 h 1633537"/>
                  <a:gd name="connsiteX19" fmla="*/ 271462 w 1185863"/>
                  <a:gd name="connsiteY19" fmla="*/ 1500187 h 1633537"/>
                  <a:gd name="connsiteX20" fmla="*/ 180975 w 1185863"/>
                  <a:gd name="connsiteY20" fmla="*/ 1564481 h 1633537"/>
                  <a:gd name="connsiteX21" fmla="*/ 54769 w 1185863"/>
                  <a:gd name="connsiteY21" fmla="*/ 1619250 h 1633537"/>
                  <a:gd name="connsiteX22" fmla="*/ 0 w 1185863"/>
                  <a:gd name="connsiteY22" fmla="*/ 1633537 h 1633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85863" h="1633537">
                    <a:moveTo>
                      <a:pt x="1185863" y="0"/>
                    </a:moveTo>
                    <a:cubicBezTo>
                      <a:pt x="1180703" y="36909"/>
                      <a:pt x="1175544" y="97631"/>
                      <a:pt x="1162050" y="142875"/>
                    </a:cubicBezTo>
                    <a:cubicBezTo>
                      <a:pt x="1148556" y="188119"/>
                      <a:pt x="1126728" y="230981"/>
                      <a:pt x="1104900" y="271462"/>
                    </a:cubicBezTo>
                    <a:cubicBezTo>
                      <a:pt x="1083072" y="311943"/>
                      <a:pt x="1053306" y="354409"/>
                      <a:pt x="1031081" y="385762"/>
                    </a:cubicBezTo>
                    <a:cubicBezTo>
                      <a:pt x="1008856" y="417115"/>
                      <a:pt x="989409" y="436562"/>
                      <a:pt x="971550" y="459581"/>
                    </a:cubicBezTo>
                    <a:cubicBezTo>
                      <a:pt x="953691" y="482600"/>
                      <a:pt x="933450" y="500856"/>
                      <a:pt x="923925" y="523875"/>
                    </a:cubicBezTo>
                    <a:cubicBezTo>
                      <a:pt x="914400" y="546894"/>
                      <a:pt x="916384" y="576263"/>
                      <a:pt x="914400" y="597694"/>
                    </a:cubicBezTo>
                    <a:cubicBezTo>
                      <a:pt x="912416" y="619125"/>
                      <a:pt x="914003" y="634603"/>
                      <a:pt x="912019" y="652462"/>
                    </a:cubicBezTo>
                    <a:cubicBezTo>
                      <a:pt x="910035" y="670321"/>
                      <a:pt x="908447" y="678259"/>
                      <a:pt x="902494" y="704850"/>
                    </a:cubicBezTo>
                    <a:cubicBezTo>
                      <a:pt x="896541" y="731441"/>
                      <a:pt x="887016" y="779859"/>
                      <a:pt x="876300" y="812006"/>
                    </a:cubicBezTo>
                    <a:cubicBezTo>
                      <a:pt x="865584" y="844153"/>
                      <a:pt x="850900" y="869950"/>
                      <a:pt x="838200" y="897731"/>
                    </a:cubicBezTo>
                    <a:cubicBezTo>
                      <a:pt x="825500" y="925512"/>
                      <a:pt x="816769" y="950119"/>
                      <a:pt x="800100" y="978694"/>
                    </a:cubicBezTo>
                    <a:cubicBezTo>
                      <a:pt x="783431" y="1007269"/>
                      <a:pt x="757238" y="1043384"/>
                      <a:pt x="738188" y="1069181"/>
                    </a:cubicBezTo>
                    <a:cubicBezTo>
                      <a:pt x="719138" y="1094978"/>
                      <a:pt x="706437" y="1114425"/>
                      <a:pt x="685800" y="1133475"/>
                    </a:cubicBezTo>
                    <a:cubicBezTo>
                      <a:pt x="665163" y="1152525"/>
                      <a:pt x="639366" y="1169194"/>
                      <a:pt x="614363" y="1183481"/>
                    </a:cubicBezTo>
                    <a:cubicBezTo>
                      <a:pt x="589360" y="1197768"/>
                      <a:pt x="554434" y="1210866"/>
                      <a:pt x="535781" y="1219200"/>
                    </a:cubicBezTo>
                    <a:cubicBezTo>
                      <a:pt x="517128" y="1227534"/>
                      <a:pt x="519509" y="1212453"/>
                      <a:pt x="502444" y="1233487"/>
                    </a:cubicBezTo>
                    <a:cubicBezTo>
                      <a:pt x="485379" y="1254521"/>
                      <a:pt x="456804" y="1312862"/>
                      <a:pt x="433388" y="1345406"/>
                    </a:cubicBezTo>
                    <a:cubicBezTo>
                      <a:pt x="409972" y="1377950"/>
                      <a:pt x="388938" y="1402953"/>
                      <a:pt x="361950" y="1428750"/>
                    </a:cubicBezTo>
                    <a:cubicBezTo>
                      <a:pt x="334962" y="1454547"/>
                      <a:pt x="301624" y="1477565"/>
                      <a:pt x="271462" y="1500187"/>
                    </a:cubicBezTo>
                    <a:cubicBezTo>
                      <a:pt x="241300" y="1522809"/>
                      <a:pt x="217091" y="1544637"/>
                      <a:pt x="180975" y="1564481"/>
                    </a:cubicBezTo>
                    <a:cubicBezTo>
                      <a:pt x="144859" y="1584325"/>
                      <a:pt x="84931" y="1607741"/>
                      <a:pt x="54769" y="1619250"/>
                    </a:cubicBezTo>
                    <a:cubicBezTo>
                      <a:pt x="24607" y="1630759"/>
                      <a:pt x="11906" y="1631354"/>
                      <a:pt x="0" y="1633537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9" name="Freeform 198"/>
              <p:cNvSpPr/>
              <p:nvPr/>
            </p:nvSpPr>
            <p:spPr>
              <a:xfrm>
                <a:off x="3502819" y="3376613"/>
                <a:ext cx="1754981" cy="1065609"/>
              </a:xfrm>
              <a:custGeom>
                <a:avLst/>
                <a:gdLst>
                  <a:gd name="connsiteX0" fmla="*/ 0 w 1754981"/>
                  <a:gd name="connsiteY0" fmla="*/ 0 h 1065609"/>
                  <a:gd name="connsiteX1" fmla="*/ 9525 w 1754981"/>
                  <a:gd name="connsiteY1" fmla="*/ 88106 h 1065609"/>
                  <a:gd name="connsiteX2" fmla="*/ 23812 w 1754981"/>
                  <a:gd name="connsiteY2" fmla="*/ 157162 h 1065609"/>
                  <a:gd name="connsiteX3" fmla="*/ 52387 w 1754981"/>
                  <a:gd name="connsiteY3" fmla="*/ 235743 h 1065609"/>
                  <a:gd name="connsiteX4" fmla="*/ 109537 w 1754981"/>
                  <a:gd name="connsiteY4" fmla="*/ 311943 h 1065609"/>
                  <a:gd name="connsiteX5" fmla="*/ 166687 w 1754981"/>
                  <a:gd name="connsiteY5" fmla="*/ 383381 h 1065609"/>
                  <a:gd name="connsiteX6" fmla="*/ 209550 w 1754981"/>
                  <a:gd name="connsiteY6" fmla="*/ 433387 h 1065609"/>
                  <a:gd name="connsiteX7" fmla="*/ 226219 w 1754981"/>
                  <a:gd name="connsiteY7" fmla="*/ 461962 h 1065609"/>
                  <a:gd name="connsiteX8" fmla="*/ 247650 w 1754981"/>
                  <a:gd name="connsiteY8" fmla="*/ 557212 h 1065609"/>
                  <a:gd name="connsiteX9" fmla="*/ 254794 w 1754981"/>
                  <a:gd name="connsiteY9" fmla="*/ 645318 h 1065609"/>
                  <a:gd name="connsiteX10" fmla="*/ 264319 w 1754981"/>
                  <a:gd name="connsiteY10" fmla="*/ 704850 h 1065609"/>
                  <a:gd name="connsiteX11" fmla="*/ 290512 w 1754981"/>
                  <a:gd name="connsiteY11" fmla="*/ 766762 h 1065609"/>
                  <a:gd name="connsiteX12" fmla="*/ 335756 w 1754981"/>
                  <a:gd name="connsiteY12" fmla="*/ 835818 h 1065609"/>
                  <a:gd name="connsiteX13" fmla="*/ 414337 w 1754981"/>
                  <a:gd name="connsiteY13" fmla="*/ 897731 h 1065609"/>
                  <a:gd name="connsiteX14" fmla="*/ 511969 w 1754981"/>
                  <a:gd name="connsiteY14" fmla="*/ 954881 h 1065609"/>
                  <a:gd name="connsiteX15" fmla="*/ 626269 w 1754981"/>
                  <a:gd name="connsiteY15" fmla="*/ 1004887 h 1065609"/>
                  <a:gd name="connsiteX16" fmla="*/ 733425 w 1754981"/>
                  <a:gd name="connsiteY16" fmla="*/ 1035843 h 1065609"/>
                  <a:gd name="connsiteX17" fmla="*/ 833437 w 1754981"/>
                  <a:gd name="connsiteY17" fmla="*/ 1050131 h 1065609"/>
                  <a:gd name="connsiteX18" fmla="*/ 966787 w 1754981"/>
                  <a:gd name="connsiteY18" fmla="*/ 1064418 h 1065609"/>
                  <a:gd name="connsiteX19" fmla="*/ 1071562 w 1754981"/>
                  <a:gd name="connsiteY19" fmla="*/ 1057275 h 1065609"/>
                  <a:gd name="connsiteX20" fmla="*/ 1183481 w 1754981"/>
                  <a:gd name="connsiteY20" fmla="*/ 1038225 h 1065609"/>
                  <a:gd name="connsiteX21" fmla="*/ 1278731 w 1754981"/>
                  <a:gd name="connsiteY21" fmla="*/ 1014412 h 1065609"/>
                  <a:gd name="connsiteX22" fmla="*/ 1371600 w 1754981"/>
                  <a:gd name="connsiteY22" fmla="*/ 966787 h 1065609"/>
                  <a:gd name="connsiteX23" fmla="*/ 1459706 w 1754981"/>
                  <a:gd name="connsiteY23" fmla="*/ 900112 h 1065609"/>
                  <a:gd name="connsiteX24" fmla="*/ 1531144 w 1754981"/>
                  <a:gd name="connsiteY24" fmla="*/ 816768 h 1065609"/>
                  <a:gd name="connsiteX25" fmla="*/ 1581150 w 1754981"/>
                  <a:gd name="connsiteY25" fmla="*/ 728662 h 1065609"/>
                  <a:gd name="connsiteX26" fmla="*/ 1616869 w 1754981"/>
                  <a:gd name="connsiteY26" fmla="*/ 652462 h 1065609"/>
                  <a:gd name="connsiteX27" fmla="*/ 1624012 w 1754981"/>
                  <a:gd name="connsiteY27" fmla="*/ 588168 h 1065609"/>
                  <a:gd name="connsiteX28" fmla="*/ 1635919 w 1754981"/>
                  <a:gd name="connsiteY28" fmla="*/ 466725 h 1065609"/>
                  <a:gd name="connsiteX29" fmla="*/ 1650206 w 1754981"/>
                  <a:gd name="connsiteY29" fmla="*/ 440531 h 1065609"/>
                  <a:gd name="connsiteX30" fmla="*/ 1688306 w 1754981"/>
                  <a:gd name="connsiteY30" fmla="*/ 388143 h 1065609"/>
                  <a:gd name="connsiteX31" fmla="*/ 1754981 w 1754981"/>
                  <a:gd name="connsiteY31" fmla="*/ 316706 h 1065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54981" h="1065609">
                    <a:moveTo>
                      <a:pt x="0" y="0"/>
                    </a:moveTo>
                    <a:cubicBezTo>
                      <a:pt x="2778" y="30956"/>
                      <a:pt x="5556" y="61912"/>
                      <a:pt x="9525" y="88106"/>
                    </a:cubicBezTo>
                    <a:cubicBezTo>
                      <a:pt x="13494" y="114300"/>
                      <a:pt x="16668" y="132556"/>
                      <a:pt x="23812" y="157162"/>
                    </a:cubicBezTo>
                    <a:cubicBezTo>
                      <a:pt x="30956" y="181768"/>
                      <a:pt x="38100" y="209946"/>
                      <a:pt x="52387" y="235743"/>
                    </a:cubicBezTo>
                    <a:cubicBezTo>
                      <a:pt x="66674" y="261540"/>
                      <a:pt x="90487" y="287337"/>
                      <a:pt x="109537" y="311943"/>
                    </a:cubicBezTo>
                    <a:cubicBezTo>
                      <a:pt x="128587" y="336549"/>
                      <a:pt x="150018" y="363140"/>
                      <a:pt x="166687" y="383381"/>
                    </a:cubicBezTo>
                    <a:cubicBezTo>
                      <a:pt x="183356" y="403622"/>
                      <a:pt x="199628" y="420290"/>
                      <a:pt x="209550" y="433387"/>
                    </a:cubicBezTo>
                    <a:cubicBezTo>
                      <a:pt x="219472" y="446484"/>
                      <a:pt x="219869" y="441325"/>
                      <a:pt x="226219" y="461962"/>
                    </a:cubicBezTo>
                    <a:cubicBezTo>
                      <a:pt x="232569" y="482599"/>
                      <a:pt x="242888" y="526653"/>
                      <a:pt x="247650" y="557212"/>
                    </a:cubicBezTo>
                    <a:cubicBezTo>
                      <a:pt x="252413" y="587771"/>
                      <a:pt x="252016" y="620712"/>
                      <a:pt x="254794" y="645318"/>
                    </a:cubicBezTo>
                    <a:cubicBezTo>
                      <a:pt x="257572" y="669924"/>
                      <a:pt x="258366" y="684609"/>
                      <a:pt x="264319" y="704850"/>
                    </a:cubicBezTo>
                    <a:cubicBezTo>
                      <a:pt x="270272" y="725091"/>
                      <a:pt x="278606" y="744934"/>
                      <a:pt x="290512" y="766762"/>
                    </a:cubicBezTo>
                    <a:cubicBezTo>
                      <a:pt x="302418" y="788590"/>
                      <a:pt x="315119" y="813990"/>
                      <a:pt x="335756" y="835818"/>
                    </a:cubicBezTo>
                    <a:cubicBezTo>
                      <a:pt x="356393" y="857646"/>
                      <a:pt x="384968" y="877887"/>
                      <a:pt x="414337" y="897731"/>
                    </a:cubicBezTo>
                    <a:cubicBezTo>
                      <a:pt x="443706" y="917575"/>
                      <a:pt x="476647" y="937022"/>
                      <a:pt x="511969" y="954881"/>
                    </a:cubicBezTo>
                    <a:cubicBezTo>
                      <a:pt x="547291" y="972740"/>
                      <a:pt x="589360" y="991393"/>
                      <a:pt x="626269" y="1004887"/>
                    </a:cubicBezTo>
                    <a:cubicBezTo>
                      <a:pt x="663178" y="1018381"/>
                      <a:pt x="698897" y="1028302"/>
                      <a:pt x="733425" y="1035843"/>
                    </a:cubicBezTo>
                    <a:cubicBezTo>
                      <a:pt x="767953" y="1043384"/>
                      <a:pt x="794543" y="1045369"/>
                      <a:pt x="833437" y="1050131"/>
                    </a:cubicBezTo>
                    <a:cubicBezTo>
                      <a:pt x="872331" y="1054893"/>
                      <a:pt x="927100" y="1063227"/>
                      <a:pt x="966787" y="1064418"/>
                    </a:cubicBezTo>
                    <a:cubicBezTo>
                      <a:pt x="1006474" y="1065609"/>
                      <a:pt x="1035446" y="1061640"/>
                      <a:pt x="1071562" y="1057275"/>
                    </a:cubicBezTo>
                    <a:cubicBezTo>
                      <a:pt x="1107678" y="1052910"/>
                      <a:pt x="1148953" y="1045369"/>
                      <a:pt x="1183481" y="1038225"/>
                    </a:cubicBezTo>
                    <a:cubicBezTo>
                      <a:pt x="1218009" y="1031081"/>
                      <a:pt x="1247378" y="1026318"/>
                      <a:pt x="1278731" y="1014412"/>
                    </a:cubicBezTo>
                    <a:cubicBezTo>
                      <a:pt x="1310084" y="1002506"/>
                      <a:pt x="1341438" y="985837"/>
                      <a:pt x="1371600" y="966787"/>
                    </a:cubicBezTo>
                    <a:cubicBezTo>
                      <a:pt x="1401763" y="947737"/>
                      <a:pt x="1433115" y="925115"/>
                      <a:pt x="1459706" y="900112"/>
                    </a:cubicBezTo>
                    <a:cubicBezTo>
                      <a:pt x="1486297" y="875109"/>
                      <a:pt x="1510903" y="845343"/>
                      <a:pt x="1531144" y="816768"/>
                    </a:cubicBezTo>
                    <a:cubicBezTo>
                      <a:pt x="1551385" y="788193"/>
                      <a:pt x="1566863" y="756046"/>
                      <a:pt x="1581150" y="728662"/>
                    </a:cubicBezTo>
                    <a:cubicBezTo>
                      <a:pt x="1595437" y="701278"/>
                      <a:pt x="1609725" y="675878"/>
                      <a:pt x="1616869" y="652462"/>
                    </a:cubicBezTo>
                    <a:cubicBezTo>
                      <a:pt x="1624013" y="629046"/>
                      <a:pt x="1620837" y="619124"/>
                      <a:pt x="1624012" y="588168"/>
                    </a:cubicBezTo>
                    <a:cubicBezTo>
                      <a:pt x="1627187" y="557212"/>
                      <a:pt x="1631553" y="491331"/>
                      <a:pt x="1635919" y="466725"/>
                    </a:cubicBezTo>
                    <a:cubicBezTo>
                      <a:pt x="1640285" y="442119"/>
                      <a:pt x="1641475" y="453628"/>
                      <a:pt x="1650206" y="440531"/>
                    </a:cubicBezTo>
                    <a:cubicBezTo>
                      <a:pt x="1658937" y="427434"/>
                      <a:pt x="1670844" y="408780"/>
                      <a:pt x="1688306" y="388143"/>
                    </a:cubicBezTo>
                    <a:cubicBezTo>
                      <a:pt x="1705768" y="367506"/>
                      <a:pt x="1730374" y="342106"/>
                      <a:pt x="1754981" y="316706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0" name="Freeform 199"/>
              <p:cNvSpPr/>
              <p:nvPr/>
            </p:nvSpPr>
            <p:spPr>
              <a:xfrm>
                <a:off x="4033838" y="3450431"/>
                <a:ext cx="1138237" cy="332185"/>
              </a:xfrm>
              <a:custGeom>
                <a:avLst/>
                <a:gdLst>
                  <a:gd name="connsiteX0" fmla="*/ 0 w 1138237"/>
                  <a:gd name="connsiteY0" fmla="*/ 0 h 332185"/>
                  <a:gd name="connsiteX1" fmla="*/ 33337 w 1138237"/>
                  <a:gd name="connsiteY1" fmla="*/ 92869 h 332185"/>
                  <a:gd name="connsiteX2" fmla="*/ 88106 w 1138237"/>
                  <a:gd name="connsiteY2" fmla="*/ 157163 h 332185"/>
                  <a:gd name="connsiteX3" fmla="*/ 176212 w 1138237"/>
                  <a:gd name="connsiteY3" fmla="*/ 219075 h 332185"/>
                  <a:gd name="connsiteX4" fmla="*/ 292893 w 1138237"/>
                  <a:gd name="connsiteY4" fmla="*/ 273844 h 332185"/>
                  <a:gd name="connsiteX5" fmla="*/ 390525 w 1138237"/>
                  <a:gd name="connsiteY5" fmla="*/ 304800 h 332185"/>
                  <a:gd name="connsiteX6" fmla="*/ 509587 w 1138237"/>
                  <a:gd name="connsiteY6" fmla="*/ 326232 h 332185"/>
                  <a:gd name="connsiteX7" fmla="*/ 657225 w 1138237"/>
                  <a:gd name="connsiteY7" fmla="*/ 330994 h 332185"/>
                  <a:gd name="connsiteX8" fmla="*/ 807243 w 1138237"/>
                  <a:gd name="connsiteY8" fmla="*/ 319088 h 332185"/>
                  <a:gd name="connsiteX9" fmla="*/ 928687 w 1138237"/>
                  <a:gd name="connsiteY9" fmla="*/ 307182 h 332185"/>
                  <a:gd name="connsiteX10" fmla="*/ 1012031 w 1138237"/>
                  <a:gd name="connsiteY10" fmla="*/ 292894 h 332185"/>
                  <a:gd name="connsiteX11" fmla="*/ 1138237 w 1138237"/>
                  <a:gd name="connsiteY11" fmla="*/ 254794 h 332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38237" h="332185">
                    <a:moveTo>
                      <a:pt x="0" y="0"/>
                    </a:moveTo>
                    <a:cubicBezTo>
                      <a:pt x="9326" y="33337"/>
                      <a:pt x="18653" y="66675"/>
                      <a:pt x="33337" y="92869"/>
                    </a:cubicBezTo>
                    <a:cubicBezTo>
                      <a:pt x="48021" y="119063"/>
                      <a:pt x="64294" y="136129"/>
                      <a:pt x="88106" y="157163"/>
                    </a:cubicBezTo>
                    <a:cubicBezTo>
                      <a:pt x="111918" y="178197"/>
                      <a:pt x="142081" y="199628"/>
                      <a:pt x="176212" y="219075"/>
                    </a:cubicBezTo>
                    <a:cubicBezTo>
                      <a:pt x="210343" y="238522"/>
                      <a:pt x="257174" y="259557"/>
                      <a:pt x="292893" y="273844"/>
                    </a:cubicBezTo>
                    <a:cubicBezTo>
                      <a:pt x="328612" y="288131"/>
                      <a:pt x="354409" y="296069"/>
                      <a:pt x="390525" y="304800"/>
                    </a:cubicBezTo>
                    <a:cubicBezTo>
                      <a:pt x="426641" y="313531"/>
                      <a:pt x="465137" y="321866"/>
                      <a:pt x="509587" y="326232"/>
                    </a:cubicBezTo>
                    <a:cubicBezTo>
                      <a:pt x="554037" y="330598"/>
                      <a:pt x="607616" y="332185"/>
                      <a:pt x="657225" y="330994"/>
                    </a:cubicBezTo>
                    <a:cubicBezTo>
                      <a:pt x="706834" y="329803"/>
                      <a:pt x="761999" y="323057"/>
                      <a:pt x="807243" y="319088"/>
                    </a:cubicBezTo>
                    <a:cubicBezTo>
                      <a:pt x="852487" y="315119"/>
                      <a:pt x="894556" y="311548"/>
                      <a:pt x="928687" y="307182"/>
                    </a:cubicBezTo>
                    <a:cubicBezTo>
                      <a:pt x="962818" y="302816"/>
                      <a:pt x="977106" y="301625"/>
                      <a:pt x="1012031" y="292894"/>
                    </a:cubicBezTo>
                    <a:cubicBezTo>
                      <a:pt x="1046956" y="284163"/>
                      <a:pt x="1092596" y="269478"/>
                      <a:pt x="1138237" y="254794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1" name="Freeform 200"/>
              <p:cNvSpPr/>
              <p:nvPr/>
            </p:nvSpPr>
            <p:spPr>
              <a:xfrm>
                <a:off x="4564856" y="3543300"/>
                <a:ext cx="683419" cy="157957"/>
              </a:xfrm>
              <a:custGeom>
                <a:avLst/>
                <a:gdLst>
                  <a:gd name="connsiteX0" fmla="*/ 0 w 683419"/>
                  <a:gd name="connsiteY0" fmla="*/ 0 h 157957"/>
                  <a:gd name="connsiteX1" fmla="*/ 61913 w 683419"/>
                  <a:gd name="connsiteY1" fmla="*/ 88106 h 157957"/>
                  <a:gd name="connsiteX2" fmla="*/ 154782 w 683419"/>
                  <a:gd name="connsiteY2" fmla="*/ 140494 h 157957"/>
                  <a:gd name="connsiteX3" fmla="*/ 285750 w 683419"/>
                  <a:gd name="connsiteY3" fmla="*/ 157163 h 157957"/>
                  <a:gd name="connsiteX4" fmla="*/ 431007 w 683419"/>
                  <a:gd name="connsiteY4" fmla="*/ 145256 h 157957"/>
                  <a:gd name="connsiteX5" fmla="*/ 538163 w 683419"/>
                  <a:gd name="connsiteY5" fmla="*/ 119063 h 157957"/>
                  <a:gd name="connsiteX6" fmla="*/ 683419 w 683419"/>
                  <a:gd name="connsiteY6" fmla="*/ 85725 h 15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3419" h="157957">
                    <a:moveTo>
                      <a:pt x="0" y="0"/>
                    </a:moveTo>
                    <a:cubicBezTo>
                      <a:pt x="18058" y="32345"/>
                      <a:pt x="36116" y="64690"/>
                      <a:pt x="61913" y="88106"/>
                    </a:cubicBezTo>
                    <a:cubicBezTo>
                      <a:pt x="87710" y="111522"/>
                      <a:pt x="117476" y="128985"/>
                      <a:pt x="154782" y="140494"/>
                    </a:cubicBezTo>
                    <a:cubicBezTo>
                      <a:pt x="192088" y="152004"/>
                      <a:pt x="239713" y="156369"/>
                      <a:pt x="285750" y="157163"/>
                    </a:cubicBezTo>
                    <a:cubicBezTo>
                      <a:pt x="331787" y="157957"/>
                      <a:pt x="388938" y="151606"/>
                      <a:pt x="431007" y="145256"/>
                    </a:cubicBezTo>
                    <a:cubicBezTo>
                      <a:pt x="473076" y="138906"/>
                      <a:pt x="538163" y="119063"/>
                      <a:pt x="538163" y="119063"/>
                    </a:cubicBezTo>
                    <a:lnTo>
                      <a:pt x="683419" y="85725"/>
                    </a:ln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2" name="Freeform 201"/>
              <p:cNvSpPr/>
              <p:nvPr/>
            </p:nvSpPr>
            <p:spPr>
              <a:xfrm>
                <a:off x="5374878" y="3701257"/>
                <a:ext cx="568722" cy="1118393"/>
              </a:xfrm>
              <a:custGeom>
                <a:avLst/>
                <a:gdLst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69081 w 552450"/>
                  <a:gd name="connsiteY3" fmla="*/ 859632 h 1131094"/>
                  <a:gd name="connsiteX4" fmla="*/ 219075 w 552450"/>
                  <a:gd name="connsiteY4" fmla="*/ 812007 h 1131094"/>
                  <a:gd name="connsiteX5" fmla="*/ 169069 w 552450"/>
                  <a:gd name="connsiteY5" fmla="*/ 728663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69081 w 552450"/>
                  <a:gd name="connsiteY3" fmla="*/ 859632 h 1131094"/>
                  <a:gd name="connsiteX4" fmla="*/ 219075 w 552450"/>
                  <a:gd name="connsiteY4" fmla="*/ 812007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69081 w 552450"/>
                  <a:gd name="connsiteY3" fmla="*/ 859632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52425 w 552450"/>
                  <a:gd name="connsiteY2" fmla="*/ 969169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40519 w 552450"/>
                  <a:gd name="connsiteY2" fmla="*/ 931069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23862 w 552450"/>
                  <a:gd name="connsiteY1" fmla="*/ 1009650 h 1131094"/>
                  <a:gd name="connsiteX2" fmla="*/ 340519 w 552450"/>
                  <a:gd name="connsiteY2" fmla="*/ 931069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61975 w 561975"/>
                  <a:gd name="connsiteY0" fmla="*/ 1038225 h 1038225"/>
                  <a:gd name="connsiteX1" fmla="*/ 423862 w 561975"/>
                  <a:gd name="connsiteY1" fmla="*/ 1009650 h 1038225"/>
                  <a:gd name="connsiteX2" fmla="*/ 340519 w 561975"/>
                  <a:gd name="connsiteY2" fmla="*/ 931069 h 1038225"/>
                  <a:gd name="connsiteX3" fmla="*/ 297656 w 561975"/>
                  <a:gd name="connsiteY3" fmla="*/ 835820 h 1038225"/>
                  <a:gd name="connsiteX4" fmla="*/ 273843 w 561975"/>
                  <a:gd name="connsiteY4" fmla="*/ 814388 h 1038225"/>
                  <a:gd name="connsiteX5" fmla="*/ 202406 w 561975"/>
                  <a:gd name="connsiteY5" fmla="*/ 734616 h 1038225"/>
                  <a:gd name="connsiteX6" fmla="*/ 116681 w 561975"/>
                  <a:gd name="connsiteY6" fmla="*/ 561975 h 1038225"/>
                  <a:gd name="connsiteX7" fmla="*/ 69056 w 561975"/>
                  <a:gd name="connsiteY7" fmla="*/ 447675 h 1038225"/>
                  <a:gd name="connsiteX8" fmla="*/ 42863 w 561975"/>
                  <a:gd name="connsiteY8" fmla="*/ 314325 h 1038225"/>
                  <a:gd name="connsiteX9" fmla="*/ 33338 w 561975"/>
                  <a:gd name="connsiteY9" fmla="*/ 195263 h 1038225"/>
                  <a:gd name="connsiteX10" fmla="*/ 40481 w 561975"/>
                  <a:gd name="connsiteY10" fmla="*/ 138113 h 1038225"/>
                  <a:gd name="connsiteX11" fmla="*/ 40481 w 561975"/>
                  <a:gd name="connsiteY11" fmla="*/ 114300 h 1038225"/>
                  <a:gd name="connsiteX12" fmla="*/ 0 w 561975"/>
                  <a:gd name="connsiteY12" fmla="*/ 0 h 1038225"/>
                  <a:gd name="connsiteX0" fmla="*/ 561975 w 561975"/>
                  <a:gd name="connsiteY0" fmla="*/ 1038225 h 1038225"/>
                  <a:gd name="connsiteX1" fmla="*/ 423862 w 561975"/>
                  <a:gd name="connsiteY1" fmla="*/ 1009650 h 1038225"/>
                  <a:gd name="connsiteX2" fmla="*/ 340519 w 561975"/>
                  <a:gd name="connsiteY2" fmla="*/ 931069 h 1038225"/>
                  <a:gd name="connsiteX3" fmla="*/ 297656 w 561975"/>
                  <a:gd name="connsiteY3" fmla="*/ 835820 h 1038225"/>
                  <a:gd name="connsiteX4" fmla="*/ 273843 w 561975"/>
                  <a:gd name="connsiteY4" fmla="*/ 814388 h 1038225"/>
                  <a:gd name="connsiteX5" fmla="*/ 202406 w 561975"/>
                  <a:gd name="connsiteY5" fmla="*/ 734616 h 1038225"/>
                  <a:gd name="connsiteX6" fmla="*/ 116681 w 561975"/>
                  <a:gd name="connsiteY6" fmla="*/ 561975 h 1038225"/>
                  <a:gd name="connsiteX7" fmla="*/ 69056 w 561975"/>
                  <a:gd name="connsiteY7" fmla="*/ 447675 h 1038225"/>
                  <a:gd name="connsiteX8" fmla="*/ 42863 w 561975"/>
                  <a:gd name="connsiteY8" fmla="*/ 314325 h 1038225"/>
                  <a:gd name="connsiteX9" fmla="*/ 33338 w 561975"/>
                  <a:gd name="connsiteY9" fmla="*/ 195263 h 1038225"/>
                  <a:gd name="connsiteX10" fmla="*/ 40481 w 561975"/>
                  <a:gd name="connsiteY10" fmla="*/ 138113 h 1038225"/>
                  <a:gd name="connsiteX11" fmla="*/ 40481 w 561975"/>
                  <a:gd name="connsiteY11" fmla="*/ 114300 h 1038225"/>
                  <a:gd name="connsiteX12" fmla="*/ 0 w 561975"/>
                  <a:gd name="connsiteY12" fmla="*/ 0 h 1038225"/>
                  <a:gd name="connsiteX0" fmla="*/ 561975 w 561975"/>
                  <a:gd name="connsiteY0" fmla="*/ 1038225 h 1070771"/>
                  <a:gd name="connsiteX1" fmla="*/ 423862 w 561975"/>
                  <a:gd name="connsiteY1" fmla="*/ 1009650 h 1070771"/>
                  <a:gd name="connsiteX2" fmla="*/ 340519 w 561975"/>
                  <a:gd name="connsiteY2" fmla="*/ 931069 h 1070771"/>
                  <a:gd name="connsiteX3" fmla="*/ 297656 w 561975"/>
                  <a:gd name="connsiteY3" fmla="*/ 835820 h 1070771"/>
                  <a:gd name="connsiteX4" fmla="*/ 273843 w 561975"/>
                  <a:gd name="connsiteY4" fmla="*/ 814388 h 1070771"/>
                  <a:gd name="connsiteX5" fmla="*/ 202406 w 561975"/>
                  <a:gd name="connsiteY5" fmla="*/ 734616 h 1070771"/>
                  <a:gd name="connsiteX6" fmla="*/ 116681 w 561975"/>
                  <a:gd name="connsiteY6" fmla="*/ 561975 h 1070771"/>
                  <a:gd name="connsiteX7" fmla="*/ 69056 w 561975"/>
                  <a:gd name="connsiteY7" fmla="*/ 447675 h 1070771"/>
                  <a:gd name="connsiteX8" fmla="*/ 42863 w 561975"/>
                  <a:gd name="connsiteY8" fmla="*/ 314325 h 1070771"/>
                  <a:gd name="connsiteX9" fmla="*/ 33338 w 561975"/>
                  <a:gd name="connsiteY9" fmla="*/ 195263 h 1070771"/>
                  <a:gd name="connsiteX10" fmla="*/ 40481 w 561975"/>
                  <a:gd name="connsiteY10" fmla="*/ 138113 h 1070771"/>
                  <a:gd name="connsiteX11" fmla="*/ 40481 w 561975"/>
                  <a:gd name="connsiteY11" fmla="*/ 114300 h 1070771"/>
                  <a:gd name="connsiteX12" fmla="*/ 0 w 561975"/>
                  <a:gd name="connsiteY12" fmla="*/ 0 h 1070771"/>
                  <a:gd name="connsiteX0" fmla="*/ 561975 w 584994"/>
                  <a:gd name="connsiteY0" fmla="*/ 1038225 h 1116808"/>
                  <a:gd name="connsiteX1" fmla="*/ 561975 w 584994"/>
                  <a:gd name="connsiteY1" fmla="*/ 1112045 h 1116808"/>
                  <a:gd name="connsiteX2" fmla="*/ 423862 w 584994"/>
                  <a:gd name="connsiteY2" fmla="*/ 1009650 h 1116808"/>
                  <a:gd name="connsiteX3" fmla="*/ 340519 w 584994"/>
                  <a:gd name="connsiteY3" fmla="*/ 931069 h 1116808"/>
                  <a:gd name="connsiteX4" fmla="*/ 297656 w 584994"/>
                  <a:gd name="connsiteY4" fmla="*/ 835820 h 1116808"/>
                  <a:gd name="connsiteX5" fmla="*/ 273843 w 584994"/>
                  <a:gd name="connsiteY5" fmla="*/ 814388 h 1116808"/>
                  <a:gd name="connsiteX6" fmla="*/ 202406 w 584994"/>
                  <a:gd name="connsiteY6" fmla="*/ 734616 h 1116808"/>
                  <a:gd name="connsiteX7" fmla="*/ 116681 w 584994"/>
                  <a:gd name="connsiteY7" fmla="*/ 561975 h 1116808"/>
                  <a:gd name="connsiteX8" fmla="*/ 69056 w 584994"/>
                  <a:gd name="connsiteY8" fmla="*/ 447675 h 1116808"/>
                  <a:gd name="connsiteX9" fmla="*/ 42863 w 584994"/>
                  <a:gd name="connsiteY9" fmla="*/ 314325 h 1116808"/>
                  <a:gd name="connsiteX10" fmla="*/ 33338 w 584994"/>
                  <a:gd name="connsiteY10" fmla="*/ 195263 h 1116808"/>
                  <a:gd name="connsiteX11" fmla="*/ 40481 w 584994"/>
                  <a:gd name="connsiteY11" fmla="*/ 138113 h 1116808"/>
                  <a:gd name="connsiteX12" fmla="*/ 40481 w 584994"/>
                  <a:gd name="connsiteY12" fmla="*/ 114300 h 1116808"/>
                  <a:gd name="connsiteX13" fmla="*/ 0 w 584994"/>
                  <a:gd name="connsiteY13" fmla="*/ 0 h 1116808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0519 w 561975"/>
                  <a:gd name="connsiteY2" fmla="*/ 931069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40481 w 561975"/>
                  <a:gd name="connsiteY11" fmla="*/ 114300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40481 w 561975"/>
                  <a:gd name="connsiteY11" fmla="*/ 114300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38100 w 561975"/>
                  <a:gd name="connsiteY11" fmla="*/ 75011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38100 w 561975"/>
                  <a:gd name="connsiteY11" fmla="*/ 75011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45244 w 561975"/>
                  <a:gd name="connsiteY11" fmla="*/ 102395 h 1112045"/>
                  <a:gd name="connsiteX12" fmla="*/ 38100 w 561975"/>
                  <a:gd name="connsiteY12" fmla="*/ 75011 h 1112045"/>
                  <a:gd name="connsiteX13" fmla="*/ 0 w 561975"/>
                  <a:gd name="connsiteY13" fmla="*/ 0 h 1112045"/>
                  <a:gd name="connsiteX0" fmla="*/ 568722 w 568722"/>
                  <a:gd name="connsiteY0" fmla="*/ 1112045 h 1112045"/>
                  <a:gd name="connsiteX1" fmla="*/ 430609 w 568722"/>
                  <a:gd name="connsiteY1" fmla="*/ 1009650 h 1112045"/>
                  <a:gd name="connsiteX2" fmla="*/ 352028 w 568722"/>
                  <a:gd name="connsiteY2" fmla="*/ 921544 h 1112045"/>
                  <a:gd name="connsiteX3" fmla="*/ 304403 w 568722"/>
                  <a:gd name="connsiteY3" fmla="*/ 835820 h 1112045"/>
                  <a:gd name="connsiteX4" fmla="*/ 280590 w 568722"/>
                  <a:gd name="connsiteY4" fmla="*/ 814388 h 1112045"/>
                  <a:gd name="connsiteX5" fmla="*/ 209153 w 568722"/>
                  <a:gd name="connsiteY5" fmla="*/ 734616 h 1112045"/>
                  <a:gd name="connsiteX6" fmla="*/ 123428 w 568722"/>
                  <a:gd name="connsiteY6" fmla="*/ 561975 h 1112045"/>
                  <a:gd name="connsiteX7" fmla="*/ 75803 w 568722"/>
                  <a:gd name="connsiteY7" fmla="*/ 447675 h 1112045"/>
                  <a:gd name="connsiteX8" fmla="*/ 49610 w 568722"/>
                  <a:gd name="connsiteY8" fmla="*/ 314325 h 1112045"/>
                  <a:gd name="connsiteX9" fmla="*/ 40085 w 568722"/>
                  <a:gd name="connsiteY9" fmla="*/ 195263 h 1112045"/>
                  <a:gd name="connsiteX10" fmla="*/ 47228 w 568722"/>
                  <a:gd name="connsiteY10" fmla="*/ 138113 h 1112045"/>
                  <a:gd name="connsiteX11" fmla="*/ 51991 w 568722"/>
                  <a:gd name="connsiteY11" fmla="*/ 102395 h 1112045"/>
                  <a:gd name="connsiteX12" fmla="*/ 6747 w 568722"/>
                  <a:gd name="connsiteY12" fmla="*/ 73820 h 1112045"/>
                  <a:gd name="connsiteX13" fmla="*/ 6747 w 568722"/>
                  <a:gd name="connsiteY13" fmla="*/ 0 h 1112045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6747 w 568722"/>
                  <a:gd name="connsiteY12" fmla="*/ 80168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6747 w 568722"/>
                  <a:gd name="connsiteY12" fmla="*/ 80168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44847 w 568722"/>
                  <a:gd name="connsiteY12" fmla="*/ 54371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44847 w 568722"/>
                  <a:gd name="connsiteY12" fmla="*/ 54371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0 w 568722"/>
                  <a:gd name="connsiteY12" fmla="*/ 0 h 1118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8722" h="1118393">
                    <a:moveTo>
                      <a:pt x="568722" y="1118393"/>
                    </a:moveTo>
                    <a:cubicBezTo>
                      <a:pt x="545703" y="1113631"/>
                      <a:pt x="466725" y="1047748"/>
                      <a:pt x="430609" y="1015998"/>
                    </a:cubicBezTo>
                    <a:cubicBezTo>
                      <a:pt x="394493" y="984248"/>
                      <a:pt x="373062" y="956864"/>
                      <a:pt x="352028" y="927892"/>
                    </a:cubicBezTo>
                    <a:cubicBezTo>
                      <a:pt x="330994" y="898920"/>
                      <a:pt x="316309" y="860027"/>
                      <a:pt x="304403" y="842168"/>
                    </a:cubicBezTo>
                    <a:cubicBezTo>
                      <a:pt x="292497" y="824309"/>
                      <a:pt x="296465" y="837603"/>
                      <a:pt x="280590" y="820736"/>
                    </a:cubicBezTo>
                    <a:cubicBezTo>
                      <a:pt x="264715" y="803869"/>
                      <a:pt x="235347" y="783033"/>
                      <a:pt x="209153" y="740964"/>
                    </a:cubicBezTo>
                    <a:cubicBezTo>
                      <a:pt x="182959" y="698895"/>
                      <a:pt x="145653" y="616147"/>
                      <a:pt x="123428" y="568323"/>
                    </a:cubicBezTo>
                    <a:cubicBezTo>
                      <a:pt x="101203" y="520499"/>
                      <a:pt x="88106" y="495298"/>
                      <a:pt x="75803" y="454023"/>
                    </a:cubicBezTo>
                    <a:cubicBezTo>
                      <a:pt x="63500" y="412748"/>
                      <a:pt x="55563" y="362742"/>
                      <a:pt x="49610" y="320673"/>
                    </a:cubicBezTo>
                    <a:cubicBezTo>
                      <a:pt x="43657" y="278604"/>
                      <a:pt x="40482" y="230980"/>
                      <a:pt x="40085" y="201611"/>
                    </a:cubicBezTo>
                    <a:cubicBezTo>
                      <a:pt x="39688" y="172242"/>
                      <a:pt x="45244" y="159939"/>
                      <a:pt x="47228" y="144461"/>
                    </a:cubicBezTo>
                    <a:cubicBezTo>
                      <a:pt x="49212" y="128983"/>
                      <a:pt x="59862" y="132820"/>
                      <a:pt x="51991" y="108743"/>
                    </a:cubicBezTo>
                    <a:cubicBezTo>
                      <a:pt x="44120" y="84666"/>
                      <a:pt x="10831" y="22655"/>
                      <a:pt x="0" y="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3" name="Freeform 202"/>
              <p:cNvSpPr/>
              <p:nvPr/>
            </p:nvSpPr>
            <p:spPr>
              <a:xfrm>
                <a:off x="5438775" y="3690938"/>
                <a:ext cx="504825" cy="709612"/>
              </a:xfrm>
              <a:custGeom>
                <a:avLst/>
                <a:gdLst>
                  <a:gd name="connsiteX0" fmla="*/ 504825 w 504825"/>
                  <a:gd name="connsiteY0" fmla="*/ 709612 h 709612"/>
                  <a:gd name="connsiteX1" fmla="*/ 452438 w 504825"/>
                  <a:gd name="connsiteY1" fmla="*/ 690562 h 709612"/>
                  <a:gd name="connsiteX2" fmla="*/ 381000 w 504825"/>
                  <a:gd name="connsiteY2" fmla="*/ 647700 h 709612"/>
                  <a:gd name="connsiteX3" fmla="*/ 323850 w 504825"/>
                  <a:gd name="connsiteY3" fmla="*/ 602456 h 709612"/>
                  <a:gd name="connsiteX4" fmla="*/ 271463 w 504825"/>
                  <a:gd name="connsiteY4" fmla="*/ 545306 h 709612"/>
                  <a:gd name="connsiteX5" fmla="*/ 230981 w 504825"/>
                  <a:gd name="connsiteY5" fmla="*/ 492918 h 709612"/>
                  <a:gd name="connsiteX6" fmla="*/ 197644 w 504825"/>
                  <a:gd name="connsiteY6" fmla="*/ 433387 h 709612"/>
                  <a:gd name="connsiteX7" fmla="*/ 161925 w 504825"/>
                  <a:gd name="connsiteY7" fmla="*/ 364331 h 709612"/>
                  <a:gd name="connsiteX8" fmla="*/ 147638 w 504825"/>
                  <a:gd name="connsiteY8" fmla="*/ 311943 h 709612"/>
                  <a:gd name="connsiteX9" fmla="*/ 138113 w 504825"/>
                  <a:gd name="connsiteY9" fmla="*/ 154781 h 709612"/>
                  <a:gd name="connsiteX10" fmla="*/ 104775 w 504825"/>
                  <a:gd name="connsiteY10" fmla="*/ 109537 h 709612"/>
                  <a:gd name="connsiteX11" fmla="*/ 52388 w 504825"/>
                  <a:gd name="connsiteY11" fmla="*/ 50006 h 709612"/>
                  <a:gd name="connsiteX12" fmla="*/ 0 w 504825"/>
                  <a:gd name="connsiteY12" fmla="*/ 0 h 709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4825" h="709612">
                    <a:moveTo>
                      <a:pt x="504825" y="709612"/>
                    </a:moveTo>
                    <a:cubicBezTo>
                      <a:pt x="488950" y="705246"/>
                      <a:pt x="473076" y="700881"/>
                      <a:pt x="452438" y="690562"/>
                    </a:cubicBezTo>
                    <a:cubicBezTo>
                      <a:pt x="431801" y="680243"/>
                      <a:pt x="402431" y="662384"/>
                      <a:pt x="381000" y="647700"/>
                    </a:cubicBezTo>
                    <a:cubicBezTo>
                      <a:pt x="359569" y="633016"/>
                      <a:pt x="342106" y="619522"/>
                      <a:pt x="323850" y="602456"/>
                    </a:cubicBezTo>
                    <a:cubicBezTo>
                      <a:pt x="305594" y="585390"/>
                      <a:pt x="286941" y="563562"/>
                      <a:pt x="271463" y="545306"/>
                    </a:cubicBezTo>
                    <a:cubicBezTo>
                      <a:pt x="255985" y="527050"/>
                      <a:pt x="243284" y="511571"/>
                      <a:pt x="230981" y="492918"/>
                    </a:cubicBezTo>
                    <a:cubicBezTo>
                      <a:pt x="218678" y="474265"/>
                      <a:pt x="209153" y="454818"/>
                      <a:pt x="197644" y="433387"/>
                    </a:cubicBezTo>
                    <a:cubicBezTo>
                      <a:pt x="186135" y="411956"/>
                      <a:pt x="170259" y="384572"/>
                      <a:pt x="161925" y="364331"/>
                    </a:cubicBezTo>
                    <a:cubicBezTo>
                      <a:pt x="153591" y="344090"/>
                      <a:pt x="151607" y="346868"/>
                      <a:pt x="147638" y="311943"/>
                    </a:cubicBezTo>
                    <a:cubicBezTo>
                      <a:pt x="143669" y="277018"/>
                      <a:pt x="145257" y="188515"/>
                      <a:pt x="138113" y="154781"/>
                    </a:cubicBezTo>
                    <a:cubicBezTo>
                      <a:pt x="130969" y="121047"/>
                      <a:pt x="119062" y="126999"/>
                      <a:pt x="104775" y="109537"/>
                    </a:cubicBezTo>
                    <a:cubicBezTo>
                      <a:pt x="90488" y="92075"/>
                      <a:pt x="69850" y="68262"/>
                      <a:pt x="52388" y="50006"/>
                    </a:cubicBezTo>
                    <a:cubicBezTo>
                      <a:pt x="34926" y="31750"/>
                      <a:pt x="0" y="0"/>
                      <a:pt x="0" y="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52" name="TextBox 151"/>
            <p:cNvSpPr txBox="1"/>
            <p:nvPr/>
          </p:nvSpPr>
          <p:spPr>
            <a:xfrm>
              <a:off x="2955152" y="5674668"/>
              <a:ext cx="94769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GW_Recharge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4519705" y="5711652"/>
              <a:ext cx="9669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GW_Discharge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54" name="Straight Arrow Connector 153"/>
            <p:cNvCxnSpPr/>
            <p:nvPr/>
          </p:nvCxnSpPr>
          <p:spPr>
            <a:xfrm>
              <a:off x="4727576" y="5942484"/>
              <a:ext cx="58118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/>
            <p:cNvCxnSpPr/>
            <p:nvPr/>
          </p:nvCxnSpPr>
          <p:spPr>
            <a:xfrm>
              <a:off x="2267268" y="5942484"/>
              <a:ext cx="23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/>
            <p:cNvSpPr txBox="1"/>
            <p:nvPr/>
          </p:nvSpPr>
          <p:spPr>
            <a:xfrm>
              <a:off x="5870972" y="6381396"/>
              <a:ext cx="78098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GW_Spring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57" name="Straight Arrow Connector 156"/>
            <p:cNvCxnSpPr/>
            <p:nvPr/>
          </p:nvCxnSpPr>
          <p:spPr>
            <a:xfrm flipH="1">
              <a:off x="5751910" y="6650462"/>
              <a:ext cx="254522" cy="60520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/>
            <p:cNvSpPr txBox="1"/>
            <p:nvPr/>
          </p:nvSpPr>
          <p:spPr>
            <a:xfrm>
              <a:off x="2596827" y="6565421"/>
              <a:ext cx="76815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GW_Divide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59" name="Straight Arrow Connector 158"/>
            <p:cNvCxnSpPr/>
            <p:nvPr/>
          </p:nvCxnSpPr>
          <p:spPr>
            <a:xfrm>
              <a:off x="3048208" y="6796253"/>
              <a:ext cx="0" cy="3090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4498488" y="6082783"/>
              <a:ext cx="6912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GW_Flow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61" name="Straight Arrow Connector 160"/>
            <p:cNvCxnSpPr>
              <a:stCxn id="160" idx="2"/>
              <a:endCxn id="199" idx="1"/>
            </p:cNvCxnSpPr>
            <p:nvPr/>
          </p:nvCxnSpPr>
          <p:spPr>
            <a:xfrm flipH="1">
              <a:off x="3675064" y="6313615"/>
              <a:ext cx="1169032" cy="94842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/>
            <p:cNvCxnSpPr>
              <a:stCxn id="164" idx="0"/>
              <a:endCxn id="196" idx="20"/>
            </p:cNvCxnSpPr>
            <p:nvPr/>
          </p:nvCxnSpPr>
          <p:spPr>
            <a:xfrm flipV="1">
              <a:off x="1369219" y="8159773"/>
              <a:ext cx="36514" cy="63769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/>
            <p:cNvCxnSpPr/>
            <p:nvPr/>
          </p:nvCxnSpPr>
          <p:spPr>
            <a:xfrm flipH="1" flipV="1">
              <a:off x="2230651" y="8326534"/>
              <a:ext cx="176238" cy="58087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908195" y="8797466"/>
              <a:ext cx="9220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GW_IntraFlow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2014000" y="8912882"/>
              <a:ext cx="9220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GW_InterFlow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 rot="20790094">
              <a:off x="4648200" y="8017046"/>
              <a:ext cx="38985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flow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 rot="1469750">
              <a:off x="3933887" y="7937350"/>
              <a:ext cx="5693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Ground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 rot="286029">
              <a:off x="4305301" y="8035479"/>
              <a:ext cx="4667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water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 rot="19560473">
              <a:off x="4877505" y="7918300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line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 rot="21360000">
              <a:off x="1926285" y="6965306"/>
              <a:ext cx="7168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watertable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1843406" y="6546206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Land </a:t>
              </a:r>
            </a:p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surface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4318214" y="8433766"/>
              <a:ext cx="81304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3958982" y="7598864"/>
              <a:ext cx="11400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GW_ConfiningBed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74" name="Straight Arrow Connector 173"/>
            <p:cNvCxnSpPr>
              <a:stCxn id="160" idx="2"/>
            </p:cNvCxnSpPr>
            <p:nvPr/>
          </p:nvCxnSpPr>
          <p:spPr>
            <a:xfrm>
              <a:off x="4844096" y="6313615"/>
              <a:ext cx="590566" cy="112040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/>
            <p:cNvSpPr txBox="1"/>
            <p:nvPr/>
          </p:nvSpPr>
          <p:spPr>
            <a:xfrm>
              <a:off x="3311136" y="6469102"/>
              <a:ext cx="1107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GW_BodySurface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76" name="Straight Arrow Connector 175"/>
            <p:cNvCxnSpPr/>
            <p:nvPr/>
          </p:nvCxnSpPr>
          <p:spPr>
            <a:xfrm flipH="1">
              <a:off x="3483770" y="6726456"/>
              <a:ext cx="293686" cy="36955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/>
            <p:cNvCxnSpPr/>
            <p:nvPr/>
          </p:nvCxnSpPr>
          <p:spPr>
            <a:xfrm>
              <a:off x="3033678" y="8797466"/>
              <a:ext cx="244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/>
            <p:cNvSpPr txBox="1"/>
            <p:nvPr/>
          </p:nvSpPr>
          <p:spPr>
            <a:xfrm>
              <a:off x="3696090" y="8797466"/>
              <a:ext cx="10759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GW_FlowSystem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500726" y="6809743"/>
              <a:ext cx="6719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GW_Well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3033678" y="7128692"/>
              <a:ext cx="0" cy="162163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H="1">
              <a:off x="5514943" y="7428730"/>
              <a:ext cx="1" cy="132159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/>
            <p:cNvSpPr txBox="1"/>
            <p:nvPr/>
          </p:nvSpPr>
          <p:spPr>
            <a:xfrm>
              <a:off x="2581688" y="7605091"/>
              <a:ext cx="8963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Confining bed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2465382" y="8000386"/>
              <a:ext cx="10310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Confined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2406889" y="8414719"/>
              <a:ext cx="9925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Bedrock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5" name="Right Brace 184"/>
            <p:cNvSpPr/>
            <p:nvPr/>
          </p:nvSpPr>
          <p:spPr>
            <a:xfrm flipH="1">
              <a:off x="886955" y="7262042"/>
              <a:ext cx="116681" cy="147161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6" name="TextBox 185"/>
            <p:cNvSpPr txBox="1"/>
            <p:nvPr/>
          </p:nvSpPr>
          <p:spPr>
            <a:xfrm rot="16200000">
              <a:off x="198566" y="7875636"/>
              <a:ext cx="119776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GW_AquiferSystem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2053417" y="6065055"/>
              <a:ext cx="9669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GW_Discharge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88" name="Straight Arrow Connector 187"/>
            <p:cNvCxnSpPr>
              <a:endCxn id="145" idx="1"/>
            </p:cNvCxnSpPr>
            <p:nvPr/>
          </p:nvCxnSpPr>
          <p:spPr>
            <a:xfrm flipH="1">
              <a:off x="1566129" y="6306958"/>
              <a:ext cx="558764" cy="83899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/>
            <p:cNvSpPr txBox="1"/>
            <p:nvPr/>
          </p:nvSpPr>
          <p:spPr>
            <a:xfrm>
              <a:off x="1105590" y="5942001"/>
              <a:ext cx="8707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Pumping well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90" name="Straight Arrow Connector 189"/>
            <p:cNvCxnSpPr/>
            <p:nvPr/>
          </p:nvCxnSpPr>
          <p:spPr>
            <a:xfrm>
              <a:off x="1096505" y="6943725"/>
              <a:ext cx="464602" cy="42148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/>
            <p:cNvSpPr txBox="1"/>
            <p:nvPr/>
          </p:nvSpPr>
          <p:spPr>
            <a:xfrm>
              <a:off x="2649000" y="7233608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Unconfined </a:t>
              </a:r>
            </a:p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8" name="Straight Arrow Connector 117"/>
            <p:cNvCxnSpPr>
              <a:stCxn id="116" idx="1"/>
            </p:cNvCxnSpPr>
            <p:nvPr/>
          </p:nvCxnSpPr>
          <p:spPr>
            <a:xfrm flipH="1">
              <a:off x="5467400" y="8407842"/>
              <a:ext cx="766365" cy="897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extBox 106"/>
          <p:cNvSpPr txBox="1"/>
          <p:nvPr/>
        </p:nvSpPr>
        <p:spPr>
          <a:xfrm>
            <a:off x="3445980" y="5227182"/>
            <a:ext cx="1913245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Flow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33168" y="3835379"/>
            <a:ext cx="768270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Main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87369" y="1447800"/>
            <a:ext cx="1913245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Flow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6767" y="1918877"/>
            <a:ext cx="2356395" cy="6901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Well</a:t>
            </a:r>
          </a:p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Well Construction</a:t>
            </a:r>
            <a:endParaRPr lang="en-CA" sz="1600" dirty="0">
              <a:solidFill>
                <a:srgbClr val="092E5C"/>
              </a:solidFill>
              <a:latin typeface="Calibri" panose="020F0502020204030204" pitchFamily="34" charset="0"/>
            </a:endParaRPr>
          </a:p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Aquifer Test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235067" y="2040547"/>
            <a:ext cx="974086" cy="4630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Well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07369" y="4375894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00" dirty="0" err="1" smtClean="0">
                <a:latin typeface="Arial" pitchFamily="34" charset="0"/>
                <a:cs typeface="Arial" pitchFamily="34" charset="0"/>
              </a:rPr>
              <a:t>GW_Basin</a:t>
            </a:r>
            <a:endParaRPr lang="en-AU" sz="9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094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GWML2:</a:t>
            </a:r>
            <a:r>
              <a:rPr lang="en-US" dirty="0" smtClean="0"/>
              <a:t> Wrap-up</a:t>
            </a:r>
            <a:endParaRPr lang="en-US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569325" cy="4891088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 smtClean="0">
                <a:ea typeface="MS PGothic" charset="-128"/>
              </a:rPr>
              <a:t>Since HDWG Workshop 2015 (Orleans)</a:t>
            </a:r>
          </a:p>
          <a:p>
            <a:r>
              <a:rPr lang="en-US" altLang="en-US" dirty="0" smtClean="0">
                <a:ea typeface="MS PGothic" charset="-128"/>
              </a:rPr>
              <a:t>GW2IE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 </a:t>
            </a:r>
            <a:r>
              <a:rPr lang="en-US" altLang="en-US" dirty="0" smtClean="0">
                <a:ea typeface="MS PGothic" charset="-128"/>
              </a:rPr>
              <a:t>completed</a:t>
            </a:r>
          </a:p>
          <a:p>
            <a:r>
              <a:rPr lang="en-US" altLang="en-US" dirty="0" smtClean="0">
                <a:ea typeface="MS PGothic" charset="-128"/>
              </a:rPr>
              <a:t>GW SWG started</a:t>
            </a:r>
          </a:p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</a:t>
            </a:r>
            <a:r>
              <a:rPr lang="en-US" altLang="en-US" dirty="0" smtClean="0">
                <a:ea typeface="MS PGothic" charset="-128"/>
              </a:rPr>
              <a:t> submitted to OGC, reviewed &amp; revised</a:t>
            </a:r>
          </a:p>
          <a:p>
            <a:r>
              <a:rPr lang="en-US" altLang="en-US" dirty="0">
                <a:ea typeface="MS PGothic" charset="-128"/>
              </a:rPr>
              <a:t>j</a:t>
            </a:r>
            <a:r>
              <a:rPr lang="en-US" altLang="en-US" dirty="0" smtClean="0">
                <a:ea typeface="MS PGothic" charset="-128"/>
              </a:rPr>
              <a:t>ournal paper </a:t>
            </a:r>
            <a:r>
              <a:rPr lang="en-US" altLang="en-US" dirty="0" smtClean="0">
                <a:ea typeface="MS PGothic" charset="-128"/>
              </a:rPr>
              <a:t>draft begun</a:t>
            </a:r>
            <a:endParaRPr lang="en-US" altLang="en-US" dirty="0" smtClean="0">
              <a:ea typeface="MS PGothic" charset="-128"/>
            </a:endParaRPr>
          </a:p>
          <a:p>
            <a:pPr marL="0" indent="0">
              <a:buNone/>
            </a:pPr>
            <a:endParaRPr lang="en-US" altLang="en-US" b="1" dirty="0">
              <a:ea typeface="MS PGothic" charset="-128"/>
            </a:endParaRPr>
          </a:p>
          <a:p>
            <a:pPr marL="0" indent="0">
              <a:buNone/>
            </a:pPr>
            <a:r>
              <a:rPr lang="en-US" altLang="en-US" b="1" dirty="0" smtClean="0">
                <a:ea typeface="MS PGothic" charset="-128"/>
              </a:rPr>
              <a:t>Next Steps</a:t>
            </a:r>
          </a:p>
          <a:p>
            <a:r>
              <a:rPr lang="en-US" altLang="en-US" dirty="0" smtClean="0">
                <a:ea typeface="MS PGothic" charset="-128"/>
              </a:rPr>
              <a:t>OGC ratification</a:t>
            </a:r>
          </a:p>
          <a:p>
            <a:r>
              <a:rPr lang="en-US" altLang="en-US" dirty="0" smtClean="0">
                <a:ea typeface="MS PGothic" charset="-128"/>
              </a:rPr>
              <a:t>WMO standard initiation </a:t>
            </a:r>
            <a:endParaRPr lang="en-US" altLang="en-US" dirty="0" smtClean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GW SWG maintenance / new activities?</a:t>
            </a:r>
            <a:endParaRPr lang="en-US" altLang="en-US" dirty="0" smtClean="0">
              <a:ea typeface="MS PGothic" charset="-128"/>
            </a:endParaRPr>
          </a:p>
          <a:p>
            <a:endParaRPr lang="en-US" altLang="en-US" b="1" dirty="0" smtClean="0">
              <a:ea typeface="MS PGothic" charset="-128"/>
            </a:endParaRPr>
          </a:p>
          <a:p>
            <a:endParaRPr lang="en-US" altLang="en-US" b="1" dirty="0" smtClean="0">
              <a:ea typeface="MS PGothic" charset="-128"/>
            </a:endParaRPr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46381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6600" y="2514600"/>
            <a:ext cx="2549525" cy="3198813"/>
          </a:xfrm>
        </p:spPr>
        <p:txBody>
          <a:bodyPr/>
          <a:lstStyle/>
          <a:p>
            <a:r>
              <a:rPr lang="en-CA" dirty="0" smtClean="0"/>
              <a:t>Questions?  </a:t>
            </a:r>
          </a:p>
          <a:p>
            <a:r>
              <a:rPr lang="en-CA" dirty="0" smtClean="0"/>
              <a:t>Comments?</a:t>
            </a:r>
            <a:endParaRPr lang="en-CA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 dirty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76362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GWML2:</a:t>
            </a:r>
            <a:r>
              <a:rPr lang="en-US" dirty="0" smtClean="0"/>
              <a:t> </a:t>
            </a:r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8229600" cy="5410200"/>
          </a:xfrm>
        </p:spPr>
        <p:txBody>
          <a:bodyPr/>
          <a:lstStyle/>
          <a:p>
            <a:r>
              <a:rPr lang="en-US" altLang="en-US" b="1" dirty="0" smtClean="0">
                <a:ea typeface="MS PGothic" charset="-128"/>
              </a:rPr>
              <a:t>2009-2011: </a:t>
            </a:r>
            <a:r>
              <a:rPr lang="en-US" altLang="en-US" b="1" dirty="0" smtClean="0">
                <a:ea typeface="MS PGothic" charset="-128"/>
              </a:rPr>
              <a:t>GW1 IE </a:t>
            </a:r>
            <a:r>
              <a:rPr lang="en-US" altLang="en-US" dirty="0" smtClean="0">
                <a:ea typeface="MS PGothic" charset="-128"/>
              </a:rPr>
              <a:t>(OGC HDWG)</a:t>
            </a:r>
          </a:p>
          <a:p>
            <a:pPr marL="336550" lvl="1" indent="0">
              <a:buNone/>
            </a:pPr>
            <a:r>
              <a:rPr lang="en-US" altLang="en-US" dirty="0" smtClean="0">
                <a:ea typeface="MS PGothic" charset="-128"/>
              </a:rPr>
              <a:t>Test GW data </a:t>
            </a:r>
            <a:r>
              <a:rPr lang="en-US" altLang="en-US" dirty="0" smtClean="0">
                <a:ea typeface="MS PGothic" charset="-128"/>
              </a:rPr>
              <a:t>interoperability: OGC </a:t>
            </a:r>
            <a:r>
              <a:rPr lang="en-US" altLang="en-US" dirty="0" smtClean="0">
                <a:ea typeface="MS PGothic" charset="-128"/>
              </a:rPr>
              <a:t>standards and GWML1</a:t>
            </a:r>
            <a:endParaRPr lang="en-US" altLang="en-US" dirty="0">
              <a:ea typeface="MS PGothic" charset="-128"/>
            </a:endParaRPr>
          </a:p>
          <a:p>
            <a:endParaRPr lang="is-IS" altLang="en-US" dirty="0">
              <a:ea typeface="MS PGothic" charset="-128"/>
            </a:endParaRPr>
          </a:p>
          <a:p>
            <a:r>
              <a:rPr lang="en-US" altLang="en-US" b="1" dirty="0" smtClean="0">
                <a:ea typeface="MS PGothic" charset="-128"/>
              </a:rPr>
              <a:t>2012-2015: </a:t>
            </a:r>
            <a:r>
              <a:rPr lang="en-US" altLang="en-US" b="1" dirty="0" smtClean="0">
                <a:ea typeface="MS PGothic" charset="-128"/>
              </a:rPr>
              <a:t>GW2 IE </a:t>
            </a:r>
            <a:r>
              <a:rPr lang="en-US" altLang="en-US" dirty="0" smtClean="0">
                <a:ea typeface="MS PGothic" charset="-128"/>
              </a:rPr>
              <a:t>(OGC HDWG)</a:t>
            </a: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Objectives</a:t>
            </a:r>
            <a:r>
              <a:rPr lang="en-US" altLang="en-US" dirty="0" smtClean="0">
                <a:ea typeface="MS PGothic" charset="-128"/>
              </a:rPr>
              <a:t>:    </a:t>
            </a:r>
            <a:r>
              <a:rPr lang="en-US" altLang="en-US" sz="1800" dirty="0" smtClean="0">
                <a:ea typeface="MS PGothic" charset="-128"/>
              </a:rPr>
              <a:t>develop and test draft </a:t>
            </a:r>
            <a:r>
              <a:rPr lang="en-US" alt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</a:t>
            </a: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Participants</a:t>
            </a:r>
            <a:r>
              <a:rPr lang="en-US" altLang="en-US" dirty="0" smtClean="0">
                <a:ea typeface="MS PGothic" charset="-128"/>
              </a:rPr>
              <a:t>: </a:t>
            </a:r>
            <a:r>
              <a:rPr lang="en-US" altLang="en-US" sz="1800" dirty="0" smtClean="0">
                <a:ea typeface="MS PGothic" charset="-128"/>
              </a:rPr>
              <a:t>13 </a:t>
            </a:r>
            <a:r>
              <a:rPr lang="en-US" altLang="en-US" sz="1800" dirty="0" smtClean="0">
                <a:ea typeface="MS PGothic" charset="-128"/>
              </a:rPr>
              <a:t>agencies (N</a:t>
            </a:r>
            <a:r>
              <a:rPr lang="en-US" altLang="en-US" sz="1800" dirty="0" smtClean="0">
                <a:ea typeface="MS PGothic" charset="-128"/>
              </a:rPr>
              <a:t>. America, EU, </a:t>
            </a:r>
            <a:r>
              <a:rPr lang="en-US" altLang="en-US" sz="1800" dirty="0" smtClean="0">
                <a:ea typeface="MS PGothic" charset="-128"/>
              </a:rPr>
              <a:t>AU/NZ)</a:t>
            </a:r>
            <a:endParaRPr lang="en-US" altLang="en-US" sz="1800" dirty="0" smtClean="0">
              <a:ea typeface="MS PGothic" charset="-128"/>
            </a:endParaRP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Activities</a:t>
            </a:r>
            <a:r>
              <a:rPr lang="en-US" altLang="en-US" dirty="0" smtClean="0">
                <a:ea typeface="MS PGothic" charset="-128"/>
              </a:rPr>
              <a:t>:      </a:t>
            </a:r>
            <a:r>
              <a:rPr lang="en-US" altLang="en-US" sz="1800" dirty="0" smtClean="0">
                <a:ea typeface="MS PGothic" charset="-128"/>
              </a:rPr>
              <a:t>49</a:t>
            </a:r>
            <a:r>
              <a:rPr lang="en-US" altLang="en-US" sz="1800" dirty="0" smtClean="0">
                <a:ea typeface="MS PGothic" charset="-128"/>
              </a:rPr>
              <a:t> </a:t>
            </a:r>
            <a:r>
              <a:rPr lang="en-US" altLang="en-US" sz="1800" dirty="0" smtClean="0">
                <a:ea typeface="MS PGothic" charset="-128"/>
              </a:rPr>
              <a:t>meetings since June 2012 </a:t>
            </a:r>
            <a:r>
              <a:rPr lang="en-US" altLang="en-US" sz="1800" dirty="0" smtClean="0">
                <a:ea typeface="MS PGothic" charset="-128"/>
              </a:rPr>
              <a:t>Kick-off</a:t>
            </a:r>
            <a:endParaRPr lang="en-US" altLang="en-US" sz="1800" dirty="0" smtClean="0">
              <a:ea typeface="MS PGothic" charset="-128"/>
            </a:endParaRP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Results</a:t>
            </a:r>
            <a:r>
              <a:rPr lang="en-US" altLang="en-US" dirty="0" smtClean="0">
                <a:ea typeface="MS PGothic" charset="-128"/>
              </a:rPr>
              <a:t>:        </a:t>
            </a:r>
            <a:r>
              <a:rPr lang="en-US" altLang="en-US" dirty="0" smtClean="0">
                <a:ea typeface="MS PGothic" charset="-128"/>
              </a:rPr>
              <a:t> </a:t>
            </a:r>
            <a:r>
              <a:rPr lang="en-US" altLang="en-US" sz="1800" dirty="0" err="1" smtClean="0">
                <a:ea typeface="MS PGothic" charset="-128"/>
              </a:rPr>
              <a:t>Eng</a:t>
            </a:r>
            <a:r>
              <a:rPr lang="en-US" altLang="en-US" sz="1800" dirty="0" smtClean="0">
                <a:ea typeface="MS PGothic" charset="-128"/>
              </a:rPr>
              <a:t> Report (15-082</a:t>
            </a:r>
            <a:r>
              <a:rPr lang="en-US" altLang="en-US" sz="1800" dirty="0" smtClean="0">
                <a:ea typeface="MS PGothic" charset="-128"/>
              </a:rPr>
              <a:t>), 14 web services, 17 change requests</a:t>
            </a:r>
          </a:p>
          <a:p>
            <a:pPr marL="336550" lvl="1" indent="0">
              <a:buNone/>
            </a:pPr>
            <a:endParaRPr lang="en-US" altLang="en-US" sz="1600" dirty="0">
              <a:ea typeface="MS PGothic" charset="-128"/>
            </a:endParaRPr>
          </a:p>
          <a:p>
            <a:r>
              <a:rPr lang="en-US" altLang="en-US" b="1" dirty="0" smtClean="0">
                <a:ea typeface="MS PGothic" charset="-128"/>
              </a:rPr>
              <a:t>2016: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</a:t>
            </a:r>
            <a:r>
              <a:rPr lang="en-US" altLang="en-US" b="1" dirty="0" smtClean="0">
                <a:ea typeface="MS PGothic" charset="-128"/>
              </a:rPr>
              <a:t> </a:t>
            </a:r>
            <a:r>
              <a:rPr lang="en-US" altLang="en-US" dirty="0">
                <a:ea typeface="MS PGothic" charset="-128"/>
              </a:rPr>
              <a:t>(OGC </a:t>
            </a:r>
            <a:r>
              <a:rPr lang="en-US" altLang="en-US" dirty="0" smtClean="0">
                <a:ea typeface="MS PGothic" charset="-128"/>
              </a:rPr>
              <a:t>GW SWG)</a:t>
            </a:r>
            <a:endParaRPr lang="en-US" altLang="en-US" dirty="0">
              <a:ea typeface="MS PGothic" charset="-128"/>
            </a:endParaRPr>
          </a:p>
          <a:p>
            <a:pPr marL="336550" lvl="1" indent="0">
              <a:buNone/>
            </a:pPr>
            <a:r>
              <a:rPr lang="en-US" altLang="en-US" b="1" dirty="0">
                <a:ea typeface="MS PGothic" charset="-128"/>
              </a:rPr>
              <a:t>Objectives</a:t>
            </a:r>
            <a:r>
              <a:rPr lang="en-US" altLang="en-US" dirty="0">
                <a:ea typeface="MS PGothic" charset="-128"/>
              </a:rPr>
              <a:t>:    </a:t>
            </a:r>
            <a:r>
              <a:rPr lang="en-US" altLang="en-US" sz="1800" dirty="0" smtClean="0">
                <a:ea typeface="MS PGothic" charset="-128"/>
              </a:rPr>
              <a:t>refine and submit </a:t>
            </a:r>
            <a:r>
              <a:rPr lang="en-US" alt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 </a:t>
            </a:r>
            <a:r>
              <a:rPr lang="en-US" altLang="en-US" sz="1800" dirty="0" smtClean="0">
                <a:ea typeface="MS PGothic" charset="-128"/>
              </a:rPr>
              <a:t>(from 15-082)</a:t>
            </a:r>
            <a:endParaRPr lang="en-US" altLang="en-US" sz="1800" dirty="0">
              <a:ea typeface="MS PGothic" charset="-128"/>
            </a:endParaRPr>
          </a:p>
          <a:p>
            <a:pPr marL="336550" lvl="1" indent="0">
              <a:buNone/>
            </a:pPr>
            <a:r>
              <a:rPr lang="en-US" altLang="en-US" b="1" dirty="0">
                <a:ea typeface="MS PGothic" charset="-128"/>
              </a:rPr>
              <a:t>Participants</a:t>
            </a:r>
            <a:r>
              <a:rPr lang="en-US" altLang="en-US" dirty="0">
                <a:ea typeface="MS PGothic" charset="-128"/>
              </a:rPr>
              <a:t>: </a:t>
            </a:r>
            <a:r>
              <a:rPr lang="en-US" altLang="en-US" dirty="0" smtClean="0">
                <a:ea typeface="MS PGothic" charset="-128"/>
              </a:rPr>
              <a:t> </a:t>
            </a:r>
            <a:r>
              <a:rPr lang="en-US" altLang="en-US" sz="1800" dirty="0" smtClean="0">
                <a:ea typeface="MS PGothic" charset="-128"/>
              </a:rPr>
              <a:t>same as above</a:t>
            </a:r>
            <a:endParaRPr lang="en-US" altLang="en-US" sz="1800" dirty="0">
              <a:ea typeface="MS PGothic" charset="-128"/>
            </a:endParaRPr>
          </a:p>
          <a:p>
            <a:pPr marL="336550" lvl="1" indent="0">
              <a:buNone/>
            </a:pPr>
            <a:r>
              <a:rPr lang="en-US" altLang="en-US" b="1" dirty="0">
                <a:ea typeface="MS PGothic" charset="-128"/>
              </a:rPr>
              <a:t>Activities</a:t>
            </a:r>
            <a:r>
              <a:rPr lang="en-US" altLang="en-US" dirty="0">
                <a:ea typeface="MS PGothic" charset="-128"/>
              </a:rPr>
              <a:t>:      </a:t>
            </a:r>
            <a:r>
              <a:rPr lang="en-US" altLang="en-US" sz="1800" dirty="0" smtClean="0">
                <a:ea typeface="MS PGothic" charset="-128"/>
              </a:rPr>
              <a:t>5 </a:t>
            </a:r>
            <a:r>
              <a:rPr lang="en-US" altLang="en-US" sz="1800" b="1" dirty="0">
                <a:ea typeface="MS PGothic" charset="-128"/>
              </a:rPr>
              <a:t>meetings</a:t>
            </a:r>
            <a:r>
              <a:rPr lang="en-US" altLang="en-US" sz="1800" dirty="0">
                <a:ea typeface="MS PGothic" charset="-128"/>
              </a:rPr>
              <a:t> </a:t>
            </a:r>
            <a:r>
              <a:rPr lang="en-US" altLang="en-US" sz="1800" dirty="0" smtClean="0">
                <a:ea typeface="MS PGothic" charset="-128"/>
              </a:rPr>
              <a:t>(&gt;Feb 2016); 3 </a:t>
            </a:r>
            <a:r>
              <a:rPr lang="en-US" altLang="en-US" sz="1800" b="1" dirty="0" smtClean="0">
                <a:ea typeface="MS PGothic" charset="-128"/>
              </a:rPr>
              <a:t>reviews</a:t>
            </a:r>
            <a:r>
              <a:rPr lang="en-US" altLang="en-US" sz="1800" dirty="0" smtClean="0">
                <a:ea typeface="MS PGothic" charset="-128"/>
              </a:rPr>
              <a:t>: </a:t>
            </a:r>
            <a:r>
              <a:rPr lang="en-US" altLang="en-US" sz="1800" i="1" dirty="0" smtClean="0">
                <a:ea typeface="MS PGothic" charset="-128"/>
              </a:rPr>
              <a:t>OAB</a:t>
            </a:r>
            <a:r>
              <a:rPr lang="en-US" altLang="en-US" sz="1800" dirty="0" smtClean="0">
                <a:ea typeface="MS PGothic" charset="-128"/>
              </a:rPr>
              <a:t>, </a:t>
            </a:r>
            <a:r>
              <a:rPr lang="en-US" altLang="en-US" sz="1800" i="1" dirty="0" smtClean="0">
                <a:ea typeface="MS PGothic" charset="-128"/>
              </a:rPr>
              <a:t>OGC-NA</a:t>
            </a:r>
            <a:r>
              <a:rPr lang="en-US" altLang="en-US" sz="1800" dirty="0" smtClean="0">
                <a:ea typeface="MS PGothic" charset="-128"/>
              </a:rPr>
              <a:t>, </a:t>
            </a:r>
            <a:r>
              <a:rPr lang="en-US" altLang="en-US" sz="1800" i="1" dirty="0" smtClean="0">
                <a:ea typeface="MS PGothic" charset="-128"/>
              </a:rPr>
              <a:t>Public</a:t>
            </a:r>
          </a:p>
          <a:p>
            <a:pPr marL="336550" lvl="1" indent="0">
              <a:buNone/>
            </a:pPr>
            <a:r>
              <a:rPr lang="en-US" altLang="en-US" b="1" dirty="0" smtClean="0">
                <a:ea typeface="MS PGothic" charset="-128"/>
              </a:rPr>
              <a:t>Results</a:t>
            </a:r>
            <a:r>
              <a:rPr lang="en-US" altLang="en-US" dirty="0" smtClean="0">
                <a:ea typeface="MS PGothic" charset="-128"/>
              </a:rPr>
              <a:t>:         16-032, 16-032r1, 16-032r2 (final)</a:t>
            </a:r>
            <a:endParaRPr lang="en-CA" altLang="en-US" dirty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50403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GWML2:</a:t>
            </a:r>
            <a:r>
              <a:rPr lang="en-US" dirty="0" smtClean="0"/>
              <a:t> Content Overview</a:t>
            </a:r>
            <a:endParaRPr lang="en-US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763000" cy="4891088"/>
          </a:xfrm>
        </p:spPr>
        <p:txBody>
          <a:bodyPr/>
          <a:lstStyle/>
          <a:p>
            <a:r>
              <a:rPr lang="en-US" altLang="en-US" b="1" dirty="0" smtClean="0">
                <a:ea typeface="MS PGothic" charset="-128"/>
              </a:rPr>
              <a:t>5 Use-cases</a:t>
            </a:r>
          </a:p>
          <a:p>
            <a:r>
              <a:rPr lang="en-US" altLang="en-US" b="1" dirty="0" smtClean="0">
                <a:ea typeface="MS PGothic" charset="-128"/>
              </a:rPr>
              <a:t>Conceptual Model (CM: text + UML)</a:t>
            </a:r>
          </a:p>
          <a:p>
            <a:pPr marL="679450" lvl="1" indent="-342900"/>
            <a:r>
              <a:rPr lang="en-US" altLang="en-US" dirty="0">
                <a:ea typeface="MS PGothic" charset="-128"/>
              </a:rPr>
              <a:t>t</a:t>
            </a:r>
            <a:r>
              <a:rPr lang="en-US" altLang="en-US" dirty="0" smtClean="0">
                <a:ea typeface="MS PGothic" charset="-128"/>
              </a:rPr>
              <a:t>echnology-neutral, domain-specific</a:t>
            </a:r>
          </a:p>
          <a:p>
            <a:pPr marL="679450" lvl="1" indent="-342900"/>
            <a:r>
              <a:rPr lang="en-US" altLang="en-US" dirty="0">
                <a:ea typeface="MS PGothic" charset="-128"/>
              </a:rPr>
              <a:t>n</a:t>
            </a:r>
            <a:r>
              <a:rPr lang="en-US" altLang="en-US" dirty="0" smtClean="0">
                <a:ea typeface="MS PGothic" charset="-128"/>
              </a:rPr>
              <a:t>arrative </a:t>
            </a:r>
            <a:r>
              <a:rPr lang="en-US" altLang="en-US" dirty="0" err="1" smtClean="0">
                <a:ea typeface="MS PGothic" charset="-128"/>
              </a:rPr>
              <a:t>defs</a:t>
            </a:r>
            <a:r>
              <a:rPr lang="en-US" altLang="en-US" dirty="0" smtClean="0">
                <a:ea typeface="MS PGothic" charset="-128"/>
              </a:rPr>
              <a:t> (vocabulary) </a:t>
            </a:r>
            <a:r>
              <a:rPr lang="en-US" altLang="en-US" dirty="0" smtClean="0">
                <a:ea typeface="MS PGothic" charset="-128"/>
                <a:sym typeface="Wingdings" panose="05000000000000000000" pitchFamily="2" charset="2"/>
              </a:rPr>
              <a:t></a:t>
            </a:r>
            <a:r>
              <a:rPr lang="en-US" altLang="en-US" dirty="0" smtClean="0">
                <a:ea typeface="MS PGothic" charset="-128"/>
              </a:rPr>
              <a:t> UML</a:t>
            </a:r>
          </a:p>
          <a:p>
            <a:r>
              <a:rPr lang="en-US" altLang="en-US" b="1" dirty="0" smtClean="0">
                <a:ea typeface="MS PGothic" charset="-128"/>
              </a:rPr>
              <a:t>Logical Model (LM: UML)</a:t>
            </a:r>
          </a:p>
          <a:p>
            <a:pPr marL="679450" lvl="1" indent="-342900"/>
            <a:r>
              <a:rPr lang="en-US" altLang="en-US" dirty="0" smtClean="0">
                <a:ea typeface="MS PGothic" charset="-128"/>
              </a:rPr>
              <a:t>technology-specific implementation of CM (e.g. GML abstract model)</a:t>
            </a:r>
          </a:p>
          <a:p>
            <a:pPr marL="679450" lvl="1" indent="-342900"/>
            <a:r>
              <a:rPr lang="en-US" altLang="en-US" b="1" dirty="0" smtClean="0">
                <a:ea typeface="MS PGothic" charset="-128"/>
              </a:rPr>
              <a:t>Packages (6)</a:t>
            </a:r>
            <a:r>
              <a:rPr lang="en-US" altLang="en-US" dirty="0" smtClean="0">
                <a:ea typeface="MS PGothic" charset="-128"/>
              </a:rPr>
              <a:t>: </a:t>
            </a:r>
            <a:r>
              <a:rPr lang="en-US" altLang="en-US" sz="1400" i="1" dirty="0" smtClean="0">
                <a:ea typeface="MS PGothic" charset="-128"/>
              </a:rPr>
              <a:t>Main, Fluid Bodies, Constituent, Flow, Well, Well Construction, Aquifer Test</a:t>
            </a:r>
          </a:p>
          <a:p>
            <a:pPr marL="679450" lvl="1" indent="-342900"/>
            <a:r>
              <a:rPr lang="en-US" altLang="en-US" b="1" dirty="0" smtClean="0">
                <a:ea typeface="MS PGothic" charset="-128"/>
              </a:rPr>
              <a:t>Features (9): </a:t>
            </a:r>
            <a:r>
              <a:rPr lang="en-US" altLang="en-US" dirty="0" smtClean="0">
                <a:ea typeface="MS PGothic" charset="-128"/>
              </a:rPr>
              <a:t>e.g.</a:t>
            </a:r>
            <a:r>
              <a:rPr lang="en-US" altLang="en-US" b="1" dirty="0" smtClean="0">
                <a:ea typeface="MS PGothic" charset="-128"/>
              </a:rPr>
              <a:t> </a:t>
            </a:r>
            <a:r>
              <a:rPr lang="en-US" altLang="en-US" dirty="0" err="1" smtClean="0">
                <a:ea typeface="MS PGothic" charset="-128"/>
              </a:rPr>
              <a:t>GW_HydrogeoUnit</a:t>
            </a:r>
            <a:r>
              <a:rPr lang="en-US" altLang="en-US" dirty="0" smtClean="0">
                <a:ea typeface="MS PGothic" charset="-128"/>
              </a:rPr>
              <a:t> (Aquifer), </a:t>
            </a:r>
            <a:r>
              <a:rPr lang="en-US" altLang="en-US" dirty="0" err="1" smtClean="0">
                <a:ea typeface="MS PGothic" charset="-128"/>
              </a:rPr>
              <a:t>GW_Well</a:t>
            </a:r>
            <a:r>
              <a:rPr lang="en-US" altLang="en-US" dirty="0" smtClean="0">
                <a:ea typeface="MS PGothic" charset="-128"/>
              </a:rPr>
              <a:t>, …</a:t>
            </a:r>
            <a:endParaRPr lang="en-US" altLang="en-US" b="1" dirty="0" smtClean="0">
              <a:ea typeface="MS PGothic" charset="-128"/>
            </a:endParaRPr>
          </a:p>
          <a:p>
            <a:pPr marL="679450" lvl="1" indent="-342900"/>
            <a:r>
              <a:rPr lang="en-US" altLang="en-US" b="1" dirty="0" smtClean="0">
                <a:ea typeface="MS PGothic" charset="-128"/>
              </a:rPr>
              <a:t>Extends (3)</a:t>
            </a:r>
            <a:r>
              <a:rPr lang="en-US" altLang="en-US" dirty="0" smtClean="0">
                <a:ea typeface="MS PGothic" charset="-128"/>
              </a:rPr>
              <a:t>: GeoSciML4, O&amp;M, Interleaved Coverage</a:t>
            </a:r>
          </a:p>
          <a:p>
            <a:r>
              <a:rPr lang="en-US" altLang="en-US" b="1" dirty="0" smtClean="0">
                <a:ea typeface="MS PGothic" charset="-128"/>
              </a:rPr>
              <a:t>Physical Model (GML-XML schema)</a:t>
            </a:r>
          </a:p>
          <a:p>
            <a:pPr lvl="1"/>
            <a:r>
              <a:rPr lang="en-US" altLang="en-US" dirty="0" smtClean="0">
                <a:ea typeface="MS PGothic" charset="-128"/>
              </a:rPr>
              <a:t>for the syntactical encoding of logical model</a:t>
            </a:r>
          </a:p>
          <a:p>
            <a:r>
              <a:rPr lang="en-US" altLang="en-US" b="1" dirty="0" smtClean="0">
                <a:ea typeface="MS PGothic" charset="-128"/>
              </a:rPr>
              <a:t>GML-XML instance examples</a:t>
            </a:r>
          </a:p>
          <a:p>
            <a:pPr marL="679450" lvl="1" indent="-342900"/>
            <a:r>
              <a:rPr lang="en-US" altLang="en-US" dirty="0" smtClean="0">
                <a:ea typeface="MS PGothic" charset="-128"/>
              </a:rPr>
              <a:t>syntactical encoding examples</a:t>
            </a:r>
          </a:p>
          <a:p>
            <a:pPr marL="0" indent="0">
              <a:buNone/>
            </a:pPr>
            <a:endParaRPr lang="en-CA" altLang="en-US" dirty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384401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2016 Open Geospatial Consortium</a:t>
            </a:r>
            <a:endParaRPr lang="en-US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46075" y="1279525"/>
            <a:ext cx="8458200" cy="489108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altLang="en-US" b="1" dirty="0" smtClean="0"/>
              <a:t>Commercial</a:t>
            </a:r>
            <a:r>
              <a:rPr lang="en-AU" altLang="en-US" dirty="0" smtClean="0"/>
              <a:t> - find water wells, estimate water well cost</a:t>
            </a:r>
          </a:p>
          <a:p>
            <a:pPr marL="341313" lvl="1" indent="0">
              <a:buFontTx/>
              <a:buNone/>
            </a:pPr>
            <a:r>
              <a:rPr lang="en-AU" altLang="en-US" dirty="0" smtClean="0">
                <a:hlinkClick r:id="rId2"/>
              </a:rPr>
              <a:t>http://external.opengis.org/twiki_public/HydrologyDWG/UseCase1</a:t>
            </a:r>
            <a:endParaRPr lang="en-AU" altLang="en-US" dirty="0" smtClean="0"/>
          </a:p>
          <a:p>
            <a:pPr marL="457200" indent="-457200">
              <a:spcBef>
                <a:spcPts val="1500"/>
              </a:spcBef>
              <a:buFont typeface="+mj-lt"/>
              <a:buAutoNum type="arabicPeriod"/>
            </a:pPr>
            <a:r>
              <a:rPr lang="en-AU" altLang="en-US" b="1" dirty="0" smtClean="0"/>
              <a:t>Policy</a:t>
            </a:r>
            <a:r>
              <a:rPr lang="en-AU" altLang="en-US" dirty="0" smtClean="0"/>
              <a:t> - meet EU Water Framework Directive needs</a:t>
            </a:r>
          </a:p>
          <a:p>
            <a:pPr marL="341313" lvl="1" indent="0">
              <a:buFontTx/>
              <a:buNone/>
            </a:pPr>
            <a:r>
              <a:rPr lang="en-AU" altLang="en-US" dirty="0" smtClean="0">
                <a:hlinkClick r:id="rId3"/>
              </a:rPr>
              <a:t>http://external.opengis.org/twiki_public/HydrologyDWG/UseCase2</a:t>
            </a:r>
            <a:endParaRPr lang="en-AU" altLang="en-US" dirty="0" smtClean="0"/>
          </a:p>
          <a:p>
            <a:pPr marL="457200" indent="-457200">
              <a:spcBef>
                <a:spcPts val="1500"/>
              </a:spcBef>
              <a:buFont typeface="+mj-lt"/>
              <a:buAutoNum type="arabicPeriod"/>
            </a:pPr>
            <a:r>
              <a:rPr lang="en-AU" altLang="en-US" b="1" dirty="0" smtClean="0"/>
              <a:t>Environmental</a:t>
            </a:r>
            <a:r>
              <a:rPr lang="en-AU" altLang="en-US" dirty="0" smtClean="0"/>
              <a:t> - risks to </a:t>
            </a:r>
            <a:r>
              <a:rPr lang="en-AU" altLang="en-US" dirty="0" err="1" smtClean="0"/>
              <a:t>gw</a:t>
            </a:r>
            <a:r>
              <a:rPr lang="en-AU" altLang="en-US" dirty="0" smtClean="0"/>
              <a:t> dependent ecosystems</a:t>
            </a:r>
          </a:p>
          <a:p>
            <a:pPr marL="341313" lvl="1" indent="0">
              <a:buFontTx/>
              <a:buNone/>
            </a:pPr>
            <a:r>
              <a:rPr lang="en-AU" altLang="en-US" dirty="0" smtClean="0">
                <a:hlinkClick r:id="rId4"/>
              </a:rPr>
              <a:t>http://external.opengis.org/twiki_public/HydrologyDWG/UseCase3</a:t>
            </a:r>
            <a:endParaRPr lang="en-AU" altLang="en-US" dirty="0" smtClean="0"/>
          </a:p>
          <a:p>
            <a:pPr marL="457200" indent="-457200">
              <a:spcBef>
                <a:spcPts val="1500"/>
              </a:spcBef>
              <a:buFont typeface="+mj-lt"/>
              <a:buAutoNum type="arabicPeriod"/>
            </a:pPr>
            <a:r>
              <a:rPr lang="en-AU" altLang="en-US" b="1" dirty="0" smtClean="0"/>
              <a:t>Scientific</a:t>
            </a:r>
            <a:r>
              <a:rPr lang="en-AU" altLang="en-US" dirty="0" smtClean="0"/>
              <a:t> - groundwater flow </a:t>
            </a:r>
            <a:r>
              <a:rPr lang="en-AU" altLang="en-US" dirty="0" err="1" smtClean="0"/>
              <a:t>modeling</a:t>
            </a:r>
            <a:r>
              <a:rPr lang="en-AU" altLang="en-US" dirty="0" smtClean="0"/>
              <a:t> </a:t>
            </a:r>
          </a:p>
          <a:p>
            <a:pPr marL="341313" lvl="1" indent="0">
              <a:buFontTx/>
              <a:buNone/>
            </a:pPr>
            <a:r>
              <a:rPr lang="en-AU" altLang="en-US" dirty="0" smtClean="0">
                <a:hlinkClick r:id="rId5"/>
              </a:rPr>
              <a:t>http://external.opengis.org/twiki_public/HydrologyDWG/UseCase4</a:t>
            </a:r>
            <a:endParaRPr lang="en-AU" altLang="en-US" dirty="0" smtClean="0"/>
          </a:p>
          <a:p>
            <a:pPr marL="457200" indent="-457200">
              <a:spcBef>
                <a:spcPts val="1500"/>
              </a:spcBef>
              <a:buFont typeface="+mj-lt"/>
              <a:buAutoNum type="arabicPeriod"/>
            </a:pPr>
            <a:r>
              <a:rPr lang="en-AU" altLang="en-US" b="1" dirty="0" smtClean="0"/>
              <a:t>Technologic</a:t>
            </a:r>
            <a:r>
              <a:rPr lang="en-AU" altLang="en-US" dirty="0" smtClean="0"/>
              <a:t> – map GWML2 to existing info models</a:t>
            </a:r>
          </a:p>
          <a:p>
            <a:pPr marL="341313" lvl="1" indent="0">
              <a:buFontTx/>
              <a:buNone/>
            </a:pPr>
            <a:r>
              <a:rPr lang="en-AU" altLang="en-US" dirty="0" smtClean="0">
                <a:hlinkClick r:id="rId6"/>
              </a:rPr>
              <a:t>http://external.opengis.org/twiki_public/HydrologyDWG/UseCase5</a:t>
            </a:r>
            <a:endParaRPr lang="en-AU" altLang="en-US" dirty="0" smtClean="0"/>
          </a:p>
          <a:p>
            <a:pPr lvl="1"/>
            <a:endParaRPr lang="en-AU" altLang="en-US" dirty="0" smtClean="0"/>
          </a:p>
          <a:p>
            <a:endParaRPr lang="en-AU" altLang="en-US" dirty="0" smtClean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GWML2:</a:t>
            </a:r>
            <a:r>
              <a:rPr lang="en-US" dirty="0" smtClean="0"/>
              <a:t> Use-cases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15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reeform 137"/>
          <p:cNvSpPr/>
          <p:nvPr/>
        </p:nvSpPr>
        <p:spPr bwMode="auto">
          <a:xfrm>
            <a:off x="6443523" y="1971918"/>
            <a:ext cx="2649522" cy="1690173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9522" h="1690173">
                <a:moveTo>
                  <a:pt x="1813583" y="121293"/>
                </a:moveTo>
                <a:cubicBezTo>
                  <a:pt x="1412172" y="-78732"/>
                  <a:pt x="516822" y="-13419"/>
                  <a:pt x="237876" y="186606"/>
                </a:cubicBezTo>
                <a:cubicBezTo>
                  <a:pt x="-41070" y="386631"/>
                  <a:pt x="-75945" y="1071596"/>
                  <a:pt x="139906" y="1321442"/>
                </a:cubicBezTo>
                <a:cubicBezTo>
                  <a:pt x="355757" y="1571288"/>
                  <a:pt x="1115246" y="1662550"/>
                  <a:pt x="1532985" y="1685682"/>
                </a:cubicBezTo>
                <a:cubicBezTo>
                  <a:pt x="1950724" y="1708814"/>
                  <a:pt x="2599576" y="1647488"/>
                  <a:pt x="2646342" y="1386757"/>
                </a:cubicBezTo>
                <a:cubicBezTo>
                  <a:pt x="2693108" y="1126026"/>
                  <a:pt x="2214994" y="321318"/>
                  <a:pt x="1813583" y="121293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4" name="Freeform 133"/>
          <p:cNvSpPr/>
          <p:nvPr/>
        </p:nvSpPr>
        <p:spPr bwMode="auto">
          <a:xfrm>
            <a:off x="4599091" y="4934989"/>
            <a:ext cx="2103851" cy="1460821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851" h="1460821">
                <a:moveTo>
                  <a:pt x="1819493" y="110955"/>
                </a:moveTo>
                <a:cubicBezTo>
                  <a:pt x="1511971" y="-40084"/>
                  <a:pt x="522732" y="-44167"/>
                  <a:pt x="243786" y="143611"/>
                </a:cubicBezTo>
                <a:cubicBezTo>
                  <a:pt x="-35160" y="331389"/>
                  <a:pt x="-84145" y="1019911"/>
                  <a:pt x="145816" y="1237625"/>
                </a:cubicBezTo>
                <a:cubicBezTo>
                  <a:pt x="375777" y="1455339"/>
                  <a:pt x="1299701" y="1481194"/>
                  <a:pt x="1623551" y="1449898"/>
                </a:cubicBezTo>
                <a:cubicBezTo>
                  <a:pt x="1947401" y="1418602"/>
                  <a:pt x="2056259" y="1273005"/>
                  <a:pt x="2088916" y="1049848"/>
                </a:cubicBezTo>
                <a:cubicBezTo>
                  <a:pt x="2121573" y="826691"/>
                  <a:pt x="2127015" y="261994"/>
                  <a:pt x="1819493" y="110955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Freeform 3"/>
          <p:cNvSpPr/>
          <p:nvPr/>
        </p:nvSpPr>
        <p:spPr bwMode="auto">
          <a:xfrm>
            <a:off x="882108" y="1135340"/>
            <a:ext cx="6062921" cy="5121592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34720 w 6062921"/>
              <a:gd name="connsiteY0" fmla="*/ 15824 h 5121592"/>
              <a:gd name="connsiteX1" fmla="*/ 979349 w 6062921"/>
              <a:gd name="connsiteY1" fmla="*/ 652639 h 5121592"/>
              <a:gd name="connsiteX2" fmla="*/ 293549 w 6062921"/>
              <a:gd name="connsiteY2" fmla="*/ 2285496 h 5121592"/>
              <a:gd name="connsiteX3" fmla="*/ 228235 w 6062921"/>
              <a:gd name="connsiteY3" fmla="*/ 4555167 h 5121592"/>
              <a:gd name="connsiteX4" fmla="*/ 3224528 w 6062921"/>
              <a:gd name="connsiteY4" fmla="*/ 4947053 h 5121592"/>
              <a:gd name="connsiteX5" fmla="*/ 4106271 w 6062921"/>
              <a:gd name="connsiteY5" fmla="*/ 2171196 h 5121592"/>
              <a:gd name="connsiteX6" fmla="*/ 4016463 w 6062921"/>
              <a:gd name="connsiteY6" fmla="*/ 1101674 h 5121592"/>
              <a:gd name="connsiteX7" fmla="*/ 5918742 w 6062921"/>
              <a:gd name="connsiteY7" fmla="*/ 897567 h 5121592"/>
              <a:gd name="connsiteX8" fmla="*/ 5616663 w 6062921"/>
              <a:gd name="connsiteY8" fmla="*/ 252589 h 5121592"/>
              <a:gd name="connsiteX9" fmla="*/ 3134720 w 6062921"/>
              <a:gd name="connsiteY9" fmla="*/ 15824 h 512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62921" h="5121592">
                <a:moveTo>
                  <a:pt x="3134720" y="15824"/>
                </a:moveTo>
                <a:cubicBezTo>
                  <a:pt x="2361834" y="82499"/>
                  <a:pt x="1452878" y="274360"/>
                  <a:pt x="979349" y="652639"/>
                </a:cubicBezTo>
                <a:cubicBezTo>
                  <a:pt x="505820" y="1030918"/>
                  <a:pt x="418735" y="1635075"/>
                  <a:pt x="293549" y="2285496"/>
                </a:cubicBezTo>
                <a:cubicBezTo>
                  <a:pt x="168363" y="2935917"/>
                  <a:pt x="-260262" y="4111574"/>
                  <a:pt x="228235" y="4555167"/>
                </a:cubicBezTo>
                <a:cubicBezTo>
                  <a:pt x="716732" y="4998760"/>
                  <a:pt x="2578189" y="5344381"/>
                  <a:pt x="3224528" y="4947053"/>
                </a:cubicBezTo>
                <a:cubicBezTo>
                  <a:pt x="3870867" y="4549725"/>
                  <a:pt x="3974282" y="2812092"/>
                  <a:pt x="4106271" y="2171196"/>
                </a:cubicBezTo>
                <a:cubicBezTo>
                  <a:pt x="4238260" y="1530300"/>
                  <a:pt x="3714385" y="1313945"/>
                  <a:pt x="4016463" y="1101674"/>
                </a:cubicBezTo>
                <a:cubicBezTo>
                  <a:pt x="4318541" y="889403"/>
                  <a:pt x="5652042" y="1039081"/>
                  <a:pt x="5918742" y="897567"/>
                </a:cubicBezTo>
                <a:cubicBezTo>
                  <a:pt x="6185442" y="756053"/>
                  <a:pt x="6080667" y="399546"/>
                  <a:pt x="5616663" y="252589"/>
                </a:cubicBezTo>
                <a:cubicBezTo>
                  <a:pt x="5152659" y="105632"/>
                  <a:pt x="3907606" y="-50851"/>
                  <a:pt x="3134720" y="15824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</a:t>
            </a:r>
            <a:r>
              <a:rPr lang="en-US" dirty="0" smtClean="0"/>
              <a:t>: Scope</a:t>
            </a:r>
            <a:endParaRPr lang="en-US" dirty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260273" y="1794066"/>
            <a:ext cx="6635961" cy="4192896"/>
            <a:chOff x="390074" y="1085999"/>
            <a:chExt cx="6635961" cy="4192896"/>
          </a:xfrm>
        </p:grpSpPr>
        <p:sp>
          <p:nvSpPr>
            <p:cNvPr id="7" name="Freeform 6"/>
            <p:cNvSpPr/>
            <p:nvPr/>
          </p:nvSpPr>
          <p:spPr>
            <a:xfrm>
              <a:off x="2538412" y="2469356"/>
              <a:ext cx="3352800" cy="1214438"/>
            </a:xfrm>
            <a:custGeom>
              <a:avLst/>
              <a:gdLst>
                <a:gd name="connsiteX0" fmla="*/ 0 w 3352800"/>
                <a:gd name="connsiteY0" fmla="*/ 661988 h 1214438"/>
                <a:gd name="connsiteX1" fmla="*/ 271463 w 3352800"/>
                <a:gd name="connsiteY1" fmla="*/ 719138 h 1214438"/>
                <a:gd name="connsiteX2" fmla="*/ 314325 w 3352800"/>
                <a:gd name="connsiteY2" fmla="*/ 723900 h 1214438"/>
                <a:gd name="connsiteX3" fmla="*/ 509588 w 3352800"/>
                <a:gd name="connsiteY3" fmla="*/ 781050 h 1214438"/>
                <a:gd name="connsiteX4" fmla="*/ 952500 w 3352800"/>
                <a:gd name="connsiteY4" fmla="*/ 919163 h 1214438"/>
                <a:gd name="connsiteX5" fmla="*/ 1181100 w 3352800"/>
                <a:gd name="connsiteY5" fmla="*/ 1000125 h 1214438"/>
                <a:gd name="connsiteX6" fmla="*/ 1352550 w 3352800"/>
                <a:gd name="connsiteY6" fmla="*/ 1062038 h 1214438"/>
                <a:gd name="connsiteX7" fmla="*/ 1895475 w 3352800"/>
                <a:gd name="connsiteY7" fmla="*/ 771525 h 1214438"/>
                <a:gd name="connsiteX8" fmla="*/ 2305050 w 3352800"/>
                <a:gd name="connsiteY8" fmla="*/ 547688 h 1214438"/>
                <a:gd name="connsiteX9" fmla="*/ 2676525 w 3352800"/>
                <a:gd name="connsiteY9" fmla="*/ 361950 h 1214438"/>
                <a:gd name="connsiteX10" fmla="*/ 2981325 w 3352800"/>
                <a:gd name="connsiteY10" fmla="*/ 195263 h 1214438"/>
                <a:gd name="connsiteX11" fmla="*/ 3190875 w 3352800"/>
                <a:gd name="connsiteY11" fmla="*/ 76200 h 1214438"/>
                <a:gd name="connsiteX12" fmla="*/ 3352800 w 3352800"/>
                <a:gd name="connsiteY12" fmla="*/ 0 h 1214438"/>
                <a:gd name="connsiteX13" fmla="*/ 3352800 w 3352800"/>
                <a:gd name="connsiteY13" fmla="*/ 138113 h 1214438"/>
                <a:gd name="connsiteX14" fmla="*/ 2752725 w 3352800"/>
                <a:gd name="connsiteY14" fmla="*/ 452438 h 1214438"/>
                <a:gd name="connsiteX15" fmla="*/ 2347913 w 3352800"/>
                <a:gd name="connsiteY15" fmla="*/ 676275 h 1214438"/>
                <a:gd name="connsiteX16" fmla="*/ 1890713 w 3352800"/>
                <a:gd name="connsiteY16" fmla="*/ 914400 h 1214438"/>
                <a:gd name="connsiteX17" fmla="*/ 1604963 w 3352800"/>
                <a:gd name="connsiteY17" fmla="*/ 1071563 h 1214438"/>
                <a:gd name="connsiteX18" fmla="*/ 1338263 w 3352800"/>
                <a:gd name="connsiteY18" fmla="*/ 1214438 h 1214438"/>
                <a:gd name="connsiteX19" fmla="*/ 1052513 w 3352800"/>
                <a:gd name="connsiteY19" fmla="*/ 1123950 h 1214438"/>
                <a:gd name="connsiteX20" fmla="*/ 952500 w 3352800"/>
                <a:gd name="connsiteY20" fmla="*/ 1057275 h 1214438"/>
                <a:gd name="connsiteX21" fmla="*/ 871538 w 3352800"/>
                <a:gd name="connsiteY21" fmla="*/ 1028700 h 1214438"/>
                <a:gd name="connsiteX22" fmla="*/ 681038 w 3352800"/>
                <a:gd name="connsiteY22" fmla="*/ 947738 h 1214438"/>
                <a:gd name="connsiteX23" fmla="*/ 504825 w 3352800"/>
                <a:gd name="connsiteY23" fmla="*/ 871538 h 1214438"/>
                <a:gd name="connsiteX24" fmla="*/ 319088 w 3352800"/>
                <a:gd name="connsiteY24" fmla="*/ 804863 h 1214438"/>
                <a:gd name="connsiteX25" fmla="*/ 200025 w 3352800"/>
                <a:gd name="connsiteY25" fmla="*/ 757238 h 1214438"/>
                <a:gd name="connsiteX26" fmla="*/ 0 w 3352800"/>
                <a:gd name="connsiteY26" fmla="*/ 661988 h 121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52800" h="1214438">
                  <a:moveTo>
                    <a:pt x="0" y="661988"/>
                  </a:moveTo>
                  <a:lnTo>
                    <a:pt x="271463" y="719138"/>
                  </a:lnTo>
                  <a:lnTo>
                    <a:pt x="314325" y="723900"/>
                  </a:lnTo>
                  <a:lnTo>
                    <a:pt x="509588" y="781050"/>
                  </a:lnTo>
                  <a:lnTo>
                    <a:pt x="952500" y="919163"/>
                  </a:lnTo>
                  <a:lnTo>
                    <a:pt x="1181100" y="1000125"/>
                  </a:lnTo>
                  <a:lnTo>
                    <a:pt x="1352550" y="1062038"/>
                  </a:lnTo>
                  <a:lnTo>
                    <a:pt x="1895475" y="771525"/>
                  </a:lnTo>
                  <a:lnTo>
                    <a:pt x="2305050" y="547688"/>
                  </a:lnTo>
                  <a:lnTo>
                    <a:pt x="2676525" y="361950"/>
                  </a:lnTo>
                  <a:lnTo>
                    <a:pt x="2981325" y="195263"/>
                  </a:lnTo>
                  <a:lnTo>
                    <a:pt x="3190875" y="76200"/>
                  </a:lnTo>
                  <a:lnTo>
                    <a:pt x="3352800" y="0"/>
                  </a:lnTo>
                  <a:lnTo>
                    <a:pt x="3352800" y="138113"/>
                  </a:lnTo>
                  <a:lnTo>
                    <a:pt x="2752725" y="452438"/>
                  </a:lnTo>
                  <a:lnTo>
                    <a:pt x="2347913" y="676275"/>
                  </a:lnTo>
                  <a:lnTo>
                    <a:pt x="1890713" y="914400"/>
                  </a:lnTo>
                  <a:lnTo>
                    <a:pt x="1604963" y="1071563"/>
                  </a:lnTo>
                  <a:lnTo>
                    <a:pt x="1338263" y="1214438"/>
                  </a:lnTo>
                  <a:lnTo>
                    <a:pt x="1052513" y="1123950"/>
                  </a:lnTo>
                  <a:lnTo>
                    <a:pt x="952500" y="1057275"/>
                  </a:lnTo>
                  <a:lnTo>
                    <a:pt x="871538" y="1028700"/>
                  </a:lnTo>
                  <a:lnTo>
                    <a:pt x="681038" y="947738"/>
                  </a:lnTo>
                  <a:lnTo>
                    <a:pt x="504825" y="871538"/>
                  </a:lnTo>
                  <a:lnTo>
                    <a:pt x="319088" y="804863"/>
                  </a:lnTo>
                  <a:lnTo>
                    <a:pt x="200025" y="757238"/>
                  </a:lnTo>
                  <a:lnTo>
                    <a:pt x="0" y="661988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Freeform 7"/>
            <p:cNvSpPr/>
            <p:nvPr/>
          </p:nvSpPr>
          <p:spPr>
            <a:xfrm>
              <a:off x="923925" y="1550194"/>
              <a:ext cx="2700337" cy="2052637"/>
            </a:xfrm>
            <a:custGeom>
              <a:avLst/>
              <a:gdLst>
                <a:gd name="connsiteX0" fmla="*/ 0 w 2700337"/>
                <a:gd name="connsiteY0" fmla="*/ 0 h 2052637"/>
                <a:gd name="connsiteX1" fmla="*/ 42862 w 2700337"/>
                <a:gd name="connsiteY1" fmla="*/ 1257300 h 2052637"/>
                <a:gd name="connsiteX2" fmla="*/ 2700337 w 2700337"/>
                <a:gd name="connsiteY2" fmla="*/ 2052637 h 2052637"/>
                <a:gd name="connsiteX3" fmla="*/ 2595562 w 2700337"/>
                <a:gd name="connsiteY3" fmla="*/ 1995487 h 2052637"/>
                <a:gd name="connsiteX4" fmla="*/ 2390775 w 2700337"/>
                <a:gd name="connsiteY4" fmla="*/ 1909762 h 2052637"/>
                <a:gd name="connsiteX5" fmla="*/ 2162175 w 2700337"/>
                <a:gd name="connsiteY5" fmla="*/ 1809750 h 2052637"/>
                <a:gd name="connsiteX6" fmla="*/ 1800225 w 2700337"/>
                <a:gd name="connsiteY6" fmla="*/ 1671637 h 2052637"/>
                <a:gd name="connsiteX7" fmla="*/ 1476375 w 2700337"/>
                <a:gd name="connsiteY7" fmla="*/ 1533525 h 2052637"/>
                <a:gd name="connsiteX8" fmla="*/ 1209675 w 2700337"/>
                <a:gd name="connsiteY8" fmla="*/ 1409700 h 2052637"/>
                <a:gd name="connsiteX9" fmla="*/ 985837 w 2700337"/>
                <a:gd name="connsiteY9" fmla="*/ 1266825 h 2052637"/>
                <a:gd name="connsiteX10" fmla="*/ 757237 w 2700337"/>
                <a:gd name="connsiteY10" fmla="*/ 1038225 h 2052637"/>
                <a:gd name="connsiteX11" fmla="*/ 547687 w 2700337"/>
                <a:gd name="connsiteY11" fmla="*/ 733425 h 2052637"/>
                <a:gd name="connsiteX12" fmla="*/ 433387 w 2700337"/>
                <a:gd name="connsiteY12" fmla="*/ 338137 h 2052637"/>
                <a:gd name="connsiteX13" fmla="*/ 371475 w 2700337"/>
                <a:gd name="connsiteY13" fmla="*/ 185737 h 2052637"/>
                <a:gd name="connsiteX14" fmla="*/ 295275 w 2700337"/>
                <a:gd name="connsiteY14" fmla="*/ 114300 h 2052637"/>
                <a:gd name="connsiteX15" fmla="*/ 161925 w 2700337"/>
                <a:gd name="connsiteY15" fmla="*/ 52387 h 2052637"/>
                <a:gd name="connsiteX16" fmla="*/ 66675 w 2700337"/>
                <a:gd name="connsiteY16" fmla="*/ 19050 h 2052637"/>
                <a:gd name="connsiteX17" fmla="*/ 0 w 2700337"/>
                <a:gd name="connsiteY17" fmla="*/ 0 h 2052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00337" h="2052637">
                  <a:moveTo>
                    <a:pt x="0" y="0"/>
                  </a:moveTo>
                  <a:lnTo>
                    <a:pt x="42862" y="1257300"/>
                  </a:lnTo>
                  <a:lnTo>
                    <a:pt x="2700337" y="2052637"/>
                  </a:lnTo>
                  <a:lnTo>
                    <a:pt x="2595562" y="1995487"/>
                  </a:lnTo>
                  <a:lnTo>
                    <a:pt x="2390775" y="1909762"/>
                  </a:lnTo>
                  <a:lnTo>
                    <a:pt x="2162175" y="1809750"/>
                  </a:lnTo>
                  <a:lnTo>
                    <a:pt x="1800225" y="1671637"/>
                  </a:lnTo>
                  <a:lnTo>
                    <a:pt x="1476375" y="1533525"/>
                  </a:lnTo>
                  <a:lnTo>
                    <a:pt x="1209675" y="1409700"/>
                  </a:lnTo>
                  <a:lnTo>
                    <a:pt x="985837" y="1266825"/>
                  </a:lnTo>
                  <a:lnTo>
                    <a:pt x="757237" y="1038225"/>
                  </a:lnTo>
                  <a:lnTo>
                    <a:pt x="547687" y="733425"/>
                  </a:lnTo>
                  <a:lnTo>
                    <a:pt x="433387" y="338137"/>
                  </a:lnTo>
                  <a:lnTo>
                    <a:pt x="371475" y="185737"/>
                  </a:lnTo>
                  <a:lnTo>
                    <a:pt x="295275" y="114300"/>
                  </a:lnTo>
                  <a:lnTo>
                    <a:pt x="161925" y="52387"/>
                  </a:lnTo>
                  <a:lnTo>
                    <a:pt x="66675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Freeform 8"/>
            <p:cNvSpPr/>
            <p:nvPr/>
          </p:nvSpPr>
          <p:spPr>
            <a:xfrm>
              <a:off x="1733187" y="2336006"/>
              <a:ext cx="4162788" cy="1204913"/>
            </a:xfrm>
            <a:custGeom>
              <a:avLst/>
              <a:gdLst>
                <a:gd name="connsiteX0" fmla="*/ 0 w 4143375"/>
                <a:gd name="connsiteY0" fmla="*/ 309563 h 1204913"/>
                <a:gd name="connsiteX1" fmla="*/ 0 w 4143375"/>
                <a:gd name="connsiteY1" fmla="*/ 309563 h 1204913"/>
                <a:gd name="connsiteX2" fmla="*/ 647700 w 4143375"/>
                <a:gd name="connsiteY2" fmla="*/ 533400 h 1204913"/>
                <a:gd name="connsiteX3" fmla="*/ 1100137 w 4143375"/>
                <a:gd name="connsiteY3" fmla="*/ 681038 h 1204913"/>
                <a:gd name="connsiteX4" fmla="*/ 1681162 w 4143375"/>
                <a:gd name="connsiteY4" fmla="*/ 857250 h 1204913"/>
                <a:gd name="connsiteX5" fmla="*/ 2128837 w 4143375"/>
                <a:gd name="connsiteY5" fmla="*/ 995363 h 1204913"/>
                <a:gd name="connsiteX6" fmla="*/ 2728912 w 4143375"/>
                <a:gd name="connsiteY6" fmla="*/ 709613 h 1204913"/>
                <a:gd name="connsiteX7" fmla="*/ 3252787 w 4143375"/>
                <a:gd name="connsiteY7" fmla="*/ 461963 h 1204913"/>
                <a:gd name="connsiteX8" fmla="*/ 3800475 w 4143375"/>
                <a:gd name="connsiteY8" fmla="*/ 185738 h 1204913"/>
                <a:gd name="connsiteX9" fmla="*/ 4071937 w 4143375"/>
                <a:gd name="connsiteY9" fmla="*/ 42863 h 1204913"/>
                <a:gd name="connsiteX10" fmla="*/ 4143375 w 4143375"/>
                <a:gd name="connsiteY10" fmla="*/ 0 h 1204913"/>
                <a:gd name="connsiteX11" fmla="*/ 4138612 w 4143375"/>
                <a:gd name="connsiteY11" fmla="*/ 142875 h 1204913"/>
                <a:gd name="connsiteX12" fmla="*/ 3986212 w 4143375"/>
                <a:gd name="connsiteY12" fmla="*/ 204788 h 1204913"/>
                <a:gd name="connsiteX13" fmla="*/ 3848100 w 4143375"/>
                <a:gd name="connsiteY13" fmla="*/ 285750 h 1204913"/>
                <a:gd name="connsiteX14" fmla="*/ 3576637 w 4143375"/>
                <a:gd name="connsiteY14" fmla="*/ 433388 h 1204913"/>
                <a:gd name="connsiteX15" fmla="*/ 3290887 w 4143375"/>
                <a:gd name="connsiteY15" fmla="*/ 585788 h 1204913"/>
                <a:gd name="connsiteX16" fmla="*/ 3019425 w 4143375"/>
                <a:gd name="connsiteY16" fmla="*/ 719138 h 1204913"/>
                <a:gd name="connsiteX17" fmla="*/ 2705100 w 4143375"/>
                <a:gd name="connsiteY17" fmla="*/ 895350 h 1204913"/>
                <a:gd name="connsiteX18" fmla="*/ 2433637 w 4143375"/>
                <a:gd name="connsiteY18" fmla="*/ 1038225 h 1204913"/>
                <a:gd name="connsiteX19" fmla="*/ 2133600 w 4143375"/>
                <a:gd name="connsiteY19" fmla="*/ 1204913 h 1204913"/>
                <a:gd name="connsiteX20" fmla="*/ 2085975 w 4143375"/>
                <a:gd name="connsiteY20" fmla="*/ 1176338 h 1204913"/>
                <a:gd name="connsiteX21" fmla="*/ 1833562 w 4143375"/>
                <a:gd name="connsiteY21" fmla="*/ 1090613 h 1204913"/>
                <a:gd name="connsiteX22" fmla="*/ 1423987 w 4143375"/>
                <a:gd name="connsiteY22" fmla="*/ 957263 h 1204913"/>
                <a:gd name="connsiteX23" fmla="*/ 1190625 w 4143375"/>
                <a:gd name="connsiteY23" fmla="*/ 885825 h 1204913"/>
                <a:gd name="connsiteX24" fmla="*/ 1114425 w 4143375"/>
                <a:gd name="connsiteY24" fmla="*/ 857250 h 1204913"/>
                <a:gd name="connsiteX25" fmla="*/ 1057275 w 4143375"/>
                <a:gd name="connsiteY25" fmla="*/ 852488 h 1204913"/>
                <a:gd name="connsiteX26" fmla="*/ 776287 w 4143375"/>
                <a:gd name="connsiteY26" fmla="*/ 800100 h 1204913"/>
                <a:gd name="connsiteX27" fmla="*/ 657225 w 4143375"/>
                <a:gd name="connsiteY27" fmla="*/ 752475 h 1204913"/>
                <a:gd name="connsiteX28" fmla="*/ 447675 w 4143375"/>
                <a:gd name="connsiteY28" fmla="*/ 652463 h 1204913"/>
                <a:gd name="connsiteX29" fmla="*/ 366712 w 4143375"/>
                <a:gd name="connsiteY29" fmla="*/ 619125 h 1204913"/>
                <a:gd name="connsiteX30" fmla="*/ 257175 w 4143375"/>
                <a:gd name="connsiteY30" fmla="*/ 547688 h 1204913"/>
                <a:gd name="connsiteX31" fmla="*/ 152400 w 4143375"/>
                <a:gd name="connsiteY31" fmla="*/ 495300 h 1204913"/>
                <a:gd name="connsiteX32" fmla="*/ 114300 w 4143375"/>
                <a:gd name="connsiteY32" fmla="*/ 433388 h 1204913"/>
                <a:gd name="connsiteX33" fmla="*/ 0 w 4143375"/>
                <a:gd name="connsiteY33" fmla="*/ 309563 h 1204913"/>
                <a:gd name="connsiteX0" fmla="*/ 0 w 4143375"/>
                <a:gd name="connsiteY0" fmla="*/ 309563 h 1204913"/>
                <a:gd name="connsiteX1" fmla="*/ 0 w 4143375"/>
                <a:gd name="connsiteY1" fmla="*/ 309563 h 1204913"/>
                <a:gd name="connsiteX2" fmla="*/ 647700 w 4143375"/>
                <a:gd name="connsiteY2" fmla="*/ 533400 h 1204913"/>
                <a:gd name="connsiteX3" fmla="*/ 1100137 w 4143375"/>
                <a:gd name="connsiteY3" fmla="*/ 681038 h 1204913"/>
                <a:gd name="connsiteX4" fmla="*/ 1681162 w 4143375"/>
                <a:gd name="connsiteY4" fmla="*/ 857250 h 1204913"/>
                <a:gd name="connsiteX5" fmla="*/ 2128837 w 4143375"/>
                <a:gd name="connsiteY5" fmla="*/ 995363 h 1204913"/>
                <a:gd name="connsiteX6" fmla="*/ 2728912 w 4143375"/>
                <a:gd name="connsiteY6" fmla="*/ 709613 h 1204913"/>
                <a:gd name="connsiteX7" fmla="*/ 3252787 w 4143375"/>
                <a:gd name="connsiteY7" fmla="*/ 461963 h 1204913"/>
                <a:gd name="connsiteX8" fmla="*/ 3800475 w 4143375"/>
                <a:gd name="connsiteY8" fmla="*/ 185738 h 1204913"/>
                <a:gd name="connsiteX9" fmla="*/ 4071937 w 4143375"/>
                <a:gd name="connsiteY9" fmla="*/ 42863 h 1204913"/>
                <a:gd name="connsiteX10" fmla="*/ 4143375 w 4143375"/>
                <a:gd name="connsiteY10" fmla="*/ 0 h 1204913"/>
                <a:gd name="connsiteX11" fmla="*/ 4138612 w 4143375"/>
                <a:gd name="connsiteY11" fmla="*/ 142875 h 1204913"/>
                <a:gd name="connsiteX12" fmla="*/ 3986212 w 4143375"/>
                <a:gd name="connsiteY12" fmla="*/ 204788 h 1204913"/>
                <a:gd name="connsiteX13" fmla="*/ 3848100 w 4143375"/>
                <a:gd name="connsiteY13" fmla="*/ 285750 h 1204913"/>
                <a:gd name="connsiteX14" fmla="*/ 3576637 w 4143375"/>
                <a:gd name="connsiteY14" fmla="*/ 433388 h 1204913"/>
                <a:gd name="connsiteX15" fmla="*/ 3290887 w 4143375"/>
                <a:gd name="connsiteY15" fmla="*/ 585788 h 1204913"/>
                <a:gd name="connsiteX16" fmla="*/ 3019425 w 4143375"/>
                <a:gd name="connsiteY16" fmla="*/ 719138 h 1204913"/>
                <a:gd name="connsiteX17" fmla="*/ 2705100 w 4143375"/>
                <a:gd name="connsiteY17" fmla="*/ 895350 h 1204913"/>
                <a:gd name="connsiteX18" fmla="*/ 2433637 w 4143375"/>
                <a:gd name="connsiteY18" fmla="*/ 1038225 h 1204913"/>
                <a:gd name="connsiteX19" fmla="*/ 2133600 w 4143375"/>
                <a:gd name="connsiteY19" fmla="*/ 1204913 h 1204913"/>
                <a:gd name="connsiteX20" fmla="*/ 2085975 w 4143375"/>
                <a:gd name="connsiteY20" fmla="*/ 1176338 h 1204913"/>
                <a:gd name="connsiteX21" fmla="*/ 1833562 w 4143375"/>
                <a:gd name="connsiteY21" fmla="*/ 1090613 h 1204913"/>
                <a:gd name="connsiteX22" fmla="*/ 1423987 w 4143375"/>
                <a:gd name="connsiteY22" fmla="*/ 957263 h 1204913"/>
                <a:gd name="connsiteX23" fmla="*/ 1190625 w 4143375"/>
                <a:gd name="connsiteY23" fmla="*/ 885825 h 1204913"/>
                <a:gd name="connsiteX24" fmla="*/ 1114425 w 4143375"/>
                <a:gd name="connsiteY24" fmla="*/ 857250 h 1204913"/>
                <a:gd name="connsiteX25" fmla="*/ 1057275 w 4143375"/>
                <a:gd name="connsiteY25" fmla="*/ 852488 h 1204913"/>
                <a:gd name="connsiteX26" fmla="*/ 776287 w 4143375"/>
                <a:gd name="connsiteY26" fmla="*/ 800100 h 1204913"/>
                <a:gd name="connsiteX27" fmla="*/ 657225 w 4143375"/>
                <a:gd name="connsiteY27" fmla="*/ 752475 h 1204913"/>
                <a:gd name="connsiteX28" fmla="*/ 447675 w 4143375"/>
                <a:gd name="connsiteY28" fmla="*/ 652463 h 1204913"/>
                <a:gd name="connsiteX29" fmla="*/ 366712 w 4143375"/>
                <a:gd name="connsiteY29" fmla="*/ 619125 h 1204913"/>
                <a:gd name="connsiteX30" fmla="*/ 257175 w 4143375"/>
                <a:gd name="connsiteY30" fmla="*/ 547688 h 1204913"/>
                <a:gd name="connsiteX31" fmla="*/ 180612 w 4143375"/>
                <a:gd name="connsiteY31" fmla="*/ 495300 h 1204913"/>
                <a:gd name="connsiteX32" fmla="*/ 114300 w 4143375"/>
                <a:gd name="connsiteY32" fmla="*/ 433388 h 1204913"/>
                <a:gd name="connsiteX33" fmla="*/ 0 w 4143375"/>
                <a:gd name="connsiteY33" fmla="*/ 309563 h 1204913"/>
                <a:gd name="connsiteX0" fmla="*/ 0 w 4162788"/>
                <a:gd name="connsiteY0" fmla="*/ 309563 h 1204913"/>
                <a:gd name="connsiteX1" fmla="*/ 19413 w 4162788"/>
                <a:gd name="connsiteY1" fmla="*/ 309563 h 1204913"/>
                <a:gd name="connsiteX2" fmla="*/ 667113 w 4162788"/>
                <a:gd name="connsiteY2" fmla="*/ 533400 h 1204913"/>
                <a:gd name="connsiteX3" fmla="*/ 1119550 w 4162788"/>
                <a:gd name="connsiteY3" fmla="*/ 681038 h 1204913"/>
                <a:gd name="connsiteX4" fmla="*/ 1700575 w 4162788"/>
                <a:gd name="connsiteY4" fmla="*/ 857250 h 1204913"/>
                <a:gd name="connsiteX5" fmla="*/ 2148250 w 4162788"/>
                <a:gd name="connsiteY5" fmla="*/ 995363 h 1204913"/>
                <a:gd name="connsiteX6" fmla="*/ 2748325 w 4162788"/>
                <a:gd name="connsiteY6" fmla="*/ 709613 h 1204913"/>
                <a:gd name="connsiteX7" fmla="*/ 3272200 w 4162788"/>
                <a:gd name="connsiteY7" fmla="*/ 461963 h 1204913"/>
                <a:gd name="connsiteX8" fmla="*/ 3819888 w 4162788"/>
                <a:gd name="connsiteY8" fmla="*/ 185738 h 1204913"/>
                <a:gd name="connsiteX9" fmla="*/ 4091350 w 4162788"/>
                <a:gd name="connsiteY9" fmla="*/ 42863 h 1204913"/>
                <a:gd name="connsiteX10" fmla="*/ 4162788 w 4162788"/>
                <a:gd name="connsiteY10" fmla="*/ 0 h 1204913"/>
                <a:gd name="connsiteX11" fmla="*/ 4158025 w 4162788"/>
                <a:gd name="connsiteY11" fmla="*/ 142875 h 1204913"/>
                <a:gd name="connsiteX12" fmla="*/ 4005625 w 4162788"/>
                <a:gd name="connsiteY12" fmla="*/ 204788 h 1204913"/>
                <a:gd name="connsiteX13" fmla="*/ 3867513 w 4162788"/>
                <a:gd name="connsiteY13" fmla="*/ 285750 h 1204913"/>
                <a:gd name="connsiteX14" fmla="*/ 3596050 w 4162788"/>
                <a:gd name="connsiteY14" fmla="*/ 433388 h 1204913"/>
                <a:gd name="connsiteX15" fmla="*/ 3310300 w 4162788"/>
                <a:gd name="connsiteY15" fmla="*/ 585788 h 1204913"/>
                <a:gd name="connsiteX16" fmla="*/ 3038838 w 4162788"/>
                <a:gd name="connsiteY16" fmla="*/ 719138 h 1204913"/>
                <a:gd name="connsiteX17" fmla="*/ 2724513 w 4162788"/>
                <a:gd name="connsiteY17" fmla="*/ 895350 h 1204913"/>
                <a:gd name="connsiteX18" fmla="*/ 2453050 w 4162788"/>
                <a:gd name="connsiteY18" fmla="*/ 1038225 h 1204913"/>
                <a:gd name="connsiteX19" fmla="*/ 2153013 w 4162788"/>
                <a:gd name="connsiteY19" fmla="*/ 1204913 h 1204913"/>
                <a:gd name="connsiteX20" fmla="*/ 2105388 w 4162788"/>
                <a:gd name="connsiteY20" fmla="*/ 1176338 h 1204913"/>
                <a:gd name="connsiteX21" fmla="*/ 1852975 w 4162788"/>
                <a:gd name="connsiteY21" fmla="*/ 1090613 h 1204913"/>
                <a:gd name="connsiteX22" fmla="*/ 1443400 w 4162788"/>
                <a:gd name="connsiteY22" fmla="*/ 957263 h 1204913"/>
                <a:gd name="connsiteX23" fmla="*/ 1210038 w 4162788"/>
                <a:gd name="connsiteY23" fmla="*/ 885825 h 1204913"/>
                <a:gd name="connsiteX24" fmla="*/ 1133838 w 4162788"/>
                <a:gd name="connsiteY24" fmla="*/ 857250 h 1204913"/>
                <a:gd name="connsiteX25" fmla="*/ 1076688 w 4162788"/>
                <a:gd name="connsiteY25" fmla="*/ 852488 h 1204913"/>
                <a:gd name="connsiteX26" fmla="*/ 795700 w 4162788"/>
                <a:gd name="connsiteY26" fmla="*/ 800100 h 1204913"/>
                <a:gd name="connsiteX27" fmla="*/ 676638 w 4162788"/>
                <a:gd name="connsiteY27" fmla="*/ 752475 h 1204913"/>
                <a:gd name="connsiteX28" fmla="*/ 467088 w 4162788"/>
                <a:gd name="connsiteY28" fmla="*/ 652463 h 1204913"/>
                <a:gd name="connsiteX29" fmla="*/ 386125 w 4162788"/>
                <a:gd name="connsiteY29" fmla="*/ 619125 h 1204913"/>
                <a:gd name="connsiteX30" fmla="*/ 276588 w 4162788"/>
                <a:gd name="connsiteY30" fmla="*/ 547688 h 1204913"/>
                <a:gd name="connsiteX31" fmla="*/ 200025 w 4162788"/>
                <a:gd name="connsiteY31" fmla="*/ 495300 h 1204913"/>
                <a:gd name="connsiteX32" fmla="*/ 133713 w 4162788"/>
                <a:gd name="connsiteY32" fmla="*/ 433388 h 1204913"/>
                <a:gd name="connsiteX33" fmla="*/ 0 w 4162788"/>
                <a:gd name="connsiteY33" fmla="*/ 309563 h 120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162788" h="1204913">
                  <a:moveTo>
                    <a:pt x="0" y="309563"/>
                  </a:moveTo>
                  <a:lnTo>
                    <a:pt x="19413" y="309563"/>
                  </a:lnTo>
                  <a:lnTo>
                    <a:pt x="667113" y="533400"/>
                  </a:lnTo>
                  <a:lnTo>
                    <a:pt x="1119550" y="681038"/>
                  </a:lnTo>
                  <a:lnTo>
                    <a:pt x="1700575" y="857250"/>
                  </a:lnTo>
                  <a:lnTo>
                    <a:pt x="2148250" y="995363"/>
                  </a:lnTo>
                  <a:lnTo>
                    <a:pt x="2748325" y="709613"/>
                  </a:lnTo>
                  <a:lnTo>
                    <a:pt x="3272200" y="461963"/>
                  </a:lnTo>
                  <a:lnTo>
                    <a:pt x="3819888" y="185738"/>
                  </a:lnTo>
                  <a:lnTo>
                    <a:pt x="4091350" y="42863"/>
                  </a:lnTo>
                  <a:lnTo>
                    <a:pt x="4162788" y="0"/>
                  </a:lnTo>
                  <a:lnTo>
                    <a:pt x="4158025" y="142875"/>
                  </a:lnTo>
                  <a:lnTo>
                    <a:pt x="4005625" y="204788"/>
                  </a:lnTo>
                  <a:lnTo>
                    <a:pt x="3867513" y="285750"/>
                  </a:lnTo>
                  <a:lnTo>
                    <a:pt x="3596050" y="433388"/>
                  </a:lnTo>
                  <a:lnTo>
                    <a:pt x="3310300" y="585788"/>
                  </a:lnTo>
                  <a:lnTo>
                    <a:pt x="3038838" y="719138"/>
                  </a:lnTo>
                  <a:lnTo>
                    <a:pt x="2724513" y="895350"/>
                  </a:lnTo>
                  <a:lnTo>
                    <a:pt x="2453050" y="1038225"/>
                  </a:lnTo>
                  <a:lnTo>
                    <a:pt x="2153013" y="1204913"/>
                  </a:lnTo>
                  <a:lnTo>
                    <a:pt x="2105388" y="1176338"/>
                  </a:lnTo>
                  <a:lnTo>
                    <a:pt x="1852975" y="1090613"/>
                  </a:lnTo>
                  <a:lnTo>
                    <a:pt x="1443400" y="957263"/>
                  </a:lnTo>
                  <a:lnTo>
                    <a:pt x="1210038" y="885825"/>
                  </a:lnTo>
                  <a:lnTo>
                    <a:pt x="1133838" y="857250"/>
                  </a:lnTo>
                  <a:lnTo>
                    <a:pt x="1076688" y="852488"/>
                  </a:lnTo>
                  <a:lnTo>
                    <a:pt x="795700" y="800100"/>
                  </a:lnTo>
                  <a:lnTo>
                    <a:pt x="676638" y="752475"/>
                  </a:lnTo>
                  <a:lnTo>
                    <a:pt x="467088" y="652463"/>
                  </a:lnTo>
                  <a:lnTo>
                    <a:pt x="386125" y="619125"/>
                  </a:lnTo>
                  <a:lnTo>
                    <a:pt x="276588" y="547688"/>
                  </a:lnTo>
                  <a:lnTo>
                    <a:pt x="200025" y="495300"/>
                  </a:lnTo>
                  <a:lnTo>
                    <a:pt x="133713" y="433388"/>
                  </a:lnTo>
                  <a:lnTo>
                    <a:pt x="0" y="309563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471612" y="2145506"/>
              <a:ext cx="4429125" cy="1185863"/>
            </a:xfrm>
            <a:custGeom>
              <a:avLst/>
              <a:gdLst>
                <a:gd name="connsiteX0" fmla="*/ 0 w 4429125"/>
                <a:gd name="connsiteY0" fmla="*/ 128588 h 1185863"/>
                <a:gd name="connsiteX1" fmla="*/ 2405063 w 4429125"/>
                <a:gd name="connsiteY1" fmla="*/ 890588 h 1185863"/>
                <a:gd name="connsiteX2" fmla="*/ 4424363 w 4429125"/>
                <a:gd name="connsiteY2" fmla="*/ 0 h 1185863"/>
                <a:gd name="connsiteX3" fmla="*/ 4429125 w 4429125"/>
                <a:gd name="connsiteY3" fmla="*/ 195263 h 1185863"/>
                <a:gd name="connsiteX4" fmla="*/ 4310063 w 4429125"/>
                <a:gd name="connsiteY4" fmla="*/ 266700 h 1185863"/>
                <a:gd name="connsiteX5" fmla="*/ 4148138 w 4429125"/>
                <a:gd name="connsiteY5" fmla="*/ 342900 h 1185863"/>
                <a:gd name="connsiteX6" fmla="*/ 3957638 w 4429125"/>
                <a:gd name="connsiteY6" fmla="*/ 447675 h 1185863"/>
                <a:gd name="connsiteX7" fmla="*/ 3800475 w 4429125"/>
                <a:gd name="connsiteY7" fmla="*/ 514350 h 1185863"/>
                <a:gd name="connsiteX8" fmla="*/ 3505200 w 4429125"/>
                <a:gd name="connsiteY8" fmla="*/ 671513 h 1185863"/>
                <a:gd name="connsiteX9" fmla="*/ 3105150 w 4429125"/>
                <a:gd name="connsiteY9" fmla="*/ 862013 h 1185863"/>
                <a:gd name="connsiteX10" fmla="*/ 2414588 w 4429125"/>
                <a:gd name="connsiteY10" fmla="*/ 1185863 h 1185863"/>
                <a:gd name="connsiteX11" fmla="*/ 1933575 w 4429125"/>
                <a:gd name="connsiteY11" fmla="*/ 1038225 h 1185863"/>
                <a:gd name="connsiteX12" fmla="*/ 1671638 w 4429125"/>
                <a:gd name="connsiteY12" fmla="*/ 962025 h 1185863"/>
                <a:gd name="connsiteX13" fmla="*/ 1066800 w 4429125"/>
                <a:gd name="connsiteY13" fmla="*/ 771525 h 1185863"/>
                <a:gd name="connsiteX14" fmla="*/ 652463 w 4429125"/>
                <a:gd name="connsiteY14" fmla="*/ 623888 h 1185863"/>
                <a:gd name="connsiteX15" fmla="*/ 261938 w 4429125"/>
                <a:gd name="connsiteY15" fmla="*/ 495300 h 1185863"/>
                <a:gd name="connsiteX16" fmla="*/ 195263 w 4429125"/>
                <a:gd name="connsiteY16" fmla="*/ 428625 h 1185863"/>
                <a:gd name="connsiteX17" fmla="*/ 133350 w 4429125"/>
                <a:gd name="connsiteY17" fmla="*/ 314325 h 1185863"/>
                <a:gd name="connsiteX18" fmla="*/ 61913 w 4429125"/>
                <a:gd name="connsiteY18" fmla="*/ 233363 h 1185863"/>
                <a:gd name="connsiteX19" fmla="*/ 0 w 4429125"/>
                <a:gd name="connsiteY19" fmla="*/ 128588 h 1185863"/>
                <a:gd name="connsiteX0" fmla="*/ 0 w 4429125"/>
                <a:gd name="connsiteY0" fmla="*/ 128588 h 1185863"/>
                <a:gd name="connsiteX1" fmla="*/ 2405063 w 4429125"/>
                <a:gd name="connsiteY1" fmla="*/ 890588 h 1185863"/>
                <a:gd name="connsiteX2" fmla="*/ 4424363 w 4429125"/>
                <a:gd name="connsiteY2" fmla="*/ 0 h 1185863"/>
                <a:gd name="connsiteX3" fmla="*/ 4429125 w 4429125"/>
                <a:gd name="connsiteY3" fmla="*/ 195263 h 1185863"/>
                <a:gd name="connsiteX4" fmla="*/ 4310063 w 4429125"/>
                <a:gd name="connsiteY4" fmla="*/ 266700 h 1185863"/>
                <a:gd name="connsiteX5" fmla="*/ 4148138 w 4429125"/>
                <a:gd name="connsiteY5" fmla="*/ 342900 h 1185863"/>
                <a:gd name="connsiteX6" fmla="*/ 3957638 w 4429125"/>
                <a:gd name="connsiteY6" fmla="*/ 447675 h 1185863"/>
                <a:gd name="connsiteX7" fmla="*/ 3800475 w 4429125"/>
                <a:gd name="connsiteY7" fmla="*/ 514350 h 1185863"/>
                <a:gd name="connsiteX8" fmla="*/ 3505200 w 4429125"/>
                <a:gd name="connsiteY8" fmla="*/ 671513 h 1185863"/>
                <a:gd name="connsiteX9" fmla="*/ 3105150 w 4429125"/>
                <a:gd name="connsiteY9" fmla="*/ 862013 h 1185863"/>
                <a:gd name="connsiteX10" fmla="*/ 2414588 w 4429125"/>
                <a:gd name="connsiteY10" fmla="*/ 1185863 h 1185863"/>
                <a:gd name="connsiteX11" fmla="*/ 1933575 w 4429125"/>
                <a:gd name="connsiteY11" fmla="*/ 1038225 h 1185863"/>
                <a:gd name="connsiteX12" fmla="*/ 1671638 w 4429125"/>
                <a:gd name="connsiteY12" fmla="*/ 962025 h 1185863"/>
                <a:gd name="connsiteX13" fmla="*/ 1066800 w 4429125"/>
                <a:gd name="connsiteY13" fmla="*/ 771525 h 1185863"/>
                <a:gd name="connsiteX14" fmla="*/ 652463 w 4429125"/>
                <a:gd name="connsiteY14" fmla="*/ 623888 h 1185863"/>
                <a:gd name="connsiteX15" fmla="*/ 261938 w 4429125"/>
                <a:gd name="connsiteY15" fmla="*/ 495300 h 1185863"/>
                <a:gd name="connsiteX16" fmla="*/ 195263 w 4429125"/>
                <a:gd name="connsiteY16" fmla="*/ 428625 h 1185863"/>
                <a:gd name="connsiteX17" fmla="*/ 118700 w 4429125"/>
                <a:gd name="connsiteY17" fmla="*/ 323850 h 1185863"/>
                <a:gd name="connsiteX18" fmla="*/ 61913 w 4429125"/>
                <a:gd name="connsiteY18" fmla="*/ 233363 h 1185863"/>
                <a:gd name="connsiteX19" fmla="*/ 0 w 4429125"/>
                <a:gd name="connsiteY19" fmla="*/ 128588 h 1185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429125" h="1185863">
                  <a:moveTo>
                    <a:pt x="0" y="128588"/>
                  </a:moveTo>
                  <a:lnTo>
                    <a:pt x="2405063" y="890588"/>
                  </a:lnTo>
                  <a:lnTo>
                    <a:pt x="4424363" y="0"/>
                  </a:lnTo>
                  <a:lnTo>
                    <a:pt x="4429125" y="195263"/>
                  </a:lnTo>
                  <a:lnTo>
                    <a:pt x="4310063" y="266700"/>
                  </a:lnTo>
                  <a:lnTo>
                    <a:pt x="4148138" y="342900"/>
                  </a:lnTo>
                  <a:lnTo>
                    <a:pt x="3957638" y="447675"/>
                  </a:lnTo>
                  <a:lnTo>
                    <a:pt x="3800475" y="514350"/>
                  </a:lnTo>
                  <a:lnTo>
                    <a:pt x="3505200" y="671513"/>
                  </a:lnTo>
                  <a:lnTo>
                    <a:pt x="3105150" y="862013"/>
                  </a:lnTo>
                  <a:lnTo>
                    <a:pt x="2414588" y="1185863"/>
                  </a:lnTo>
                  <a:lnTo>
                    <a:pt x="1933575" y="1038225"/>
                  </a:lnTo>
                  <a:lnTo>
                    <a:pt x="1671638" y="962025"/>
                  </a:lnTo>
                  <a:lnTo>
                    <a:pt x="1066800" y="771525"/>
                  </a:lnTo>
                  <a:lnTo>
                    <a:pt x="652463" y="623888"/>
                  </a:lnTo>
                  <a:lnTo>
                    <a:pt x="261938" y="495300"/>
                  </a:lnTo>
                  <a:lnTo>
                    <a:pt x="195263" y="428625"/>
                  </a:lnTo>
                  <a:lnTo>
                    <a:pt x="118700" y="323850"/>
                  </a:lnTo>
                  <a:lnTo>
                    <a:pt x="61913" y="233363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1404937" y="2074069"/>
              <a:ext cx="3929063" cy="966787"/>
            </a:xfrm>
            <a:custGeom>
              <a:avLst/>
              <a:gdLst>
                <a:gd name="connsiteX0" fmla="*/ 0 w 3929063"/>
                <a:gd name="connsiteY0" fmla="*/ 0 h 966787"/>
                <a:gd name="connsiteX1" fmla="*/ 152400 w 3929063"/>
                <a:gd name="connsiteY1" fmla="*/ 47625 h 966787"/>
                <a:gd name="connsiteX2" fmla="*/ 366713 w 3929063"/>
                <a:gd name="connsiteY2" fmla="*/ 128587 h 966787"/>
                <a:gd name="connsiteX3" fmla="*/ 442913 w 3929063"/>
                <a:gd name="connsiteY3" fmla="*/ 138112 h 966787"/>
                <a:gd name="connsiteX4" fmla="*/ 590550 w 3929063"/>
                <a:gd name="connsiteY4" fmla="*/ 204787 h 966787"/>
                <a:gd name="connsiteX5" fmla="*/ 700088 w 3929063"/>
                <a:gd name="connsiteY5" fmla="*/ 280987 h 966787"/>
                <a:gd name="connsiteX6" fmla="*/ 847725 w 3929063"/>
                <a:gd name="connsiteY6" fmla="*/ 323850 h 966787"/>
                <a:gd name="connsiteX7" fmla="*/ 990600 w 3929063"/>
                <a:gd name="connsiteY7" fmla="*/ 314325 h 966787"/>
                <a:gd name="connsiteX8" fmla="*/ 1095375 w 3929063"/>
                <a:gd name="connsiteY8" fmla="*/ 323850 h 966787"/>
                <a:gd name="connsiteX9" fmla="*/ 1209675 w 3929063"/>
                <a:gd name="connsiteY9" fmla="*/ 342900 h 966787"/>
                <a:gd name="connsiteX10" fmla="*/ 1328738 w 3929063"/>
                <a:gd name="connsiteY10" fmla="*/ 390525 h 966787"/>
                <a:gd name="connsiteX11" fmla="*/ 1519238 w 3929063"/>
                <a:gd name="connsiteY11" fmla="*/ 471487 h 966787"/>
                <a:gd name="connsiteX12" fmla="*/ 1738313 w 3929063"/>
                <a:gd name="connsiteY12" fmla="*/ 552450 h 966787"/>
                <a:gd name="connsiteX13" fmla="*/ 1928813 w 3929063"/>
                <a:gd name="connsiteY13" fmla="*/ 633412 h 966787"/>
                <a:gd name="connsiteX14" fmla="*/ 2114550 w 3929063"/>
                <a:gd name="connsiteY14" fmla="*/ 704850 h 966787"/>
                <a:gd name="connsiteX15" fmla="*/ 2481263 w 3929063"/>
                <a:gd name="connsiteY15" fmla="*/ 785812 h 966787"/>
                <a:gd name="connsiteX16" fmla="*/ 2690813 w 3929063"/>
                <a:gd name="connsiteY16" fmla="*/ 709612 h 966787"/>
                <a:gd name="connsiteX17" fmla="*/ 2852738 w 3929063"/>
                <a:gd name="connsiteY17" fmla="*/ 657225 h 966787"/>
                <a:gd name="connsiteX18" fmla="*/ 3005138 w 3929063"/>
                <a:gd name="connsiteY18" fmla="*/ 623887 h 966787"/>
                <a:gd name="connsiteX19" fmla="*/ 3314700 w 3929063"/>
                <a:gd name="connsiteY19" fmla="*/ 490537 h 966787"/>
                <a:gd name="connsiteX20" fmla="*/ 3505200 w 3929063"/>
                <a:gd name="connsiteY20" fmla="*/ 390525 h 966787"/>
                <a:gd name="connsiteX21" fmla="*/ 3733800 w 3929063"/>
                <a:gd name="connsiteY21" fmla="*/ 333375 h 966787"/>
                <a:gd name="connsiteX22" fmla="*/ 3576638 w 3929063"/>
                <a:gd name="connsiteY22" fmla="*/ 395287 h 966787"/>
                <a:gd name="connsiteX23" fmla="*/ 3805238 w 3929063"/>
                <a:gd name="connsiteY23" fmla="*/ 342900 h 966787"/>
                <a:gd name="connsiteX24" fmla="*/ 3600450 w 3929063"/>
                <a:gd name="connsiteY24" fmla="*/ 423862 h 966787"/>
                <a:gd name="connsiteX25" fmla="*/ 3929063 w 3929063"/>
                <a:gd name="connsiteY25" fmla="*/ 323850 h 966787"/>
                <a:gd name="connsiteX26" fmla="*/ 2471738 w 3929063"/>
                <a:gd name="connsiteY26" fmla="*/ 966787 h 966787"/>
                <a:gd name="connsiteX27" fmla="*/ 71438 w 3929063"/>
                <a:gd name="connsiteY27" fmla="*/ 204787 h 966787"/>
                <a:gd name="connsiteX28" fmla="*/ 38100 w 3929063"/>
                <a:gd name="connsiteY28" fmla="*/ 109537 h 966787"/>
                <a:gd name="connsiteX29" fmla="*/ 0 w 3929063"/>
                <a:gd name="connsiteY29" fmla="*/ 0 h 966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3" h="966787">
                  <a:moveTo>
                    <a:pt x="0" y="0"/>
                  </a:moveTo>
                  <a:lnTo>
                    <a:pt x="152400" y="47625"/>
                  </a:lnTo>
                  <a:lnTo>
                    <a:pt x="366713" y="128587"/>
                  </a:lnTo>
                  <a:lnTo>
                    <a:pt x="442913" y="138112"/>
                  </a:lnTo>
                  <a:lnTo>
                    <a:pt x="590550" y="204787"/>
                  </a:lnTo>
                  <a:lnTo>
                    <a:pt x="700088" y="280987"/>
                  </a:lnTo>
                  <a:lnTo>
                    <a:pt x="847725" y="323850"/>
                  </a:lnTo>
                  <a:lnTo>
                    <a:pt x="990600" y="314325"/>
                  </a:lnTo>
                  <a:lnTo>
                    <a:pt x="1095375" y="323850"/>
                  </a:lnTo>
                  <a:lnTo>
                    <a:pt x="1209675" y="342900"/>
                  </a:lnTo>
                  <a:lnTo>
                    <a:pt x="1328738" y="390525"/>
                  </a:lnTo>
                  <a:lnTo>
                    <a:pt x="1519238" y="471487"/>
                  </a:lnTo>
                  <a:lnTo>
                    <a:pt x="1738313" y="552450"/>
                  </a:lnTo>
                  <a:lnTo>
                    <a:pt x="1928813" y="633412"/>
                  </a:lnTo>
                  <a:lnTo>
                    <a:pt x="2114550" y="704850"/>
                  </a:lnTo>
                  <a:lnTo>
                    <a:pt x="2481263" y="785812"/>
                  </a:lnTo>
                  <a:lnTo>
                    <a:pt x="2690813" y="709612"/>
                  </a:lnTo>
                  <a:lnTo>
                    <a:pt x="2852738" y="657225"/>
                  </a:lnTo>
                  <a:lnTo>
                    <a:pt x="3005138" y="623887"/>
                  </a:lnTo>
                  <a:lnTo>
                    <a:pt x="3314700" y="490537"/>
                  </a:lnTo>
                  <a:lnTo>
                    <a:pt x="3505200" y="390525"/>
                  </a:lnTo>
                  <a:lnTo>
                    <a:pt x="3733800" y="333375"/>
                  </a:lnTo>
                  <a:lnTo>
                    <a:pt x="3576638" y="395287"/>
                  </a:lnTo>
                  <a:lnTo>
                    <a:pt x="3805238" y="342900"/>
                  </a:lnTo>
                  <a:lnTo>
                    <a:pt x="3600450" y="423862"/>
                  </a:lnTo>
                  <a:lnTo>
                    <a:pt x="3929063" y="323850"/>
                  </a:lnTo>
                  <a:lnTo>
                    <a:pt x="2471738" y="966787"/>
                  </a:lnTo>
                  <a:lnTo>
                    <a:pt x="71438" y="204787"/>
                  </a:lnTo>
                  <a:lnTo>
                    <a:pt x="38100" y="109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371600" y="1716881"/>
              <a:ext cx="4543425" cy="1143000"/>
            </a:xfrm>
            <a:custGeom>
              <a:avLst/>
              <a:gdLst>
                <a:gd name="connsiteX0" fmla="*/ 0 w 4543425"/>
                <a:gd name="connsiteY0" fmla="*/ 204788 h 1143000"/>
                <a:gd name="connsiteX1" fmla="*/ 314325 w 4543425"/>
                <a:gd name="connsiteY1" fmla="*/ 280988 h 1143000"/>
                <a:gd name="connsiteX2" fmla="*/ 461962 w 4543425"/>
                <a:gd name="connsiteY2" fmla="*/ 309563 h 1143000"/>
                <a:gd name="connsiteX3" fmla="*/ 595312 w 4543425"/>
                <a:gd name="connsiteY3" fmla="*/ 347663 h 1143000"/>
                <a:gd name="connsiteX4" fmla="*/ 719137 w 4543425"/>
                <a:gd name="connsiteY4" fmla="*/ 409575 h 1143000"/>
                <a:gd name="connsiteX5" fmla="*/ 766762 w 4543425"/>
                <a:gd name="connsiteY5" fmla="*/ 485775 h 1143000"/>
                <a:gd name="connsiteX6" fmla="*/ 819150 w 4543425"/>
                <a:gd name="connsiteY6" fmla="*/ 485775 h 1143000"/>
                <a:gd name="connsiteX7" fmla="*/ 857250 w 4543425"/>
                <a:gd name="connsiteY7" fmla="*/ 442913 h 1143000"/>
                <a:gd name="connsiteX8" fmla="*/ 976312 w 4543425"/>
                <a:gd name="connsiteY8" fmla="*/ 433388 h 1143000"/>
                <a:gd name="connsiteX9" fmla="*/ 1247775 w 4543425"/>
                <a:gd name="connsiteY9" fmla="*/ 504825 h 1143000"/>
                <a:gd name="connsiteX10" fmla="*/ 1495425 w 4543425"/>
                <a:gd name="connsiteY10" fmla="*/ 576263 h 1143000"/>
                <a:gd name="connsiteX11" fmla="*/ 1714500 w 4543425"/>
                <a:gd name="connsiteY11" fmla="*/ 628650 h 1143000"/>
                <a:gd name="connsiteX12" fmla="*/ 2095500 w 4543425"/>
                <a:gd name="connsiteY12" fmla="*/ 671513 h 1143000"/>
                <a:gd name="connsiteX13" fmla="*/ 2505075 w 4543425"/>
                <a:gd name="connsiteY13" fmla="*/ 723900 h 1143000"/>
                <a:gd name="connsiteX14" fmla="*/ 2671762 w 4543425"/>
                <a:gd name="connsiteY14" fmla="*/ 685800 h 1143000"/>
                <a:gd name="connsiteX15" fmla="*/ 2838450 w 4543425"/>
                <a:gd name="connsiteY15" fmla="*/ 695325 h 1143000"/>
                <a:gd name="connsiteX16" fmla="*/ 3005137 w 4543425"/>
                <a:gd name="connsiteY16" fmla="*/ 628650 h 1143000"/>
                <a:gd name="connsiteX17" fmla="*/ 3114675 w 4543425"/>
                <a:gd name="connsiteY17" fmla="*/ 504825 h 1143000"/>
                <a:gd name="connsiteX18" fmla="*/ 3148012 w 4543425"/>
                <a:gd name="connsiteY18" fmla="*/ 471488 h 1143000"/>
                <a:gd name="connsiteX19" fmla="*/ 3295650 w 4543425"/>
                <a:gd name="connsiteY19" fmla="*/ 414338 h 1143000"/>
                <a:gd name="connsiteX20" fmla="*/ 3486150 w 4543425"/>
                <a:gd name="connsiteY20" fmla="*/ 342900 h 1143000"/>
                <a:gd name="connsiteX21" fmla="*/ 3814762 w 4543425"/>
                <a:gd name="connsiteY21" fmla="*/ 219075 h 1143000"/>
                <a:gd name="connsiteX22" fmla="*/ 4048125 w 4543425"/>
                <a:gd name="connsiteY22" fmla="*/ 142875 h 1143000"/>
                <a:gd name="connsiteX23" fmla="*/ 4300537 w 4543425"/>
                <a:gd name="connsiteY23" fmla="*/ 61913 h 1143000"/>
                <a:gd name="connsiteX24" fmla="*/ 4543425 w 4543425"/>
                <a:gd name="connsiteY24" fmla="*/ 0 h 1143000"/>
                <a:gd name="connsiteX25" fmla="*/ 4529137 w 4543425"/>
                <a:gd name="connsiteY25" fmla="*/ 433388 h 1143000"/>
                <a:gd name="connsiteX26" fmla="*/ 3886200 w 4543425"/>
                <a:gd name="connsiteY26" fmla="*/ 714375 h 1143000"/>
                <a:gd name="connsiteX27" fmla="*/ 3643312 w 4543425"/>
                <a:gd name="connsiteY27" fmla="*/ 771525 h 1143000"/>
                <a:gd name="connsiteX28" fmla="*/ 3843337 w 4543425"/>
                <a:gd name="connsiteY28" fmla="*/ 700088 h 1143000"/>
                <a:gd name="connsiteX29" fmla="*/ 3619500 w 4543425"/>
                <a:gd name="connsiteY29" fmla="*/ 752475 h 1143000"/>
                <a:gd name="connsiteX30" fmla="*/ 3767137 w 4543425"/>
                <a:gd name="connsiteY30" fmla="*/ 690563 h 1143000"/>
                <a:gd name="connsiteX31" fmla="*/ 3529012 w 4543425"/>
                <a:gd name="connsiteY31" fmla="*/ 752475 h 1143000"/>
                <a:gd name="connsiteX32" fmla="*/ 3395662 w 4543425"/>
                <a:gd name="connsiteY32" fmla="*/ 823913 h 1143000"/>
                <a:gd name="connsiteX33" fmla="*/ 3314700 w 4543425"/>
                <a:gd name="connsiteY33" fmla="*/ 862013 h 1143000"/>
                <a:gd name="connsiteX34" fmla="*/ 3128962 w 4543425"/>
                <a:gd name="connsiteY34" fmla="*/ 947738 h 1143000"/>
                <a:gd name="connsiteX35" fmla="*/ 3057525 w 4543425"/>
                <a:gd name="connsiteY35" fmla="*/ 981075 h 1143000"/>
                <a:gd name="connsiteX36" fmla="*/ 2986087 w 4543425"/>
                <a:gd name="connsiteY36" fmla="*/ 995363 h 1143000"/>
                <a:gd name="connsiteX37" fmla="*/ 2881312 w 4543425"/>
                <a:gd name="connsiteY37" fmla="*/ 1014413 h 1143000"/>
                <a:gd name="connsiteX38" fmla="*/ 2767012 w 4543425"/>
                <a:gd name="connsiteY38" fmla="*/ 1057275 h 1143000"/>
                <a:gd name="connsiteX39" fmla="*/ 2509837 w 4543425"/>
                <a:gd name="connsiteY39" fmla="*/ 1143000 h 1143000"/>
                <a:gd name="connsiteX40" fmla="*/ 2333625 w 4543425"/>
                <a:gd name="connsiteY40" fmla="*/ 1104900 h 1143000"/>
                <a:gd name="connsiteX41" fmla="*/ 2143125 w 4543425"/>
                <a:gd name="connsiteY41" fmla="*/ 1062038 h 1143000"/>
                <a:gd name="connsiteX42" fmla="*/ 2047875 w 4543425"/>
                <a:gd name="connsiteY42" fmla="*/ 1023938 h 1143000"/>
                <a:gd name="connsiteX43" fmla="*/ 1862137 w 4543425"/>
                <a:gd name="connsiteY43" fmla="*/ 952500 h 1143000"/>
                <a:gd name="connsiteX44" fmla="*/ 1752600 w 4543425"/>
                <a:gd name="connsiteY44" fmla="*/ 900113 h 1143000"/>
                <a:gd name="connsiteX45" fmla="*/ 1566862 w 4543425"/>
                <a:gd name="connsiteY45" fmla="*/ 838200 h 1143000"/>
                <a:gd name="connsiteX46" fmla="*/ 1452562 w 4543425"/>
                <a:gd name="connsiteY46" fmla="*/ 790575 h 1143000"/>
                <a:gd name="connsiteX47" fmla="*/ 1338262 w 4543425"/>
                <a:gd name="connsiteY47" fmla="*/ 733425 h 1143000"/>
                <a:gd name="connsiteX48" fmla="*/ 1257300 w 4543425"/>
                <a:gd name="connsiteY48" fmla="*/ 709613 h 1143000"/>
                <a:gd name="connsiteX49" fmla="*/ 1166812 w 4543425"/>
                <a:gd name="connsiteY49" fmla="*/ 681038 h 1143000"/>
                <a:gd name="connsiteX50" fmla="*/ 1071562 w 4543425"/>
                <a:gd name="connsiteY50" fmla="*/ 671513 h 1143000"/>
                <a:gd name="connsiteX51" fmla="*/ 952500 w 4543425"/>
                <a:gd name="connsiteY51" fmla="*/ 681038 h 1143000"/>
                <a:gd name="connsiteX52" fmla="*/ 862012 w 4543425"/>
                <a:gd name="connsiteY52" fmla="*/ 676275 h 1143000"/>
                <a:gd name="connsiteX53" fmla="*/ 742950 w 4543425"/>
                <a:gd name="connsiteY53" fmla="*/ 647700 h 1143000"/>
                <a:gd name="connsiteX54" fmla="*/ 642937 w 4543425"/>
                <a:gd name="connsiteY54" fmla="*/ 576263 h 1143000"/>
                <a:gd name="connsiteX55" fmla="*/ 533400 w 4543425"/>
                <a:gd name="connsiteY55" fmla="*/ 519113 h 1143000"/>
                <a:gd name="connsiteX56" fmla="*/ 461962 w 4543425"/>
                <a:gd name="connsiteY56" fmla="*/ 500063 h 1143000"/>
                <a:gd name="connsiteX57" fmla="*/ 395287 w 4543425"/>
                <a:gd name="connsiteY57" fmla="*/ 485775 h 1143000"/>
                <a:gd name="connsiteX58" fmla="*/ 261937 w 4543425"/>
                <a:gd name="connsiteY58" fmla="*/ 433388 h 1143000"/>
                <a:gd name="connsiteX59" fmla="*/ 157162 w 4543425"/>
                <a:gd name="connsiteY59" fmla="*/ 395288 h 1143000"/>
                <a:gd name="connsiteX60" fmla="*/ 38100 w 4543425"/>
                <a:gd name="connsiteY60" fmla="*/ 366713 h 1143000"/>
                <a:gd name="connsiteX61" fmla="*/ 0 w 4543425"/>
                <a:gd name="connsiteY61" fmla="*/ 204788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543425" h="1143000">
                  <a:moveTo>
                    <a:pt x="0" y="204788"/>
                  </a:moveTo>
                  <a:lnTo>
                    <a:pt x="314325" y="280988"/>
                  </a:lnTo>
                  <a:lnTo>
                    <a:pt x="461962" y="309563"/>
                  </a:lnTo>
                  <a:lnTo>
                    <a:pt x="595312" y="347663"/>
                  </a:lnTo>
                  <a:lnTo>
                    <a:pt x="719137" y="409575"/>
                  </a:lnTo>
                  <a:lnTo>
                    <a:pt x="766762" y="485775"/>
                  </a:lnTo>
                  <a:lnTo>
                    <a:pt x="819150" y="485775"/>
                  </a:lnTo>
                  <a:lnTo>
                    <a:pt x="857250" y="442913"/>
                  </a:lnTo>
                  <a:lnTo>
                    <a:pt x="976312" y="433388"/>
                  </a:lnTo>
                  <a:lnTo>
                    <a:pt x="1247775" y="504825"/>
                  </a:lnTo>
                  <a:lnTo>
                    <a:pt x="1495425" y="576263"/>
                  </a:lnTo>
                  <a:lnTo>
                    <a:pt x="1714500" y="628650"/>
                  </a:lnTo>
                  <a:lnTo>
                    <a:pt x="2095500" y="671513"/>
                  </a:lnTo>
                  <a:lnTo>
                    <a:pt x="2505075" y="723900"/>
                  </a:lnTo>
                  <a:lnTo>
                    <a:pt x="2671762" y="685800"/>
                  </a:lnTo>
                  <a:lnTo>
                    <a:pt x="2838450" y="695325"/>
                  </a:lnTo>
                  <a:lnTo>
                    <a:pt x="3005137" y="628650"/>
                  </a:lnTo>
                  <a:lnTo>
                    <a:pt x="3114675" y="504825"/>
                  </a:lnTo>
                  <a:lnTo>
                    <a:pt x="3148012" y="471488"/>
                  </a:lnTo>
                  <a:lnTo>
                    <a:pt x="3295650" y="414338"/>
                  </a:lnTo>
                  <a:lnTo>
                    <a:pt x="3486150" y="342900"/>
                  </a:lnTo>
                  <a:lnTo>
                    <a:pt x="3814762" y="219075"/>
                  </a:lnTo>
                  <a:lnTo>
                    <a:pt x="4048125" y="142875"/>
                  </a:lnTo>
                  <a:lnTo>
                    <a:pt x="4300537" y="61913"/>
                  </a:lnTo>
                  <a:lnTo>
                    <a:pt x="4543425" y="0"/>
                  </a:lnTo>
                  <a:lnTo>
                    <a:pt x="4529137" y="433388"/>
                  </a:lnTo>
                  <a:lnTo>
                    <a:pt x="3886200" y="714375"/>
                  </a:lnTo>
                  <a:lnTo>
                    <a:pt x="3643312" y="771525"/>
                  </a:lnTo>
                  <a:lnTo>
                    <a:pt x="3843337" y="700088"/>
                  </a:lnTo>
                  <a:lnTo>
                    <a:pt x="3619500" y="752475"/>
                  </a:lnTo>
                  <a:lnTo>
                    <a:pt x="3767137" y="690563"/>
                  </a:lnTo>
                  <a:lnTo>
                    <a:pt x="3529012" y="752475"/>
                  </a:lnTo>
                  <a:lnTo>
                    <a:pt x="3395662" y="823913"/>
                  </a:lnTo>
                  <a:lnTo>
                    <a:pt x="3314700" y="862013"/>
                  </a:lnTo>
                  <a:lnTo>
                    <a:pt x="3128962" y="947738"/>
                  </a:lnTo>
                  <a:lnTo>
                    <a:pt x="3057525" y="981075"/>
                  </a:lnTo>
                  <a:lnTo>
                    <a:pt x="2986087" y="995363"/>
                  </a:lnTo>
                  <a:lnTo>
                    <a:pt x="2881312" y="1014413"/>
                  </a:lnTo>
                  <a:lnTo>
                    <a:pt x="2767012" y="1057275"/>
                  </a:lnTo>
                  <a:lnTo>
                    <a:pt x="2509837" y="1143000"/>
                  </a:lnTo>
                  <a:lnTo>
                    <a:pt x="2333625" y="1104900"/>
                  </a:lnTo>
                  <a:lnTo>
                    <a:pt x="2143125" y="1062038"/>
                  </a:lnTo>
                  <a:lnTo>
                    <a:pt x="2047875" y="1023938"/>
                  </a:lnTo>
                  <a:lnTo>
                    <a:pt x="1862137" y="952500"/>
                  </a:lnTo>
                  <a:lnTo>
                    <a:pt x="1752600" y="900113"/>
                  </a:lnTo>
                  <a:lnTo>
                    <a:pt x="1566862" y="838200"/>
                  </a:lnTo>
                  <a:lnTo>
                    <a:pt x="1452562" y="790575"/>
                  </a:lnTo>
                  <a:lnTo>
                    <a:pt x="1338262" y="733425"/>
                  </a:lnTo>
                  <a:lnTo>
                    <a:pt x="1257300" y="709613"/>
                  </a:lnTo>
                  <a:lnTo>
                    <a:pt x="1166812" y="681038"/>
                  </a:lnTo>
                  <a:lnTo>
                    <a:pt x="1071562" y="671513"/>
                  </a:lnTo>
                  <a:lnTo>
                    <a:pt x="952500" y="681038"/>
                  </a:lnTo>
                  <a:lnTo>
                    <a:pt x="862012" y="676275"/>
                  </a:lnTo>
                  <a:lnTo>
                    <a:pt x="742950" y="647700"/>
                  </a:lnTo>
                  <a:lnTo>
                    <a:pt x="642937" y="576263"/>
                  </a:lnTo>
                  <a:lnTo>
                    <a:pt x="533400" y="519113"/>
                  </a:lnTo>
                  <a:lnTo>
                    <a:pt x="461962" y="500063"/>
                  </a:lnTo>
                  <a:lnTo>
                    <a:pt x="395287" y="485775"/>
                  </a:lnTo>
                  <a:lnTo>
                    <a:pt x="261937" y="433388"/>
                  </a:lnTo>
                  <a:lnTo>
                    <a:pt x="157162" y="395288"/>
                  </a:lnTo>
                  <a:lnTo>
                    <a:pt x="38100" y="366713"/>
                  </a:lnTo>
                  <a:lnTo>
                    <a:pt x="0" y="204788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2712243" y="1238250"/>
              <a:ext cx="1621632" cy="438150"/>
            </a:xfrm>
            <a:custGeom>
              <a:avLst/>
              <a:gdLst>
                <a:gd name="connsiteX0" fmla="*/ 1621632 w 1621632"/>
                <a:gd name="connsiteY0" fmla="*/ 269081 h 438150"/>
                <a:gd name="connsiteX1" fmla="*/ 1550194 w 1621632"/>
                <a:gd name="connsiteY1" fmla="*/ 219075 h 438150"/>
                <a:gd name="connsiteX2" fmla="*/ 1495425 w 1621632"/>
                <a:gd name="connsiteY2" fmla="*/ 164306 h 438150"/>
                <a:gd name="connsiteX3" fmla="*/ 1454944 w 1621632"/>
                <a:gd name="connsiteY3" fmla="*/ 119062 h 438150"/>
                <a:gd name="connsiteX4" fmla="*/ 1388269 w 1621632"/>
                <a:gd name="connsiteY4" fmla="*/ 90487 h 438150"/>
                <a:gd name="connsiteX5" fmla="*/ 1326357 w 1621632"/>
                <a:gd name="connsiteY5" fmla="*/ 66675 h 438150"/>
                <a:gd name="connsiteX6" fmla="*/ 1290638 w 1621632"/>
                <a:gd name="connsiteY6" fmla="*/ 69056 h 438150"/>
                <a:gd name="connsiteX7" fmla="*/ 1245394 w 1621632"/>
                <a:gd name="connsiteY7" fmla="*/ 30956 h 438150"/>
                <a:gd name="connsiteX8" fmla="*/ 1176338 w 1621632"/>
                <a:gd name="connsiteY8" fmla="*/ 2381 h 438150"/>
                <a:gd name="connsiteX9" fmla="*/ 1114425 w 1621632"/>
                <a:gd name="connsiteY9" fmla="*/ 0 h 438150"/>
                <a:gd name="connsiteX10" fmla="*/ 1004888 w 1621632"/>
                <a:gd name="connsiteY10" fmla="*/ 33337 h 438150"/>
                <a:gd name="connsiteX11" fmla="*/ 985838 w 1621632"/>
                <a:gd name="connsiteY11" fmla="*/ 50006 h 438150"/>
                <a:gd name="connsiteX12" fmla="*/ 957263 w 1621632"/>
                <a:gd name="connsiteY12" fmla="*/ 52387 h 438150"/>
                <a:gd name="connsiteX13" fmla="*/ 916782 w 1621632"/>
                <a:gd name="connsiteY13" fmla="*/ 28575 h 438150"/>
                <a:gd name="connsiteX14" fmla="*/ 869157 w 1621632"/>
                <a:gd name="connsiteY14" fmla="*/ 14287 h 438150"/>
                <a:gd name="connsiteX15" fmla="*/ 828675 w 1621632"/>
                <a:gd name="connsiteY15" fmla="*/ 4762 h 438150"/>
                <a:gd name="connsiteX16" fmla="*/ 754857 w 1621632"/>
                <a:gd name="connsiteY16" fmla="*/ 7144 h 438150"/>
                <a:gd name="connsiteX17" fmla="*/ 697707 w 1621632"/>
                <a:gd name="connsiteY17" fmla="*/ 28575 h 438150"/>
                <a:gd name="connsiteX18" fmla="*/ 614363 w 1621632"/>
                <a:gd name="connsiteY18" fmla="*/ 57150 h 438150"/>
                <a:gd name="connsiteX19" fmla="*/ 554832 w 1621632"/>
                <a:gd name="connsiteY19" fmla="*/ 61912 h 438150"/>
                <a:gd name="connsiteX20" fmla="*/ 519113 w 1621632"/>
                <a:gd name="connsiteY20" fmla="*/ 38100 h 438150"/>
                <a:gd name="connsiteX21" fmla="*/ 469107 w 1621632"/>
                <a:gd name="connsiteY21" fmla="*/ 23812 h 438150"/>
                <a:gd name="connsiteX22" fmla="*/ 402432 w 1621632"/>
                <a:gd name="connsiteY22" fmla="*/ 16669 h 438150"/>
                <a:gd name="connsiteX23" fmla="*/ 354807 w 1621632"/>
                <a:gd name="connsiteY23" fmla="*/ 16669 h 438150"/>
                <a:gd name="connsiteX24" fmla="*/ 304800 w 1621632"/>
                <a:gd name="connsiteY24" fmla="*/ 38100 h 438150"/>
                <a:gd name="connsiteX25" fmla="*/ 238125 w 1621632"/>
                <a:gd name="connsiteY25" fmla="*/ 69056 h 438150"/>
                <a:gd name="connsiteX26" fmla="*/ 183357 w 1621632"/>
                <a:gd name="connsiteY26" fmla="*/ 90487 h 438150"/>
                <a:gd name="connsiteX27" fmla="*/ 104775 w 1621632"/>
                <a:gd name="connsiteY27" fmla="*/ 100012 h 438150"/>
                <a:gd name="connsiteX28" fmla="*/ 52388 w 1621632"/>
                <a:gd name="connsiteY28" fmla="*/ 104775 h 438150"/>
                <a:gd name="connsiteX29" fmla="*/ 0 w 1621632"/>
                <a:gd name="connsiteY29" fmla="*/ 114300 h 438150"/>
                <a:gd name="connsiteX30" fmla="*/ 61913 w 1621632"/>
                <a:gd name="connsiteY30" fmla="*/ 121444 h 438150"/>
                <a:gd name="connsiteX31" fmla="*/ 80963 w 1621632"/>
                <a:gd name="connsiteY31" fmla="*/ 130969 h 438150"/>
                <a:gd name="connsiteX32" fmla="*/ 107157 w 1621632"/>
                <a:gd name="connsiteY32" fmla="*/ 150019 h 438150"/>
                <a:gd name="connsiteX33" fmla="*/ 123825 w 1621632"/>
                <a:gd name="connsiteY33" fmla="*/ 159544 h 438150"/>
                <a:gd name="connsiteX34" fmla="*/ 161925 w 1621632"/>
                <a:gd name="connsiteY34" fmla="*/ 171450 h 438150"/>
                <a:gd name="connsiteX35" fmla="*/ 245269 w 1621632"/>
                <a:gd name="connsiteY35" fmla="*/ 185737 h 438150"/>
                <a:gd name="connsiteX36" fmla="*/ 302419 w 1621632"/>
                <a:gd name="connsiteY36" fmla="*/ 188119 h 438150"/>
                <a:gd name="connsiteX37" fmla="*/ 338138 w 1621632"/>
                <a:gd name="connsiteY37" fmla="*/ 195262 h 438150"/>
                <a:gd name="connsiteX38" fmla="*/ 392907 w 1621632"/>
                <a:gd name="connsiteY38" fmla="*/ 207169 h 438150"/>
                <a:gd name="connsiteX39" fmla="*/ 445294 w 1621632"/>
                <a:gd name="connsiteY39" fmla="*/ 223837 h 438150"/>
                <a:gd name="connsiteX40" fmla="*/ 478632 w 1621632"/>
                <a:gd name="connsiteY40" fmla="*/ 240506 h 438150"/>
                <a:gd name="connsiteX41" fmla="*/ 509588 w 1621632"/>
                <a:gd name="connsiteY41" fmla="*/ 261937 h 438150"/>
                <a:gd name="connsiteX42" fmla="*/ 540544 w 1621632"/>
                <a:gd name="connsiteY42" fmla="*/ 285750 h 438150"/>
                <a:gd name="connsiteX43" fmla="*/ 566738 w 1621632"/>
                <a:gd name="connsiteY43" fmla="*/ 319087 h 438150"/>
                <a:gd name="connsiteX44" fmla="*/ 590550 w 1621632"/>
                <a:gd name="connsiteY44" fmla="*/ 342900 h 438150"/>
                <a:gd name="connsiteX45" fmla="*/ 614363 w 1621632"/>
                <a:gd name="connsiteY45" fmla="*/ 361950 h 438150"/>
                <a:gd name="connsiteX46" fmla="*/ 659607 w 1621632"/>
                <a:gd name="connsiteY46" fmla="*/ 388144 h 438150"/>
                <a:gd name="connsiteX47" fmla="*/ 750094 w 1621632"/>
                <a:gd name="connsiteY47" fmla="*/ 411956 h 438150"/>
                <a:gd name="connsiteX48" fmla="*/ 788194 w 1621632"/>
                <a:gd name="connsiteY48" fmla="*/ 421481 h 438150"/>
                <a:gd name="connsiteX49" fmla="*/ 876300 w 1621632"/>
                <a:gd name="connsiteY49" fmla="*/ 438150 h 438150"/>
                <a:gd name="connsiteX50" fmla="*/ 976313 w 1621632"/>
                <a:gd name="connsiteY50" fmla="*/ 426244 h 438150"/>
                <a:gd name="connsiteX51" fmla="*/ 1078707 w 1621632"/>
                <a:gd name="connsiteY51" fmla="*/ 409575 h 438150"/>
                <a:gd name="connsiteX52" fmla="*/ 1181100 w 1621632"/>
                <a:gd name="connsiteY52" fmla="*/ 395287 h 438150"/>
                <a:gd name="connsiteX53" fmla="*/ 1259682 w 1621632"/>
                <a:gd name="connsiteY53" fmla="*/ 366712 h 438150"/>
                <a:gd name="connsiteX54" fmla="*/ 1366838 w 1621632"/>
                <a:gd name="connsiteY54" fmla="*/ 342900 h 438150"/>
                <a:gd name="connsiteX55" fmla="*/ 1495425 w 1621632"/>
                <a:gd name="connsiteY55" fmla="*/ 321469 h 438150"/>
                <a:gd name="connsiteX56" fmla="*/ 1578769 w 1621632"/>
                <a:gd name="connsiteY56" fmla="*/ 297656 h 438150"/>
                <a:gd name="connsiteX57" fmla="*/ 1621632 w 1621632"/>
                <a:gd name="connsiteY57" fmla="*/ 269081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621632" h="438150">
                  <a:moveTo>
                    <a:pt x="1621632" y="269081"/>
                  </a:moveTo>
                  <a:lnTo>
                    <a:pt x="1550194" y="219075"/>
                  </a:lnTo>
                  <a:lnTo>
                    <a:pt x="1495425" y="164306"/>
                  </a:lnTo>
                  <a:lnTo>
                    <a:pt x="1454944" y="119062"/>
                  </a:lnTo>
                  <a:lnTo>
                    <a:pt x="1388269" y="90487"/>
                  </a:lnTo>
                  <a:lnTo>
                    <a:pt x="1326357" y="66675"/>
                  </a:lnTo>
                  <a:lnTo>
                    <a:pt x="1290638" y="69056"/>
                  </a:lnTo>
                  <a:lnTo>
                    <a:pt x="1245394" y="30956"/>
                  </a:lnTo>
                  <a:lnTo>
                    <a:pt x="1176338" y="2381"/>
                  </a:lnTo>
                  <a:lnTo>
                    <a:pt x="1114425" y="0"/>
                  </a:lnTo>
                  <a:lnTo>
                    <a:pt x="1004888" y="33337"/>
                  </a:lnTo>
                  <a:lnTo>
                    <a:pt x="985838" y="50006"/>
                  </a:lnTo>
                  <a:lnTo>
                    <a:pt x="957263" y="52387"/>
                  </a:lnTo>
                  <a:lnTo>
                    <a:pt x="916782" y="28575"/>
                  </a:lnTo>
                  <a:lnTo>
                    <a:pt x="869157" y="14287"/>
                  </a:lnTo>
                  <a:lnTo>
                    <a:pt x="828675" y="4762"/>
                  </a:lnTo>
                  <a:lnTo>
                    <a:pt x="754857" y="7144"/>
                  </a:lnTo>
                  <a:lnTo>
                    <a:pt x="697707" y="28575"/>
                  </a:lnTo>
                  <a:lnTo>
                    <a:pt x="614363" y="57150"/>
                  </a:lnTo>
                  <a:lnTo>
                    <a:pt x="554832" y="61912"/>
                  </a:lnTo>
                  <a:lnTo>
                    <a:pt x="519113" y="38100"/>
                  </a:lnTo>
                  <a:lnTo>
                    <a:pt x="469107" y="23812"/>
                  </a:lnTo>
                  <a:lnTo>
                    <a:pt x="402432" y="16669"/>
                  </a:lnTo>
                  <a:lnTo>
                    <a:pt x="354807" y="16669"/>
                  </a:lnTo>
                  <a:lnTo>
                    <a:pt x="304800" y="38100"/>
                  </a:lnTo>
                  <a:lnTo>
                    <a:pt x="238125" y="69056"/>
                  </a:lnTo>
                  <a:lnTo>
                    <a:pt x="183357" y="90487"/>
                  </a:lnTo>
                  <a:lnTo>
                    <a:pt x="104775" y="100012"/>
                  </a:lnTo>
                  <a:lnTo>
                    <a:pt x="52388" y="104775"/>
                  </a:lnTo>
                  <a:lnTo>
                    <a:pt x="0" y="114300"/>
                  </a:lnTo>
                  <a:lnTo>
                    <a:pt x="61913" y="121444"/>
                  </a:lnTo>
                  <a:lnTo>
                    <a:pt x="80963" y="130969"/>
                  </a:lnTo>
                  <a:lnTo>
                    <a:pt x="107157" y="150019"/>
                  </a:lnTo>
                  <a:lnTo>
                    <a:pt x="123825" y="159544"/>
                  </a:lnTo>
                  <a:lnTo>
                    <a:pt x="161925" y="171450"/>
                  </a:lnTo>
                  <a:lnTo>
                    <a:pt x="245269" y="185737"/>
                  </a:lnTo>
                  <a:lnTo>
                    <a:pt x="302419" y="188119"/>
                  </a:lnTo>
                  <a:lnTo>
                    <a:pt x="338138" y="195262"/>
                  </a:lnTo>
                  <a:lnTo>
                    <a:pt x="392907" y="207169"/>
                  </a:lnTo>
                  <a:lnTo>
                    <a:pt x="445294" y="223837"/>
                  </a:lnTo>
                  <a:lnTo>
                    <a:pt x="478632" y="240506"/>
                  </a:lnTo>
                  <a:lnTo>
                    <a:pt x="509588" y="261937"/>
                  </a:lnTo>
                  <a:lnTo>
                    <a:pt x="540544" y="285750"/>
                  </a:lnTo>
                  <a:lnTo>
                    <a:pt x="566738" y="319087"/>
                  </a:lnTo>
                  <a:lnTo>
                    <a:pt x="590550" y="342900"/>
                  </a:lnTo>
                  <a:lnTo>
                    <a:pt x="614363" y="361950"/>
                  </a:lnTo>
                  <a:lnTo>
                    <a:pt x="659607" y="388144"/>
                  </a:lnTo>
                  <a:lnTo>
                    <a:pt x="750094" y="411956"/>
                  </a:lnTo>
                  <a:lnTo>
                    <a:pt x="788194" y="421481"/>
                  </a:lnTo>
                  <a:lnTo>
                    <a:pt x="876300" y="438150"/>
                  </a:lnTo>
                  <a:lnTo>
                    <a:pt x="976313" y="426244"/>
                  </a:lnTo>
                  <a:lnTo>
                    <a:pt x="1078707" y="409575"/>
                  </a:lnTo>
                  <a:lnTo>
                    <a:pt x="1181100" y="395287"/>
                  </a:lnTo>
                  <a:lnTo>
                    <a:pt x="1259682" y="366712"/>
                  </a:lnTo>
                  <a:lnTo>
                    <a:pt x="1366838" y="342900"/>
                  </a:lnTo>
                  <a:lnTo>
                    <a:pt x="1495425" y="321469"/>
                  </a:lnTo>
                  <a:lnTo>
                    <a:pt x="1578769" y="297656"/>
                  </a:lnTo>
                  <a:lnTo>
                    <a:pt x="1621632" y="26908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3486150" y="1504950"/>
              <a:ext cx="1140618" cy="250031"/>
            </a:xfrm>
            <a:custGeom>
              <a:avLst/>
              <a:gdLst>
                <a:gd name="connsiteX0" fmla="*/ 0 w 1140618"/>
                <a:gd name="connsiteY0" fmla="*/ 147637 h 250031"/>
                <a:gd name="connsiteX1" fmla="*/ 100012 w 1140618"/>
                <a:gd name="connsiteY1" fmla="*/ 171450 h 250031"/>
                <a:gd name="connsiteX2" fmla="*/ 219075 w 1140618"/>
                <a:gd name="connsiteY2" fmla="*/ 157162 h 250031"/>
                <a:gd name="connsiteX3" fmla="*/ 321468 w 1140618"/>
                <a:gd name="connsiteY3" fmla="*/ 140494 h 250031"/>
                <a:gd name="connsiteX4" fmla="*/ 369093 w 1140618"/>
                <a:gd name="connsiteY4" fmla="*/ 130969 h 250031"/>
                <a:gd name="connsiteX5" fmla="*/ 402431 w 1140618"/>
                <a:gd name="connsiteY5" fmla="*/ 130969 h 250031"/>
                <a:gd name="connsiteX6" fmla="*/ 464343 w 1140618"/>
                <a:gd name="connsiteY6" fmla="*/ 109537 h 250031"/>
                <a:gd name="connsiteX7" fmla="*/ 514350 w 1140618"/>
                <a:gd name="connsiteY7" fmla="*/ 92869 h 250031"/>
                <a:gd name="connsiteX8" fmla="*/ 592931 w 1140618"/>
                <a:gd name="connsiteY8" fmla="*/ 78581 h 250031"/>
                <a:gd name="connsiteX9" fmla="*/ 669131 w 1140618"/>
                <a:gd name="connsiteY9" fmla="*/ 64294 h 250031"/>
                <a:gd name="connsiteX10" fmla="*/ 714375 w 1140618"/>
                <a:gd name="connsiteY10" fmla="*/ 59531 h 250031"/>
                <a:gd name="connsiteX11" fmla="*/ 762000 w 1140618"/>
                <a:gd name="connsiteY11" fmla="*/ 42862 h 250031"/>
                <a:gd name="connsiteX12" fmla="*/ 802481 w 1140618"/>
                <a:gd name="connsiteY12" fmla="*/ 33337 h 250031"/>
                <a:gd name="connsiteX13" fmla="*/ 847725 w 1140618"/>
                <a:gd name="connsiteY13" fmla="*/ 0 h 250031"/>
                <a:gd name="connsiteX14" fmla="*/ 885825 w 1140618"/>
                <a:gd name="connsiteY14" fmla="*/ 14287 h 250031"/>
                <a:gd name="connsiteX15" fmla="*/ 923925 w 1140618"/>
                <a:gd name="connsiteY15" fmla="*/ 28575 h 250031"/>
                <a:gd name="connsiteX16" fmla="*/ 947737 w 1140618"/>
                <a:gd name="connsiteY16" fmla="*/ 52387 h 250031"/>
                <a:gd name="connsiteX17" fmla="*/ 981075 w 1140618"/>
                <a:gd name="connsiteY17" fmla="*/ 64294 h 250031"/>
                <a:gd name="connsiteX18" fmla="*/ 1004887 w 1140618"/>
                <a:gd name="connsiteY18" fmla="*/ 61912 h 250031"/>
                <a:gd name="connsiteX19" fmla="*/ 1026318 w 1140618"/>
                <a:gd name="connsiteY19" fmla="*/ 61912 h 250031"/>
                <a:gd name="connsiteX20" fmla="*/ 1047750 w 1140618"/>
                <a:gd name="connsiteY20" fmla="*/ 57150 h 250031"/>
                <a:gd name="connsiteX21" fmla="*/ 1088231 w 1140618"/>
                <a:gd name="connsiteY21" fmla="*/ 61912 h 250031"/>
                <a:gd name="connsiteX22" fmla="*/ 1119187 w 1140618"/>
                <a:gd name="connsiteY22" fmla="*/ 76200 h 250031"/>
                <a:gd name="connsiteX23" fmla="*/ 1140618 w 1140618"/>
                <a:gd name="connsiteY23" fmla="*/ 100012 h 250031"/>
                <a:gd name="connsiteX24" fmla="*/ 1102518 w 1140618"/>
                <a:gd name="connsiteY24" fmla="*/ 126206 h 250031"/>
                <a:gd name="connsiteX25" fmla="*/ 1057275 w 1140618"/>
                <a:gd name="connsiteY25" fmla="*/ 116681 h 250031"/>
                <a:gd name="connsiteX26" fmla="*/ 1033462 w 1140618"/>
                <a:gd name="connsiteY26" fmla="*/ 116681 h 250031"/>
                <a:gd name="connsiteX27" fmla="*/ 1014412 w 1140618"/>
                <a:gd name="connsiteY27" fmla="*/ 123825 h 250031"/>
                <a:gd name="connsiteX28" fmla="*/ 995362 w 1140618"/>
                <a:gd name="connsiteY28" fmla="*/ 133350 h 250031"/>
                <a:gd name="connsiteX29" fmla="*/ 976312 w 1140618"/>
                <a:gd name="connsiteY29" fmla="*/ 159544 h 250031"/>
                <a:gd name="connsiteX30" fmla="*/ 957262 w 1140618"/>
                <a:gd name="connsiteY30" fmla="*/ 185737 h 250031"/>
                <a:gd name="connsiteX31" fmla="*/ 940593 w 1140618"/>
                <a:gd name="connsiteY31" fmla="*/ 190500 h 250031"/>
                <a:gd name="connsiteX32" fmla="*/ 916781 w 1140618"/>
                <a:gd name="connsiteY32" fmla="*/ 200025 h 250031"/>
                <a:gd name="connsiteX33" fmla="*/ 895350 w 1140618"/>
                <a:gd name="connsiteY33" fmla="*/ 197644 h 250031"/>
                <a:gd name="connsiteX34" fmla="*/ 873918 w 1140618"/>
                <a:gd name="connsiteY34" fmla="*/ 192881 h 250031"/>
                <a:gd name="connsiteX35" fmla="*/ 845343 w 1140618"/>
                <a:gd name="connsiteY35" fmla="*/ 185737 h 250031"/>
                <a:gd name="connsiteX36" fmla="*/ 828675 w 1140618"/>
                <a:gd name="connsiteY36" fmla="*/ 176212 h 250031"/>
                <a:gd name="connsiteX37" fmla="*/ 800100 w 1140618"/>
                <a:gd name="connsiteY37" fmla="*/ 171450 h 250031"/>
                <a:gd name="connsiteX38" fmla="*/ 769143 w 1140618"/>
                <a:gd name="connsiteY38" fmla="*/ 164306 h 250031"/>
                <a:gd name="connsiteX39" fmla="*/ 745331 w 1140618"/>
                <a:gd name="connsiteY39" fmla="*/ 164306 h 250031"/>
                <a:gd name="connsiteX40" fmla="*/ 728662 w 1140618"/>
                <a:gd name="connsiteY40" fmla="*/ 164306 h 250031"/>
                <a:gd name="connsiteX41" fmla="*/ 697706 w 1140618"/>
                <a:gd name="connsiteY41" fmla="*/ 178594 h 250031"/>
                <a:gd name="connsiteX42" fmla="*/ 673893 w 1140618"/>
                <a:gd name="connsiteY42" fmla="*/ 200025 h 250031"/>
                <a:gd name="connsiteX43" fmla="*/ 652462 w 1140618"/>
                <a:gd name="connsiteY43" fmla="*/ 207169 h 250031"/>
                <a:gd name="connsiteX44" fmla="*/ 628650 w 1140618"/>
                <a:gd name="connsiteY44" fmla="*/ 230981 h 250031"/>
                <a:gd name="connsiteX45" fmla="*/ 566737 w 1140618"/>
                <a:gd name="connsiteY45" fmla="*/ 233362 h 250031"/>
                <a:gd name="connsiteX46" fmla="*/ 514350 w 1140618"/>
                <a:gd name="connsiteY46" fmla="*/ 238125 h 250031"/>
                <a:gd name="connsiteX47" fmla="*/ 452437 w 1140618"/>
                <a:gd name="connsiteY47" fmla="*/ 240506 h 250031"/>
                <a:gd name="connsiteX48" fmla="*/ 407193 w 1140618"/>
                <a:gd name="connsiteY48" fmla="*/ 230981 h 250031"/>
                <a:gd name="connsiteX49" fmla="*/ 402431 w 1140618"/>
                <a:gd name="connsiteY49" fmla="*/ 230981 h 250031"/>
                <a:gd name="connsiteX50" fmla="*/ 347662 w 1140618"/>
                <a:gd name="connsiteY50" fmla="*/ 240506 h 250031"/>
                <a:gd name="connsiteX51" fmla="*/ 295275 w 1140618"/>
                <a:gd name="connsiteY51" fmla="*/ 247650 h 250031"/>
                <a:gd name="connsiteX52" fmla="*/ 261937 w 1140618"/>
                <a:gd name="connsiteY52" fmla="*/ 250031 h 250031"/>
                <a:gd name="connsiteX53" fmla="*/ 226218 w 1140618"/>
                <a:gd name="connsiteY53" fmla="*/ 245269 h 250031"/>
                <a:gd name="connsiteX54" fmla="*/ 204787 w 1140618"/>
                <a:gd name="connsiteY54" fmla="*/ 240506 h 250031"/>
                <a:gd name="connsiteX55" fmla="*/ 176212 w 1140618"/>
                <a:gd name="connsiteY55" fmla="*/ 221456 h 250031"/>
                <a:gd name="connsiteX56" fmla="*/ 166687 w 1140618"/>
                <a:gd name="connsiteY56" fmla="*/ 214312 h 250031"/>
                <a:gd name="connsiteX57" fmla="*/ 142875 w 1140618"/>
                <a:gd name="connsiteY57" fmla="*/ 211931 h 250031"/>
                <a:gd name="connsiteX58" fmla="*/ 116681 w 1140618"/>
                <a:gd name="connsiteY58" fmla="*/ 223837 h 250031"/>
                <a:gd name="connsiteX59" fmla="*/ 92868 w 1140618"/>
                <a:gd name="connsiteY59" fmla="*/ 245269 h 250031"/>
                <a:gd name="connsiteX60" fmla="*/ 64293 w 1140618"/>
                <a:gd name="connsiteY60" fmla="*/ 233362 h 250031"/>
                <a:gd name="connsiteX61" fmla="*/ 42862 w 1140618"/>
                <a:gd name="connsiteY61" fmla="*/ 216694 h 250031"/>
                <a:gd name="connsiteX62" fmla="*/ 19050 w 1140618"/>
                <a:gd name="connsiteY62" fmla="*/ 202406 h 250031"/>
                <a:gd name="connsiteX63" fmla="*/ 0 w 1140618"/>
                <a:gd name="connsiteY63" fmla="*/ 147637 h 25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40618" h="250031">
                  <a:moveTo>
                    <a:pt x="0" y="147637"/>
                  </a:moveTo>
                  <a:lnTo>
                    <a:pt x="100012" y="171450"/>
                  </a:lnTo>
                  <a:lnTo>
                    <a:pt x="219075" y="157162"/>
                  </a:lnTo>
                  <a:lnTo>
                    <a:pt x="321468" y="140494"/>
                  </a:lnTo>
                  <a:lnTo>
                    <a:pt x="369093" y="130969"/>
                  </a:lnTo>
                  <a:lnTo>
                    <a:pt x="402431" y="130969"/>
                  </a:lnTo>
                  <a:lnTo>
                    <a:pt x="464343" y="109537"/>
                  </a:lnTo>
                  <a:lnTo>
                    <a:pt x="514350" y="92869"/>
                  </a:lnTo>
                  <a:lnTo>
                    <a:pt x="592931" y="78581"/>
                  </a:lnTo>
                  <a:lnTo>
                    <a:pt x="669131" y="64294"/>
                  </a:lnTo>
                  <a:lnTo>
                    <a:pt x="714375" y="59531"/>
                  </a:lnTo>
                  <a:lnTo>
                    <a:pt x="762000" y="42862"/>
                  </a:lnTo>
                  <a:lnTo>
                    <a:pt x="802481" y="33337"/>
                  </a:lnTo>
                  <a:lnTo>
                    <a:pt x="847725" y="0"/>
                  </a:lnTo>
                  <a:lnTo>
                    <a:pt x="885825" y="14287"/>
                  </a:lnTo>
                  <a:lnTo>
                    <a:pt x="923925" y="28575"/>
                  </a:lnTo>
                  <a:lnTo>
                    <a:pt x="947737" y="52387"/>
                  </a:lnTo>
                  <a:lnTo>
                    <a:pt x="981075" y="64294"/>
                  </a:lnTo>
                  <a:lnTo>
                    <a:pt x="1004887" y="61912"/>
                  </a:lnTo>
                  <a:lnTo>
                    <a:pt x="1026318" y="61912"/>
                  </a:lnTo>
                  <a:lnTo>
                    <a:pt x="1047750" y="57150"/>
                  </a:lnTo>
                  <a:lnTo>
                    <a:pt x="1088231" y="61912"/>
                  </a:lnTo>
                  <a:lnTo>
                    <a:pt x="1119187" y="76200"/>
                  </a:lnTo>
                  <a:lnTo>
                    <a:pt x="1140618" y="100012"/>
                  </a:lnTo>
                  <a:lnTo>
                    <a:pt x="1102518" y="126206"/>
                  </a:lnTo>
                  <a:lnTo>
                    <a:pt x="1057275" y="116681"/>
                  </a:lnTo>
                  <a:lnTo>
                    <a:pt x="1033462" y="116681"/>
                  </a:lnTo>
                  <a:lnTo>
                    <a:pt x="1014412" y="123825"/>
                  </a:lnTo>
                  <a:lnTo>
                    <a:pt x="995362" y="133350"/>
                  </a:lnTo>
                  <a:lnTo>
                    <a:pt x="976312" y="159544"/>
                  </a:lnTo>
                  <a:lnTo>
                    <a:pt x="957262" y="185737"/>
                  </a:lnTo>
                  <a:lnTo>
                    <a:pt x="940593" y="190500"/>
                  </a:lnTo>
                  <a:lnTo>
                    <a:pt x="916781" y="200025"/>
                  </a:lnTo>
                  <a:lnTo>
                    <a:pt x="895350" y="197644"/>
                  </a:lnTo>
                  <a:lnTo>
                    <a:pt x="873918" y="192881"/>
                  </a:lnTo>
                  <a:lnTo>
                    <a:pt x="845343" y="185737"/>
                  </a:lnTo>
                  <a:lnTo>
                    <a:pt x="828675" y="176212"/>
                  </a:lnTo>
                  <a:lnTo>
                    <a:pt x="800100" y="171450"/>
                  </a:lnTo>
                  <a:lnTo>
                    <a:pt x="769143" y="164306"/>
                  </a:lnTo>
                  <a:lnTo>
                    <a:pt x="745331" y="164306"/>
                  </a:lnTo>
                  <a:lnTo>
                    <a:pt x="728662" y="164306"/>
                  </a:lnTo>
                  <a:lnTo>
                    <a:pt x="697706" y="178594"/>
                  </a:lnTo>
                  <a:lnTo>
                    <a:pt x="673893" y="200025"/>
                  </a:lnTo>
                  <a:lnTo>
                    <a:pt x="652462" y="207169"/>
                  </a:lnTo>
                  <a:lnTo>
                    <a:pt x="628650" y="230981"/>
                  </a:lnTo>
                  <a:lnTo>
                    <a:pt x="566737" y="233362"/>
                  </a:lnTo>
                  <a:lnTo>
                    <a:pt x="514350" y="238125"/>
                  </a:lnTo>
                  <a:lnTo>
                    <a:pt x="452437" y="240506"/>
                  </a:lnTo>
                  <a:lnTo>
                    <a:pt x="407193" y="230981"/>
                  </a:lnTo>
                  <a:lnTo>
                    <a:pt x="402431" y="230981"/>
                  </a:lnTo>
                  <a:lnTo>
                    <a:pt x="347662" y="240506"/>
                  </a:lnTo>
                  <a:lnTo>
                    <a:pt x="295275" y="247650"/>
                  </a:lnTo>
                  <a:lnTo>
                    <a:pt x="261937" y="250031"/>
                  </a:lnTo>
                  <a:lnTo>
                    <a:pt x="226218" y="245269"/>
                  </a:lnTo>
                  <a:lnTo>
                    <a:pt x="204787" y="240506"/>
                  </a:lnTo>
                  <a:lnTo>
                    <a:pt x="176212" y="221456"/>
                  </a:lnTo>
                  <a:lnTo>
                    <a:pt x="166687" y="214312"/>
                  </a:lnTo>
                  <a:lnTo>
                    <a:pt x="142875" y="211931"/>
                  </a:lnTo>
                  <a:lnTo>
                    <a:pt x="116681" y="223837"/>
                  </a:lnTo>
                  <a:lnTo>
                    <a:pt x="92868" y="245269"/>
                  </a:lnTo>
                  <a:lnTo>
                    <a:pt x="64293" y="233362"/>
                  </a:lnTo>
                  <a:lnTo>
                    <a:pt x="42862" y="216694"/>
                  </a:lnTo>
                  <a:lnTo>
                    <a:pt x="19050" y="202406"/>
                  </a:lnTo>
                  <a:lnTo>
                    <a:pt x="0" y="147637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2226468" y="1316831"/>
              <a:ext cx="1214438" cy="457200"/>
            </a:xfrm>
            <a:custGeom>
              <a:avLst/>
              <a:gdLst>
                <a:gd name="connsiteX0" fmla="*/ 485775 w 1214438"/>
                <a:gd name="connsiteY0" fmla="*/ 38100 h 457200"/>
                <a:gd name="connsiteX1" fmla="*/ 454819 w 1214438"/>
                <a:gd name="connsiteY1" fmla="*/ 11906 h 457200"/>
                <a:gd name="connsiteX2" fmla="*/ 397669 w 1214438"/>
                <a:gd name="connsiteY2" fmla="*/ 0 h 457200"/>
                <a:gd name="connsiteX3" fmla="*/ 352425 w 1214438"/>
                <a:gd name="connsiteY3" fmla="*/ 0 h 457200"/>
                <a:gd name="connsiteX4" fmla="*/ 295275 w 1214438"/>
                <a:gd name="connsiteY4" fmla="*/ 4763 h 457200"/>
                <a:gd name="connsiteX5" fmla="*/ 230982 w 1214438"/>
                <a:gd name="connsiteY5" fmla="*/ 23813 h 457200"/>
                <a:gd name="connsiteX6" fmla="*/ 145257 w 1214438"/>
                <a:gd name="connsiteY6" fmla="*/ 47625 h 457200"/>
                <a:gd name="connsiteX7" fmla="*/ 83344 w 1214438"/>
                <a:gd name="connsiteY7" fmla="*/ 83344 h 457200"/>
                <a:gd name="connsiteX8" fmla="*/ 0 w 1214438"/>
                <a:gd name="connsiteY8" fmla="*/ 114300 h 457200"/>
                <a:gd name="connsiteX9" fmla="*/ 59532 w 1214438"/>
                <a:gd name="connsiteY9" fmla="*/ 140494 h 457200"/>
                <a:gd name="connsiteX10" fmla="*/ 121444 w 1214438"/>
                <a:gd name="connsiteY10" fmla="*/ 171450 h 457200"/>
                <a:gd name="connsiteX11" fmla="*/ 192882 w 1214438"/>
                <a:gd name="connsiteY11" fmla="*/ 207169 h 457200"/>
                <a:gd name="connsiteX12" fmla="*/ 207169 w 1214438"/>
                <a:gd name="connsiteY12" fmla="*/ 235744 h 457200"/>
                <a:gd name="connsiteX13" fmla="*/ 221457 w 1214438"/>
                <a:gd name="connsiteY13" fmla="*/ 252413 h 457200"/>
                <a:gd name="connsiteX14" fmla="*/ 226219 w 1214438"/>
                <a:gd name="connsiteY14" fmla="*/ 261938 h 457200"/>
                <a:gd name="connsiteX15" fmla="*/ 235744 w 1214438"/>
                <a:gd name="connsiteY15" fmla="*/ 283369 h 457200"/>
                <a:gd name="connsiteX16" fmla="*/ 245269 w 1214438"/>
                <a:gd name="connsiteY16" fmla="*/ 304800 h 457200"/>
                <a:gd name="connsiteX17" fmla="*/ 261938 w 1214438"/>
                <a:gd name="connsiteY17" fmla="*/ 350044 h 457200"/>
                <a:gd name="connsiteX18" fmla="*/ 273844 w 1214438"/>
                <a:gd name="connsiteY18" fmla="*/ 371475 h 457200"/>
                <a:gd name="connsiteX19" fmla="*/ 297657 w 1214438"/>
                <a:gd name="connsiteY19" fmla="*/ 390525 h 457200"/>
                <a:gd name="connsiteX20" fmla="*/ 357188 w 1214438"/>
                <a:gd name="connsiteY20" fmla="*/ 411956 h 457200"/>
                <a:gd name="connsiteX21" fmla="*/ 419100 w 1214438"/>
                <a:gd name="connsiteY21" fmla="*/ 423863 h 457200"/>
                <a:gd name="connsiteX22" fmla="*/ 492919 w 1214438"/>
                <a:gd name="connsiteY22" fmla="*/ 428625 h 457200"/>
                <a:gd name="connsiteX23" fmla="*/ 566738 w 1214438"/>
                <a:gd name="connsiteY23" fmla="*/ 450056 h 457200"/>
                <a:gd name="connsiteX24" fmla="*/ 659607 w 1214438"/>
                <a:gd name="connsiteY24" fmla="*/ 457200 h 457200"/>
                <a:gd name="connsiteX25" fmla="*/ 783432 w 1214438"/>
                <a:gd name="connsiteY25" fmla="*/ 421481 h 457200"/>
                <a:gd name="connsiteX26" fmla="*/ 871538 w 1214438"/>
                <a:gd name="connsiteY26" fmla="*/ 423863 h 457200"/>
                <a:gd name="connsiteX27" fmla="*/ 973932 w 1214438"/>
                <a:gd name="connsiteY27" fmla="*/ 397669 h 457200"/>
                <a:gd name="connsiteX28" fmla="*/ 1069182 w 1214438"/>
                <a:gd name="connsiteY28" fmla="*/ 381000 h 457200"/>
                <a:gd name="connsiteX29" fmla="*/ 1150144 w 1214438"/>
                <a:gd name="connsiteY29" fmla="*/ 366713 h 457200"/>
                <a:gd name="connsiteX30" fmla="*/ 1214438 w 1214438"/>
                <a:gd name="connsiteY30" fmla="*/ 354806 h 457200"/>
                <a:gd name="connsiteX31" fmla="*/ 1140619 w 1214438"/>
                <a:gd name="connsiteY31" fmla="*/ 304800 h 457200"/>
                <a:gd name="connsiteX32" fmla="*/ 1095375 w 1214438"/>
                <a:gd name="connsiteY32" fmla="*/ 280988 h 457200"/>
                <a:gd name="connsiteX33" fmla="*/ 1073944 w 1214438"/>
                <a:gd name="connsiteY33" fmla="*/ 257175 h 457200"/>
                <a:gd name="connsiteX34" fmla="*/ 1052513 w 1214438"/>
                <a:gd name="connsiteY34" fmla="*/ 240506 h 457200"/>
                <a:gd name="connsiteX35" fmla="*/ 1038225 w 1214438"/>
                <a:gd name="connsiteY35" fmla="*/ 223838 h 457200"/>
                <a:gd name="connsiteX36" fmla="*/ 1023938 w 1214438"/>
                <a:gd name="connsiteY36" fmla="*/ 200025 h 457200"/>
                <a:gd name="connsiteX37" fmla="*/ 992982 w 1214438"/>
                <a:gd name="connsiteY37" fmla="*/ 178594 h 457200"/>
                <a:gd name="connsiteX38" fmla="*/ 971550 w 1214438"/>
                <a:gd name="connsiteY38" fmla="*/ 164306 h 457200"/>
                <a:gd name="connsiteX39" fmla="*/ 940594 w 1214438"/>
                <a:gd name="connsiteY39" fmla="*/ 150019 h 457200"/>
                <a:gd name="connsiteX40" fmla="*/ 904875 w 1214438"/>
                <a:gd name="connsiteY40" fmla="*/ 138113 h 457200"/>
                <a:gd name="connsiteX41" fmla="*/ 869157 w 1214438"/>
                <a:gd name="connsiteY41" fmla="*/ 123825 h 457200"/>
                <a:gd name="connsiteX42" fmla="*/ 809625 w 1214438"/>
                <a:gd name="connsiteY42" fmla="*/ 114300 h 457200"/>
                <a:gd name="connsiteX43" fmla="*/ 759619 w 1214438"/>
                <a:gd name="connsiteY43" fmla="*/ 109538 h 457200"/>
                <a:gd name="connsiteX44" fmla="*/ 733425 w 1214438"/>
                <a:gd name="connsiteY44" fmla="*/ 104775 h 457200"/>
                <a:gd name="connsiteX45" fmla="*/ 681038 w 1214438"/>
                <a:gd name="connsiteY45" fmla="*/ 97631 h 457200"/>
                <a:gd name="connsiteX46" fmla="*/ 619125 w 1214438"/>
                <a:gd name="connsiteY46" fmla="*/ 85725 h 457200"/>
                <a:gd name="connsiteX47" fmla="*/ 604838 w 1214438"/>
                <a:gd name="connsiteY47" fmla="*/ 76200 h 457200"/>
                <a:gd name="connsiteX48" fmla="*/ 581025 w 1214438"/>
                <a:gd name="connsiteY48" fmla="*/ 59531 h 457200"/>
                <a:gd name="connsiteX49" fmla="*/ 554832 w 1214438"/>
                <a:gd name="connsiteY49" fmla="*/ 42863 h 457200"/>
                <a:gd name="connsiteX50" fmla="*/ 485775 w 1214438"/>
                <a:gd name="connsiteY50" fmla="*/ 381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14438" h="457200">
                  <a:moveTo>
                    <a:pt x="485775" y="38100"/>
                  </a:moveTo>
                  <a:lnTo>
                    <a:pt x="454819" y="11906"/>
                  </a:lnTo>
                  <a:lnTo>
                    <a:pt x="397669" y="0"/>
                  </a:lnTo>
                  <a:lnTo>
                    <a:pt x="352425" y="0"/>
                  </a:lnTo>
                  <a:lnTo>
                    <a:pt x="295275" y="4763"/>
                  </a:lnTo>
                  <a:lnTo>
                    <a:pt x="230982" y="23813"/>
                  </a:lnTo>
                  <a:lnTo>
                    <a:pt x="145257" y="47625"/>
                  </a:lnTo>
                  <a:lnTo>
                    <a:pt x="83344" y="83344"/>
                  </a:lnTo>
                  <a:lnTo>
                    <a:pt x="0" y="114300"/>
                  </a:lnTo>
                  <a:lnTo>
                    <a:pt x="59532" y="140494"/>
                  </a:lnTo>
                  <a:lnTo>
                    <a:pt x="121444" y="171450"/>
                  </a:lnTo>
                  <a:lnTo>
                    <a:pt x="192882" y="207169"/>
                  </a:lnTo>
                  <a:lnTo>
                    <a:pt x="207169" y="235744"/>
                  </a:lnTo>
                  <a:cubicBezTo>
                    <a:pt x="211932" y="241300"/>
                    <a:pt x="217260" y="246418"/>
                    <a:pt x="221457" y="252413"/>
                  </a:cubicBezTo>
                  <a:cubicBezTo>
                    <a:pt x="234236" y="270669"/>
                    <a:pt x="217571" y="253287"/>
                    <a:pt x="226219" y="261938"/>
                  </a:cubicBezTo>
                  <a:lnTo>
                    <a:pt x="235744" y="283369"/>
                  </a:lnTo>
                  <a:lnTo>
                    <a:pt x="245269" y="304800"/>
                  </a:lnTo>
                  <a:lnTo>
                    <a:pt x="261938" y="350044"/>
                  </a:lnTo>
                  <a:cubicBezTo>
                    <a:pt x="271965" y="370098"/>
                    <a:pt x="266443" y="364074"/>
                    <a:pt x="273844" y="371475"/>
                  </a:cubicBezTo>
                  <a:lnTo>
                    <a:pt x="297657" y="390525"/>
                  </a:lnTo>
                  <a:lnTo>
                    <a:pt x="357188" y="411956"/>
                  </a:lnTo>
                  <a:lnTo>
                    <a:pt x="419100" y="423863"/>
                  </a:lnTo>
                  <a:lnTo>
                    <a:pt x="492919" y="428625"/>
                  </a:lnTo>
                  <a:lnTo>
                    <a:pt x="566738" y="450056"/>
                  </a:lnTo>
                  <a:lnTo>
                    <a:pt x="659607" y="457200"/>
                  </a:lnTo>
                  <a:lnTo>
                    <a:pt x="783432" y="421481"/>
                  </a:lnTo>
                  <a:lnTo>
                    <a:pt x="871538" y="423863"/>
                  </a:lnTo>
                  <a:lnTo>
                    <a:pt x="973932" y="397669"/>
                  </a:lnTo>
                  <a:lnTo>
                    <a:pt x="1069182" y="381000"/>
                  </a:lnTo>
                  <a:lnTo>
                    <a:pt x="1150144" y="366713"/>
                  </a:lnTo>
                  <a:lnTo>
                    <a:pt x="1214438" y="354806"/>
                  </a:lnTo>
                  <a:lnTo>
                    <a:pt x="1140619" y="304800"/>
                  </a:lnTo>
                  <a:lnTo>
                    <a:pt x="1095375" y="280988"/>
                  </a:lnTo>
                  <a:lnTo>
                    <a:pt x="1073944" y="257175"/>
                  </a:lnTo>
                  <a:lnTo>
                    <a:pt x="1052513" y="240506"/>
                  </a:lnTo>
                  <a:lnTo>
                    <a:pt x="1038225" y="223838"/>
                  </a:lnTo>
                  <a:lnTo>
                    <a:pt x="1023938" y="200025"/>
                  </a:lnTo>
                  <a:lnTo>
                    <a:pt x="992982" y="178594"/>
                  </a:lnTo>
                  <a:lnTo>
                    <a:pt x="971550" y="164306"/>
                  </a:lnTo>
                  <a:lnTo>
                    <a:pt x="940594" y="150019"/>
                  </a:lnTo>
                  <a:lnTo>
                    <a:pt x="904875" y="138113"/>
                  </a:lnTo>
                  <a:lnTo>
                    <a:pt x="869157" y="123825"/>
                  </a:lnTo>
                  <a:lnTo>
                    <a:pt x="809625" y="114300"/>
                  </a:lnTo>
                  <a:lnTo>
                    <a:pt x="759619" y="109538"/>
                  </a:lnTo>
                  <a:lnTo>
                    <a:pt x="733425" y="104775"/>
                  </a:lnTo>
                  <a:lnTo>
                    <a:pt x="681038" y="97631"/>
                  </a:lnTo>
                  <a:lnTo>
                    <a:pt x="619125" y="85725"/>
                  </a:lnTo>
                  <a:lnTo>
                    <a:pt x="604838" y="76200"/>
                  </a:lnTo>
                  <a:lnTo>
                    <a:pt x="581025" y="59531"/>
                  </a:lnTo>
                  <a:lnTo>
                    <a:pt x="554832" y="42863"/>
                  </a:lnTo>
                  <a:lnTo>
                    <a:pt x="485775" y="381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790700" y="1314450"/>
              <a:ext cx="438150" cy="204787"/>
            </a:xfrm>
            <a:custGeom>
              <a:avLst/>
              <a:gdLst>
                <a:gd name="connsiteX0" fmla="*/ 438150 w 438150"/>
                <a:gd name="connsiteY0" fmla="*/ 116681 h 204787"/>
                <a:gd name="connsiteX1" fmla="*/ 383381 w 438150"/>
                <a:gd name="connsiteY1" fmla="*/ 104775 h 204787"/>
                <a:gd name="connsiteX2" fmla="*/ 352425 w 438150"/>
                <a:gd name="connsiteY2" fmla="*/ 83344 h 204787"/>
                <a:gd name="connsiteX3" fmla="*/ 326231 w 438150"/>
                <a:gd name="connsiteY3" fmla="*/ 61912 h 204787"/>
                <a:gd name="connsiteX4" fmla="*/ 297656 w 438150"/>
                <a:gd name="connsiteY4" fmla="*/ 26194 h 204787"/>
                <a:gd name="connsiteX5" fmla="*/ 285750 w 438150"/>
                <a:gd name="connsiteY5" fmla="*/ 7144 h 204787"/>
                <a:gd name="connsiteX6" fmla="*/ 264318 w 438150"/>
                <a:gd name="connsiteY6" fmla="*/ 0 h 204787"/>
                <a:gd name="connsiteX7" fmla="*/ 247650 w 438150"/>
                <a:gd name="connsiteY7" fmla="*/ 11906 h 204787"/>
                <a:gd name="connsiteX8" fmla="*/ 216693 w 438150"/>
                <a:gd name="connsiteY8" fmla="*/ 30956 h 204787"/>
                <a:gd name="connsiteX9" fmla="*/ 192881 w 438150"/>
                <a:gd name="connsiteY9" fmla="*/ 69056 h 204787"/>
                <a:gd name="connsiteX10" fmla="*/ 152400 w 438150"/>
                <a:gd name="connsiteY10" fmla="*/ 97631 h 204787"/>
                <a:gd name="connsiteX11" fmla="*/ 116681 w 438150"/>
                <a:gd name="connsiteY11" fmla="*/ 126206 h 204787"/>
                <a:gd name="connsiteX12" fmla="*/ 104775 w 438150"/>
                <a:gd name="connsiteY12" fmla="*/ 138112 h 204787"/>
                <a:gd name="connsiteX13" fmla="*/ 66675 w 438150"/>
                <a:gd name="connsiteY13" fmla="*/ 164306 h 204787"/>
                <a:gd name="connsiteX14" fmla="*/ 0 w 438150"/>
                <a:gd name="connsiteY14" fmla="*/ 176212 h 204787"/>
                <a:gd name="connsiteX15" fmla="*/ 73818 w 438150"/>
                <a:gd name="connsiteY15" fmla="*/ 204787 h 204787"/>
                <a:gd name="connsiteX16" fmla="*/ 119062 w 438150"/>
                <a:gd name="connsiteY16" fmla="*/ 180975 h 204787"/>
                <a:gd name="connsiteX17" fmla="*/ 176212 w 438150"/>
                <a:gd name="connsiteY17" fmla="*/ 140494 h 204787"/>
                <a:gd name="connsiteX18" fmla="*/ 235743 w 438150"/>
                <a:gd name="connsiteY18" fmla="*/ 104775 h 204787"/>
                <a:gd name="connsiteX19" fmla="*/ 273843 w 438150"/>
                <a:gd name="connsiteY19" fmla="*/ 83344 h 204787"/>
                <a:gd name="connsiteX20" fmla="*/ 314325 w 438150"/>
                <a:gd name="connsiteY20" fmla="*/ 88106 h 204787"/>
                <a:gd name="connsiteX21" fmla="*/ 357187 w 438150"/>
                <a:gd name="connsiteY21" fmla="*/ 104775 h 204787"/>
                <a:gd name="connsiteX22" fmla="*/ 438150 w 438150"/>
                <a:gd name="connsiteY22" fmla="*/ 116681 h 204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8150" h="204787">
                  <a:moveTo>
                    <a:pt x="438150" y="116681"/>
                  </a:moveTo>
                  <a:lnTo>
                    <a:pt x="383381" y="104775"/>
                  </a:lnTo>
                  <a:lnTo>
                    <a:pt x="352425" y="83344"/>
                  </a:lnTo>
                  <a:lnTo>
                    <a:pt x="326231" y="61912"/>
                  </a:lnTo>
                  <a:lnTo>
                    <a:pt x="297656" y="26194"/>
                  </a:lnTo>
                  <a:lnTo>
                    <a:pt x="285750" y="7144"/>
                  </a:lnTo>
                  <a:lnTo>
                    <a:pt x="264318" y="0"/>
                  </a:lnTo>
                  <a:lnTo>
                    <a:pt x="247650" y="11906"/>
                  </a:lnTo>
                  <a:lnTo>
                    <a:pt x="216693" y="30956"/>
                  </a:lnTo>
                  <a:lnTo>
                    <a:pt x="192881" y="69056"/>
                  </a:lnTo>
                  <a:lnTo>
                    <a:pt x="152400" y="97631"/>
                  </a:lnTo>
                  <a:lnTo>
                    <a:pt x="116681" y="126206"/>
                  </a:lnTo>
                  <a:lnTo>
                    <a:pt x="104775" y="138112"/>
                  </a:lnTo>
                  <a:lnTo>
                    <a:pt x="66675" y="164306"/>
                  </a:lnTo>
                  <a:lnTo>
                    <a:pt x="0" y="176212"/>
                  </a:lnTo>
                  <a:lnTo>
                    <a:pt x="73818" y="204787"/>
                  </a:lnTo>
                  <a:lnTo>
                    <a:pt x="119062" y="180975"/>
                  </a:lnTo>
                  <a:lnTo>
                    <a:pt x="176212" y="140494"/>
                  </a:lnTo>
                  <a:lnTo>
                    <a:pt x="235743" y="104775"/>
                  </a:lnTo>
                  <a:lnTo>
                    <a:pt x="273843" y="83344"/>
                  </a:lnTo>
                  <a:lnTo>
                    <a:pt x="314325" y="88106"/>
                  </a:lnTo>
                  <a:lnTo>
                    <a:pt x="357187" y="104775"/>
                  </a:lnTo>
                  <a:lnTo>
                    <a:pt x="438150" y="11668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2093118" y="1247775"/>
              <a:ext cx="309563" cy="185737"/>
            </a:xfrm>
            <a:custGeom>
              <a:avLst/>
              <a:gdLst>
                <a:gd name="connsiteX0" fmla="*/ 0 w 309563"/>
                <a:gd name="connsiteY0" fmla="*/ 100012 h 185737"/>
                <a:gd name="connsiteX1" fmla="*/ 42863 w 309563"/>
                <a:gd name="connsiteY1" fmla="*/ 80962 h 185737"/>
                <a:gd name="connsiteX2" fmla="*/ 97632 w 309563"/>
                <a:gd name="connsiteY2" fmla="*/ 38100 h 185737"/>
                <a:gd name="connsiteX3" fmla="*/ 157163 w 309563"/>
                <a:gd name="connsiteY3" fmla="*/ 0 h 185737"/>
                <a:gd name="connsiteX4" fmla="*/ 192882 w 309563"/>
                <a:gd name="connsiteY4" fmla="*/ 0 h 185737"/>
                <a:gd name="connsiteX5" fmla="*/ 219075 w 309563"/>
                <a:gd name="connsiteY5" fmla="*/ 23812 h 185737"/>
                <a:gd name="connsiteX6" fmla="*/ 250032 w 309563"/>
                <a:gd name="connsiteY6" fmla="*/ 61912 h 185737"/>
                <a:gd name="connsiteX7" fmla="*/ 280988 w 309563"/>
                <a:gd name="connsiteY7" fmla="*/ 90487 h 185737"/>
                <a:gd name="connsiteX8" fmla="*/ 309563 w 309563"/>
                <a:gd name="connsiteY8" fmla="*/ 114300 h 185737"/>
                <a:gd name="connsiteX9" fmla="*/ 273844 w 309563"/>
                <a:gd name="connsiteY9" fmla="*/ 116681 h 185737"/>
                <a:gd name="connsiteX10" fmla="*/ 200025 w 309563"/>
                <a:gd name="connsiteY10" fmla="*/ 164306 h 185737"/>
                <a:gd name="connsiteX11" fmla="*/ 159544 w 309563"/>
                <a:gd name="connsiteY11" fmla="*/ 173831 h 185737"/>
                <a:gd name="connsiteX12" fmla="*/ 130969 w 309563"/>
                <a:gd name="connsiteY12" fmla="*/ 185737 h 185737"/>
                <a:gd name="connsiteX13" fmla="*/ 76200 w 309563"/>
                <a:gd name="connsiteY13" fmla="*/ 173831 h 185737"/>
                <a:gd name="connsiteX14" fmla="*/ 57150 w 309563"/>
                <a:gd name="connsiteY14" fmla="*/ 152400 h 185737"/>
                <a:gd name="connsiteX15" fmla="*/ 0 w 309563"/>
                <a:gd name="connsiteY15" fmla="*/ 100012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9563" h="185737">
                  <a:moveTo>
                    <a:pt x="0" y="100012"/>
                  </a:moveTo>
                  <a:lnTo>
                    <a:pt x="42863" y="80962"/>
                  </a:lnTo>
                  <a:lnTo>
                    <a:pt x="97632" y="38100"/>
                  </a:lnTo>
                  <a:lnTo>
                    <a:pt x="157163" y="0"/>
                  </a:lnTo>
                  <a:lnTo>
                    <a:pt x="192882" y="0"/>
                  </a:lnTo>
                  <a:lnTo>
                    <a:pt x="219075" y="23812"/>
                  </a:lnTo>
                  <a:lnTo>
                    <a:pt x="250032" y="61912"/>
                  </a:lnTo>
                  <a:lnTo>
                    <a:pt x="280988" y="90487"/>
                  </a:lnTo>
                  <a:lnTo>
                    <a:pt x="309563" y="114300"/>
                  </a:lnTo>
                  <a:lnTo>
                    <a:pt x="273844" y="116681"/>
                  </a:lnTo>
                  <a:lnTo>
                    <a:pt x="200025" y="164306"/>
                  </a:lnTo>
                  <a:lnTo>
                    <a:pt x="159544" y="173831"/>
                  </a:lnTo>
                  <a:lnTo>
                    <a:pt x="130969" y="185737"/>
                  </a:lnTo>
                  <a:lnTo>
                    <a:pt x="76200" y="173831"/>
                  </a:lnTo>
                  <a:lnTo>
                    <a:pt x="57150" y="152400"/>
                  </a:lnTo>
                  <a:lnTo>
                    <a:pt x="0" y="10001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862137" y="1397794"/>
              <a:ext cx="1019175" cy="411956"/>
            </a:xfrm>
            <a:custGeom>
              <a:avLst/>
              <a:gdLst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50081 w 1019175"/>
                <a:gd name="connsiteY19" fmla="*/ 314325 h 411956"/>
                <a:gd name="connsiteX20" fmla="*/ 631031 w 1019175"/>
                <a:gd name="connsiteY20" fmla="*/ 288131 h 411956"/>
                <a:gd name="connsiteX21" fmla="*/ 611981 w 1019175"/>
                <a:gd name="connsiteY21" fmla="*/ 223837 h 411956"/>
                <a:gd name="connsiteX22" fmla="*/ 592931 w 1019175"/>
                <a:gd name="connsiteY22" fmla="*/ 188118 h 411956"/>
                <a:gd name="connsiteX23" fmla="*/ 585788 w 1019175"/>
                <a:gd name="connsiteY23" fmla="*/ 171450 h 411956"/>
                <a:gd name="connsiteX24" fmla="*/ 566738 w 1019175"/>
                <a:gd name="connsiteY24" fmla="*/ 157162 h 411956"/>
                <a:gd name="connsiteX25" fmla="*/ 554831 w 1019175"/>
                <a:gd name="connsiteY25" fmla="*/ 123825 h 411956"/>
                <a:gd name="connsiteX26" fmla="*/ 450056 w 1019175"/>
                <a:gd name="connsiteY26" fmla="*/ 76200 h 411956"/>
                <a:gd name="connsiteX27" fmla="*/ 400050 w 1019175"/>
                <a:gd name="connsiteY27" fmla="*/ 47625 h 411956"/>
                <a:gd name="connsiteX28" fmla="*/ 352425 w 1019175"/>
                <a:gd name="connsiteY28" fmla="*/ 33337 h 411956"/>
                <a:gd name="connsiteX29" fmla="*/ 300038 w 1019175"/>
                <a:gd name="connsiteY29" fmla="*/ 23812 h 411956"/>
                <a:gd name="connsiteX30" fmla="*/ 280988 w 1019175"/>
                <a:gd name="connsiteY30" fmla="*/ 23812 h 411956"/>
                <a:gd name="connsiteX31" fmla="*/ 259556 w 1019175"/>
                <a:gd name="connsiteY31" fmla="*/ 11906 h 411956"/>
                <a:gd name="connsiteX32" fmla="*/ 226219 w 1019175"/>
                <a:gd name="connsiteY32" fmla="*/ 4762 h 411956"/>
                <a:gd name="connsiteX33" fmla="*/ 200025 w 1019175"/>
                <a:gd name="connsiteY33" fmla="*/ 0 h 411956"/>
                <a:gd name="connsiteX34" fmla="*/ 97631 w 1019175"/>
                <a:gd name="connsiteY34" fmla="*/ 61912 h 411956"/>
                <a:gd name="connsiteX35" fmla="*/ 66675 w 1019175"/>
                <a:gd name="connsiteY35" fmla="*/ 85725 h 411956"/>
                <a:gd name="connsiteX36" fmla="*/ 0 w 1019175"/>
                <a:gd name="connsiteY36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23887 w 1019175"/>
                <a:gd name="connsiteY19" fmla="*/ 319087 h 411956"/>
                <a:gd name="connsiteX20" fmla="*/ 631031 w 1019175"/>
                <a:gd name="connsiteY20" fmla="*/ 288131 h 411956"/>
                <a:gd name="connsiteX21" fmla="*/ 611981 w 1019175"/>
                <a:gd name="connsiteY21" fmla="*/ 223837 h 411956"/>
                <a:gd name="connsiteX22" fmla="*/ 592931 w 1019175"/>
                <a:gd name="connsiteY22" fmla="*/ 188118 h 411956"/>
                <a:gd name="connsiteX23" fmla="*/ 585788 w 1019175"/>
                <a:gd name="connsiteY23" fmla="*/ 171450 h 411956"/>
                <a:gd name="connsiteX24" fmla="*/ 566738 w 1019175"/>
                <a:gd name="connsiteY24" fmla="*/ 157162 h 411956"/>
                <a:gd name="connsiteX25" fmla="*/ 554831 w 1019175"/>
                <a:gd name="connsiteY25" fmla="*/ 123825 h 411956"/>
                <a:gd name="connsiteX26" fmla="*/ 450056 w 1019175"/>
                <a:gd name="connsiteY26" fmla="*/ 76200 h 411956"/>
                <a:gd name="connsiteX27" fmla="*/ 400050 w 1019175"/>
                <a:gd name="connsiteY27" fmla="*/ 47625 h 411956"/>
                <a:gd name="connsiteX28" fmla="*/ 352425 w 1019175"/>
                <a:gd name="connsiteY28" fmla="*/ 33337 h 411956"/>
                <a:gd name="connsiteX29" fmla="*/ 300038 w 1019175"/>
                <a:gd name="connsiteY29" fmla="*/ 23812 h 411956"/>
                <a:gd name="connsiteX30" fmla="*/ 280988 w 1019175"/>
                <a:gd name="connsiteY30" fmla="*/ 23812 h 411956"/>
                <a:gd name="connsiteX31" fmla="*/ 259556 w 1019175"/>
                <a:gd name="connsiteY31" fmla="*/ 11906 h 411956"/>
                <a:gd name="connsiteX32" fmla="*/ 226219 w 1019175"/>
                <a:gd name="connsiteY32" fmla="*/ 4762 h 411956"/>
                <a:gd name="connsiteX33" fmla="*/ 200025 w 1019175"/>
                <a:gd name="connsiteY33" fmla="*/ 0 h 411956"/>
                <a:gd name="connsiteX34" fmla="*/ 97631 w 1019175"/>
                <a:gd name="connsiteY34" fmla="*/ 61912 h 411956"/>
                <a:gd name="connsiteX35" fmla="*/ 66675 w 1019175"/>
                <a:gd name="connsiteY35" fmla="*/ 85725 h 411956"/>
                <a:gd name="connsiteX36" fmla="*/ 0 w 1019175"/>
                <a:gd name="connsiteY36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23887 w 1019175"/>
                <a:gd name="connsiteY19" fmla="*/ 319087 h 411956"/>
                <a:gd name="connsiteX20" fmla="*/ 631031 w 1019175"/>
                <a:gd name="connsiteY20" fmla="*/ 288131 h 411956"/>
                <a:gd name="connsiteX21" fmla="*/ 611981 w 1019175"/>
                <a:gd name="connsiteY21" fmla="*/ 223837 h 411956"/>
                <a:gd name="connsiteX22" fmla="*/ 592931 w 1019175"/>
                <a:gd name="connsiteY22" fmla="*/ 188118 h 411956"/>
                <a:gd name="connsiteX23" fmla="*/ 585788 w 1019175"/>
                <a:gd name="connsiteY23" fmla="*/ 171450 h 411956"/>
                <a:gd name="connsiteX24" fmla="*/ 566738 w 1019175"/>
                <a:gd name="connsiteY24" fmla="*/ 157162 h 411956"/>
                <a:gd name="connsiteX25" fmla="*/ 554831 w 1019175"/>
                <a:gd name="connsiteY25" fmla="*/ 123825 h 411956"/>
                <a:gd name="connsiteX26" fmla="*/ 450056 w 1019175"/>
                <a:gd name="connsiteY26" fmla="*/ 76200 h 411956"/>
                <a:gd name="connsiteX27" fmla="*/ 400050 w 1019175"/>
                <a:gd name="connsiteY27" fmla="*/ 47625 h 411956"/>
                <a:gd name="connsiteX28" fmla="*/ 352425 w 1019175"/>
                <a:gd name="connsiteY28" fmla="*/ 33337 h 411956"/>
                <a:gd name="connsiteX29" fmla="*/ 300038 w 1019175"/>
                <a:gd name="connsiteY29" fmla="*/ 23812 h 411956"/>
                <a:gd name="connsiteX30" fmla="*/ 280988 w 1019175"/>
                <a:gd name="connsiteY30" fmla="*/ 23812 h 411956"/>
                <a:gd name="connsiteX31" fmla="*/ 259556 w 1019175"/>
                <a:gd name="connsiteY31" fmla="*/ 11906 h 411956"/>
                <a:gd name="connsiteX32" fmla="*/ 226219 w 1019175"/>
                <a:gd name="connsiteY32" fmla="*/ 4762 h 411956"/>
                <a:gd name="connsiteX33" fmla="*/ 200025 w 1019175"/>
                <a:gd name="connsiteY33" fmla="*/ 0 h 411956"/>
                <a:gd name="connsiteX34" fmla="*/ 97631 w 1019175"/>
                <a:gd name="connsiteY34" fmla="*/ 61912 h 411956"/>
                <a:gd name="connsiteX35" fmla="*/ 66675 w 1019175"/>
                <a:gd name="connsiteY35" fmla="*/ 85725 h 411956"/>
                <a:gd name="connsiteX36" fmla="*/ 0 w 1019175"/>
                <a:gd name="connsiteY36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31031 w 1019175"/>
                <a:gd name="connsiteY19" fmla="*/ 288131 h 411956"/>
                <a:gd name="connsiteX20" fmla="*/ 611981 w 1019175"/>
                <a:gd name="connsiteY20" fmla="*/ 223837 h 411956"/>
                <a:gd name="connsiteX21" fmla="*/ 592931 w 1019175"/>
                <a:gd name="connsiteY21" fmla="*/ 188118 h 411956"/>
                <a:gd name="connsiteX22" fmla="*/ 585788 w 1019175"/>
                <a:gd name="connsiteY22" fmla="*/ 171450 h 411956"/>
                <a:gd name="connsiteX23" fmla="*/ 566738 w 1019175"/>
                <a:gd name="connsiteY23" fmla="*/ 157162 h 411956"/>
                <a:gd name="connsiteX24" fmla="*/ 554831 w 1019175"/>
                <a:gd name="connsiteY24" fmla="*/ 123825 h 411956"/>
                <a:gd name="connsiteX25" fmla="*/ 450056 w 1019175"/>
                <a:gd name="connsiteY25" fmla="*/ 76200 h 411956"/>
                <a:gd name="connsiteX26" fmla="*/ 400050 w 1019175"/>
                <a:gd name="connsiteY26" fmla="*/ 47625 h 411956"/>
                <a:gd name="connsiteX27" fmla="*/ 352425 w 1019175"/>
                <a:gd name="connsiteY27" fmla="*/ 33337 h 411956"/>
                <a:gd name="connsiteX28" fmla="*/ 300038 w 1019175"/>
                <a:gd name="connsiteY28" fmla="*/ 23812 h 411956"/>
                <a:gd name="connsiteX29" fmla="*/ 280988 w 1019175"/>
                <a:gd name="connsiteY29" fmla="*/ 23812 h 411956"/>
                <a:gd name="connsiteX30" fmla="*/ 259556 w 1019175"/>
                <a:gd name="connsiteY30" fmla="*/ 11906 h 411956"/>
                <a:gd name="connsiteX31" fmla="*/ 226219 w 1019175"/>
                <a:gd name="connsiteY31" fmla="*/ 4762 h 411956"/>
                <a:gd name="connsiteX32" fmla="*/ 200025 w 1019175"/>
                <a:gd name="connsiteY32" fmla="*/ 0 h 411956"/>
                <a:gd name="connsiteX33" fmla="*/ 97631 w 1019175"/>
                <a:gd name="connsiteY33" fmla="*/ 61912 h 411956"/>
                <a:gd name="connsiteX34" fmla="*/ 66675 w 1019175"/>
                <a:gd name="connsiteY34" fmla="*/ 85725 h 411956"/>
                <a:gd name="connsiteX35" fmla="*/ 0 w 1019175"/>
                <a:gd name="connsiteY35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31031 w 1019175"/>
                <a:gd name="connsiteY19" fmla="*/ 288131 h 411956"/>
                <a:gd name="connsiteX20" fmla="*/ 611981 w 1019175"/>
                <a:gd name="connsiteY20" fmla="*/ 223837 h 411956"/>
                <a:gd name="connsiteX21" fmla="*/ 592931 w 1019175"/>
                <a:gd name="connsiteY21" fmla="*/ 188118 h 411956"/>
                <a:gd name="connsiteX22" fmla="*/ 585788 w 1019175"/>
                <a:gd name="connsiteY22" fmla="*/ 171450 h 411956"/>
                <a:gd name="connsiteX23" fmla="*/ 554831 w 1019175"/>
                <a:gd name="connsiteY23" fmla="*/ 123825 h 411956"/>
                <a:gd name="connsiteX24" fmla="*/ 450056 w 1019175"/>
                <a:gd name="connsiteY24" fmla="*/ 76200 h 411956"/>
                <a:gd name="connsiteX25" fmla="*/ 400050 w 1019175"/>
                <a:gd name="connsiteY25" fmla="*/ 47625 h 411956"/>
                <a:gd name="connsiteX26" fmla="*/ 352425 w 1019175"/>
                <a:gd name="connsiteY26" fmla="*/ 33337 h 411956"/>
                <a:gd name="connsiteX27" fmla="*/ 300038 w 1019175"/>
                <a:gd name="connsiteY27" fmla="*/ 23812 h 411956"/>
                <a:gd name="connsiteX28" fmla="*/ 280988 w 1019175"/>
                <a:gd name="connsiteY28" fmla="*/ 23812 h 411956"/>
                <a:gd name="connsiteX29" fmla="*/ 259556 w 1019175"/>
                <a:gd name="connsiteY29" fmla="*/ 11906 h 411956"/>
                <a:gd name="connsiteX30" fmla="*/ 226219 w 1019175"/>
                <a:gd name="connsiteY30" fmla="*/ 4762 h 411956"/>
                <a:gd name="connsiteX31" fmla="*/ 200025 w 1019175"/>
                <a:gd name="connsiteY31" fmla="*/ 0 h 411956"/>
                <a:gd name="connsiteX32" fmla="*/ 97631 w 1019175"/>
                <a:gd name="connsiteY32" fmla="*/ 61912 h 411956"/>
                <a:gd name="connsiteX33" fmla="*/ 66675 w 1019175"/>
                <a:gd name="connsiteY33" fmla="*/ 85725 h 411956"/>
                <a:gd name="connsiteX34" fmla="*/ 0 w 1019175"/>
                <a:gd name="connsiteY34" fmla="*/ 121443 h 41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19175" h="411956">
                  <a:moveTo>
                    <a:pt x="0" y="121443"/>
                  </a:moveTo>
                  <a:lnTo>
                    <a:pt x="61913" y="178593"/>
                  </a:lnTo>
                  <a:lnTo>
                    <a:pt x="133350" y="245268"/>
                  </a:lnTo>
                  <a:lnTo>
                    <a:pt x="169069" y="280987"/>
                  </a:lnTo>
                  <a:lnTo>
                    <a:pt x="216694" y="335756"/>
                  </a:lnTo>
                  <a:lnTo>
                    <a:pt x="226219" y="400050"/>
                  </a:lnTo>
                  <a:lnTo>
                    <a:pt x="328613" y="409575"/>
                  </a:lnTo>
                  <a:lnTo>
                    <a:pt x="416719" y="402431"/>
                  </a:lnTo>
                  <a:lnTo>
                    <a:pt x="502444" y="409575"/>
                  </a:lnTo>
                  <a:lnTo>
                    <a:pt x="566738" y="411956"/>
                  </a:lnTo>
                  <a:lnTo>
                    <a:pt x="704850" y="409575"/>
                  </a:lnTo>
                  <a:lnTo>
                    <a:pt x="933450" y="390525"/>
                  </a:lnTo>
                  <a:lnTo>
                    <a:pt x="1019175" y="381000"/>
                  </a:lnTo>
                  <a:lnTo>
                    <a:pt x="931069" y="371475"/>
                  </a:lnTo>
                  <a:lnTo>
                    <a:pt x="890588" y="361950"/>
                  </a:lnTo>
                  <a:lnTo>
                    <a:pt x="859631" y="350043"/>
                  </a:lnTo>
                  <a:lnTo>
                    <a:pt x="826294" y="347662"/>
                  </a:lnTo>
                  <a:lnTo>
                    <a:pt x="747713" y="340518"/>
                  </a:lnTo>
                  <a:lnTo>
                    <a:pt x="688181" y="323850"/>
                  </a:lnTo>
                  <a:lnTo>
                    <a:pt x="631031" y="288131"/>
                  </a:lnTo>
                  <a:lnTo>
                    <a:pt x="611981" y="223837"/>
                  </a:lnTo>
                  <a:lnTo>
                    <a:pt x="592931" y="188118"/>
                  </a:lnTo>
                  <a:lnTo>
                    <a:pt x="585788" y="171450"/>
                  </a:lnTo>
                  <a:lnTo>
                    <a:pt x="554831" y="123825"/>
                  </a:lnTo>
                  <a:lnTo>
                    <a:pt x="450056" y="76200"/>
                  </a:lnTo>
                  <a:lnTo>
                    <a:pt x="400050" y="47625"/>
                  </a:lnTo>
                  <a:lnTo>
                    <a:pt x="352425" y="33337"/>
                  </a:lnTo>
                  <a:lnTo>
                    <a:pt x="300038" y="23812"/>
                  </a:lnTo>
                  <a:lnTo>
                    <a:pt x="280988" y="23812"/>
                  </a:lnTo>
                  <a:lnTo>
                    <a:pt x="259556" y="11906"/>
                  </a:lnTo>
                  <a:lnTo>
                    <a:pt x="226219" y="4762"/>
                  </a:lnTo>
                  <a:lnTo>
                    <a:pt x="200025" y="0"/>
                  </a:lnTo>
                  <a:lnTo>
                    <a:pt x="97631" y="61912"/>
                  </a:lnTo>
                  <a:lnTo>
                    <a:pt x="66675" y="85725"/>
                  </a:lnTo>
                  <a:lnTo>
                    <a:pt x="0" y="12144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926306" y="1504950"/>
              <a:ext cx="1240631" cy="419100"/>
            </a:xfrm>
            <a:custGeom>
              <a:avLst/>
              <a:gdLst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71550 w 1240631"/>
                <a:gd name="connsiteY38" fmla="*/ 269081 h 419100"/>
                <a:gd name="connsiteX39" fmla="*/ 1088231 w 1240631"/>
                <a:gd name="connsiteY39" fmla="*/ 309562 h 419100"/>
                <a:gd name="connsiteX40" fmla="*/ 1164431 w 1240631"/>
                <a:gd name="connsiteY40" fmla="*/ 295275 h 419100"/>
                <a:gd name="connsiteX41" fmla="*/ 1240631 w 1240631"/>
                <a:gd name="connsiteY41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71550 w 1240631"/>
                <a:gd name="connsiteY38" fmla="*/ 269081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09675 w 1240631"/>
                <a:gd name="connsiteY41" fmla="*/ 330040 h 419100"/>
                <a:gd name="connsiteX42" fmla="*/ 1240631 w 1240631"/>
                <a:gd name="connsiteY42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04800 h 419100"/>
                <a:gd name="connsiteX42" fmla="*/ 1240631 w 1240631"/>
                <a:gd name="connsiteY42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04800 h 419100"/>
                <a:gd name="connsiteX42" fmla="*/ 1240631 w 1240631"/>
                <a:gd name="connsiteY42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30040 h 419100"/>
                <a:gd name="connsiteX42" fmla="*/ 1240631 w 1240631"/>
                <a:gd name="connsiteY42" fmla="*/ 350044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40631" h="419100">
                  <a:moveTo>
                    <a:pt x="1240631" y="350044"/>
                  </a:moveTo>
                  <a:lnTo>
                    <a:pt x="1240631" y="350044"/>
                  </a:lnTo>
                  <a:lnTo>
                    <a:pt x="1219200" y="390525"/>
                  </a:lnTo>
                  <a:lnTo>
                    <a:pt x="1185862" y="404812"/>
                  </a:lnTo>
                  <a:lnTo>
                    <a:pt x="1119187" y="397669"/>
                  </a:lnTo>
                  <a:lnTo>
                    <a:pt x="1052512" y="383381"/>
                  </a:lnTo>
                  <a:lnTo>
                    <a:pt x="964406" y="369094"/>
                  </a:lnTo>
                  <a:lnTo>
                    <a:pt x="883444" y="376237"/>
                  </a:lnTo>
                  <a:lnTo>
                    <a:pt x="800100" y="400050"/>
                  </a:lnTo>
                  <a:lnTo>
                    <a:pt x="728662" y="411956"/>
                  </a:lnTo>
                  <a:lnTo>
                    <a:pt x="659606" y="414337"/>
                  </a:lnTo>
                  <a:lnTo>
                    <a:pt x="581025" y="411956"/>
                  </a:lnTo>
                  <a:lnTo>
                    <a:pt x="516731" y="409575"/>
                  </a:lnTo>
                  <a:lnTo>
                    <a:pt x="440531" y="419100"/>
                  </a:lnTo>
                  <a:lnTo>
                    <a:pt x="423862" y="361950"/>
                  </a:lnTo>
                  <a:lnTo>
                    <a:pt x="392906" y="290512"/>
                  </a:lnTo>
                  <a:lnTo>
                    <a:pt x="371475" y="238125"/>
                  </a:lnTo>
                  <a:lnTo>
                    <a:pt x="352425" y="214312"/>
                  </a:lnTo>
                  <a:lnTo>
                    <a:pt x="316706" y="183356"/>
                  </a:lnTo>
                  <a:lnTo>
                    <a:pt x="290512" y="164306"/>
                  </a:lnTo>
                  <a:lnTo>
                    <a:pt x="221456" y="130969"/>
                  </a:lnTo>
                  <a:lnTo>
                    <a:pt x="130969" y="83344"/>
                  </a:lnTo>
                  <a:lnTo>
                    <a:pt x="73819" y="66675"/>
                  </a:lnTo>
                  <a:lnTo>
                    <a:pt x="0" y="45244"/>
                  </a:lnTo>
                  <a:lnTo>
                    <a:pt x="76200" y="38100"/>
                  </a:lnTo>
                  <a:lnTo>
                    <a:pt x="126206" y="28575"/>
                  </a:lnTo>
                  <a:lnTo>
                    <a:pt x="195262" y="14287"/>
                  </a:lnTo>
                  <a:lnTo>
                    <a:pt x="242887" y="9525"/>
                  </a:lnTo>
                  <a:lnTo>
                    <a:pt x="290512" y="0"/>
                  </a:lnTo>
                  <a:lnTo>
                    <a:pt x="357187" y="14287"/>
                  </a:lnTo>
                  <a:lnTo>
                    <a:pt x="409575" y="26194"/>
                  </a:lnTo>
                  <a:lnTo>
                    <a:pt x="440531" y="35719"/>
                  </a:lnTo>
                  <a:lnTo>
                    <a:pt x="495300" y="59531"/>
                  </a:lnTo>
                  <a:lnTo>
                    <a:pt x="571500" y="92869"/>
                  </a:lnTo>
                  <a:lnTo>
                    <a:pt x="638175" y="123825"/>
                  </a:lnTo>
                  <a:lnTo>
                    <a:pt x="733425" y="171450"/>
                  </a:lnTo>
                  <a:lnTo>
                    <a:pt x="814387" y="202406"/>
                  </a:lnTo>
                  <a:lnTo>
                    <a:pt x="888206" y="226219"/>
                  </a:lnTo>
                  <a:lnTo>
                    <a:pt x="935831" y="246219"/>
                  </a:lnTo>
                  <a:lnTo>
                    <a:pt x="1054893" y="284321"/>
                  </a:lnTo>
                  <a:lnTo>
                    <a:pt x="1164431" y="295275"/>
                  </a:lnTo>
                  <a:lnTo>
                    <a:pt x="1240631" y="330040"/>
                  </a:lnTo>
                  <a:lnTo>
                    <a:pt x="1240631" y="35004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293018" y="1435894"/>
              <a:ext cx="797719" cy="364331"/>
            </a:xfrm>
            <a:custGeom>
              <a:avLst/>
              <a:gdLst>
                <a:gd name="connsiteX0" fmla="*/ 0 w 797719"/>
                <a:gd name="connsiteY0" fmla="*/ 78581 h 364331"/>
                <a:gd name="connsiteX1" fmla="*/ 66675 w 797719"/>
                <a:gd name="connsiteY1" fmla="*/ 40481 h 364331"/>
                <a:gd name="connsiteX2" fmla="*/ 107157 w 797719"/>
                <a:gd name="connsiteY2" fmla="*/ 23812 h 364331"/>
                <a:gd name="connsiteX3" fmla="*/ 138113 w 797719"/>
                <a:gd name="connsiteY3" fmla="*/ 28575 h 364331"/>
                <a:gd name="connsiteX4" fmla="*/ 173832 w 797719"/>
                <a:gd name="connsiteY4" fmla="*/ 42862 h 364331"/>
                <a:gd name="connsiteX5" fmla="*/ 283369 w 797719"/>
                <a:gd name="connsiteY5" fmla="*/ 21431 h 364331"/>
                <a:gd name="connsiteX6" fmla="*/ 340519 w 797719"/>
                <a:gd name="connsiteY6" fmla="*/ 0 h 364331"/>
                <a:gd name="connsiteX7" fmla="*/ 423863 w 797719"/>
                <a:gd name="connsiteY7" fmla="*/ 14287 h 364331"/>
                <a:gd name="connsiteX8" fmla="*/ 502444 w 797719"/>
                <a:gd name="connsiteY8" fmla="*/ 57150 h 364331"/>
                <a:gd name="connsiteX9" fmla="*/ 571500 w 797719"/>
                <a:gd name="connsiteY9" fmla="*/ 83343 h 364331"/>
                <a:gd name="connsiteX10" fmla="*/ 654844 w 797719"/>
                <a:gd name="connsiteY10" fmla="*/ 164306 h 364331"/>
                <a:gd name="connsiteX11" fmla="*/ 754857 w 797719"/>
                <a:gd name="connsiteY11" fmla="*/ 257175 h 364331"/>
                <a:gd name="connsiteX12" fmla="*/ 783432 w 797719"/>
                <a:gd name="connsiteY12" fmla="*/ 295275 h 364331"/>
                <a:gd name="connsiteX13" fmla="*/ 797719 w 797719"/>
                <a:gd name="connsiteY13" fmla="*/ 364331 h 364331"/>
                <a:gd name="connsiteX14" fmla="*/ 697707 w 797719"/>
                <a:gd name="connsiteY14" fmla="*/ 354806 h 364331"/>
                <a:gd name="connsiteX15" fmla="*/ 595313 w 797719"/>
                <a:gd name="connsiteY15" fmla="*/ 326231 h 364331"/>
                <a:gd name="connsiteX16" fmla="*/ 516732 w 797719"/>
                <a:gd name="connsiteY16" fmla="*/ 290512 h 364331"/>
                <a:gd name="connsiteX17" fmla="*/ 435769 w 797719"/>
                <a:gd name="connsiteY17" fmla="*/ 266700 h 364331"/>
                <a:gd name="connsiteX18" fmla="*/ 311944 w 797719"/>
                <a:gd name="connsiteY18" fmla="*/ 214312 h 364331"/>
                <a:gd name="connsiteX19" fmla="*/ 223838 w 797719"/>
                <a:gd name="connsiteY19" fmla="*/ 171450 h 364331"/>
                <a:gd name="connsiteX20" fmla="*/ 128588 w 797719"/>
                <a:gd name="connsiteY20" fmla="*/ 128587 h 364331"/>
                <a:gd name="connsiteX21" fmla="*/ 45244 w 797719"/>
                <a:gd name="connsiteY21" fmla="*/ 100012 h 364331"/>
                <a:gd name="connsiteX22" fmla="*/ 0 w 797719"/>
                <a:gd name="connsiteY22" fmla="*/ 78581 h 364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7719" h="364331">
                  <a:moveTo>
                    <a:pt x="0" y="78581"/>
                  </a:moveTo>
                  <a:lnTo>
                    <a:pt x="66675" y="40481"/>
                  </a:lnTo>
                  <a:lnTo>
                    <a:pt x="107157" y="23812"/>
                  </a:lnTo>
                  <a:cubicBezTo>
                    <a:pt x="133304" y="29042"/>
                    <a:pt x="122874" y="28575"/>
                    <a:pt x="138113" y="28575"/>
                  </a:cubicBezTo>
                  <a:lnTo>
                    <a:pt x="173832" y="42862"/>
                  </a:lnTo>
                  <a:lnTo>
                    <a:pt x="283369" y="21431"/>
                  </a:lnTo>
                  <a:lnTo>
                    <a:pt x="340519" y="0"/>
                  </a:lnTo>
                  <a:lnTo>
                    <a:pt x="423863" y="14287"/>
                  </a:lnTo>
                  <a:lnTo>
                    <a:pt x="502444" y="57150"/>
                  </a:lnTo>
                  <a:lnTo>
                    <a:pt x="571500" y="83343"/>
                  </a:lnTo>
                  <a:lnTo>
                    <a:pt x="654844" y="164306"/>
                  </a:lnTo>
                  <a:lnTo>
                    <a:pt x="754857" y="257175"/>
                  </a:lnTo>
                  <a:lnTo>
                    <a:pt x="783432" y="295275"/>
                  </a:lnTo>
                  <a:lnTo>
                    <a:pt x="797719" y="364331"/>
                  </a:lnTo>
                  <a:lnTo>
                    <a:pt x="697707" y="354806"/>
                  </a:lnTo>
                  <a:lnTo>
                    <a:pt x="595313" y="326231"/>
                  </a:lnTo>
                  <a:lnTo>
                    <a:pt x="516732" y="290512"/>
                  </a:lnTo>
                  <a:lnTo>
                    <a:pt x="435769" y="266700"/>
                  </a:lnTo>
                  <a:lnTo>
                    <a:pt x="311944" y="214312"/>
                  </a:lnTo>
                  <a:lnTo>
                    <a:pt x="223838" y="171450"/>
                  </a:lnTo>
                  <a:lnTo>
                    <a:pt x="128588" y="128587"/>
                  </a:lnTo>
                  <a:lnTo>
                    <a:pt x="45244" y="100012"/>
                  </a:lnTo>
                  <a:lnTo>
                    <a:pt x="0" y="7858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2216943" y="1945481"/>
              <a:ext cx="1881188" cy="495300"/>
            </a:xfrm>
            <a:custGeom>
              <a:avLst/>
              <a:gdLst>
                <a:gd name="connsiteX0" fmla="*/ 1662113 w 1881188"/>
                <a:gd name="connsiteY0" fmla="*/ 495300 h 495300"/>
                <a:gd name="connsiteX1" fmla="*/ 1821657 w 1881188"/>
                <a:gd name="connsiteY1" fmla="*/ 457200 h 495300"/>
                <a:gd name="connsiteX2" fmla="*/ 1881188 w 1881188"/>
                <a:gd name="connsiteY2" fmla="*/ 454819 h 495300"/>
                <a:gd name="connsiteX3" fmla="*/ 1814513 w 1881188"/>
                <a:gd name="connsiteY3" fmla="*/ 442913 h 495300"/>
                <a:gd name="connsiteX4" fmla="*/ 1750219 w 1881188"/>
                <a:gd name="connsiteY4" fmla="*/ 426244 h 495300"/>
                <a:gd name="connsiteX5" fmla="*/ 1695450 w 1881188"/>
                <a:gd name="connsiteY5" fmla="*/ 419100 h 495300"/>
                <a:gd name="connsiteX6" fmla="*/ 1657350 w 1881188"/>
                <a:gd name="connsiteY6" fmla="*/ 411956 h 495300"/>
                <a:gd name="connsiteX7" fmla="*/ 1576388 w 1881188"/>
                <a:gd name="connsiteY7" fmla="*/ 404813 h 495300"/>
                <a:gd name="connsiteX8" fmla="*/ 1514475 w 1881188"/>
                <a:gd name="connsiteY8" fmla="*/ 404813 h 495300"/>
                <a:gd name="connsiteX9" fmla="*/ 1473994 w 1881188"/>
                <a:gd name="connsiteY9" fmla="*/ 402431 h 495300"/>
                <a:gd name="connsiteX10" fmla="*/ 1445419 w 1881188"/>
                <a:gd name="connsiteY10" fmla="*/ 388144 h 495300"/>
                <a:gd name="connsiteX11" fmla="*/ 1416844 w 1881188"/>
                <a:gd name="connsiteY11" fmla="*/ 376238 h 495300"/>
                <a:gd name="connsiteX12" fmla="*/ 1407319 w 1881188"/>
                <a:gd name="connsiteY12" fmla="*/ 323850 h 495300"/>
                <a:gd name="connsiteX13" fmla="*/ 1404938 w 1881188"/>
                <a:gd name="connsiteY13" fmla="*/ 311944 h 495300"/>
                <a:gd name="connsiteX14" fmla="*/ 1402557 w 1881188"/>
                <a:gd name="connsiteY14" fmla="*/ 261938 h 495300"/>
                <a:gd name="connsiteX15" fmla="*/ 1402557 w 1881188"/>
                <a:gd name="connsiteY15" fmla="*/ 261938 h 495300"/>
                <a:gd name="connsiteX16" fmla="*/ 1462088 w 1881188"/>
                <a:gd name="connsiteY16" fmla="*/ 209550 h 495300"/>
                <a:gd name="connsiteX17" fmla="*/ 1493044 w 1881188"/>
                <a:gd name="connsiteY17" fmla="*/ 188119 h 495300"/>
                <a:gd name="connsiteX18" fmla="*/ 1526382 w 1881188"/>
                <a:gd name="connsiteY18" fmla="*/ 164306 h 495300"/>
                <a:gd name="connsiteX19" fmla="*/ 1454944 w 1881188"/>
                <a:gd name="connsiteY19" fmla="*/ 150019 h 495300"/>
                <a:gd name="connsiteX20" fmla="*/ 1397794 w 1881188"/>
                <a:gd name="connsiteY20" fmla="*/ 138113 h 495300"/>
                <a:gd name="connsiteX21" fmla="*/ 1340644 w 1881188"/>
                <a:gd name="connsiteY21" fmla="*/ 135731 h 495300"/>
                <a:gd name="connsiteX22" fmla="*/ 1295400 w 1881188"/>
                <a:gd name="connsiteY22" fmla="*/ 142875 h 495300"/>
                <a:gd name="connsiteX23" fmla="*/ 1262063 w 1881188"/>
                <a:gd name="connsiteY23" fmla="*/ 145256 h 495300"/>
                <a:gd name="connsiteX24" fmla="*/ 1233488 w 1881188"/>
                <a:gd name="connsiteY24" fmla="*/ 164306 h 495300"/>
                <a:gd name="connsiteX25" fmla="*/ 1185863 w 1881188"/>
                <a:gd name="connsiteY25" fmla="*/ 183356 h 495300"/>
                <a:gd name="connsiteX26" fmla="*/ 1135857 w 1881188"/>
                <a:gd name="connsiteY26" fmla="*/ 180975 h 495300"/>
                <a:gd name="connsiteX27" fmla="*/ 1100138 w 1881188"/>
                <a:gd name="connsiteY27" fmla="*/ 169069 h 495300"/>
                <a:gd name="connsiteX28" fmla="*/ 1066800 w 1881188"/>
                <a:gd name="connsiteY28" fmla="*/ 152400 h 495300"/>
                <a:gd name="connsiteX29" fmla="*/ 1038225 w 1881188"/>
                <a:gd name="connsiteY29" fmla="*/ 133350 h 495300"/>
                <a:gd name="connsiteX30" fmla="*/ 1021557 w 1881188"/>
                <a:gd name="connsiteY30" fmla="*/ 114300 h 495300"/>
                <a:gd name="connsiteX31" fmla="*/ 992982 w 1881188"/>
                <a:gd name="connsiteY31" fmla="*/ 102394 h 495300"/>
                <a:gd name="connsiteX32" fmla="*/ 947738 w 1881188"/>
                <a:gd name="connsiteY32" fmla="*/ 104775 h 495300"/>
                <a:gd name="connsiteX33" fmla="*/ 914400 w 1881188"/>
                <a:gd name="connsiteY33" fmla="*/ 104775 h 495300"/>
                <a:gd name="connsiteX34" fmla="*/ 902494 w 1881188"/>
                <a:gd name="connsiteY34" fmla="*/ 107156 h 495300"/>
                <a:gd name="connsiteX35" fmla="*/ 869157 w 1881188"/>
                <a:gd name="connsiteY35" fmla="*/ 88106 h 495300"/>
                <a:gd name="connsiteX36" fmla="*/ 838200 w 1881188"/>
                <a:gd name="connsiteY36" fmla="*/ 61913 h 495300"/>
                <a:gd name="connsiteX37" fmla="*/ 819150 w 1881188"/>
                <a:gd name="connsiteY37" fmla="*/ 35719 h 495300"/>
                <a:gd name="connsiteX38" fmla="*/ 802482 w 1881188"/>
                <a:gd name="connsiteY38" fmla="*/ 33338 h 495300"/>
                <a:gd name="connsiteX39" fmla="*/ 757238 w 1881188"/>
                <a:gd name="connsiteY39" fmla="*/ 19050 h 495300"/>
                <a:gd name="connsiteX40" fmla="*/ 726282 w 1881188"/>
                <a:gd name="connsiteY40" fmla="*/ 4763 h 495300"/>
                <a:gd name="connsiteX41" fmla="*/ 697707 w 1881188"/>
                <a:gd name="connsiteY41" fmla="*/ 0 h 495300"/>
                <a:gd name="connsiteX42" fmla="*/ 719138 w 1881188"/>
                <a:gd name="connsiteY42" fmla="*/ 19050 h 495300"/>
                <a:gd name="connsiteX43" fmla="*/ 716757 w 1881188"/>
                <a:gd name="connsiteY43" fmla="*/ 57150 h 495300"/>
                <a:gd name="connsiteX44" fmla="*/ 716757 w 1881188"/>
                <a:gd name="connsiteY44" fmla="*/ 57150 h 495300"/>
                <a:gd name="connsiteX45" fmla="*/ 695325 w 1881188"/>
                <a:gd name="connsiteY45" fmla="*/ 80963 h 495300"/>
                <a:gd name="connsiteX46" fmla="*/ 678657 w 1881188"/>
                <a:gd name="connsiteY46" fmla="*/ 100013 h 495300"/>
                <a:gd name="connsiteX47" fmla="*/ 652463 w 1881188"/>
                <a:gd name="connsiteY47" fmla="*/ 114300 h 495300"/>
                <a:gd name="connsiteX48" fmla="*/ 623888 w 1881188"/>
                <a:gd name="connsiteY48" fmla="*/ 121444 h 495300"/>
                <a:gd name="connsiteX49" fmla="*/ 602457 w 1881188"/>
                <a:gd name="connsiteY49" fmla="*/ 126206 h 495300"/>
                <a:gd name="connsiteX50" fmla="*/ 559594 w 1881188"/>
                <a:gd name="connsiteY50" fmla="*/ 123825 h 495300"/>
                <a:gd name="connsiteX51" fmla="*/ 514350 w 1881188"/>
                <a:gd name="connsiteY51" fmla="*/ 119063 h 495300"/>
                <a:gd name="connsiteX52" fmla="*/ 481013 w 1881188"/>
                <a:gd name="connsiteY52" fmla="*/ 111919 h 495300"/>
                <a:gd name="connsiteX53" fmla="*/ 452438 w 1881188"/>
                <a:gd name="connsiteY53" fmla="*/ 111919 h 495300"/>
                <a:gd name="connsiteX54" fmla="*/ 395288 w 1881188"/>
                <a:gd name="connsiteY54" fmla="*/ 119063 h 495300"/>
                <a:gd name="connsiteX55" fmla="*/ 352425 w 1881188"/>
                <a:gd name="connsiteY55" fmla="*/ 123825 h 495300"/>
                <a:gd name="connsiteX56" fmla="*/ 292894 w 1881188"/>
                <a:gd name="connsiteY56" fmla="*/ 128588 h 495300"/>
                <a:gd name="connsiteX57" fmla="*/ 228600 w 1881188"/>
                <a:gd name="connsiteY57" fmla="*/ 135731 h 495300"/>
                <a:gd name="connsiteX58" fmla="*/ 150019 w 1881188"/>
                <a:gd name="connsiteY58" fmla="*/ 145256 h 495300"/>
                <a:gd name="connsiteX59" fmla="*/ 100013 w 1881188"/>
                <a:gd name="connsiteY59" fmla="*/ 147638 h 495300"/>
                <a:gd name="connsiteX60" fmla="*/ 100013 w 1881188"/>
                <a:gd name="connsiteY60" fmla="*/ 147638 h 495300"/>
                <a:gd name="connsiteX61" fmla="*/ 42863 w 1881188"/>
                <a:gd name="connsiteY61" fmla="*/ 178594 h 495300"/>
                <a:gd name="connsiteX62" fmla="*/ 4763 w 1881188"/>
                <a:gd name="connsiteY62" fmla="*/ 197644 h 495300"/>
                <a:gd name="connsiteX63" fmla="*/ 0 w 1881188"/>
                <a:gd name="connsiteY63" fmla="*/ 219075 h 495300"/>
                <a:gd name="connsiteX64" fmla="*/ 21432 w 1881188"/>
                <a:gd name="connsiteY64" fmla="*/ 214313 h 495300"/>
                <a:gd name="connsiteX65" fmla="*/ 73819 w 1881188"/>
                <a:gd name="connsiteY65" fmla="*/ 209550 h 495300"/>
                <a:gd name="connsiteX66" fmla="*/ 135732 w 1881188"/>
                <a:gd name="connsiteY66" fmla="*/ 207169 h 495300"/>
                <a:gd name="connsiteX67" fmla="*/ 352425 w 1881188"/>
                <a:gd name="connsiteY67" fmla="*/ 261938 h 495300"/>
                <a:gd name="connsiteX68" fmla="*/ 523875 w 1881188"/>
                <a:gd name="connsiteY68" fmla="*/ 311944 h 495300"/>
                <a:gd name="connsiteX69" fmla="*/ 721519 w 1881188"/>
                <a:gd name="connsiteY69" fmla="*/ 364331 h 495300"/>
                <a:gd name="connsiteX70" fmla="*/ 873919 w 1881188"/>
                <a:gd name="connsiteY70" fmla="*/ 402431 h 495300"/>
                <a:gd name="connsiteX71" fmla="*/ 1040607 w 1881188"/>
                <a:gd name="connsiteY71" fmla="*/ 419100 h 495300"/>
                <a:gd name="connsiteX72" fmla="*/ 1226344 w 1881188"/>
                <a:gd name="connsiteY72" fmla="*/ 440531 h 495300"/>
                <a:gd name="connsiteX73" fmla="*/ 1662113 w 1881188"/>
                <a:gd name="connsiteY73" fmla="*/ 4953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881188" h="495300">
                  <a:moveTo>
                    <a:pt x="1662113" y="495300"/>
                  </a:moveTo>
                  <a:lnTo>
                    <a:pt x="1821657" y="457200"/>
                  </a:lnTo>
                  <a:lnTo>
                    <a:pt x="1881188" y="454819"/>
                  </a:lnTo>
                  <a:lnTo>
                    <a:pt x="1814513" y="442913"/>
                  </a:lnTo>
                  <a:lnTo>
                    <a:pt x="1750219" y="426244"/>
                  </a:lnTo>
                  <a:lnTo>
                    <a:pt x="1695450" y="419100"/>
                  </a:lnTo>
                  <a:lnTo>
                    <a:pt x="1657350" y="411956"/>
                  </a:lnTo>
                  <a:lnTo>
                    <a:pt x="1576388" y="404813"/>
                  </a:lnTo>
                  <a:lnTo>
                    <a:pt x="1514475" y="404813"/>
                  </a:lnTo>
                  <a:lnTo>
                    <a:pt x="1473994" y="402431"/>
                  </a:lnTo>
                  <a:lnTo>
                    <a:pt x="1445419" y="388144"/>
                  </a:lnTo>
                  <a:lnTo>
                    <a:pt x="1416844" y="376238"/>
                  </a:lnTo>
                  <a:lnTo>
                    <a:pt x="1407319" y="323850"/>
                  </a:lnTo>
                  <a:lnTo>
                    <a:pt x="1404938" y="311944"/>
                  </a:lnTo>
                  <a:lnTo>
                    <a:pt x="1402557" y="261938"/>
                  </a:lnTo>
                  <a:lnTo>
                    <a:pt x="1402557" y="261938"/>
                  </a:lnTo>
                  <a:lnTo>
                    <a:pt x="1462088" y="209550"/>
                  </a:lnTo>
                  <a:lnTo>
                    <a:pt x="1493044" y="188119"/>
                  </a:lnTo>
                  <a:lnTo>
                    <a:pt x="1526382" y="164306"/>
                  </a:lnTo>
                  <a:lnTo>
                    <a:pt x="1454944" y="150019"/>
                  </a:lnTo>
                  <a:lnTo>
                    <a:pt x="1397794" y="138113"/>
                  </a:lnTo>
                  <a:lnTo>
                    <a:pt x="1340644" y="135731"/>
                  </a:lnTo>
                  <a:lnTo>
                    <a:pt x="1295400" y="142875"/>
                  </a:lnTo>
                  <a:lnTo>
                    <a:pt x="1262063" y="145256"/>
                  </a:lnTo>
                  <a:lnTo>
                    <a:pt x="1233488" y="164306"/>
                  </a:lnTo>
                  <a:lnTo>
                    <a:pt x="1185863" y="183356"/>
                  </a:lnTo>
                  <a:lnTo>
                    <a:pt x="1135857" y="180975"/>
                  </a:lnTo>
                  <a:lnTo>
                    <a:pt x="1100138" y="169069"/>
                  </a:lnTo>
                  <a:lnTo>
                    <a:pt x="1066800" y="152400"/>
                  </a:lnTo>
                  <a:lnTo>
                    <a:pt x="1038225" y="133350"/>
                  </a:lnTo>
                  <a:lnTo>
                    <a:pt x="1021557" y="114300"/>
                  </a:lnTo>
                  <a:lnTo>
                    <a:pt x="992982" y="102394"/>
                  </a:lnTo>
                  <a:lnTo>
                    <a:pt x="947738" y="104775"/>
                  </a:lnTo>
                  <a:lnTo>
                    <a:pt x="914400" y="104775"/>
                  </a:lnTo>
                  <a:lnTo>
                    <a:pt x="902494" y="107156"/>
                  </a:lnTo>
                  <a:lnTo>
                    <a:pt x="869157" y="88106"/>
                  </a:lnTo>
                  <a:lnTo>
                    <a:pt x="838200" y="61913"/>
                  </a:lnTo>
                  <a:lnTo>
                    <a:pt x="819150" y="35719"/>
                  </a:lnTo>
                  <a:lnTo>
                    <a:pt x="802482" y="33338"/>
                  </a:lnTo>
                  <a:lnTo>
                    <a:pt x="757238" y="19050"/>
                  </a:lnTo>
                  <a:lnTo>
                    <a:pt x="726282" y="4763"/>
                  </a:lnTo>
                  <a:lnTo>
                    <a:pt x="697707" y="0"/>
                  </a:lnTo>
                  <a:lnTo>
                    <a:pt x="719138" y="19050"/>
                  </a:lnTo>
                  <a:lnTo>
                    <a:pt x="716757" y="57150"/>
                  </a:lnTo>
                  <a:lnTo>
                    <a:pt x="716757" y="57150"/>
                  </a:lnTo>
                  <a:lnTo>
                    <a:pt x="695325" y="80963"/>
                  </a:lnTo>
                  <a:lnTo>
                    <a:pt x="678657" y="100013"/>
                  </a:lnTo>
                  <a:lnTo>
                    <a:pt x="652463" y="114300"/>
                  </a:lnTo>
                  <a:lnTo>
                    <a:pt x="623888" y="121444"/>
                  </a:lnTo>
                  <a:lnTo>
                    <a:pt x="602457" y="126206"/>
                  </a:lnTo>
                  <a:lnTo>
                    <a:pt x="559594" y="123825"/>
                  </a:lnTo>
                  <a:lnTo>
                    <a:pt x="514350" y="119063"/>
                  </a:lnTo>
                  <a:lnTo>
                    <a:pt x="481013" y="111919"/>
                  </a:lnTo>
                  <a:lnTo>
                    <a:pt x="452438" y="111919"/>
                  </a:lnTo>
                  <a:lnTo>
                    <a:pt x="395288" y="119063"/>
                  </a:lnTo>
                  <a:lnTo>
                    <a:pt x="352425" y="123825"/>
                  </a:lnTo>
                  <a:lnTo>
                    <a:pt x="292894" y="128588"/>
                  </a:lnTo>
                  <a:lnTo>
                    <a:pt x="228600" y="135731"/>
                  </a:lnTo>
                  <a:lnTo>
                    <a:pt x="150019" y="145256"/>
                  </a:lnTo>
                  <a:lnTo>
                    <a:pt x="100013" y="147638"/>
                  </a:lnTo>
                  <a:lnTo>
                    <a:pt x="100013" y="147638"/>
                  </a:lnTo>
                  <a:lnTo>
                    <a:pt x="42863" y="178594"/>
                  </a:lnTo>
                  <a:lnTo>
                    <a:pt x="4763" y="197644"/>
                  </a:lnTo>
                  <a:lnTo>
                    <a:pt x="0" y="219075"/>
                  </a:lnTo>
                  <a:lnTo>
                    <a:pt x="21432" y="214313"/>
                  </a:lnTo>
                  <a:lnTo>
                    <a:pt x="73819" y="209550"/>
                  </a:lnTo>
                  <a:lnTo>
                    <a:pt x="135732" y="207169"/>
                  </a:lnTo>
                  <a:lnTo>
                    <a:pt x="352425" y="261938"/>
                  </a:lnTo>
                  <a:lnTo>
                    <a:pt x="523875" y="311944"/>
                  </a:lnTo>
                  <a:lnTo>
                    <a:pt x="721519" y="364331"/>
                  </a:lnTo>
                  <a:lnTo>
                    <a:pt x="873919" y="402431"/>
                  </a:lnTo>
                  <a:lnTo>
                    <a:pt x="1040607" y="419100"/>
                  </a:lnTo>
                  <a:lnTo>
                    <a:pt x="1226344" y="440531"/>
                  </a:lnTo>
                  <a:lnTo>
                    <a:pt x="1662113" y="49530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369218" y="1850231"/>
              <a:ext cx="1466850" cy="290513"/>
            </a:xfrm>
            <a:custGeom>
              <a:avLst/>
              <a:gdLst>
                <a:gd name="connsiteX0" fmla="*/ 0 w 1466850"/>
                <a:gd name="connsiteY0" fmla="*/ 73819 h 290513"/>
                <a:gd name="connsiteX1" fmla="*/ 80963 w 1466850"/>
                <a:gd name="connsiteY1" fmla="*/ 64294 h 290513"/>
                <a:gd name="connsiteX2" fmla="*/ 183357 w 1466850"/>
                <a:gd name="connsiteY2" fmla="*/ 71438 h 290513"/>
                <a:gd name="connsiteX3" fmla="*/ 288132 w 1466850"/>
                <a:gd name="connsiteY3" fmla="*/ 64294 h 290513"/>
                <a:gd name="connsiteX4" fmla="*/ 321469 w 1466850"/>
                <a:gd name="connsiteY4" fmla="*/ 61913 h 290513"/>
                <a:gd name="connsiteX5" fmla="*/ 373857 w 1466850"/>
                <a:gd name="connsiteY5" fmla="*/ 52388 h 290513"/>
                <a:gd name="connsiteX6" fmla="*/ 450057 w 1466850"/>
                <a:gd name="connsiteY6" fmla="*/ 30956 h 290513"/>
                <a:gd name="connsiteX7" fmla="*/ 519113 w 1466850"/>
                <a:gd name="connsiteY7" fmla="*/ 23813 h 290513"/>
                <a:gd name="connsiteX8" fmla="*/ 619125 w 1466850"/>
                <a:gd name="connsiteY8" fmla="*/ 40481 h 290513"/>
                <a:gd name="connsiteX9" fmla="*/ 709613 w 1466850"/>
                <a:gd name="connsiteY9" fmla="*/ 59531 h 290513"/>
                <a:gd name="connsiteX10" fmla="*/ 740569 w 1466850"/>
                <a:gd name="connsiteY10" fmla="*/ 61913 h 290513"/>
                <a:gd name="connsiteX11" fmla="*/ 771525 w 1466850"/>
                <a:gd name="connsiteY11" fmla="*/ 47625 h 290513"/>
                <a:gd name="connsiteX12" fmla="*/ 800100 w 1466850"/>
                <a:gd name="connsiteY12" fmla="*/ 0 h 290513"/>
                <a:gd name="connsiteX13" fmla="*/ 900113 w 1466850"/>
                <a:gd name="connsiteY13" fmla="*/ 11906 h 290513"/>
                <a:gd name="connsiteX14" fmla="*/ 859632 w 1466850"/>
                <a:gd name="connsiteY14" fmla="*/ 33338 h 290513"/>
                <a:gd name="connsiteX15" fmla="*/ 878682 w 1466850"/>
                <a:gd name="connsiteY15" fmla="*/ 64294 h 290513"/>
                <a:gd name="connsiteX16" fmla="*/ 904875 w 1466850"/>
                <a:gd name="connsiteY16" fmla="*/ 69056 h 290513"/>
                <a:gd name="connsiteX17" fmla="*/ 978694 w 1466850"/>
                <a:gd name="connsiteY17" fmla="*/ 38100 h 290513"/>
                <a:gd name="connsiteX18" fmla="*/ 1019175 w 1466850"/>
                <a:gd name="connsiteY18" fmla="*/ 54769 h 290513"/>
                <a:gd name="connsiteX19" fmla="*/ 1050132 w 1466850"/>
                <a:gd name="connsiteY19" fmla="*/ 61913 h 290513"/>
                <a:gd name="connsiteX20" fmla="*/ 1071563 w 1466850"/>
                <a:gd name="connsiteY20" fmla="*/ 83344 h 290513"/>
                <a:gd name="connsiteX21" fmla="*/ 1104900 w 1466850"/>
                <a:gd name="connsiteY21" fmla="*/ 100013 h 290513"/>
                <a:gd name="connsiteX22" fmla="*/ 1143000 w 1466850"/>
                <a:gd name="connsiteY22" fmla="*/ 107156 h 290513"/>
                <a:gd name="connsiteX23" fmla="*/ 1164432 w 1466850"/>
                <a:gd name="connsiteY23" fmla="*/ 102394 h 290513"/>
                <a:gd name="connsiteX24" fmla="*/ 1178719 w 1466850"/>
                <a:gd name="connsiteY24" fmla="*/ 71438 h 290513"/>
                <a:gd name="connsiteX25" fmla="*/ 1240632 w 1466850"/>
                <a:gd name="connsiteY25" fmla="*/ 66675 h 290513"/>
                <a:gd name="connsiteX26" fmla="*/ 1328738 w 1466850"/>
                <a:gd name="connsiteY26" fmla="*/ 71438 h 290513"/>
                <a:gd name="connsiteX27" fmla="*/ 1421607 w 1466850"/>
                <a:gd name="connsiteY27" fmla="*/ 95250 h 290513"/>
                <a:gd name="connsiteX28" fmla="*/ 1459707 w 1466850"/>
                <a:gd name="connsiteY28" fmla="*/ 107156 h 290513"/>
                <a:gd name="connsiteX29" fmla="*/ 1466850 w 1466850"/>
                <a:gd name="connsiteY29" fmla="*/ 135731 h 290513"/>
                <a:gd name="connsiteX30" fmla="*/ 1459707 w 1466850"/>
                <a:gd name="connsiteY30" fmla="*/ 152400 h 290513"/>
                <a:gd name="connsiteX31" fmla="*/ 1397794 w 1466850"/>
                <a:gd name="connsiteY31" fmla="*/ 171450 h 290513"/>
                <a:gd name="connsiteX32" fmla="*/ 1264444 w 1466850"/>
                <a:gd name="connsiteY32" fmla="*/ 171450 h 290513"/>
                <a:gd name="connsiteX33" fmla="*/ 1159669 w 1466850"/>
                <a:gd name="connsiteY33" fmla="*/ 188119 h 290513"/>
                <a:gd name="connsiteX34" fmla="*/ 1073944 w 1466850"/>
                <a:gd name="connsiteY34" fmla="*/ 195263 h 290513"/>
                <a:gd name="connsiteX35" fmla="*/ 981075 w 1466850"/>
                <a:gd name="connsiteY35" fmla="*/ 207169 h 290513"/>
                <a:gd name="connsiteX36" fmla="*/ 904875 w 1466850"/>
                <a:gd name="connsiteY36" fmla="*/ 230981 h 290513"/>
                <a:gd name="connsiteX37" fmla="*/ 878682 w 1466850"/>
                <a:gd name="connsiteY37" fmla="*/ 238125 h 290513"/>
                <a:gd name="connsiteX38" fmla="*/ 804863 w 1466850"/>
                <a:gd name="connsiteY38" fmla="*/ 269081 h 290513"/>
                <a:gd name="connsiteX39" fmla="*/ 771525 w 1466850"/>
                <a:gd name="connsiteY39" fmla="*/ 273844 h 290513"/>
                <a:gd name="connsiteX40" fmla="*/ 728663 w 1466850"/>
                <a:gd name="connsiteY40" fmla="*/ 290513 h 290513"/>
                <a:gd name="connsiteX41" fmla="*/ 719138 w 1466850"/>
                <a:gd name="connsiteY41" fmla="*/ 278606 h 290513"/>
                <a:gd name="connsiteX42" fmla="*/ 645319 w 1466850"/>
                <a:gd name="connsiteY42" fmla="*/ 242888 h 290513"/>
                <a:gd name="connsiteX43" fmla="*/ 595313 w 1466850"/>
                <a:gd name="connsiteY43" fmla="*/ 211931 h 290513"/>
                <a:gd name="connsiteX44" fmla="*/ 519113 w 1466850"/>
                <a:gd name="connsiteY44" fmla="*/ 192881 h 290513"/>
                <a:gd name="connsiteX45" fmla="*/ 464344 w 1466850"/>
                <a:gd name="connsiteY45" fmla="*/ 178594 h 290513"/>
                <a:gd name="connsiteX46" fmla="*/ 388144 w 1466850"/>
                <a:gd name="connsiteY46" fmla="*/ 161925 h 290513"/>
                <a:gd name="connsiteX47" fmla="*/ 269082 w 1466850"/>
                <a:gd name="connsiteY47" fmla="*/ 138113 h 290513"/>
                <a:gd name="connsiteX48" fmla="*/ 164307 w 1466850"/>
                <a:gd name="connsiteY48" fmla="*/ 109538 h 290513"/>
                <a:gd name="connsiteX49" fmla="*/ 0 w 1466850"/>
                <a:gd name="connsiteY49" fmla="*/ 73819 h 290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66850" h="290513">
                  <a:moveTo>
                    <a:pt x="0" y="73819"/>
                  </a:moveTo>
                  <a:lnTo>
                    <a:pt x="80963" y="64294"/>
                  </a:lnTo>
                  <a:lnTo>
                    <a:pt x="183357" y="71438"/>
                  </a:lnTo>
                  <a:lnTo>
                    <a:pt x="288132" y="64294"/>
                  </a:lnTo>
                  <a:lnTo>
                    <a:pt x="321469" y="61913"/>
                  </a:lnTo>
                  <a:lnTo>
                    <a:pt x="373857" y="52388"/>
                  </a:lnTo>
                  <a:lnTo>
                    <a:pt x="450057" y="30956"/>
                  </a:lnTo>
                  <a:lnTo>
                    <a:pt x="519113" y="23813"/>
                  </a:lnTo>
                  <a:lnTo>
                    <a:pt x="619125" y="40481"/>
                  </a:lnTo>
                  <a:lnTo>
                    <a:pt x="709613" y="59531"/>
                  </a:lnTo>
                  <a:lnTo>
                    <a:pt x="740569" y="61913"/>
                  </a:lnTo>
                  <a:lnTo>
                    <a:pt x="771525" y="47625"/>
                  </a:lnTo>
                  <a:lnTo>
                    <a:pt x="800100" y="0"/>
                  </a:lnTo>
                  <a:lnTo>
                    <a:pt x="900113" y="11906"/>
                  </a:lnTo>
                  <a:lnTo>
                    <a:pt x="859632" y="33338"/>
                  </a:lnTo>
                  <a:lnTo>
                    <a:pt x="878682" y="64294"/>
                  </a:lnTo>
                  <a:lnTo>
                    <a:pt x="904875" y="69056"/>
                  </a:lnTo>
                  <a:lnTo>
                    <a:pt x="978694" y="38100"/>
                  </a:lnTo>
                  <a:lnTo>
                    <a:pt x="1019175" y="54769"/>
                  </a:lnTo>
                  <a:lnTo>
                    <a:pt x="1050132" y="61913"/>
                  </a:lnTo>
                  <a:lnTo>
                    <a:pt x="1071563" y="83344"/>
                  </a:lnTo>
                  <a:lnTo>
                    <a:pt x="1104900" y="100013"/>
                  </a:lnTo>
                  <a:lnTo>
                    <a:pt x="1143000" y="107156"/>
                  </a:lnTo>
                  <a:lnTo>
                    <a:pt x="1164432" y="102394"/>
                  </a:lnTo>
                  <a:lnTo>
                    <a:pt x="1178719" y="71438"/>
                  </a:lnTo>
                  <a:lnTo>
                    <a:pt x="1240632" y="66675"/>
                  </a:lnTo>
                  <a:lnTo>
                    <a:pt x="1328738" y="71438"/>
                  </a:lnTo>
                  <a:lnTo>
                    <a:pt x="1421607" y="95250"/>
                  </a:lnTo>
                  <a:lnTo>
                    <a:pt x="1459707" y="107156"/>
                  </a:lnTo>
                  <a:lnTo>
                    <a:pt x="1466850" y="135731"/>
                  </a:lnTo>
                  <a:lnTo>
                    <a:pt x="1459707" y="152400"/>
                  </a:lnTo>
                  <a:lnTo>
                    <a:pt x="1397794" y="171450"/>
                  </a:lnTo>
                  <a:lnTo>
                    <a:pt x="1264444" y="171450"/>
                  </a:lnTo>
                  <a:lnTo>
                    <a:pt x="1159669" y="188119"/>
                  </a:lnTo>
                  <a:lnTo>
                    <a:pt x="1073944" y="195263"/>
                  </a:lnTo>
                  <a:lnTo>
                    <a:pt x="981075" y="207169"/>
                  </a:lnTo>
                  <a:lnTo>
                    <a:pt x="904875" y="230981"/>
                  </a:lnTo>
                  <a:lnTo>
                    <a:pt x="878682" y="238125"/>
                  </a:lnTo>
                  <a:lnTo>
                    <a:pt x="804863" y="269081"/>
                  </a:lnTo>
                  <a:lnTo>
                    <a:pt x="771525" y="273844"/>
                  </a:lnTo>
                  <a:lnTo>
                    <a:pt x="728663" y="290513"/>
                  </a:lnTo>
                  <a:lnTo>
                    <a:pt x="719138" y="278606"/>
                  </a:lnTo>
                  <a:lnTo>
                    <a:pt x="645319" y="242888"/>
                  </a:lnTo>
                  <a:lnTo>
                    <a:pt x="595313" y="211931"/>
                  </a:lnTo>
                  <a:lnTo>
                    <a:pt x="519113" y="192881"/>
                  </a:lnTo>
                  <a:lnTo>
                    <a:pt x="464344" y="178594"/>
                  </a:lnTo>
                  <a:lnTo>
                    <a:pt x="388144" y="161925"/>
                  </a:lnTo>
                  <a:lnTo>
                    <a:pt x="269082" y="138113"/>
                  </a:lnTo>
                  <a:lnTo>
                    <a:pt x="164307" y="109538"/>
                  </a:lnTo>
                  <a:lnTo>
                    <a:pt x="0" y="73819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183606" y="1604962"/>
              <a:ext cx="2976562" cy="585788"/>
            </a:xfrm>
            <a:custGeom>
              <a:avLst/>
              <a:gdLst>
                <a:gd name="connsiteX0" fmla="*/ 2345531 w 2976562"/>
                <a:gd name="connsiteY0" fmla="*/ 585788 h 585788"/>
                <a:gd name="connsiteX1" fmla="*/ 2281237 w 2976562"/>
                <a:gd name="connsiteY1" fmla="*/ 564357 h 585788"/>
                <a:gd name="connsiteX2" fmla="*/ 2266950 w 2976562"/>
                <a:gd name="connsiteY2" fmla="*/ 559594 h 585788"/>
                <a:gd name="connsiteX3" fmla="*/ 2228850 w 2976562"/>
                <a:gd name="connsiteY3" fmla="*/ 559594 h 585788"/>
                <a:gd name="connsiteX4" fmla="*/ 2197894 w 2976562"/>
                <a:gd name="connsiteY4" fmla="*/ 550069 h 585788"/>
                <a:gd name="connsiteX5" fmla="*/ 2183606 w 2976562"/>
                <a:gd name="connsiteY5" fmla="*/ 542925 h 585788"/>
                <a:gd name="connsiteX6" fmla="*/ 2105025 w 2976562"/>
                <a:gd name="connsiteY6" fmla="*/ 531019 h 585788"/>
                <a:gd name="connsiteX7" fmla="*/ 2050256 w 2976562"/>
                <a:gd name="connsiteY7" fmla="*/ 521494 h 585788"/>
                <a:gd name="connsiteX8" fmla="*/ 2009775 w 2976562"/>
                <a:gd name="connsiteY8" fmla="*/ 519113 h 585788"/>
                <a:gd name="connsiteX9" fmla="*/ 1957387 w 2976562"/>
                <a:gd name="connsiteY9" fmla="*/ 502444 h 585788"/>
                <a:gd name="connsiteX10" fmla="*/ 1893094 w 2976562"/>
                <a:gd name="connsiteY10" fmla="*/ 485775 h 585788"/>
                <a:gd name="connsiteX11" fmla="*/ 1845469 w 2976562"/>
                <a:gd name="connsiteY11" fmla="*/ 473869 h 585788"/>
                <a:gd name="connsiteX12" fmla="*/ 1800225 w 2976562"/>
                <a:gd name="connsiteY12" fmla="*/ 464344 h 585788"/>
                <a:gd name="connsiteX13" fmla="*/ 1788319 w 2976562"/>
                <a:gd name="connsiteY13" fmla="*/ 461963 h 585788"/>
                <a:gd name="connsiteX14" fmla="*/ 1728787 w 2976562"/>
                <a:gd name="connsiteY14" fmla="*/ 473869 h 585788"/>
                <a:gd name="connsiteX15" fmla="*/ 1714500 w 2976562"/>
                <a:gd name="connsiteY15" fmla="*/ 481013 h 585788"/>
                <a:gd name="connsiteX16" fmla="*/ 1654969 w 2976562"/>
                <a:gd name="connsiteY16" fmla="*/ 490538 h 585788"/>
                <a:gd name="connsiteX17" fmla="*/ 1600200 w 2976562"/>
                <a:gd name="connsiteY17" fmla="*/ 492919 h 585788"/>
                <a:gd name="connsiteX18" fmla="*/ 1574006 w 2976562"/>
                <a:gd name="connsiteY18" fmla="*/ 495300 h 585788"/>
                <a:gd name="connsiteX19" fmla="*/ 1524000 w 2976562"/>
                <a:gd name="connsiteY19" fmla="*/ 483394 h 585788"/>
                <a:gd name="connsiteX20" fmla="*/ 1481137 w 2976562"/>
                <a:gd name="connsiteY20" fmla="*/ 476250 h 585788"/>
                <a:gd name="connsiteX21" fmla="*/ 1447800 w 2976562"/>
                <a:gd name="connsiteY21" fmla="*/ 473869 h 585788"/>
                <a:gd name="connsiteX22" fmla="*/ 1404937 w 2976562"/>
                <a:gd name="connsiteY22" fmla="*/ 469107 h 585788"/>
                <a:gd name="connsiteX23" fmla="*/ 1364456 w 2976562"/>
                <a:gd name="connsiteY23" fmla="*/ 471488 h 585788"/>
                <a:gd name="connsiteX24" fmla="*/ 1333500 w 2976562"/>
                <a:gd name="connsiteY24" fmla="*/ 471488 h 585788"/>
                <a:gd name="connsiteX25" fmla="*/ 1333500 w 2976562"/>
                <a:gd name="connsiteY25" fmla="*/ 471488 h 585788"/>
                <a:gd name="connsiteX26" fmla="*/ 1276350 w 2976562"/>
                <a:gd name="connsiteY26" fmla="*/ 485775 h 585788"/>
                <a:gd name="connsiteX27" fmla="*/ 1238250 w 2976562"/>
                <a:gd name="connsiteY27" fmla="*/ 504825 h 585788"/>
                <a:gd name="connsiteX28" fmla="*/ 1207294 w 2976562"/>
                <a:gd name="connsiteY28" fmla="*/ 516732 h 585788"/>
                <a:gd name="connsiteX29" fmla="*/ 1143000 w 2976562"/>
                <a:gd name="connsiteY29" fmla="*/ 502444 h 585788"/>
                <a:gd name="connsiteX30" fmla="*/ 1114425 w 2976562"/>
                <a:gd name="connsiteY30" fmla="*/ 488157 h 585788"/>
                <a:gd name="connsiteX31" fmla="*/ 1088231 w 2976562"/>
                <a:gd name="connsiteY31" fmla="*/ 464344 h 585788"/>
                <a:gd name="connsiteX32" fmla="*/ 1064419 w 2976562"/>
                <a:gd name="connsiteY32" fmla="*/ 442913 h 585788"/>
                <a:gd name="connsiteX33" fmla="*/ 1064419 w 2976562"/>
                <a:gd name="connsiteY33" fmla="*/ 442913 h 585788"/>
                <a:gd name="connsiteX34" fmla="*/ 1033462 w 2976562"/>
                <a:gd name="connsiteY34" fmla="*/ 431007 h 585788"/>
                <a:gd name="connsiteX35" fmla="*/ 1009650 w 2976562"/>
                <a:gd name="connsiteY35" fmla="*/ 431007 h 585788"/>
                <a:gd name="connsiteX36" fmla="*/ 983456 w 2976562"/>
                <a:gd name="connsiteY36" fmla="*/ 431007 h 585788"/>
                <a:gd name="connsiteX37" fmla="*/ 959644 w 2976562"/>
                <a:gd name="connsiteY37" fmla="*/ 442913 h 585788"/>
                <a:gd name="connsiteX38" fmla="*/ 945356 w 2976562"/>
                <a:gd name="connsiteY38" fmla="*/ 435769 h 585788"/>
                <a:gd name="connsiteX39" fmla="*/ 914400 w 2976562"/>
                <a:gd name="connsiteY39" fmla="*/ 421482 h 585788"/>
                <a:gd name="connsiteX40" fmla="*/ 890587 w 2976562"/>
                <a:gd name="connsiteY40" fmla="*/ 404813 h 585788"/>
                <a:gd name="connsiteX41" fmla="*/ 869156 w 2976562"/>
                <a:gd name="connsiteY41" fmla="*/ 376238 h 585788"/>
                <a:gd name="connsiteX42" fmla="*/ 845344 w 2976562"/>
                <a:gd name="connsiteY42" fmla="*/ 359569 h 585788"/>
                <a:gd name="connsiteX43" fmla="*/ 804862 w 2976562"/>
                <a:gd name="connsiteY43" fmla="*/ 342900 h 585788"/>
                <a:gd name="connsiteX44" fmla="*/ 771525 w 2976562"/>
                <a:gd name="connsiteY44" fmla="*/ 335757 h 585788"/>
                <a:gd name="connsiteX45" fmla="*/ 750094 w 2976562"/>
                <a:gd name="connsiteY45" fmla="*/ 326232 h 585788"/>
                <a:gd name="connsiteX46" fmla="*/ 702469 w 2976562"/>
                <a:gd name="connsiteY46" fmla="*/ 330994 h 585788"/>
                <a:gd name="connsiteX47" fmla="*/ 661987 w 2976562"/>
                <a:gd name="connsiteY47" fmla="*/ 326232 h 585788"/>
                <a:gd name="connsiteX48" fmla="*/ 609600 w 2976562"/>
                <a:gd name="connsiteY48" fmla="*/ 311944 h 585788"/>
                <a:gd name="connsiteX49" fmla="*/ 581025 w 2976562"/>
                <a:gd name="connsiteY49" fmla="*/ 304800 h 585788"/>
                <a:gd name="connsiteX50" fmla="*/ 538162 w 2976562"/>
                <a:gd name="connsiteY50" fmla="*/ 297657 h 585788"/>
                <a:gd name="connsiteX51" fmla="*/ 504825 w 2976562"/>
                <a:gd name="connsiteY51" fmla="*/ 292894 h 585788"/>
                <a:gd name="connsiteX52" fmla="*/ 483394 w 2976562"/>
                <a:gd name="connsiteY52" fmla="*/ 290513 h 585788"/>
                <a:gd name="connsiteX53" fmla="*/ 461962 w 2976562"/>
                <a:gd name="connsiteY53" fmla="*/ 278607 h 585788"/>
                <a:gd name="connsiteX54" fmla="*/ 426244 w 2976562"/>
                <a:gd name="connsiteY54" fmla="*/ 269082 h 585788"/>
                <a:gd name="connsiteX55" fmla="*/ 392906 w 2976562"/>
                <a:gd name="connsiteY55" fmla="*/ 264319 h 585788"/>
                <a:gd name="connsiteX56" fmla="*/ 352425 w 2976562"/>
                <a:gd name="connsiteY56" fmla="*/ 264319 h 585788"/>
                <a:gd name="connsiteX57" fmla="*/ 314325 w 2976562"/>
                <a:gd name="connsiteY57" fmla="*/ 269082 h 585788"/>
                <a:gd name="connsiteX58" fmla="*/ 297656 w 2976562"/>
                <a:gd name="connsiteY58" fmla="*/ 290513 h 585788"/>
                <a:gd name="connsiteX59" fmla="*/ 278606 w 2976562"/>
                <a:gd name="connsiteY59" fmla="*/ 295275 h 585788"/>
                <a:gd name="connsiteX60" fmla="*/ 271462 w 2976562"/>
                <a:gd name="connsiteY60" fmla="*/ 297657 h 585788"/>
                <a:gd name="connsiteX61" fmla="*/ 219075 w 2976562"/>
                <a:gd name="connsiteY61" fmla="*/ 285750 h 585788"/>
                <a:gd name="connsiteX62" fmla="*/ 190500 w 2976562"/>
                <a:gd name="connsiteY62" fmla="*/ 278607 h 585788"/>
                <a:gd name="connsiteX63" fmla="*/ 190500 w 2976562"/>
                <a:gd name="connsiteY63" fmla="*/ 278607 h 585788"/>
                <a:gd name="connsiteX64" fmla="*/ 178594 w 2976562"/>
                <a:gd name="connsiteY64" fmla="*/ 266700 h 585788"/>
                <a:gd name="connsiteX65" fmla="*/ 135731 w 2976562"/>
                <a:gd name="connsiteY65" fmla="*/ 276225 h 585788"/>
                <a:gd name="connsiteX66" fmla="*/ 135731 w 2976562"/>
                <a:gd name="connsiteY66" fmla="*/ 276225 h 585788"/>
                <a:gd name="connsiteX67" fmla="*/ 116681 w 2976562"/>
                <a:gd name="connsiteY67" fmla="*/ 278607 h 585788"/>
                <a:gd name="connsiteX68" fmla="*/ 95250 w 2976562"/>
                <a:gd name="connsiteY68" fmla="*/ 266700 h 585788"/>
                <a:gd name="connsiteX69" fmla="*/ 119062 w 2976562"/>
                <a:gd name="connsiteY69" fmla="*/ 257175 h 585788"/>
                <a:gd name="connsiteX70" fmla="*/ 121444 w 2976562"/>
                <a:gd name="connsiteY70" fmla="*/ 240507 h 585788"/>
                <a:gd name="connsiteX71" fmla="*/ 88106 w 2976562"/>
                <a:gd name="connsiteY71" fmla="*/ 235744 h 585788"/>
                <a:gd name="connsiteX72" fmla="*/ 69056 w 2976562"/>
                <a:gd name="connsiteY72" fmla="*/ 245269 h 585788"/>
                <a:gd name="connsiteX73" fmla="*/ 4762 w 2976562"/>
                <a:gd name="connsiteY73" fmla="*/ 240507 h 585788"/>
                <a:gd name="connsiteX74" fmla="*/ 0 w 2976562"/>
                <a:gd name="connsiteY74" fmla="*/ 238125 h 585788"/>
                <a:gd name="connsiteX75" fmla="*/ 0 w 2976562"/>
                <a:gd name="connsiteY75" fmla="*/ 216694 h 585788"/>
                <a:gd name="connsiteX76" fmla="*/ 9525 w 2976562"/>
                <a:gd name="connsiteY76" fmla="*/ 214313 h 585788"/>
                <a:gd name="connsiteX77" fmla="*/ 14287 w 2976562"/>
                <a:gd name="connsiteY77" fmla="*/ 202407 h 585788"/>
                <a:gd name="connsiteX78" fmla="*/ 54769 w 2976562"/>
                <a:gd name="connsiteY78" fmla="*/ 202407 h 585788"/>
                <a:gd name="connsiteX79" fmla="*/ 83344 w 2976562"/>
                <a:gd name="connsiteY79" fmla="*/ 195263 h 585788"/>
                <a:gd name="connsiteX80" fmla="*/ 119062 w 2976562"/>
                <a:gd name="connsiteY80" fmla="*/ 197644 h 585788"/>
                <a:gd name="connsiteX81" fmla="*/ 173831 w 2976562"/>
                <a:gd name="connsiteY81" fmla="*/ 202407 h 585788"/>
                <a:gd name="connsiteX82" fmla="*/ 240506 w 2976562"/>
                <a:gd name="connsiteY82" fmla="*/ 204788 h 585788"/>
                <a:gd name="connsiteX83" fmla="*/ 300037 w 2976562"/>
                <a:gd name="connsiteY83" fmla="*/ 202407 h 585788"/>
                <a:gd name="connsiteX84" fmla="*/ 354806 w 2976562"/>
                <a:gd name="connsiteY84" fmla="*/ 202407 h 585788"/>
                <a:gd name="connsiteX85" fmla="*/ 395287 w 2976562"/>
                <a:gd name="connsiteY85" fmla="*/ 200025 h 585788"/>
                <a:gd name="connsiteX86" fmla="*/ 438150 w 2976562"/>
                <a:gd name="connsiteY86" fmla="*/ 200025 h 585788"/>
                <a:gd name="connsiteX87" fmla="*/ 485775 w 2976562"/>
                <a:gd name="connsiteY87" fmla="*/ 195263 h 585788"/>
                <a:gd name="connsiteX88" fmla="*/ 535781 w 2976562"/>
                <a:gd name="connsiteY88" fmla="*/ 190500 h 585788"/>
                <a:gd name="connsiteX89" fmla="*/ 590550 w 2976562"/>
                <a:gd name="connsiteY89" fmla="*/ 185738 h 585788"/>
                <a:gd name="connsiteX90" fmla="*/ 621506 w 2976562"/>
                <a:gd name="connsiteY90" fmla="*/ 183357 h 585788"/>
                <a:gd name="connsiteX91" fmla="*/ 685800 w 2976562"/>
                <a:gd name="connsiteY91" fmla="*/ 176213 h 585788"/>
                <a:gd name="connsiteX92" fmla="*/ 702469 w 2976562"/>
                <a:gd name="connsiteY92" fmla="*/ 171450 h 585788"/>
                <a:gd name="connsiteX93" fmla="*/ 769144 w 2976562"/>
                <a:gd name="connsiteY93" fmla="*/ 152400 h 585788"/>
                <a:gd name="connsiteX94" fmla="*/ 814387 w 2976562"/>
                <a:gd name="connsiteY94" fmla="*/ 133350 h 585788"/>
                <a:gd name="connsiteX95" fmla="*/ 831056 w 2976562"/>
                <a:gd name="connsiteY95" fmla="*/ 130969 h 585788"/>
                <a:gd name="connsiteX96" fmla="*/ 881062 w 2976562"/>
                <a:gd name="connsiteY96" fmla="*/ 138113 h 585788"/>
                <a:gd name="connsiteX97" fmla="*/ 923925 w 2976562"/>
                <a:gd name="connsiteY97" fmla="*/ 135732 h 585788"/>
                <a:gd name="connsiteX98" fmla="*/ 985837 w 2976562"/>
                <a:gd name="connsiteY98" fmla="*/ 116682 h 585788"/>
                <a:gd name="connsiteX99" fmla="*/ 1023937 w 2976562"/>
                <a:gd name="connsiteY99" fmla="*/ 107157 h 585788"/>
                <a:gd name="connsiteX100" fmla="*/ 1081087 w 2976562"/>
                <a:gd name="connsiteY100" fmla="*/ 100013 h 585788"/>
                <a:gd name="connsiteX101" fmla="*/ 1143000 w 2976562"/>
                <a:gd name="connsiteY101" fmla="*/ 85725 h 585788"/>
                <a:gd name="connsiteX102" fmla="*/ 1195387 w 2976562"/>
                <a:gd name="connsiteY102" fmla="*/ 78582 h 585788"/>
                <a:gd name="connsiteX103" fmla="*/ 1252537 w 2976562"/>
                <a:gd name="connsiteY103" fmla="*/ 64294 h 585788"/>
                <a:gd name="connsiteX104" fmla="*/ 1276350 w 2976562"/>
                <a:gd name="connsiteY104" fmla="*/ 83344 h 585788"/>
                <a:gd name="connsiteX105" fmla="*/ 1283494 w 2976562"/>
                <a:gd name="connsiteY105" fmla="*/ 107157 h 585788"/>
                <a:gd name="connsiteX106" fmla="*/ 1314450 w 2976562"/>
                <a:gd name="connsiteY106" fmla="*/ 126207 h 585788"/>
                <a:gd name="connsiteX107" fmla="*/ 1326356 w 2976562"/>
                <a:gd name="connsiteY107" fmla="*/ 128588 h 585788"/>
                <a:gd name="connsiteX108" fmla="*/ 1362075 w 2976562"/>
                <a:gd name="connsiteY108" fmla="*/ 166688 h 585788"/>
                <a:gd name="connsiteX109" fmla="*/ 1407319 w 2976562"/>
                <a:gd name="connsiteY109" fmla="*/ 166688 h 585788"/>
                <a:gd name="connsiteX110" fmla="*/ 1435894 w 2976562"/>
                <a:gd name="connsiteY110" fmla="*/ 157163 h 585788"/>
                <a:gd name="connsiteX111" fmla="*/ 1481137 w 2976562"/>
                <a:gd name="connsiteY111" fmla="*/ 154782 h 585788"/>
                <a:gd name="connsiteX112" fmla="*/ 1521619 w 2976562"/>
                <a:gd name="connsiteY112" fmla="*/ 161925 h 585788"/>
                <a:gd name="connsiteX113" fmla="*/ 1552575 w 2976562"/>
                <a:gd name="connsiteY113" fmla="*/ 169069 h 585788"/>
                <a:gd name="connsiteX114" fmla="*/ 1593056 w 2976562"/>
                <a:gd name="connsiteY114" fmla="*/ 169069 h 585788"/>
                <a:gd name="connsiteX115" fmla="*/ 1619250 w 2976562"/>
                <a:gd name="connsiteY115" fmla="*/ 164307 h 585788"/>
                <a:gd name="connsiteX116" fmla="*/ 1678781 w 2976562"/>
                <a:gd name="connsiteY116" fmla="*/ 166688 h 585788"/>
                <a:gd name="connsiteX117" fmla="*/ 1731169 w 2976562"/>
                <a:gd name="connsiteY117" fmla="*/ 164307 h 585788"/>
                <a:gd name="connsiteX118" fmla="*/ 1764506 w 2976562"/>
                <a:gd name="connsiteY118" fmla="*/ 159544 h 585788"/>
                <a:gd name="connsiteX119" fmla="*/ 1790700 w 2976562"/>
                <a:gd name="connsiteY119" fmla="*/ 154782 h 585788"/>
                <a:gd name="connsiteX120" fmla="*/ 1852612 w 2976562"/>
                <a:gd name="connsiteY120" fmla="*/ 157163 h 585788"/>
                <a:gd name="connsiteX121" fmla="*/ 1907381 w 2976562"/>
                <a:gd name="connsiteY121" fmla="*/ 157163 h 585788"/>
                <a:gd name="connsiteX122" fmla="*/ 1924050 w 2976562"/>
                <a:gd name="connsiteY122" fmla="*/ 159544 h 585788"/>
                <a:gd name="connsiteX123" fmla="*/ 1924050 w 2976562"/>
                <a:gd name="connsiteY123" fmla="*/ 159544 h 585788"/>
                <a:gd name="connsiteX124" fmla="*/ 1981200 w 2976562"/>
                <a:gd name="connsiteY124" fmla="*/ 116682 h 585788"/>
                <a:gd name="connsiteX125" fmla="*/ 2002631 w 2976562"/>
                <a:gd name="connsiteY125" fmla="*/ 97632 h 585788"/>
                <a:gd name="connsiteX126" fmla="*/ 2033587 w 2976562"/>
                <a:gd name="connsiteY126" fmla="*/ 78582 h 585788"/>
                <a:gd name="connsiteX127" fmla="*/ 2059781 w 2976562"/>
                <a:gd name="connsiteY127" fmla="*/ 76200 h 585788"/>
                <a:gd name="connsiteX128" fmla="*/ 2145506 w 2976562"/>
                <a:gd name="connsiteY128" fmla="*/ 100013 h 585788"/>
                <a:gd name="connsiteX129" fmla="*/ 2193131 w 2976562"/>
                <a:gd name="connsiteY129" fmla="*/ 116682 h 585788"/>
                <a:gd name="connsiteX130" fmla="*/ 2219325 w 2976562"/>
                <a:gd name="connsiteY130" fmla="*/ 119063 h 585788"/>
                <a:gd name="connsiteX131" fmla="*/ 2243137 w 2976562"/>
                <a:gd name="connsiteY131" fmla="*/ 116682 h 585788"/>
                <a:gd name="connsiteX132" fmla="*/ 2271712 w 2976562"/>
                <a:gd name="connsiteY132" fmla="*/ 107157 h 585788"/>
                <a:gd name="connsiteX133" fmla="*/ 2281237 w 2976562"/>
                <a:gd name="connsiteY133" fmla="*/ 102394 h 585788"/>
                <a:gd name="connsiteX134" fmla="*/ 2297906 w 2976562"/>
                <a:gd name="connsiteY134" fmla="*/ 69057 h 585788"/>
                <a:gd name="connsiteX135" fmla="*/ 2328862 w 2976562"/>
                <a:gd name="connsiteY135" fmla="*/ 35719 h 585788"/>
                <a:gd name="connsiteX136" fmla="*/ 2359819 w 2976562"/>
                <a:gd name="connsiteY136" fmla="*/ 30957 h 585788"/>
                <a:gd name="connsiteX137" fmla="*/ 2395537 w 2976562"/>
                <a:gd name="connsiteY137" fmla="*/ 40482 h 585788"/>
                <a:gd name="connsiteX138" fmla="*/ 2414587 w 2976562"/>
                <a:gd name="connsiteY138" fmla="*/ 40482 h 585788"/>
                <a:gd name="connsiteX139" fmla="*/ 2433637 w 2976562"/>
                <a:gd name="connsiteY139" fmla="*/ 26194 h 585788"/>
                <a:gd name="connsiteX140" fmla="*/ 2462212 w 2976562"/>
                <a:gd name="connsiteY140" fmla="*/ 14288 h 585788"/>
                <a:gd name="connsiteX141" fmla="*/ 2469356 w 2976562"/>
                <a:gd name="connsiteY141" fmla="*/ 7144 h 585788"/>
                <a:gd name="connsiteX142" fmla="*/ 2524125 w 2976562"/>
                <a:gd name="connsiteY142" fmla="*/ 4763 h 585788"/>
                <a:gd name="connsiteX143" fmla="*/ 2638425 w 2976562"/>
                <a:gd name="connsiteY143" fmla="*/ 4763 h 585788"/>
                <a:gd name="connsiteX144" fmla="*/ 2719387 w 2976562"/>
                <a:gd name="connsiteY144" fmla="*/ 0 h 585788"/>
                <a:gd name="connsiteX145" fmla="*/ 2793206 w 2976562"/>
                <a:gd name="connsiteY145" fmla="*/ 0 h 585788"/>
                <a:gd name="connsiteX146" fmla="*/ 2878931 w 2976562"/>
                <a:gd name="connsiteY146" fmla="*/ 4763 h 585788"/>
                <a:gd name="connsiteX147" fmla="*/ 2917031 w 2976562"/>
                <a:gd name="connsiteY147" fmla="*/ 11907 h 585788"/>
                <a:gd name="connsiteX148" fmla="*/ 2740819 w 2976562"/>
                <a:gd name="connsiteY148" fmla="*/ 73819 h 585788"/>
                <a:gd name="connsiteX149" fmla="*/ 2838450 w 2976562"/>
                <a:gd name="connsiteY149" fmla="*/ 128588 h 585788"/>
                <a:gd name="connsiteX150" fmla="*/ 2657475 w 2976562"/>
                <a:gd name="connsiteY150" fmla="*/ 204788 h 585788"/>
                <a:gd name="connsiteX151" fmla="*/ 2771775 w 2976562"/>
                <a:gd name="connsiteY151" fmla="*/ 283369 h 585788"/>
                <a:gd name="connsiteX152" fmla="*/ 2897981 w 2976562"/>
                <a:gd name="connsiteY152" fmla="*/ 235744 h 585788"/>
                <a:gd name="connsiteX153" fmla="*/ 2976562 w 2976562"/>
                <a:gd name="connsiteY153" fmla="*/ 340519 h 585788"/>
                <a:gd name="connsiteX154" fmla="*/ 2345531 w 2976562"/>
                <a:gd name="connsiteY154" fmla="*/ 585788 h 585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2976562" h="585788">
                  <a:moveTo>
                    <a:pt x="2345531" y="585788"/>
                  </a:moveTo>
                  <a:lnTo>
                    <a:pt x="2281237" y="564357"/>
                  </a:lnTo>
                  <a:lnTo>
                    <a:pt x="2266950" y="559594"/>
                  </a:lnTo>
                  <a:lnTo>
                    <a:pt x="2228850" y="559594"/>
                  </a:lnTo>
                  <a:lnTo>
                    <a:pt x="2197894" y="550069"/>
                  </a:lnTo>
                  <a:lnTo>
                    <a:pt x="2183606" y="542925"/>
                  </a:lnTo>
                  <a:lnTo>
                    <a:pt x="2105025" y="531019"/>
                  </a:lnTo>
                  <a:lnTo>
                    <a:pt x="2050256" y="521494"/>
                  </a:lnTo>
                  <a:lnTo>
                    <a:pt x="2009775" y="519113"/>
                  </a:lnTo>
                  <a:lnTo>
                    <a:pt x="1957387" y="502444"/>
                  </a:lnTo>
                  <a:lnTo>
                    <a:pt x="1893094" y="485775"/>
                  </a:lnTo>
                  <a:lnTo>
                    <a:pt x="1845469" y="473869"/>
                  </a:lnTo>
                  <a:lnTo>
                    <a:pt x="1800225" y="464344"/>
                  </a:lnTo>
                  <a:lnTo>
                    <a:pt x="1788319" y="461963"/>
                  </a:lnTo>
                  <a:lnTo>
                    <a:pt x="1728787" y="473869"/>
                  </a:lnTo>
                  <a:lnTo>
                    <a:pt x="1714500" y="481013"/>
                  </a:lnTo>
                  <a:lnTo>
                    <a:pt x="1654969" y="490538"/>
                  </a:lnTo>
                  <a:lnTo>
                    <a:pt x="1600200" y="492919"/>
                  </a:lnTo>
                  <a:lnTo>
                    <a:pt x="1574006" y="495300"/>
                  </a:lnTo>
                  <a:lnTo>
                    <a:pt x="1524000" y="483394"/>
                  </a:lnTo>
                  <a:lnTo>
                    <a:pt x="1481137" y="476250"/>
                  </a:lnTo>
                  <a:lnTo>
                    <a:pt x="1447800" y="473869"/>
                  </a:lnTo>
                  <a:lnTo>
                    <a:pt x="1404937" y="469107"/>
                  </a:lnTo>
                  <a:lnTo>
                    <a:pt x="1364456" y="471488"/>
                  </a:lnTo>
                  <a:lnTo>
                    <a:pt x="1333500" y="471488"/>
                  </a:lnTo>
                  <a:lnTo>
                    <a:pt x="1333500" y="471488"/>
                  </a:lnTo>
                  <a:lnTo>
                    <a:pt x="1276350" y="485775"/>
                  </a:lnTo>
                  <a:lnTo>
                    <a:pt x="1238250" y="504825"/>
                  </a:lnTo>
                  <a:lnTo>
                    <a:pt x="1207294" y="516732"/>
                  </a:lnTo>
                  <a:lnTo>
                    <a:pt x="1143000" y="502444"/>
                  </a:lnTo>
                  <a:lnTo>
                    <a:pt x="1114425" y="488157"/>
                  </a:lnTo>
                  <a:lnTo>
                    <a:pt x="1088231" y="464344"/>
                  </a:lnTo>
                  <a:lnTo>
                    <a:pt x="1064419" y="442913"/>
                  </a:lnTo>
                  <a:lnTo>
                    <a:pt x="1064419" y="442913"/>
                  </a:lnTo>
                  <a:lnTo>
                    <a:pt x="1033462" y="431007"/>
                  </a:lnTo>
                  <a:lnTo>
                    <a:pt x="1009650" y="431007"/>
                  </a:lnTo>
                  <a:lnTo>
                    <a:pt x="983456" y="431007"/>
                  </a:lnTo>
                  <a:lnTo>
                    <a:pt x="959644" y="442913"/>
                  </a:lnTo>
                  <a:lnTo>
                    <a:pt x="945356" y="435769"/>
                  </a:lnTo>
                  <a:lnTo>
                    <a:pt x="914400" y="421482"/>
                  </a:lnTo>
                  <a:lnTo>
                    <a:pt x="890587" y="404813"/>
                  </a:lnTo>
                  <a:lnTo>
                    <a:pt x="869156" y="376238"/>
                  </a:lnTo>
                  <a:lnTo>
                    <a:pt x="845344" y="359569"/>
                  </a:lnTo>
                  <a:lnTo>
                    <a:pt x="804862" y="342900"/>
                  </a:lnTo>
                  <a:lnTo>
                    <a:pt x="771525" y="335757"/>
                  </a:lnTo>
                  <a:lnTo>
                    <a:pt x="750094" y="326232"/>
                  </a:lnTo>
                  <a:lnTo>
                    <a:pt x="702469" y="330994"/>
                  </a:lnTo>
                  <a:lnTo>
                    <a:pt x="661987" y="326232"/>
                  </a:lnTo>
                  <a:lnTo>
                    <a:pt x="609600" y="311944"/>
                  </a:lnTo>
                  <a:lnTo>
                    <a:pt x="581025" y="304800"/>
                  </a:lnTo>
                  <a:lnTo>
                    <a:pt x="538162" y="297657"/>
                  </a:lnTo>
                  <a:lnTo>
                    <a:pt x="504825" y="292894"/>
                  </a:lnTo>
                  <a:lnTo>
                    <a:pt x="483394" y="290513"/>
                  </a:lnTo>
                  <a:lnTo>
                    <a:pt x="461962" y="278607"/>
                  </a:lnTo>
                  <a:lnTo>
                    <a:pt x="426244" y="269082"/>
                  </a:lnTo>
                  <a:lnTo>
                    <a:pt x="392906" y="264319"/>
                  </a:lnTo>
                  <a:lnTo>
                    <a:pt x="352425" y="264319"/>
                  </a:lnTo>
                  <a:lnTo>
                    <a:pt x="314325" y="269082"/>
                  </a:lnTo>
                  <a:lnTo>
                    <a:pt x="297656" y="290513"/>
                  </a:lnTo>
                  <a:lnTo>
                    <a:pt x="278606" y="295275"/>
                  </a:lnTo>
                  <a:lnTo>
                    <a:pt x="271462" y="297657"/>
                  </a:lnTo>
                  <a:lnTo>
                    <a:pt x="219075" y="285750"/>
                  </a:lnTo>
                  <a:lnTo>
                    <a:pt x="190500" y="278607"/>
                  </a:lnTo>
                  <a:lnTo>
                    <a:pt x="190500" y="278607"/>
                  </a:lnTo>
                  <a:lnTo>
                    <a:pt x="178594" y="266700"/>
                  </a:lnTo>
                  <a:lnTo>
                    <a:pt x="135731" y="276225"/>
                  </a:lnTo>
                  <a:lnTo>
                    <a:pt x="135731" y="276225"/>
                  </a:lnTo>
                  <a:lnTo>
                    <a:pt x="116681" y="278607"/>
                  </a:lnTo>
                  <a:lnTo>
                    <a:pt x="95250" y="266700"/>
                  </a:lnTo>
                  <a:lnTo>
                    <a:pt x="119062" y="257175"/>
                  </a:lnTo>
                  <a:lnTo>
                    <a:pt x="121444" y="240507"/>
                  </a:lnTo>
                  <a:lnTo>
                    <a:pt x="88106" y="235744"/>
                  </a:lnTo>
                  <a:lnTo>
                    <a:pt x="69056" y="245269"/>
                  </a:lnTo>
                  <a:lnTo>
                    <a:pt x="4762" y="240507"/>
                  </a:lnTo>
                  <a:lnTo>
                    <a:pt x="0" y="238125"/>
                  </a:lnTo>
                  <a:lnTo>
                    <a:pt x="0" y="216694"/>
                  </a:lnTo>
                  <a:lnTo>
                    <a:pt x="9525" y="214313"/>
                  </a:lnTo>
                  <a:lnTo>
                    <a:pt x="14287" y="202407"/>
                  </a:lnTo>
                  <a:lnTo>
                    <a:pt x="54769" y="202407"/>
                  </a:lnTo>
                  <a:lnTo>
                    <a:pt x="83344" y="195263"/>
                  </a:lnTo>
                  <a:lnTo>
                    <a:pt x="119062" y="197644"/>
                  </a:lnTo>
                  <a:lnTo>
                    <a:pt x="173831" y="202407"/>
                  </a:lnTo>
                  <a:lnTo>
                    <a:pt x="240506" y="204788"/>
                  </a:lnTo>
                  <a:lnTo>
                    <a:pt x="300037" y="202407"/>
                  </a:lnTo>
                  <a:lnTo>
                    <a:pt x="354806" y="202407"/>
                  </a:lnTo>
                  <a:lnTo>
                    <a:pt x="395287" y="200025"/>
                  </a:lnTo>
                  <a:lnTo>
                    <a:pt x="438150" y="200025"/>
                  </a:lnTo>
                  <a:lnTo>
                    <a:pt x="485775" y="195263"/>
                  </a:lnTo>
                  <a:lnTo>
                    <a:pt x="535781" y="190500"/>
                  </a:lnTo>
                  <a:lnTo>
                    <a:pt x="590550" y="185738"/>
                  </a:lnTo>
                  <a:lnTo>
                    <a:pt x="621506" y="183357"/>
                  </a:lnTo>
                  <a:lnTo>
                    <a:pt x="685800" y="176213"/>
                  </a:lnTo>
                  <a:lnTo>
                    <a:pt x="702469" y="171450"/>
                  </a:lnTo>
                  <a:lnTo>
                    <a:pt x="769144" y="152400"/>
                  </a:lnTo>
                  <a:lnTo>
                    <a:pt x="814387" y="133350"/>
                  </a:lnTo>
                  <a:lnTo>
                    <a:pt x="831056" y="130969"/>
                  </a:lnTo>
                  <a:lnTo>
                    <a:pt x="881062" y="138113"/>
                  </a:lnTo>
                  <a:lnTo>
                    <a:pt x="923925" y="135732"/>
                  </a:lnTo>
                  <a:lnTo>
                    <a:pt x="985837" y="116682"/>
                  </a:lnTo>
                  <a:lnTo>
                    <a:pt x="1023937" y="107157"/>
                  </a:lnTo>
                  <a:lnTo>
                    <a:pt x="1081087" y="100013"/>
                  </a:lnTo>
                  <a:lnTo>
                    <a:pt x="1143000" y="85725"/>
                  </a:lnTo>
                  <a:lnTo>
                    <a:pt x="1195387" y="78582"/>
                  </a:lnTo>
                  <a:lnTo>
                    <a:pt x="1252537" y="64294"/>
                  </a:lnTo>
                  <a:lnTo>
                    <a:pt x="1276350" y="83344"/>
                  </a:lnTo>
                  <a:lnTo>
                    <a:pt x="1283494" y="107157"/>
                  </a:lnTo>
                  <a:lnTo>
                    <a:pt x="1314450" y="126207"/>
                  </a:lnTo>
                  <a:lnTo>
                    <a:pt x="1326356" y="128588"/>
                  </a:lnTo>
                  <a:lnTo>
                    <a:pt x="1362075" y="166688"/>
                  </a:lnTo>
                  <a:lnTo>
                    <a:pt x="1407319" y="166688"/>
                  </a:lnTo>
                  <a:lnTo>
                    <a:pt x="1435894" y="157163"/>
                  </a:lnTo>
                  <a:lnTo>
                    <a:pt x="1481137" y="154782"/>
                  </a:lnTo>
                  <a:lnTo>
                    <a:pt x="1521619" y="161925"/>
                  </a:lnTo>
                  <a:lnTo>
                    <a:pt x="1552575" y="169069"/>
                  </a:lnTo>
                  <a:lnTo>
                    <a:pt x="1593056" y="169069"/>
                  </a:lnTo>
                  <a:lnTo>
                    <a:pt x="1619250" y="164307"/>
                  </a:lnTo>
                  <a:lnTo>
                    <a:pt x="1678781" y="166688"/>
                  </a:lnTo>
                  <a:lnTo>
                    <a:pt x="1731169" y="164307"/>
                  </a:lnTo>
                  <a:lnTo>
                    <a:pt x="1764506" y="159544"/>
                  </a:lnTo>
                  <a:lnTo>
                    <a:pt x="1790700" y="154782"/>
                  </a:lnTo>
                  <a:lnTo>
                    <a:pt x="1852612" y="157163"/>
                  </a:lnTo>
                  <a:lnTo>
                    <a:pt x="1907381" y="157163"/>
                  </a:lnTo>
                  <a:lnTo>
                    <a:pt x="1924050" y="159544"/>
                  </a:lnTo>
                  <a:lnTo>
                    <a:pt x="1924050" y="159544"/>
                  </a:lnTo>
                  <a:lnTo>
                    <a:pt x="1981200" y="116682"/>
                  </a:lnTo>
                  <a:lnTo>
                    <a:pt x="2002631" y="97632"/>
                  </a:lnTo>
                  <a:lnTo>
                    <a:pt x="2033587" y="78582"/>
                  </a:lnTo>
                  <a:lnTo>
                    <a:pt x="2059781" y="76200"/>
                  </a:lnTo>
                  <a:lnTo>
                    <a:pt x="2145506" y="100013"/>
                  </a:lnTo>
                  <a:lnTo>
                    <a:pt x="2193131" y="116682"/>
                  </a:lnTo>
                  <a:lnTo>
                    <a:pt x="2219325" y="119063"/>
                  </a:lnTo>
                  <a:lnTo>
                    <a:pt x="2243137" y="116682"/>
                  </a:lnTo>
                  <a:lnTo>
                    <a:pt x="2271712" y="107157"/>
                  </a:lnTo>
                  <a:lnTo>
                    <a:pt x="2281237" y="102394"/>
                  </a:lnTo>
                  <a:lnTo>
                    <a:pt x="2297906" y="69057"/>
                  </a:lnTo>
                  <a:lnTo>
                    <a:pt x="2328862" y="35719"/>
                  </a:lnTo>
                  <a:lnTo>
                    <a:pt x="2359819" y="30957"/>
                  </a:lnTo>
                  <a:lnTo>
                    <a:pt x="2395537" y="40482"/>
                  </a:lnTo>
                  <a:lnTo>
                    <a:pt x="2414587" y="40482"/>
                  </a:lnTo>
                  <a:lnTo>
                    <a:pt x="2433637" y="26194"/>
                  </a:lnTo>
                  <a:lnTo>
                    <a:pt x="2462212" y="14288"/>
                  </a:lnTo>
                  <a:lnTo>
                    <a:pt x="2469356" y="7144"/>
                  </a:lnTo>
                  <a:lnTo>
                    <a:pt x="2524125" y="4763"/>
                  </a:lnTo>
                  <a:lnTo>
                    <a:pt x="2638425" y="4763"/>
                  </a:lnTo>
                  <a:lnTo>
                    <a:pt x="2719387" y="0"/>
                  </a:lnTo>
                  <a:lnTo>
                    <a:pt x="2793206" y="0"/>
                  </a:lnTo>
                  <a:lnTo>
                    <a:pt x="2878931" y="4763"/>
                  </a:lnTo>
                  <a:lnTo>
                    <a:pt x="2917031" y="11907"/>
                  </a:lnTo>
                  <a:lnTo>
                    <a:pt x="2740819" y="73819"/>
                  </a:lnTo>
                  <a:lnTo>
                    <a:pt x="2838450" y="128588"/>
                  </a:lnTo>
                  <a:lnTo>
                    <a:pt x="2657475" y="204788"/>
                  </a:lnTo>
                  <a:lnTo>
                    <a:pt x="2771775" y="283369"/>
                  </a:lnTo>
                  <a:lnTo>
                    <a:pt x="2897981" y="235744"/>
                  </a:lnTo>
                  <a:lnTo>
                    <a:pt x="2976562" y="340519"/>
                  </a:lnTo>
                  <a:lnTo>
                    <a:pt x="2345531" y="585788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3367087" y="1604962"/>
              <a:ext cx="1283494" cy="169069"/>
            </a:xfrm>
            <a:custGeom>
              <a:avLst/>
              <a:gdLst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04788 w 1283494"/>
                <a:gd name="connsiteY78" fmla="*/ 130969 h 169069"/>
                <a:gd name="connsiteX79" fmla="*/ 192881 w 1283494"/>
                <a:gd name="connsiteY79" fmla="*/ 133350 h 169069"/>
                <a:gd name="connsiteX80" fmla="*/ 171450 w 1283494"/>
                <a:gd name="connsiteY80" fmla="*/ 138113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04788 w 1283494"/>
                <a:gd name="connsiteY78" fmla="*/ 130969 h 169069"/>
                <a:gd name="connsiteX79" fmla="*/ 192881 w 1283494"/>
                <a:gd name="connsiteY79" fmla="*/ 133350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04788 w 1283494"/>
                <a:gd name="connsiteY78" fmla="*/ 130969 h 169069"/>
                <a:gd name="connsiteX79" fmla="*/ 219075 w 1283494"/>
                <a:gd name="connsiteY79" fmla="*/ 169069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52413 w 1283494"/>
                <a:gd name="connsiteY78" fmla="*/ 157162 h 169069"/>
                <a:gd name="connsiteX79" fmla="*/ 219075 w 1283494"/>
                <a:gd name="connsiteY79" fmla="*/ 169069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197643 w 1283494"/>
                <a:gd name="connsiteY77" fmla="*/ 111919 h 169069"/>
                <a:gd name="connsiteX78" fmla="*/ 252413 w 1283494"/>
                <a:gd name="connsiteY78" fmla="*/ 157162 h 169069"/>
                <a:gd name="connsiteX79" fmla="*/ 219075 w 1283494"/>
                <a:gd name="connsiteY79" fmla="*/ 169069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88131 w 1283494"/>
                <a:gd name="connsiteY72" fmla="*/ 138113 h 169069"/>
                <a:gd name="connsiteX73" fmla="*/ 269081 w 1283494"/>
                <a:gd name="connsiteY73" fmla="*/ 119063 h 169069"/>
                <a:gd name="connsiteX74" fmla="*/ 257175 w 1283494"/>
                <a:gd name="connsiteY74" fmla="*/ 107157 h 169069"/>
                <a:gd name="connsiteX75" fmla="*/ 242888 w 1283494"/>
                <a:gd name="connsiteY75" fmla="*/ 104775 h 169069"/>
                <a:gd name="connsiteX76" fmla="*/ 197643 w 1283494"/>
                <a:gd name="connsiteY76" fmla="*/ 111919 h 169069"/>
                <a:gd name="connsiteX77" fmla="*/ 252413 w 1283494"/>
                <a:gd name="connsiteY77" fmla="*/ 157162 h 169069"/>
                <a:gd name="connsiteX78" fmla="*/ 219075 w 1283494"/>
                <a:gd name="connsiteY78" fmla="*/ 169069 h 169069"/>
                <a:gd name="connsiteX79" fmla="*/ 176213 w 1283494"/>
                <a:gd name="connsiteY79" fmla="*/ 169069 h 169069"/>
                <a:gd name="connsiteX80" fmla="*/ 145256 w 1283494"/>
                <a:gd name="connsiteY80" fmla="*/ 135732 h 169069"/>
                <a:gd name="connsiteX81" fmla="*/ 126206 w 1283494"/>
                <a:gd name="connsiteY81" fmla="*/ 126207 h 169069"/>
                <a:gd name="connsiteX82" fmla="*/ 102394 w 1283494"/>
                <a:gd name="connsiteY82" fmla="*/ 104775 h 169069"/>
                <a:gd name="connsiteX83" fmla="*/ 90488 w 1283494"/>
                <a:gd name="connsiteY83" fmla="*/ 80963 h 169069"/>
                <a:gd name="connsiteX84" fmla="*/ 61913 w 1283494"/>
                <a:gd name="connsiteY84" fmla="*/ 59532 h 169069"/>
                <a:gd name="connsiteX85" fmla="*/ 0 w 1283494"/>
                <a:gd name="connsiteY85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69081 w 1283494"/>
                <a:gd name="connsiteY72" fmla="*/ 119063 h 169069"/>
                <a:gd name="connsiteX73" fmla="*/ 257175 w 1283494"/>
                <a:gd name="connsiteY73" fmla="*/ 107157 h 169069"/>
                <a:gd name="connsiteX74" fmla="*/ 242888 w 1283494"/>
                <a:gd name="connsiteY74" fmla="*/ 104775 h 169069"/>
                <a:gd name="connsiteX75" fmla="*/ 197643 w 1283494"/>
                <a:gd name="connsiteY75" fmla="*/ 111919 h 169069"/>
                <a:gd name="connsiteX76" fmla="*/ 252413 w 1283494"/>
                <a:gd name="connsiteY76" fmla="*/ 157162 h 169069"/>
                <a:gd name="connsiteX77" fmla="*/ 219075 w 1283494"/>
                <a:gd name="connsiteY77" fmla="*/ 169069 h 169069"/>
                <a:gd name="connsiteX78" fmla="*/ 176213 w 1283494"/>
                <a:gd name="connsiteY78" fmla="*/ 169069 h 169069"/>
                <a:gd name="connsiteX79" fmla="*/ 145256 w 1283494"/>
                <a:gd name="connsiteY79" fmla="*/ 135732 h 169069"/>
                <a:gd name="connsiteX80" fmla="*/ 126206 w 1283494"/>
                <a:gd name="connsiteY80" fmla="*/ 126207 h 169069"/>
                <a:gd name="connsiteX81" fmla="*/ 102394 w 1283494"/>
                <a:gd name="connsiteY81" fmla="*/ 104775 h 169069"/>
                <a:gd name="connsiteX82" fmla="*/ 90488 w 1283494"/>
                <a:gd name="connsiteY82" fmla="*/ 80963 h 169069"/>
                <a:gd name="connsiteX83" fmla="*/ 61913 w 1283494"/>
                <a:gd name="connsiteY83" fmla="*/ 59532 h 169069"/>
                <a:gd name="connsiteX84" fmla="*/ 0 w 1283494"/>
                <a:gd name="connsiteY84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69081 w 1283494"/>
                <a:gd name="connsiteY72" fmla="*/ 119063 h 169069"/>
                <a:gd name="connsiteX73" fmla="*/ 242888 w 1283494"/>
                <a:gd name="connsiteY73" fmla="*/ 104775 h 169069"/>
                <a:gd name="connsiteX74" fmla="*/ 197643 w 1283494"/>
                <a:gd name="connsiteY74" fmla="*/ 111919 h 169069"/>
                <a:gd name="connsiteX75" fmla="*/ 252413 w 1283494"/>
                <a:gd name="connsiteY75" fmla="*/ 157162 h 169069"/>
                <a:gd name="connsiteX76" fmla="*/ 219075 w 1283494"/>
                <a:gd name="connsiteY76" fmla="*/ 169069 h 169069"/>
                <a:gd name="connsiteX77" fmla="*/ 176213 w 1283494"/>
                <a:gd name="connsiteY77" fmla="*/ 169069 h 169069"/>
                <a:gd name="connsiteX78" fmla="*/ 145256 w 1283494"/>
                <a:gd name="connsiteY78" fmla="*/ 135732 h 169069"/>
                <a:gd name="connsiteX79" fmla="*/ 126206 w 1283494"/>
                <a:gd name="connsiteY79" fmla="*/ 126207 h 169069"/>
                <a:gd name="connsiteX80" fmla="*/ 102394 w 1283494"/>
                <a:gd name="connsiteY80" fmla="*/ 104775 h 169069"/>
                <a:gd name="connsiteX81" fmla="*/ 90488 w 1283494"/>
                <a:gd name="connsiteY81" fmla="*/ 80963 h 169069"/>
                <a:gd name="connsiteX82" fmla="*/ 61913 w 1283494"/>
                <a:gd name="connsiteY82" fmla="*/ 59532 h 169069"/>
                <a:gd name="connsiteX83" fmla="*/ 0 w 1283494"/>
                <a:gd name="connsiteY83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42888 w 1283494"/>
                <a:gd name="connsiteY72" fmla="*/ 104775 h 169069"/>
                <a:gd name="connsiteX73" fmla="*/ 197643 w 1283494"/>
                <a:gd name="connsiteY73" fmla="*/ 111919 h 169069"/>
                <a:gd name="connsiteX74" fmla="*/ 252413 w 1283494"/>
                <a:gd name="connsiteY74" fmla="*/ 157162 h 169069"/>
                <a:gd name="connsiteX75" fmla="*/ 219075 w 1283494"/>
                <a:gd name="connsiteY75" fmla="*/ 169069 h 169069"/>
                <a:gd name="connsiteX76" fmla="*/ 176213 w 1283494"/>
                <a:gd name="connsiteY76" fmla="*/ 169069 h 169069"/>
                <a:gd name="connsiteX77" fmla="*/ 145256 w 1283494"/>
                <a:gd name="connsiteY77" fmla="*/ 135732 h 169069"/>
                <a:gd name="connsiteX78" fmla="*/ 126206 w 1283494"/>
                <a:gd name="connsiteY78" fmla="*/ 126207 h 169069"/>
                <a:gd name="connsiteX79" fmla="*/ 102394 w 1283494"/>
                <a:gd name="connsiteY79" fmla="*/ 104775 h 169069"/>
                <a:gd name="connsiteX80" fmla="*/ 90488 w 1283494"/>
                <a:gd name="connsiteY80" fmla="*/ 80963 h 169069"/>
                <a:gd name="connsiteX81" fmla="*/ 61913 w 1283494"/>
                <a:gd name="connsiteY81" fmla="*/ 59532 h 169069"/>
                <a:gd name="connsiteX82" fmla="*/ 0 w 1283494"/>
                <a:gd name="connsiteY82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52413 w 1283494"/>
                <a:gd name="connsiteY72" fmla="*/ 111919 h 169069"/>
                <a:gd name="connsiteX73" fmla="*/ 197643 w 1283494"/>
                <a:gd name="connsiteY73" fmla="*/ 111919 h 169069"/>
                <a:gd name="connsiteX74" fmla="*/ 252413 w 1283494"/>
                <a:gd name="connsiteY74" fmla="*/ 157162 h 169069"/>
                <a:gd name="connsiteX75" fmla="*/ 219075 w 1283494"/>
                <a:gd name="connsiteY75" fmla="*/ 169069 h 169069"/>
                <a:gd name="connsiteX76" fmla="*/ 176213 w 1283494"/>
                <a:gd name="connsiteY76" fmla="*/ 169069 h 169069"/>
                <a:gd name="connsiteX77" fmla="*/ 145256 w 1283494"/>
                <a:gd name="connsiteY77" fmla="*/ 135732 h 169069"/>
                <a:gd name="connsiteX78" fmla="*/ 126206 w 1283494"/>
                <a:gd name="connsiteY78" fmla="*/ 126207 h 169069"/>
                <a:gd name="connsiteX79" fmla="*/ 102394 w 1283494"/>
                <a:gd name="connsiteY79" fmla="*/ 104775 h 169069"/>
                <a:gd name="connsiteX80" fmla="*/ 90488 w 1283494"/>
                <a:gd name="connsiteY80" fmla="*/ 80963 h 169069"/>
                <a:gd name="connsiteX81" fmla="*/ 61913 w 1283494"/>
                <a:gd name="connsiteY81" fmla="*/ 59532 h 169069"/>
                <a:gd name="connsiteX82" fmla="*/ 0 w 1283494"/>
                <a:gd name="connsiteY82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52413 w 1283494"/>
                <a:gd name="connsiteY72" fmla="*/ 111919 h 169069"/>
                <a:gd name="connsiteX73" fmla="*/ 197643 w 1283494"/>
                <a:gd name="connsiteY73" fmla="*/ 111919 h 169069"/>
                <a:gd name="connsiteX74" fmla="*/ 252413 w 1283494"/>
                <a:gd name="connsiteY74" fmla="*/ 157162 h 169069"/>
                <a:gd name="connsiteX75" fmla="*/ 219075 w 1283494"/>
                <a:gd name="connsiteY75" fmla="*/ 169069 h 169069"/>
                <a:gd name="connsiteX76" fmla="*/ 176213 w 1283494"/>
                <a:gd name="connsiteY76" fmla="*/ 169069 h 169069"/>
                <a:gd name="connsiteX77" fmla="*/ 145256 w 1283494"/>
                <a:gd name="connsiteY77" fmla="*/ 135732 h 169069"/>
                <a:gd name="connsiteX78" fmla="*/ 126206 w 1283494"/>
                <a:gd name="connsiteY78" fmla="*/ 126207 h 169069"/>
                <a:gd name="connsiteX79" fmla="*/ 102394 w 1283494"/>
                <a:gd name="connsiteY79" fmla="*/ 104775 h 169069"/>
                <a:gd name="connsiteX80" fmla="*/ 90488 w 1283494"/>
                <a:gd name="connsiteY80" fmla="*/ 80963 h 169069"/>
                <a:gd name="connsiteX81" fmla="*/ 61913 w 1283494"/>
                <a:gd name="connsiteY81" fmla="*/ 59532 h 169069"/>
                <a:gd name="connsiteX82" fmla="*/ 0 w 1283494"/>
                <a:gd name="connsiteY82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197643 w 1283494"/>
                <a:gd name="connsiteY72" fmla="*/ 111919 h 169069"/>
                <a:gd name="connsiteX73" fmla="*/ 252413 w 1283494"/>
                <a:gd name="connsiteY73" fmla="*/ 157162 h 169069"/>
                <a:gd name="connsiteX74" fmla="*/ 219075 w 1283494"/>
                <a:gd name="connsiteY74" fmla="*/ 169069 h 169069"/>
                <a:gd name="connsiteX75" fmla="*/ 176213 w 1283494"/>
                <a:gd name="connsiteY75" fmla="*/ 169069 h 169069"/>
                <a:gd name="connsiteX76" fmla="*/ 145256 w 1283494"/>
                <a:gd name="connsiteY76" fmla="*/ 135732 h 169069"/>
                <a:gd name="connsiteX77" fmla="*/ 126206 w 1283494"/>
                <a:gd name="connsiteY77" fmla="*/ 126207 h 169069"/>
                <a:gd name="connsiteX78" fmla="*/ 102394 w 1283494"/>
                <a:gd name="connsiteY78" fmla="*/ 104775 h 169069"/>
                <a:gd name="connsiteX79" fmla="*/ 90488 w 1283494"/>
                <a:gd name="connsiteY79" fmla="*/ 80963 h 169069"/>
                <a:gd name="connsiteX80" fmla="*/ 61913 w 1283494"/>
                <a:gd name="connsiteY80" fmla="*/ 59532 h 169069"/>
                <a:gd name="connsiteX81" fmla="*/ 0 w 1283494"/>
                <a:gd name="connsiteY81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2418 w 1283494"/>
                <a:gd name="connsiteY72" fmla="*/ 157162 h 169069"/>
                <a:gd name="connsiteX73" fmla="*/ 252413 w 1283494"/>
                <a:gd name="connsiteY73" fmla="*/ 157162 h 169069"/>
                <a:gd name="connsiteX74" fmla="*/ 219075 w 1283494"/>
                <a:gd name="connsiteY74" fmla="*/ 169069 h 169069"/>
                <a:gd name="connsiteX75" fmla="*/ 176213 w 1283494"/>
                <a:gd name="connsiteY75" fmla="*/ 169069 h 169069"/>
                <a:gd name="connsiteX76" fmla="*/ 145256 w 1283494"/>
                <a:gd name="connsiteY76" fmla="*/ 135732 h 169069"/>
                <a:gd name="connsiteX77" fmla="*/ 126206 w 1283494"/>
                <a:gd name="connsiteY77" fmla="*/ 126207 h 169069"/>
                <a:gd name="connsiteX78" fmla="*/ 102394 w 1283494"/>
                <a:gd name="connsiteY78" fmla="*/ 104775 h 169069"/>
                <a:gd name="connsiteX79" fmla="*/ 90488 w 1283494"/>
                <a:gd name="connsiteY79" fmla="*/ 80963 h 169069"/>
                <a:gd name="connsiteX80" fmla="*/ 61913 w 1283494"/>
                <a:gd name="connsiteY80" fmla="*/ 59532 h 169069"/>
                <a:gd name="connsiteX81" fmla="*/ 0 w 1283494"/>
                <a:gd name="connsiteY81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2418 w 1283494"/>
                <a:gd name="connsiteY72" fmla="*/ 157162 h 169069"/>
                <a:gd name="connsiteX73" fmla="*/ 252413 w 1283494"/>
                <a:gd name="connsiteY73" fmla="*/ 157162 h 169069"/>
                <a:gd name="connsiteX74" fmla="*/ 219075 w 1283494"/>
                <a:gd name="connsiteY74" fmla="*/ 169069 h 169069"/>
                <a:gd name="connsiteX75" fmla="*/ 176213 w 1283494"/>
                <a:gd name="connsiteY75" fmla="*/ 169069 h 169069"/>
                <a:gd name="connsiteX76" fmla="*/ 145256 w 1283494"/>
                <a:gd name="connsiteY76" fmla="*/ 135732 h 169069"/>
                <a:gd name="connsiteX77" fmla="*/ 126206 w 1283494"/>
                <a:gd name="connsiteY77" fmla="*/ 126207 h 169069"/>
                <a:gd name="connsiteX78" fmla="*/ 102394 w 1283494"/>
                <a:gd name="connsiteY78" fmla="*/ 104775 h 169069"/>
                <a:gd name="connsiteX79" fmla="*/ 90488 w 1283494"/>
                <a:gd name="connsiteY79" fmla="*/ 80963 h 169069"/>
                <a:gd name="connsiteX80" fmla="*/ 61913 w 1283494"/>
                <a:gd name="connsiteY80" fmla="*/ 59532 h 169069"/>
                <a:gd name="connsiteX81" fmla="*/ 0 w 1283494"/>
                <a:gd name="connsiteY81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35744 w 1283494"/>
                <a:gd name="connsiteY8" fmla="*/ 83344 h 169069"/>
                <a:gd name="connsiteX9" fmla="*/ 264319 w 1283494"/>
                <a:gd name="connsiteY9" fmla="*/ 83344 h 169069"/>
                <a:gd name="connsiteX10" fmla="*/ 273844 w 1283494"/>
                <a:gd name="connsiteY10" fmla="*/ 100013 h 169069"/>
                <a:gd name="connsiteX11" fmla="*/ 285750 w 1283494"/>
                <a:gd name="connsiteY11" fmla="*/ 111919 h 169069"/>
                <a:gd name="connsiteX12" fmla="*/ 304800 w 1283494"/>
                <a:gd name="connsiteY12" fmla="*/ 126207 h 169069"/>
                <a:gd name="connsiteX13" fmla="*/ 323850 w 1283494"/>
                <a:gd name="connsiteY13" fmla="*/ 140494 h 169069"/>
                <a:gd name="connsiteX14" fmla="*/ 357188 w 1283494"/>
                <a:gd name="connsiteY14" fmla="*/ 150019 h 169069"/>
                <a:gd name="connsiteX15" fmla="*/ 390525 w 1283494"/>
                <a:gd name="connsiteY15" fmla="*/ 150019 h 169069"/>
                <a:gd name="connsiteX16" fmla="*/ 426244 w 1283494"/>
                <a:gd name="connsiteY16" fmla="*/ 147638 h 169069"/>
                <a:gd name="connsiteX17" fmla="*/ 519113 w 1283494"/>
                <a:gd name="connsiteY17" fmla="*/ 133350 h 169069"/>
                <a:gd name="connsiteX18" fmla="*/ 569119 w 1283494"/>
                <a:gd name="connsiteY18" fmla="*/ 138113 h 169069"/>
                <a:gd name="connsiteX19" fmla="*/ 602456 w 1283494"/>
                <a:gd name="connsiteY19" fmla="*/ 140494 h 169069"/>
                <a:gd name="connsiteX20" fmla="*/ 702469 w 1283494"/>
                <a:gd name="connsiteY20" fmla="*/ 138113 h 169069"/>
                <a:gd name="connsiteX21" fmla="*/ 747713 w 1283494"/>
                <a:gd name="connsiteY21" fmla="*/ 135732 h 169069"/>
                <a:gd name="connsiteX22" fmla="*/ 764381 w 1283494"/>
                <a:gd name="connsiteY22" fmla="*/ 119063 h 169069"/>
                <a:gd name="connsiteX23" fmla="*/ 823913 w 1283494"/>
                <a:gd name="connsiteY23" fmla="*/ 80963 h 169069"/>
                <a:gd name="connsiteX24" fmla="*/ 845344 w 1283494"/>
                <a:gd name="connsiteY24" fmla="*/ 66675 h 169069"/>
                <a:gd name="connsiteX25" fmla="*/ 881063 w 1283494"/>
                <a:gd name="connsiteY25" fmla="*/ 64294 h 169069"/>
                <a:gd name="connsiteX26" fmla="*/ 935831 w 1283494"/>
                <a:gd name="connsiteY26" fmla="*/ 71438 h 169069"/>
                <a:gd name="connsiteX27" fmla="*/ 964406 w 1283494"/>
                <a:gd name="connsiteY27" fmla="*/ 85725 h 169069"/>
                <a:gd name="connsiteX28" fmla="*/ 1023938 w 1283494"/>
                <a:gd name="connsiteY28" fmla="*/ 100013 h 169069"/>
                <a:gd name="connsiteX29" fmla="*/ 1042988 w 1283494"/>
                <a:gd name="connsiteY29" fmla="*/ 97632 h 169069"/>
                <a:gd name="connsiteX30" fmla="*/ 1073944 w 1283494"/>
                <a:gd name="connsiteY30" fmla="*/ 88107 h 169069"/>
                <a:gd name="connsiteX31" fmla="*/ 1107281 w 1283494"/>
                <a:gd name="connsiteY31" fmla="*/ 45244 h 169069"/>
                <a:gd name="connsiteX32" fmla="*/ 1123950 w 1283494"/>
                <a:gd name="connsiteY32" fmla="*/ 30957 h 169069"/>
                <a:gd name="connsiteX33" fmla="*/ 1159669 w 1283494"/>
                <a:gd name="connsiteY33" fmla="*/ 16669 h 169069"/>
                <a:gd name="connsiteX34" fmla="*/ 1190625 w 1283494"/>
                <a:gd name="connsiteY34" fmla="*/ 19050 h 169069"/>
                <a:gd name="connsiteX35" fmla="*/ 1223963 w 1283494"/>
                <a:gd name="connsiteY35" fmla="*/ 26194 h 169069"/>
                <a:gd name="connsiteX36" fmla="*/ 1247775 w 1283494"/>
                <a:gd name="connsiteY36" fmla="*/ 9525 h 169069"/>
                <a:gd name="connsiteX37" fmla="*/ 1254919 w 1283494"/>
                <a:gd name="connsiteY37" fmla="*/ 0 h 169069"/>
                <a:gd name="connsiteX38" fmla="*/ 1278731 w 1283494"/>
                <a:gd name="connsiteY38" fmla="*/ 4763 h 169069"/>
                <a:gd name="connsiteX39" fmla="*/ 1283494 w 1283494"/>
                <a:gd name="connsiteY39" fmla="*/ 9525 h 169069"/>
                <a:gd name="connsiteX40" fmla="*/ 1250156 w 1283494"/>
                <a:gd name="connsiteY40" fmla="*/ 26194 h 169069"/>
                <a:gd name="connsiteX41" fmla="*/ 1233488 w 1283494"/>
                <a:gd name="connsiteY41" fmla="*/ 38100 h 169069"/>
                <a:gd name="connsiteX42" fmla="*/ 1216819 w 1283494"/>
                <a:gd name="connsiteY42" fmla="*/ 40482 h 169069"/>
                <a:gd name="connsiteX43" fmla="*/ 1181100 w 1283494"/>
                <a:gd name="connsiteY43" fmla="*/ 33338 h 169069"/>
                <a:gd name="connsiteX44" fmla="*/ 1159669 w 1283494"/>
                <a:gd name="connsiteY44" fmla="*/ 30957 h 169069"/>
                <a:gd name="connsiteX45" fmla="*/ 1143000 w 1283494"/>
                <a:gd name="connsiteY45" fmla="*/ 35719 h 169069"/>
                <a:gd name="connsiteX46" fmla="*/ 1119188 w 1283494"/>
                <a:gd name="connsiteY46" fmla="*/ 61913 h 169069"/>
                <a:gd name="connsiteX47" fmla="*/ 1102519 w 1283494"/>
                <a:gd name="connsiteY47" fmla="*/ 92869 h 169069"/>
                <a:gd name="connsiteX48" fmla="*/ 1085850 w 1283494"/>
                <a:gd name="connsiteY48" fmla="*/ 107157 h 169069"/>
                <a:gd name="connsiteX49" fmla="*/ 1066800 w 1283494"/>
                <a:gd name="connsiteY49" fmla="*/ 111919 h 169069"/>
                <a:gd name="connsiteX50" fmla="*/ 1045369 w 1283494"/>
                <a:gd name="connsiteY50" fmla="*/ 114300 h 169069"/>
                <a:gd name="connsiteX51" fmla="*/ 1009650 w 1283494"/>
                <a:gd name="connsiteY51" fmla="*/ 114300 h 169069"/>
                <a:gd name="connsiteX52" fmla="*/ 978694 w 1283494"/>
                <a:gd name="connsiteY52" fmla="*/ 104775 h 169069"/>
                <a:gd name="connsiteX53" fmla="*/ 942975 w 1283494"/>
                <a:gd name="connsiteY53" fmla="*/ 95250 h 169069"/>
                <a:gd name="connsiteX54" fmla="*/ 909638 w 1283494"/>
                <a:gd name="connsiteY54" fmla="*/ 85725 h 169069"/>
                <a:gd name="connsiteX55" fmla="*/ 873919 w 1283494"/>
                <a:gd name="connsiteY55" fmla="*/ 76200 h 169069"/>
                <a:gd name="connsiteX56" fmla="*/ 847725 w 1283494"/>
                <a:gd name="connsiteY56" fmla="*/ 76200 h 169069"/>
                <a:gd name="connsiteX57" fmla="*/ 807244 w 1283494"/>
                <a:gd name="connsiteY57" fmla="*/ 100013 h 169069"/>
                <a:gd name="connsiteX58" fmla="*/ 781050 w 1283494"/>
                <a:gd name="connsiteY58" fmla="*/ 123825 h 169069"/>
                <a:gd name="connsiteX59" fmla="*/ 766763 w 1283494"/>
                <a:gd name="connsiteY59" fmla="*/ 140494 h 169069"/>
                <a:gd name="connsiteX60" fmla="*/ 745331 w 1283494"/>
                <a:gd name="connsiteY60" fmla="*/ 157163 h 169069"/>
                <a:gd name="connsiteX61" fmla="*/ 711994 w 1283494"/>
                <a:gd name="connsiteY61" fmla="*/ 159544 h 169069"/>
                <a:gd name="connsiteX62" fmla="*/ 652463 w 1283494"/>
                <a:gd name="connsiteY62" fmla="*/ 157163 h 169069"/>
                <a:gd name="connsiteX63" fmla="*/ 585788 w 1283494"/>
                <a:gd name="connsiteY63" fmla="*/ 157163 h 169069"/>
                <a:gd name="connsiteX64" fmla="*/ 554831 w 1283494"/>
                <a:gd name="connsiteY64" fmla="*/ 161925 h 169069"/>
                <a:gd name="connsiteX65" fmla="*/ 497681 w 1283494"/>
                <a:gd name="connsiteY65" fmla="*/ 164307 h 169069"/>
                <a:gd name="connsiteX66" fmla="*/ 452438 w 1283494"/>
                <a:gd name="connsiteY66" fmla="*/ 164307 h 169069"/>
                <a:gd name="connsiteX67" fmla="*/ 428625 w 1283494"/>
                <a:gd name="connsiteY67" fmla="*/ 164307 h 169069"/>
                <a:gd name="connsiteX68" fmla="*/ 407194 w 1283494"/>
                <a:gd name="connsiteY68" fmla="*/ 169069 h 169069"/>
                <a:gd name="connsiteX69" fmla="*/ 359569 w 1283494"/>
                <a:gd name="connsiteY69" fmla="*/ 166688 h 169069"/>
                <a:gd name="connsiteX70" fmla="*/ 335756 w 1283494"/>
                <a:gd name="connsiteY70" fmla="*/ 159544 h 169069"/>
                <a:gd name="connsiteX71" fmla="*/ 302418 w 1283494"/>
                <a:gd name="connsiteY71" fmla="*/ 157162 h 169069"/>
                <a:gd name="connsiteX72" fmla="*/ 252413 w 1283494"/>
                <a:gd name="connsiteY72" fmla="*/ 157162 h 169069"/>
                <a:gd name="connsiteX73" fmla="*/ 219075 w 1283494"/>
                <a:gd name="connsiteY73" fmla="*/ 169069 h 169069"/>
                <a:gd name="connsiteX74" fmla="*/ 176213 w 1283494"/>
                <a:gd name="connsiteY74" fmla="*/ 169069 h 169069"/>
                <a:gd name="connsiteX75" fmla="*/ 145256 w 1283494"/>
                <a:gd name="connsiteY75" fmla="*/ 135732 h 169069"/>
                <a:gd name="connsiteX76" fmla="*/ 126206 w 1283494"/>
                <a:gd name="connsiteY76" fmla="*/ 126207 h 169069"/>
                <a:gd name="connsiteX77" fmla="*/ 102394 w 1283494"/>
                <a:gd name="connsiteY77" fmla="*/ 104775 h 169069"/>
                <a:gd name="connsiteX78" fmla="*/ 90488 w 1283494"/>
                <a:gd name="connsiteY78" fmla="*/ 80963 h 169069"/>
                <a:gd name="connsiteX79" fmla="*/ 61913 w 1283494"/>
                <a:gd name="connsiteY79" fmla="*/ 59532 h 169069"/>
                <a:gd name="connsiteX80" fmla="*/ 0 w 1283494"/>
                <a:gd name="connsiteY80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64319 w 1283494"/>
                <a:gd name="connsiteY8" fmla="*/ 83344 h 169069"/>
                <a:gd name="connsiteX9" fmla="*/ 273844 w 1283494"/>
                <a:gd name="connsiteY9" fmla="*/ 100013 h 169069"/>
                <a:gd name="connsiteX10" fmla="*/ 285750 w 1283494"/>
                <a:gd name="connsiteY10" fmla="*/ 111919 h 169069"/>
                <a:gd name="connsiteX11" fmla="*/ 304800 w 1283494"/>
                <a:gd name="connsiteY11" fmla="*/ 126207 h 169069"/>
                <a:gd name="connsiteX12" fmla="*/ 323850 w 1283494"/>
                <a:gd name="connsiteY12" fmla="*/ 140494 h 169069"/>
                <a:gd name="connsiteX13" fmla="*/ 357188 w 1283494"/>
                <a:gd name="connsiteY13" fmla="*/ 150019 h 169069"/>
                <a:gd name="connsiteX14" fmla="*/ 390525 w 1283494"/>
                <a:gd name="connsiteY14" fmla="*/ 150019 h 169069"/>
                <a:gd name="connsiteX15" fmla="*/ 426244 w 1283494"/>
                <a:gd name="connsiteY15" fmla="*/ 147638 h 169069"/>
                <a:gd name="connsiteX16" fmla="*/ 519113 w 1283494"/>
                <a:gd name="connsiteY16" fmla="*/ 133350 h 169069"/>
                <a:gd name="connsiteX17" fmla="*/ 569119 w 1283494"/>
                <a:gd name="connsiteY17" fmla="*/ 138113 h 169069"/>
                <a:gd name="connsiteX18" fmla="*/ 602456 w 1283494"/>
                <a:gd name="connsiteY18" fmla="*/ 140494 h 169069"/>
                <a:gd name="connsiteX19" fmla="*/ 702469 w 1283494"/>
                <a:gd name="connsiteY19" fmla="*/ 138113 h 169069"/>
                <a:gd name="connsiteX20" fmla="*/ 747713 w 1283494"/>
                <a:gd name="connsiteY20" fmla="*/ 135732 h 169069"/>
                <a:gd name="connsiteX21" fmla="*/ 764381 w 1283494"/>
                <a:gd name="connsiteY21" fmla="*/ 119063 h 169069"/>
                <a:gd name="connsiteX22" fmla="*/ 823913 w 1283494"/>
                <a:gd name="connsiteY22" fmla="*/ 80963 h 169069"/>
                <a:gd name="connsiteX23" fmla="*/ 845344 w 1283494"/>
                <a:gd name="connsiteY23" fmla="*/ 66675 h 169069"/>
                <a:gd name="connsiteX24" fmla="*/ 881063 w 1283494"/>
                <a:gd name="connsiteY24" fmla="*/ 64294 h 169069"/>
                <a:gd name="connsiteX25" fmla="*/ 935831 w 1283494"/>
                <a:gd name="connsiteY25" fmla="*/ 71438 h 169069"/>
                <a:gd name="connsiteX26" fmla="*/ 964406 w 1283494"/>
                <a:gd name="connsiteY26" fmla="*/ 85725 h 169069"/>
                <a:gd name="connsiteX27" fmla="*/ 1023938 w 1283494"/>
                <a:gd name="connsiteY27" fmla="*/ 100013 h 169069"/>
                <a:gd name="connsiteX28" fmla="*/ 1042988 w 1283494"/>
                <a:gd name="connsiteY28" fmla="*/ 97632 h 169069"/>
                <a:gd name="connsiteX29" fmla="*/ 1073944 w 1283494"/>
                <a:gd name="connsiteY29" fmla="*/ 88107 h 169069"/>
                <a:gd name="connsiteX30" fmla="*/ 1107281 w 1283494"/>
                <a:gd name="connsiteY30" fmla="*/ 45244 h 169069"/>
                <a:gd name="connsiteX31" fmla="*/ 1123950 w 1283494"/>
                <a:gd name="connsiteY31" fmla="*/ 30957 h 169069"/>
                <a:gd name="connsiteX32" fmla="*/ 1159669 w 1283494"/>
                <a:gd name="connsiteY32" fmla="*/ 16669 h 169069"/>
                <a:gd name="connsiteX33" fmla="*/ 1190625 w 1283494"/>
                <a:gd name="connsiteY33" fmla="*/ 19050 h 169069"/>
                <a:gd name="connsiteX34" fmla="*/ 1223963 w 1283494"/>
                <a:gd name="connsiteY34" fmla="*/ 26194 h 169069"/>
                <a:gd name="connsiteX35" fmla="*/ 1247775 w 1283494"/>
                <a:gd name="connsiteY35" fmla="*/ 9525 h 169069"/>
                <a:gd name="connsiteX36" fmla="*/ 1254919 w 1283494"/>
                <a:gd name="connsiteY36" fmla="*/ 0 h 169069"/>
                <a:gd name="connsiteX37" fmla="*/ 1278731 w 1283494"/>
                <a:gd name="connsiteY37" fmla="*/ 4763 h 169069"/>
                <a:gd name="connsiteX38" fmla="*/ 1283494 w 1283494"/>
                <a:gd name="connsiteY38" fmla="*/ 9525 h 169069"/>
                <a:gd name="connsiteX39" fmla="*/ 1250156 w 1283494"/>
                <a:gd name="connsiteY39" fmla="*/ 26194 h 169069"/>
                <a:gd name="connsiteX40" fmla="*/ 1233488 w 1283494"/>
                <a:gd name="connsiteY40" fmla="*/ 38100 h 169069"/>
                <a:gd name="connsiteX41" fmla="*/ 1216819 w 1283494"/>
                <a:gd name="connsiteY41" fmla="*/ 40482 h 169069"/>
                <a:gd name="connsiteX42" fmla="*/ 1181100 w 1283494"/>
                <a:gd name="connsiteY42" fmla="*/ 33338 h 169069"/>
                <a:gd name="connsiteX43" fmla="*/ 1159669 w 1283494"/>
                <a:gd name="connsiteY43" fmla="*/ 30957 h 169069"/>
                <a:gd name="connsiteX44" fmla="*/ 1143000 w 1283494"/>
                <a:gd name="connsiteY44" fmla="*/ 35719 h 169069"/>
                <a:gd name="connsiteX45" fmla="*/ 1119188 w 1283494"/>
                <a:gd name="connsiteY45" fmla="*/ 61913 h 169069"/>
                <a:gd name="connsiteX46" fmla="*/ 1102519 w 1283494"/>
                <a:gd name="connsiteY46" fmla="*/ 92869 h 169069"/>
                <a:gd name="connsiteX47" fmla="*/ 1085850 w 1283494"/>
                <a:gd name="connsiteY47" fmla="*/ 107157 h 169069"/>
                <a:gd name="connsiteX48" fmla="*/ 1066800 w 1283494"/>
                <a:gd name="connsiteY48" fmla="*/ 111919 h 169069"/>
                <a:gd name="connsiteX49" fmla="*/ 1045369 w 1283494"/>
                <a:gd name="connsiteY49" fmla="*/ 114300 h 169069"/>
                <a:gd name="connsiteX50" fmla="*/ 1009650 w 1283494"/>
                <a:gd name="connsiteY50" fmla="*/ 114300 h 169069"/>
                <a:gd name="connsiteX51" fmla="*/ 978694 w 1283494"/>
                <a:gd name="connsiteY51" fmla="*/ 104775 h 169069"/>
                <a:gd name="connsiteX52" fmla="*/ 942975 w 1283494"/>
                <a:gd name="connsiteY52" fmla="*/ 95250 h 169069"/>
                <a:gd name="connsiteX53" fmla="*/ 909638 w 1283494"/>
                <a:gd name="connsiteY53" fmla="*/ 85725 h 169069"/>
                <a:gd name="connsiteX54" fmla="*/ 873919 w 1283494"/>
                <a:gd name="connsiteY54" fmla="*/ 76200 h 169069"/>
                <a:gd name="connsiteX55" fmla="*/ 847725 w 1283494"/>
                <a:gd name="connsiteY55" fmla="*/ 76200 h 169069"/>
                <a:gd name="connsiteX56" fmla="*/ 807244 w 1283494"/>
                <a:gd name="connsiteY56" fmla="*/ 100013 h 169069"/>
                <a:gd name="connsiteX57" fmla="*/ 781050 w 1283494"/>
                <a:gd name="connsiteY57" fmla="*/ 123825 h 169069"/>
                <a:gd name="connsiteX58" fmla="*/ 766763 w 1283494"/>
                <a:gd name="connsiteY58" fmla="*/ 140494 h 169069"/>
                <a:gd name="connsiteX59" fmla="*/ 745331 w 1283494"/>
                <a:gd name="connsiteY59" fmla="*/ 157163 h 169069"/>
                <a:gd name="connsiteX60" fmla="*/ 711994 w 1283494"/>
                <a:gd name="connsiteY60" fmla="*/ 159544 h 169069"/>
                <a:gd name="connsiteX61" fmla="*/ 652463 w 1283494"/>
                <a:gd name="connsiteY61" fmla="*/ 157163 h 169069"/>
                <a:gd name="connsiteX62" fmla="*/ 585788 w 1283494"/>
                <a:gd name="connsiteY62" fmla="*/ 157163 h 169069"/>
                <a:gd name="connsiteX63" fmla="*/ 554831 w 1283494"/>
                <a:gd name="connsiteY63" fmla="*/ 161925 h 169069"/>
                <a:gd name="connsiteX64" fmla="*/ 497681 w 1283494"/>
                <a:gd name="connsiteY64" fmla="*/ 164307 h 169069"/>
                <a:gd name="connsiteX65" fmla="*/ 452438 w 1283494"/>
                <a:gd name="connsiteY65" fmla="*/ 164307 h 169069"/>
                <a:gd name="connsiteX66" fmla="*/ 428625 w 1283494"/>
                <a:gd name="connsiteY66" fmla="*/ 164307 h 169069"/>
                <a:gd name="connsiteX67" fmla="*/ 407194 w 1283494"/>
                <a:gd name="connsiteY67" fmla="*/ 169069 h 169069"/>
                <a:gd name="connsiteX68" fmla="*/ 359569 w 1283494"/>
                <a:gd name="connsiteY68" fmla="*/ 166688 h 169069"/>
                <a:gd name="connsiteX69" fmla="*/ 335756 w 1283494"/>
                <a:gd name="connsiteY69" fmla="*/ 159544 h 169069"/>
                <a:gd name="connsiteX70" fmla="*/ 302418 w 1283494"/>
                <a:gd name="connsiteY70" fmla="*/ 157162 h 169069"/>
                <a:gd name="connsiteX71" fmla="*/ 252413 w 1283494"/>
                <a:gd name="connsiteY71" fmla="*/ 157162 h 169069"/>
                <a:gd name="connsiteX72" fmla="*/ 219075 w 1283494"/>
                <a:gd name="connsiteY72" fmla="*/ 169069 h 169069"/>
                <a:gd name="connsiteX73" fmla="*/ 176213 w 1283494"/>
                <a:gd name="connsiteY73" fmla="*/ 169069 h 169069"/>
                <a:gd name="connsiteX74" fmla="*/ 145256 w 1283494"/>
                <a:gd name="connsiteY74" fmla="*/ 135732 h 169069"/>
                <a:gd name="connsiteX75" fmla="*/ 126206 w 1283494"/>
                <a:gd name="connsiteY75" fmla="*/ 126207 h 169069"/>
                <a:gd name="connsiteX76" fmla="*/ 102394 w 1283494"/>
                <a:gd name="connsiteY76" fmla="*/ 104775 h 169069"/>
                <a:gd name="connsiteX77" fmla="*/ 90488 w 1283494"/>
                <a:gd name="connsiteY77" fmla="*/ 80963 h 169069"/>
                <a:gd name="connsiteX78" fmla="*/ 61913 w 1283494"/>
                <a:gd name="connsiteY78" fmla="*/ 59532 h 169069"/>
                <a:gd name="connsiteX79" fmla="*/ 0 w 1283494"/>
                <a:gd name="connsiteY79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57175 w 1283494"/>
                <a:gd name="connsiteY8" fmla="*/ 111919 h 169069"/>
                <a:gd name="connsiteX9" fmla="*/ 273844 w 1283494"/>
                <a:gd name="connsiteY9" fmla="*/ 100013 h 169069"/>
                <a:gd name="connsiteX10" fmla="*/ 285750 w 1283494"/>
                <a:gd name="connsiteY10" fmla="*/ 111919 h 169069"/>
                <a:gd name="connsiteX11" fmla="*/ 304800 w 1283494"/>
                <a:gd name="connsiteY11" fmla="*/ 126207 h 169069"/>
                <a:gd name="connsiteX12" fmla="*/ 323850 w 1283494"/>
                <a:gd name="connsiteY12" fmla="*/ 140494 h 169069"/>
                <a:gd name="connsiteX13" fmla="*/ 357188 w 1283494"/>
                <a:gd name="connsiteY13" fmla="*/ 150019 h 169069"/>
                <a:gd name="connsiteX14" fmla="*/ 390525 w 1283494"/>
                <a:gd name="connsiteY14" fmla="*/ 150019 h 169069"/>
                <a:gd name="connsiteX15" fmla="*/ 426244 w 1283494"/>
                <a:gd name="connsiteY15" fmla="*/ 147638 h 169069"/>
                <a:gd name="connsiteX16" fmla="*/ 519113 w 1283494"/>
                <a:gd name="connsiteY16" fmla="*/ 133350 h 169069"/>
                <a:gd name="connsiteX17" fmla="*/ 569119 w 1283494"/>
                <a:gd name="connsiteY17" fmla="*/ 138113 h 169069"/>
                <a:gd name="connsiteX18" fmla="*/ 602456 w 1283494"/>
                <a:gd name="connsiteY18" fmla="*/ 140494 h 169069"/>
                <a:gd name="connsiteX19" fmla="*/ 702469 w 1283494"/>
                <a:gd name="connsiteY19" fmla="*/ 138113 h 169069"/>
                <a:gd name="connsiteX20" fmla="*/ 747713 w 1283494"/>
                <a:gd name="connsiteY20" fmla="*/ 135732 h 169069"/>
                <a:gd name="connsiteX21" fmla="*/ 764381 w 1283494"/>
                <a:gd name="connsiteY21" fmla="*/ 119063 h 169069"/>
                <a:gd name="connsiteX22" fmla="*/ 823913 w 1283494"/>
                <a:gd name="connsiteY22" fmla="*/ 80963 h 169069"/>
                <a:gd name="connsiteX23" fmla="*/ 845344 w 1283494"/>
                <a:gd name="connsiteY23" fmla="*/ 66675 h 169069"/>
                <a:gd name="connsiteX24" fmla="*/ 881063 w 1283494"/>
                <a:gd name="connsiteY24" fmla="*/ 64294 h 169069"/>
                <a:gd name="connsiteX25" fmla="*/ 935831 w 1283494"/>
                <a:gd name="connsiteY25" fmla="*/ 71438 h 169069"/>
                <a:gd name="connsiteX26" fmla="*/ 964406 w 1283494"/>
                <a:gd name="connsiteY26" fmla="*/ 85725 h 169069"/>
                <a:gd name="connsiteX27" fmla="*/ 1023938 w 1283494"/>
                <a:gd name="connsiteY27" fmla="*/ 100013 h 169069"/>
                <a:gd name="connsiteX28" fmla="*/ 1042988 w 1283494"/>
                <a:gd name="connsiteY28" fmla="*/ 97632 h 169069"/>
                <a:gd name="connsiteX29" fmla="*/ 1073944 w 1283494"/>
                <a:gd name="connsiteY29" fmla="*/ 88107 h 169069"/>
                <a:gd name="connsiteX30" fmla="*/ 1107281 w 1283494"/>
                <a:gd name="connsiteY30" fmla="*/ 45244 h 169069"/>
                <a:gd name="connsiteX31" fmla="*/ 1123950 w 1283494"/>
                <a:gd name="connsiteY31" fmla="*/ 30957 h 169069"/>
                <a:gd name="connsiteX32" fmla="*/ 1159669 w 1283494"/>
                <a:gd name="connsiteY32" fmla="*/ 16669 h 169069"/>
                <a:gd name="connsiteX33" fmla="*/ 1190625 w 1283494"/>
                <a:gd name="connsiteY33" fmla="*/ 19050 h 169069"/>
                <a:gd name="connsiteX34" fmla="*/ 1223963 w 1283494"/>
                <a:gd name="connsiteY34" fmla="*/ 26194 h 169069"/>
                <a:gd name="connsiteX35" fmla="*/ 1247775 w 1283494"/>
                <a:gd name="connsiteY35" fmla="*/ 9525 h 169069"/>
                <a:gd name="connsiteX36" fmla="*/ 1254919 w 1283494"/>
                <a:gd name="connsiteY36" fmla="*/ 0 h 169069"/>
                <a:gd name="connsiteX37" fmla="*/ 1278731 w 1283494"/>
                <a:gd name="connsiteY37" fmla="*/ 4763 h 169069"/>
                <a:gd name="connsiteX38" fmla="*/ 1283494 w 1283494"/>
                <a:gd name="connsiteY38" fmla="*/ 9525 h 169069"/>
                <a:gd name="connsiteX39" fmla="*/ 1250156 w 1283494"/>
                <a:gd name="connsiteY39" fmla="*/ 26194 h 169069"/>
                <a:gd name="connsiteX40" fmla="*/ 1233488 w 1283494"/>
                <a:gd name="connsiteY40" fmla="*/ 38100 h 169069"/>
                <a:gd name="connsiteX41" fmla="*/ 1216819 w 1283494"/>
                <a:gd name="connsiteY41" fmla="*/ 40482 h 169069"/>
                <a:gd name="connsiteX42" fmla="*/ 1181100 w 1283494"/>
                <a:gd name="connsiteY42" fmla="*/ 33338 h 169069"/>
                <a:gd name="connsiteX43" fmla="*/ 1159669 w 1283494"/>
                <a:gd name="connsiteY43" fmla="*/ 30957 h 169069"/>
                <a:gd name="connsiteX44" fmla="*/ 1143000 w 1283494"/>
                <a:gd name="connsiteY44" fmla="*/ 35719 h 169069"/>
                <a:gd name="connsiteX45" fmla="*/ 1119188 w 1283494"/>
                <a:gd name="connsiteY45" fmla="*/ 61913 h 169069"/>
                <a:gd name="connsiteX46" fmla="*/ 1102519 w 1283494"/>
                <a:gd name="connsiteY46" fmla="*/ 92869 h 169069"/>
                <a:gd name="connsiteX47" fmla="*/ 1085850 w 1283494"/>
                <a:gd name="connsiteY47" fmla="*/ 107157 h 169069"/>
                <a:gd name="connsiteX48" fmla="*/ 1066800 w 1283494"/>
                <a:gd name="connsiteY48" fmla="*/ 111919 h 169069"/>
                <a:gd name="connsiteX49" fmla="*/ 1045369 w 1283494"/>
                <a:gd name="connsiteY49" fmla="*/ 114300 h 169069"/>
                <a:gd name="connsiteX50" fmla="*/ 1009650 w 1283494"/>
                <a:gd name="connsiteY50" fmla="*/ 114300 h 169069"/>
                <a:gd name="connsiteX51" fmla="*/ 978694 w 1283494"/>
                <a:gd name="connsiteY51" fmla="*/ 104775 h 169069"/>
                <a:gd name="connsiteX52" fmla="*/ 942975 w 1283494"/>
                <a:gd name="connsiteY52" fmla="*/ 95250 h 169069"/>
                <a:gd name="connsiteX53" fmla="*/ 909638 w 1283494"/>
                <a:gd name="connsiteY53" fmla="*/ 85725 h 169069"/>
                <a:gd name="connsiteX54" fmla="*/ 873919 w 1283494"/>
                <a:gd name="connsiteY54" fmla="*/ 76200 h 169069"/>
                <a:gd name="connsiteX55" fmla="*/ 847725 w 1283494"/>
                <a:gd name="connsiteY55" fmla="*/ 76200 h 169069"/>
                <a:gd name="connsiteX56" fmla="*/ 807244 w 1283494"/>
                <a:gd name="connsiteY56" fmla="*/ 100013 h 169069"/>
                <a:gd name="connsiteX57" fmla="*/ 781050 w 1283494"/>
                <a:gd name="connsiteY57" fmla="*/ 123825 h 169069"/>
                <a:gd name="connsiteX58" fmla="*/ 766763 w 1283494"/>
                <a:gd name="connsiteY58" fmla="*/ 140494 h 169069"/>
                <a:gd name="connsiteX59" fmla="*/ 745331 w 1283494"/>
                <a:gd name="connsiteY59" fmla="*/ 157163 h 169069"/>
                <a:gd name="connsiteX60" fmla="*/ 711994 w 1283494"/>
                <a:gd name="connsiteY60" fmla="*/ 159544 h 169069"/>
                <a:gd name="connsiteX61" fmla="*/ 652463 w 1283494"/>
                <a:gd name="connsiteY61" fmla="*/ 157163 h 169069"/>
                <a:gd name="connsiteX62" fmla="*/ 585788 w 1283494"/>
                <a:gd name="connsiteY62" fmla="*/ 157163 h 169069"/>
                <a:gd name="connsiteX63" fmla="*/ 554831 w 1283494"/>
                <a:gd name="connsiteY63" fmla="*/ 161925 h 169069"/>
                <a:gd name="connsiteX64" fmla="*/ 497681 w 1283494"/>
                <a:gd name="connsiteY64" fmla="*/ 164307 h 169069"/>
                <a:gd name="connsiteX65" fmla="*/ 452438 w 1283494"/>
                <a:gd name="connsiteY65" fmla="*/ 164307 h 169069"/>
                <a:gd name="connsiteX66" fmla="*/ 428625 w 1283494"/>
                <a:gd name="connsiteY66" fmla="*/ 164307 h 169069"/>
                <a:gd name="connsiteX67" fmla="*/ 407194 w 1283494"/>
                <a:gd name="connsiteY67" fmla="*/ 169069 h 169069"/>
                <a:gd name="connsiteX68" fmla="*/ 359569 w 1283494"/>
                <a:gd name="connsiteY68" fmla="*/ 166688 h 169069"/>
                <a:gd name="connsiteX69" fmla="*/ 335756 w 1283494"/>
                <a:gd name="connsiteY69" fmla="*/ 159544 h 169069"/>
                <a:gd name="connsiteX70" fmla="*/ 302418 w 1283494"/>
                <a:gd name="connsiteY70" fmla="*/ 157162 h 169069"/>
                <a:gd name="connsiteX71" fmla="*/ 252413 w 1283494"/>
                <a:gd name="connsiteY71" fmla="*/ 157162 h 169069"/>
                <a:gd name="connsiteX72" fmla="*/ 219075 w 1283494"/>
                <a:gd name="connsiteY72" fmla="*/ 169069 h 169069"/>
                <a:gd name="connsiteX73" fmla="*/ 176213 w 1283494"/>
                <a:gd name="connsiteY73" fmla="*/ 169069 h 169069"/>
                <a:gd name="connsiteX74" fmla="*/ 145256 w 1283494"/>
                <a:gd name="connsiteY74" fmla="*/ 135732 h 169069"/>
                <a:gd name="connsiteX75" fmla="*/ 126206 w 1283494"/>
                <a:gd name="connsiteY75" fmla="*/ 126207 h 169069"/>
                <a:gd name="connsiteX76" fmla="*/ 102394 w 1283494"/>
                <a:gd name="connsiteY76" fmla="*/ 104775 h 169069"/>
                <a:gd name="connsiteX77" fmla="*/ 90488 w 1283494"/>
                <a:gd name="connsiteY77" fmla="*/ 80963 h 169069"/>
                <a:gd name="connsiteX78" fmla="*/ 61913 w 1283494"/>
                <a:gd name="connsiteY78" fmla="*/ 59532 h 169069"/>
                <a:gd name="connsiteX79" fmla="*/ 0 w 1283494"/>
                <a:gd name="connsiteY79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57175 w 1283494"/>
                <a:gd name="connsiteY8" fmla="*/ 111919 h 169069"/>
                <a:gd name="connsiteX9" fmla="*/ 285750 w 1283494"/>
                <a:gd name="connsiteY9" fmla="*/ 111919 h 169069"/>
                <a:gd name="connsiteX10" fmla="*/ 304800 w 1283494"/>
                <a:gd name="connsiteY10" fmla="*/ 126207 h 169069"/>
                <a:gd name="connsiteX11" fmla="*/ 323850 w 1283494"/>
                <a:gd name="connsiteY11" fmla="*/ 140494 h 169069"/>
                <a:gd name="connsiteX12" fmla="*/ 357188 w 1283494"/>
                <a:gd name="connsiteY12" fmla="*/ 150019 h 169069"/>
                <a:gd name="connsiteX13" fmla="*/ 390525 w 1283494"/>
                <a:gd name="connsiteY13" fmla="*/ 150019 h 169069"/>
                <a:gd name="connsiteX14" fmla="*/ 426244 w 1283494"/>
                <a:gd name="connsiteY14" fmla="*/ 147638 h 169069"/>
                <a:gd name="connsiteX15" fmla="*/ 519113 w 1283494"/>
                <a:gd name="connsiteY15" fmla="*/ 133350 h 169069"/>
                <a:gd name="connsiteX16" fmla="*/ 569119 w 1283494"/>
                <a:gd name="connsiteY16" fmla="*/ 138113 h 169069"/>
                <a:gd name="connsiteX17" fmla="*/ 602456 w 1283494"/>
                <a:gd name="connsiteY17" fmla="*/ 140494 h 169069"/>
                <a:gd name="connsiteX18" fmla="*/ 702469 w 1283494"/>
                <a:gd name="connsiteY18" fmla="*/ 138113 h 169069"/>
                <a:gd name="connsiteX19" fmla="*/ 747713 w 1283494"/>
                <a:gd name="connsiteY19" fmla="*/ 135732 h 169069"/>
                <a:gd name="connsiteX20" fmla="*/ 764381 w 1283494"/>
                <a:gd name="connsiteY20" fmla="*/ 119063 h 169069"/>
                <a:gd name="connsiteX21" fmla="*/ 823913 w 1283494"/>
                <a:gd name="connsiteY21" fmla="*/ 80963 h 169069"/>
                <a:gd name="connsiteX22" fmla="*/ 845344 w 1283494"/>
                <a:gd name="connsiteY22" fmla="*/ 66675 h 169069"/>
                <a:gd name="connsiteX23" fmla="*/ 881063 w 1283494"/>
                <a:gd name="connsiteY23" fmla="*/ 64294 h 169069"/>
                <a:gd name="connsiteX24" fmla="*/ 935831 w 1283494"/>
                <a:gd name="connsiteY24" fmla="*/ 71438 h 169069"/>
                <a:gd name="connsiteX25" fmla="*/ 964406 w 1283494"/>
                <a:gd name="connsiteY25" fmla="*/ 85725 h 169069"/>
                <a:gd name="connsiteX26" fmla="*/ 1023938 w 1283494"/>
                <a:gd name="connsiteY26" fmla="*/ 100013 h 169069"/>
                <a:gd name="connsiteX27" fmla="*/ 1042988 w 1283494"/>
                <a:gd name="connsiteY27" fmla="*/ 97632 h 169069"/>
                <a:gd name="connsiteX28" fmla="*/ 1073944 w 1283494"/>
                <a:gd name="connsiteY28" fmla="*/ 88107 h 169069"/>
                <a:gd name="connsiteX29" fmla="*/ 1107281 w 1283494"/>
                <a:gd name="connsiteY29" fmla="*/ 45244 h 169069"/>
                <a:gd name="connsiteX30" fmla="*/ 1123950 w 1283494"/>
                <a:gd name="connsiteY30" fmla="*/ 30957 h 169069"/>
                <a:gd name="connsiteX31" fmla="*/ 1159669 w 1283494"/>
                <a:gd name="connsiteY31" fmla="*/ 16669 h 169069"/>
                <a:gd name="connsiteX32" fmla="*/ 1190625 w 1283494"/>
                <a:gd name="connsiteY32" fmla="*/ 19050 h 169069"/>
                <a:gd name="connsiteX33" fmla="*/ 1223963 w 1283494"/>
                <a:gd name="connsiteY33" fmla="*/ 26194 h 169069"/>
                <a:gd name="connsiteX34" fmla="*/ 1247775 w 1283494"/>
                <a:gd name="connsiteY34" fmla="*/ 9525 h 169069"/>
                <a:gd name="connsiteX35" fmla="*/ 1254919 w 1283494"/>
                <a:gd name="connsiteY35" fmla="*/ 0 h 169069"/>
                <a:gd name="connsiteX36" fmla="*/ 1278731 w 1283494"/>
                <a:gd name="connsiteY36" fmla="*/ 4763 h 169069"/>
                <a:gd name="connsiteX37" fmla="*/ 1283494 w 1283494"/>
                <a:gd name="connsiteY37" fmla="*/ 9525 h 169069"/>
                <a:gd name="connsiteX38" fmla="*/ 1250156 w 1283494"/>
                <a:gd name="connsiteY38" fmla="*/ 26194 h 169069"/>
                <a:gd name="connsiteX39" fmla="*/ 1233488 w 1283494"/>
                <a:gd name="connsiteY39" fmla="*/ 38100 h 169069"/>
                <a:gd name="connsiteX40" fmla="*/ 1216819 w 1283494"/>
                <a:gd name="connsiteY40" fmla="*/ 40482 h 169069"/>
                <a:gd name="connsiteX41" fmla="*/ 1181100 w 1283494"/>
                <a:gd name="connsiteY41" fmla="*/ 33338 h 169069"/>
                <a:gd name="connsiteX42" fmla="*/ 1159669 w 1283494"/>
                <a:gd name="connsiteY42" fmla="*/ 30957 h 169069"/>
                <a:gd name="connsiteX43" fmla="*/ 1143000 w 1283494"/>
                <a:gd name="connsiteY43" fmla="*/ 35719 h 169069"/>
                <a:gd name="connsiteX44" fmla="*/ 1119188 w 1283494"/>
                <a:gd name="connsiteY44" fmla="*/ 61913 h 169069"/>
                <a:gd name="connsiteX45" fmla="*/ 1102519 w 1283494"/>
                <a:gd name="connsiteY45" fmla="*/ 92869 h 169069"/>
                <a:gd name="connsiteX46" fmla="*/ 1085850 w 1283494"/>
                <a:gd name="connsiteY46" fmla="*/ 107157 h 169069"/>
                <a:gd name="connsiteX47" fmla="*/ 1066800 w 1283494"/>
                <a:gd name="connsiteY47" fmla="*/ 111919 h 169069"/>
                <a:gd name="connsiteX48" fmla="*/ 1045369 w 1283494"/>
                <a:gd name="connsiteY48" fmla="*/ 114300 h 169069"/>
                <a:gd name="connsiteX49" fmla="*/ 1009650 w 1283494"/>
                <a:gd name="connsiteY49" fmla="*/ 114300 h 169069"/>
                <a:gd name="connsiteX50" fmla="*/ 978694 w 1283494"/>
                <a:gd name="connsiteY50" fmla="*/ 104775 h 169069"/>
                <a:gd name="connsiteX51" fmla="*/ 942975 w 1283494"/>
                <a:gd name="connsiteY51" fmla="*/ 95250 h 169069"/>
                <a:gd name="connsiteX52" fmla="*/ 909638 w 1283494"/>
                <a:gd name="connsiteY52" fmla="*/ 85725 h 169069"/>
                <a:gd name="connsiteX53" fmla="*/ 873919 w 1283494"/>
                <a:gd name="connsiteY53" fmla="*/ 76200 h 169069"/>
                <a:gd name="connsiteX54" fmla="*/ 847725 w 1283494"/>
                <a:gd name="connsiteY54" fmla="*/ 76200 h 169069"/>
                <a:gd name="connsiteX55" fmla="*/ 807244 w 1283494"/>
                <a:gd name="connsiteY55" fmla="*/ 100013 h 169069"/>
                <a:gd name="connsiteX56" fmla="*/ 781050 w 1283494"/>
                <a:gd name="connsiteY56" fmla="*/ 123825 h 169069"/>
                <a:gd name="connsiteX57" fmla="*/ 766763 w 1283494"/>
                <a:gd name="connsiteY57" fmla="*/ 140494 h 169069"/>
                <a:gd name="connsiteX58" fmla="*/ 745331 w 1283494"/>
                <a:gd name="connsiteY58" fmla="*/ 157163 h 169069"/>
                <a:gd name="connsiteX59" fmla="*/ 711994 w 1283494"/>
                <a:gd name="connsiteY59" fmla="*/ 159544 h 169069"/>
                <a:gd name="connsiteX60" fmla="*/ 652463 w 1283494"/>
                <a:gd name="connsiteY60" fmla="*/ 157163 h 169069"/>
                <a:gd name="connsiteX61" fmla="*/ 585788 w 1283494"/>
                <a:gd name="connsiteY61" fmla="*/ 157163 h 169069"/>
                <a:gd name="connsiteX62" fmla="*/ 554831 w 1283494"/>
                <a:gd name="connsiteY62" fmla="*/ 161925 h 169069"/>
                <a:gd name="connsiteX63" fmla="*/ 497681 w 1283494"/>
                <a:gd name="connsiteY63" fmla="*/ 164307 h 169069"/>
                <a:gd name="connsiteX64" fmla="*/ 452438 w 1283494"/>
                <a:gd name="connsiteY64" fmla="*/ 164307 h 169069"/>
                <a:gd name="connsiteX65" fmla="*/ 428625 w 1283494"/>
                <a:gd name="connsiteY65" fmla="*/ 164307 h 169069"/>
                <a:gd name="connsiteX66" fmla="*/ 407194 w 1283494"/>
                <a:gd name="connsiteY66" fmla="*/ 169069 h 169069"/>
                <a:gd name="connsiteX67" fmla="*/ 359569 w 1283494"/>
                <a:gd name="connsiteY67" fmla="*/ 166688 h 169069"/>
                <a:gd name="connsiteX68" fmla="*/ 335756 w 1283494"/>
                <a:gd name="connsiteY68" fmla="*/ 159544 h 169069"/>
                <a:gd name="connsiteX69" fmla="*/ 302418 w 1283494"/>
                <a:gd name="connsiteY69" fmla="*/ 157162 h 169069"/>
                <a:gd name="connsiteX70" fmla="*/ 252413 w 1283494"/>
                <a:gd name="connsiteY70" fmla="*/ 157162 h 169069"/>
                <a:gd name="connsiteX71" fmla="*/ 219075 w 1283494"/>
                <a:gd name="connsiteY71" fmla="*/ 169069 h 169069"/>
                <a:gd name="connsiteX72" fmla="*/ 176213 w 1283494"/>
                <a:gd name="connsiteY72" fmla="*/ 169069 h 169069"/>
                <a:gd name="connsiteX73" fmla="*/ 145256 w 1283494"/>
                <a:gd name="connsiteY73" fmla="*/ 135732 h 169069"/>
                <a:gd name="connsiteX74" fmla="*/ 126206 w 1283494"/>
                <a:gd name="connsiteY74" fmla="*/ 126207 h 169069"/>
                <a:gd name="connsiteX75" fmla="*/ 102394 w 1283494"/>
                <a:gd name="connsiteY75" fmla="*/ 104775 h 169069"/>
                <a:gd name="connsiteX76" fmla="*/ 90488 w 1283494"/>
                <a:gd name="connsiteY76" fmla="*/ 80963 h 169069"/>
                <a:gd name="connsiteX77" fmla="*/ 61913 w 1283494"/>
                <a:gd name="connsiteY77" fmla="*/ 59532 h 169069"/>
                <a:gd name="connsiteX78" fmla="*/ 0 w 1283494"/>
                <a:gd name="connsiteY78" fmla="*/ 23813 h 169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283494" h="169069">
                  <a:moveTo>
                    <a:pt x="0" y="23813"/>
                  </a:moveTo>
                  <a:lnTo>
                    <a:pt x="0" y="23813"/>
                  </a:lnTo>
                  <a:lnTo>
                    <a:pt x="71438" y="40482"/>
                  </a:lnTo>
                  <a:lnTo>
                    <a:pt x="111919" y="54769"/>
                  </a:lnTo>
                  <a:lnTo>
                    <a:pt x="121444" y="71438"/>
                  </a:lnTo>
                  <a:lnTo>
                    <a:pt x="140494" y="102394"/>
                  </a:lnTo>
                  <a:lnTo>
                    <a:pt x="173831" y="121444"/>
                  </a:lnTo>
                  <a:lnTo>
                    <a:pt x="211931" y="146207"/>
                  </a:lnTo>
                  <a:lnTo>
                    <a:pt x="257175" y="111919"/>
                  </a:lnTo>
                  <a:lnTo>
                    <a:pt x="285750" y="111919"/>
                  </a:lnTo>
                  <a:lnTo>
                    <a:pt x="304800" y="126207"/>
                  </a:lnTo>
                  <a:lnTo>
                    <a:pt x="323850" y="140494"/>
                  </a:lnTo>
                  <a:lnTo>
                    <a:pt x="357188" y="150019"/>
                  </a:lnTo>
                  <a:lnTo>
                    <a:pt x="390525" y="150019"/>
                  </a:lnTo>
                  <a:lnTo>
                    <a:pt x="426244" y="147638"/>
                  </a:lnTo>
                  <a:lnTo>
                    <a:pt x="519113" y="133350"/>
                  </a:lnTo>
                  <a:lnTo>
                    <a:pt x="569119" y="138113"/>
                  </a:lnTo>
                  <a:lnTo>
                    <a:pt x="602456" y="140494"/>
                  </a:lnTo>
                  <a:lnTo>
                    <a:pt x="702469" y="138113"/>
                  </a:lnTo>
                  <a:lnTo>
                    <a:pt x="747713" y="135732"/>
                  </a:lnTo>
                  <a:lnTo>
                    <a:pt x="764381" y="119063"/>
                  </a:lnTo>
                  <a:lnTo>
                    <a:pt x="823913" y="80963"/>
                  </a:lnTo>
                  <a:lnTo>
                    <a:pt x="845344" y="66675"/>
                  </a:lnTo>
                  <a:lnTo>
                    <a:pt x="881063" y="64294"/>
                  </a:lnTo>
                  <a:lnTo>
                    <a:pt x="935831" y="71438"/>
                  </a:lnTo>
                  <a:lnTo>
                    <a:pt x="964406" y="85725"/>
                  </a:lnTo>
                  <a:lnTo>
                    <a:pt x="1023938" y="100013"/>
                  </a:lnTo>
                  <a:lnTo>
                    <a:pt x="1042988" y="97632"/>
                  </a:lnTo>
                  <a:lnTo>
                    <a:pt x="1073944" y="88107"/>
                  </a:lnTo>
                  <a:lnTo>
                    <a:pt x="1107281" y="45244"/>
                  </a:lnTo>
                  <a:lnTo>
                    <a:pt x="1123950" y="30957"/>
                  </a:lnTo>
                  <a:lnTo>
                    <a:pt x="1159669" y="16669"/>
                  </a:lnTo>
                  <a:lnTo>
                    <a:pt x="1190625" y="19050"/>
                  </a:lnTo>
                  <a:lnTo>
                    <a:pt x="1223963" y="26194"/>
                  </a:lnTo>
                  <a:lnTo>
                    <a:pt x="1247775" y="9525"/>
                  </a:lnTo>
                  <a:lnTo>
                    <a:pt x="1254919" y="0"/>
                  </a:lnTo>
                  <a:lnTo>
                    <a:pt x="1278731" y="4763"/>
                  </a:lnTo>
                  <a:lnTo>
                    <a:pt x="1283494" y="9525"/>
                  </a:lnTo>
                  <a:lnTo>
                    <a:pt x="1250156" y="26194"/>
                  </a:lnTo>
                  <a:lnTo>
                    <a:pt x="1233488" y="38100"/>
                  </a:lnTo>
                  <a:lnTo>
                    <a:pt x="1216819" y="40482"/>
                  </a:lnTo>
                  <a:lnTo>
                    <a:pt x="1181100" y="33338"/>
                  </a:lnTo>
                  <a:lnTo>
                    <a:pt x="1159669" y="30957"/>
                  </a:lnTo>
                  <a:lnTo>
                    <a:pt x="1143000" y="35719"/>
                  </a:lnTo>
                  <a:lnTo>
                    <a:pt x="1119188" y="61913"/>
                  </a:lnTo>
                  <a:lnTo>
                    <a:pt x="1102519" y="92869"/>
                  </a:lnTo>
                  <a:lnTo>
                    <a:pt x="1085850" y="107157"/>
                  </a:lnTo>
                  <a:lnTo>
                    <a:pt x="1066800" y="111919"/>
                  </a:lnTo>
                  <a:lnTo>
                    <a:pt x="1045369" y="114300"/>
                  </a:lnTo>
                  <a:lnTo>
                    <a:pt x="1009650" y="114300"/>
                  </a:lnTo>
                  <a:lnTo>
                    <a:pt x="978694" y="104775"/>
                  </a:lnTo>
                  <a:lnTo>
                    <a:pt x="942975" y="95250"/>
                  </a:lnTo>
                  <a:lnTo>
                    <a:pt x="909638" y="85725"/>
                  </a:lnTo>
                  <a:lnTo>
                    <a:pt x="873919" y="76200"/>
                  </a:lnTo>
                  <a:lnTo>
                    <a:pt x="847725" y="76200"/>
                  </a:lnTo>
                  <a:lnTo>
                    <a:pt x="807244" y="100013"/>
                  </a:lnTo>
                  <a:lnTo>
                    <a:pt x="781050" y="123825"/>
                  </a:lnTo>
                  <a:lnTo>
                    <a:pt x="766763" y="140494"/>
                  </a:lnTo>
                  <a:lnTo>
                    <a:pt x="745331" y="157163"/>
                  </a:lnTo>
                  <a:lnTo>
                    <a:pt x="711994" y="159544"/>
                  </a:lnTo>
                  <a:lnTo>
                    <a:pt x="652463" y="157163"/>
                  </a:lnTo>
                  <a:lnTo>
                    <a:pt x="585788" y="157163"/>
                  </a:lnTo>
                  <a:lnTo>
                    <a:pt x="554831" y="161925"/>
                  </a:lnTo>
                  <a:lnTo>
                    <a:pt x="497681" y="164307"/>
                  </a:lnTo>
                  <a:lnTo>
                    <a:pt x="452438" y="164307"/>
                  </a:lnTo>
                  <a:lnTo>
                    <a:pt x="428625" y="164307"/>
                  </a:lnTo>
                  <a:lnTo>
                    <a:pt x="407194" y="169069"/>
                  </a:lnTo>
                  <a:lnTo>
                    <a:pt x="359569" y="166688"/>
                  </a:lnTo>
                  <a:lnTo>
                    <a:pt x="335756" y="159544"/>
                  </a:lnTo>
                  <a:lnTo>
                    <a:pt x="302418" y="157162"/>
                  </a:lnTo>
                  <a:lnTo>
                    <a:pt x="252413" y="157162"/>
                  </a:lnTo>
                  <a:lnTo>
                    <a:pt x="219075" y="169069"/>
                  </a:lnTo>
                  <a:lnTo>
                    <a:pt x="176213" y="169069"/>
                  </a:lnTo>
                  <a:lnTo>
                    <a:pt x="145256" y="135732"/>
                  </a:lnTo>
                  <a:lnTo>
                    <a:pt x="126206" y="126207"/>
                  </a:lnTo>
                  <a:lnTo>
                    <a:pt x="102394" y="104775"/>
                  </a:lnTo>
                  <a:lnTo>
                    <a:pt x="90488" y="80963"/>
                  </a:lnTo>
                  <a:lnTo>
                    <a:pt x="61913" y="59532"/>
                  </a:lnTo>
                  <a:lnTo>
                    <a:pt x="0" y="23813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4841081" y="1616869"/>
              <a:ext cx="1076325" cy="328612"/>
            </a:xfrm>
            <a:custGeom>
              <a:avLst/>
              <a:gdLst>
                <a:gd name="connsiteX0" fmla="*/ 1076325 w 1076325"/>
                <a:gd name="connsiteY0" fmla="*/ 97631 h 328612"/>
                <a:gd name="connsiteX1" fmla="*/ 259556 w 1076325"/>
                <a:gd name="connsiteY1" fmla="*/ 0 h 328612"/>
                <a:gd name="connsiteX2" fmla="*/ 83344 w 1076325"/>
                <a:gd name="connsiteY2" fmla="*/ 61912 h 328612"/>
                <a:gd name="connsiteX3" fmla="*/ 173831 w 1076325"/>
                <a:gd name="connsiteY3" fmla="*/ 119062 h 328612"/>
                <a:gd name="connsiteX4" fmla="*/ 0 w 1076325"/>
                <a:gd name="connsiteY4" fmla="*/ 192881 h 328612"/>
                <a:gd name="connsiteX5" fmla="*/ 111919 w 1076325"/>
                <a:gd name="connsiteY5" fmla="*/ 269081 h 328612"/>
                <a:gd name="connsiteX6" fmla="*/ 233362 w 1076325"/>
                <a:gd name="connsiteY6" fmla="*/ 219075 h 328612"/>
                <a:gd name="connsiteX7" fmla="*/ 321469 w 1076325"/>
                <a:gd name="connsiteY7" fmla="*/ 328612 h 328612"/>
                <a:gd name="connsiteX8" fmla="*/ 573881 w 1076325"/>
                <a:gd name="connsiteY8" fmla="*/ 242887 h 328612"/>
                <a:gd name="connsiteX9" fmla="*/ 781050 w 1076325"/>
                <a:gd name="connsiteY9" fmla="*/ 180975 h 328612"/>
                <a:gd name="connsiteX10" fmla="*/ 864394 w 1076325"/>
                <a:gd name="connsiteY10" fmla="*/ 157162 h 328612"/>
                <a:gd name="connsiteX11" fmla="*/ 1076325 w 1076325"/>
                <a:gd name="connsiteY11" fmla="*/ 97631 h 32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25" h="328612">
                  <a:moveTo>
                    <a:pt x="1076325" y="97631"/>
                  </a:moveTo>
                  <a:lnTo>
                    <a:pt x="259556" y="0"/>
                  </a:lnTo>
                  <a:lnTo>
                    <a:pt x="83344" y="61912"/>
                  </a:lnTo>
                  <a:lnTo>
                    <a:pt x="173831" y="119062"/>
                  </a:lnTo>
                  <a:lnTo>
                    <a:pt x="0" y="192881"/>
                  </a:lnTo>
                  <a:lnTo>
                    <a:pt x="111919" y="269081"/>
                  </a:lnTo>
                  <a:lnTo>
                    <a:pt x="233362" y="219075"/>
                  </a:lnTo>
                  <a:lnTo>
                    <a:pt x="321469" y="328612"/>
                  </a:lnTo>
                  <a:lnTo>
                    <a:pt x="573881" y="242887"/>
                  </a:lnTo>
                  <a:lnTo>
                    <a:pt x="781050" y="180975"/>
                  </a:lnTo>
                  <a:lnTo>
                    <a:pt x="864394" y="157162"/>
                  </a:lnTo>
                  <a:lnTo>
                    <a:pt x="1076325" y="97631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26" name="Group 105"/>
            <p:cNvGrpSpPr/>
            <p:nvPr/>
          </p:nvGrpSpPr>
          <p:grpSpPr>
            <a:xfrm>
              <a:off x="4959668" y="1659731"/>
              <a:ext cx="870541" cy="1081088"/>
              <a:chOff x="4954906" y="3019425"/>
              <a:chExt cx="870541" cy="1081088"/>
            </a:xfrm>
            <a:solidFill>
              <a:schemeClr val="bg1">
                <a:lumMod val="75000"/>
              </a:schemeClr>
            </a:solidFill>
          </p:grpSpPr>
          <p:sp>
            <p:nvSpPr>
              <p:cNvPr id="126" name="Can 125"/>
              <p:cNvSpPr/>
              <p:nvPr/>
            </p:nvSpPr>
            <p:spPr>
              <a:xfrm>
                <a:off x="5779728" y="3078969"/>
                <a:ext cx="45719" cy="183357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7" name="Can 126"/>
              <p:cNvSpPr/>
              <p:nvPr/>
            </p:nvSpPr>
            <p:spPr>
              <a:xfrm>
                <a:off x="5578794" y="3121818"/>
                <a:ext cx="45719" cy="978695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8" name="Can 127"/>
              <p:cNvSpPr/>
              <p:nvPr/>
            </p:nvSpPr>
            <p:spPr>
              <a:xfrm>
                <a:off x="5306378" y="3213496"/>
                <a:ext cx="45719" cy="553641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9" name="Can 128"/>
              <p:cNvSpPr/>
              <p:nvPr/>
            </p:nvSpPr>
            <p:spPr>
              <a:xfrm>
                <a:off x="5126831" y="3019425"/>
                <a:ext cx="45719" cy="45719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0" name="Can 129"/>
              <p:cNvSpPr/>
              <p:nvPr/>
            </p:nvSpPr>
            <p:spPr>
              <a:xfrm>
                <a:off x="5306378" y="3053715"/>
                <a:ext cx="45719" cy="45719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1" name="Can 130"/>
              <p:cNvSpPr/>
              <p:nvPr/>
            </p:nvSpPr>
            <p:spPr>
              <a:xfrm>
                <a:off x="4954906" y="3148965"/>
                <a:ext cx="45719" cy="45719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2" name="Can 131"/>
              <p:cNvSpPr/>
              <p:nvPr/>
            </p:nvSpPr>
            <p:spPr>
              <a:xfrm>
                <a:off x="5484039" y="3041334"/>
                <a:ext cx="45719" cy="45719"/>
              </a:xfrm>
              <a:prstGeom prst="can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27" name="Can 26"/>
            <p:cNvSpPr/>
            <p:nvPr/>
          </p:nvSpPr>
          <p:spPr>
            <a:xfrm>
              <a:off x="3388043" y="2336006"/>
              <a:ext cx="45719" cy="1023938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Can 27"/>
            <p:cNvSpPr/>
            <p:nvPr/>
          </p:nvSpPr>
          <p:spPr>
            <a:xfrm>
              <a:off x="1814037" y="1971674"/>
              <a:ext cx="45719" cy="473870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19235" y="1085999"/>
              <a:ext cx="136447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GW_ManagementArea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 rot="697791">
              <a:off x="2162753" y="2237258"/>
              <a:ext cx="11528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Unconfined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 rot="935058">
              <a:off x="2076863" y="2642566"/>
              <a:ext cx="8963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Confining bed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 rot="1020000">
              <a:off x="2000663" y="2880691"/>
              <a:ext cx="10310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Confined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95763" y="2328241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Bedrock</a:t>
              </a:r>
            </a:p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 rot="20170142">
              <a:off x="3927689" y="2394916"/>
              <a:ext cx="81304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 rot="20160000">
              <a:off x="3797629" y="2702943"/>
              <a:ext cx="813043" cy="22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 rot="900000">
              <a:off x="2321242" y="2418233"/>
              <a:ext cx="5501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 rot="1320000">
              <a:off x="3066526" y="3357030"/>
              <a:ext cx="8963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Confining bed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 rot="20160000">
              <a:off x="4037240" y="2728314"/>
              <a:ext cx="11400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GW_ConfiningBed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4453" y="1426516"/>
              <a:ext cx="62068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err="1" smtClean="0">
                  <a:latin typeface="Arial" pitchFamily="34" charset="0"/>
                  <a:cs typeface="Arial" pitchFamily="34" charset="0"/>
                </a:rPr>
                <a:t>Wellfield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4959668" y="1286126"/>
              <a:ext cx="149153" cy="52813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3357562" y="2456921"/>
              <a:ext cx="40908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Well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Isosceles Triangle 44"/>
            <p:cNvSpPr/>
            <p:nvPr/>
          </p:nvSpPr>
          <p:spPr>
            <a:xfrm rot="21120000" flipH="1">
              <a:off x="2982935" y="3148793"/>
              <a:ext cx="252000" cy="792000"/>
            </a:xfrm>
            <a:prstGeom prst="triangle">
              <a:avLst/>
            </a:prstGeom>
            <a:solidFill>
              <a:srgbClr val="677FF9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6" name="Isosceles Triangle 45"/>
            <p:cNvSpPr/>
            <p:nvPr/>
          </p:nvSpPr>
          <p:spPr>
            <a:xfrm rot="1680000" flipH="1">
              <a:off x="1378598" y="2850285"/>
              <a:ext cx="252000" cy="684000"/>
            </a:xfrm>
            <a:prstGeom prst="triangle">
              <a:avLst/>
            </a:prstGeom>
            <a:solidFill>
              <a:srgbClr val="677FF9">
                <a:alpha val="5294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683779" y="3562691"/>
              <a:ext cx="1208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Groundwater  filling the pore space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529558" y="4206985"/>
              <a:ext cx="96051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GW_FluidBody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98924" y="4513130"/>
              <a:ext cx="11785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GW_HydrogeoVoid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690678" y="3958585"/>
              <a:ext cx="101822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GW_AquiferUnit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484917" y="3418489"/>
              <a:ext cx="1099356" cy="1349808"/>
              <a:chOff x="636679" y="3671290"/>
              <a:chExt cx="1099356" cy="1349808"/>
            </a:xfrm>
          </p:grpSpPr>
          <p:pic>
            <p:nvPicPr>
              <p:cNvPr id="106" name="Picture 6" descr="C:\Users\Peter\AppData\Local\Microsoft\Windows\Temporary Internet Files\Content.IE5\DW85N11Z\Blue_magnifying_glass_icon.svg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36679" y="3671290"/>
                <a:ext cx="1099356" cy="1349808"/>
              </a:xfrm>
              <a:prstGeom prst="rect">
                <a:avLst/>
              </a:prstGeom>
              <a:noFill/>
            </p:spPr>
          </p:pic>
          <p:grpSp>
            <p:nvGrpSpPr>
              <p:cNvPr id="107" name="Group 103"/>
              <p:cNvGrpSpPr/>
              <p:nvPr/>
            </p:nvGrpSpPr>
            <p:grpSpPr>
              <a:xfrm>
                <a:off x="810117" y="3687361"/>
                <a:ext cx="900475" cy="900057"/>
                <a:chOff x="178594" y="4945856"/>
                <a:chExt cx="900475" cy="900057"/>
              </a:xfrm>
            </p:grpSpPr>
            <p:sp>
              <p:nvSpPr>
                <p:cNvPr id="108" name="Oval 107"/>
                <p:cNvSpPr/>
                <p:nvPr/>
              </p:nvSpPr>
              <p:spPr>
                <a:xfrm>
                  <a:off x="179069" y="4945913"/>
                  <a:ext cx="900000" cy="900000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grpSp>
              <p:nvGrpSpPr>
                <p:cNvPr id="109" name="Group 102"/>
                <p:cNvGrpSpPr/>
                <p:nvPr/>
              </p:nvGrpSpPr>
              <p:grpSpPr>
                <a:xfrm>
                  <a:off x="178594" y="4945856"/>
                  <a:ext cx="900112" cy="897732"/>
                  <a:chOff x="178594" y="4945856"/>
                  <a:chExt cx="900112" cy="897732"/>
                </a:xfrm>
              </p:grpSpPr>
              <p:sp>
                <p:nvSpPr>
                  <p:cNvPr id="110" name="Freeform 109"/>
                  <p:cNvSpPr/>
                  <p:nvPr/>
                </p:nvSpPr>
                <p:spPr>
                  <a:xfrm>
                    <a:off x="245269" y="4962525"/>
                    <a:ext cx="357187" cy="428625"/>
                  </a:xfrm>
                  <a:custGeom>
                    <a:avLst/>
                    <a:gdLst>
                      <a:gd name="connsiteX0" fmla="*/ 261937 w 357187"/>
                      <a:gd name="connsiteY0" fmla="*/ 0 h 428625"/>
                      <a:gd name="connsiteX1" fmla="*/ 283369 w 357187"/>
                      <a:gd name="connsiteY1" fmla="*/ 102394 h 428625"/>
                      <a:gd name="connsiteX2" fmla="*/ 319087 w 357187"/>
                      <a:gd name="connsiteY2" fmla="*/ 204788 h 428625"/>
                      <a:gd name="connsiteX3" fmla="*/ 357187 w 357187"/>
                      <a:gd name="connsiteY3" fmla="*/ 297656 h 428625"/>
                      <a:gd name="connsiteX4" fmla="*/ 164306 w 357187"/>
                      <a:gd name="connsiteY4" fmla="*/ 428625 h 428625"/>
                      <a:gd name="connsiteX5" fmla="*/ 0 w 357187"/>
                      <a:gd name="connsiteY5" fmla="*/ 197644 h 428625"/>
                      <a:gd name="connsiteX6" fmla="*/ 38100 w 357187"/>
                      <a:gd name="connsiteY6" fmla="*/ 145256 h 428625"/>
                      <a:gd name="connsiteX7" fmla="*/ 95250 w 357187"/>
                      <a:gd name="connsiteY7" fmla="*/ 90488 h 428625"/>
                      <a:gd name="connsiteX8" fmla="*/ 159544 w 357187"/>
                      <a:gd name="connsiteY8" fmla="*/ 45244 h 428625"/>
                      <a:gd name="connsiteX9" fmla="*/ 261937 w 357187"/>
                      <a:gd name="connsiteY9" fmla="*/ 0 h 4286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7187" h="428625">
                        <a:moveTo>
                          <a:pt x="261937" y="0"/>
                        </a:moveTo>
                        <a:lnTo>
                          <a:pt x="283369" y="102394"/>
                        </a:lnTo>
                        <a:lnTo>
                          <a:pt x="319087" y="204788"/>
                        </a:lnTo>
                        <a:lnTo>
                          <a:pt x="357187" y="297656"/>
                        </a:lnTo>
                        <a:lnTo>
                          <a:pt x="164306" y="428625"/>
                        </a:lnTo>
                        <a:lnTo>
                          <a:pt x="0" y="197644"/>
                        </a:lnTo>
                        <a:lnTo>
                          <a:pt x="38100" y="145256"/>
                        </a:lnTo>
                        <a:lnTo>
                          <a:pt x="95250" y="90488"/>
                        </a:lnTo>
                        <a:lnTo>
                          <a:pt x="159544" y="45244"/>
                        </a:lnTo>
                        <a:lnTo>
                          <a:pt x="261937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1" name="Freeform 110"/>
                  <p:cNvSpPr/>
                  <p:nvPr/>
                </p:nvSpPr>
                <p:spPr>
                  <a:xfrm>
                    <a:off x="178594" y="5179219"/>
                    <a:ext cx="211931" cy="319087"/>
                  </a:xfrm>
                  <a:custGeom>
                    <a:avLst/>
                    <a:gdLst>
                      <a:gd name="connsiteX0" fmla="*/ 54769 w 211931"/>
                      <a:gd name="connsiteY0" fmla="*/ 0 h 319087"/>
                      <a:gd name="connsiteX1" fmla="*/ 211931 w 211931"/>
                      <a:gd name="connsiteY1" fmla="*/ 221456 h 319087"/>
                      <a:gd name="connsiteX2" fmla="*/ 76200 w 211931"/>
                      <a:gd name="connsiteY2" fmla="*/ 319087 h 319087"/>
                      <a:gd name="connsiteX3" fmla="*/ 0 w 211931"/>
                      <a:gd name="connsiteY3" fmla="*/ 204787 h 319087"/>
                      <a:gd name="connsiteX4" fmla="*/ 4762 w 211931"/>
                      <a:gd name="connsiteY4" fmla="*/ 150019 h 319087"/>
                      <a:gd name="connsiteX5" fmla="*/ 14287 w 211931"/>
                      <a:gd name="connsiteY5" fmla="*/ 109537 h 319087"/>
                      <a:gd name="connsiteX6" fmla="*/ 26194 w 211931"/>
                      <a:gd name="connsiteY6" fmla="*/ 59531 h 319087"/>
                      <a:gd name="connsiteX7" fmla="*/ 54769 w 211931"/>
                      <a:gd name="connsiteY7" fmla="*/ 0 h 3190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11931" h="319087">
                        <a:moveTo>
                          <a:pt x="54769" y="0"/>
                        </a:moveTo>
                        <a:lnTo>
                          <a:pt x="211931" y="221456"/>
                        </a:lnTo>
                        <a:lnTo>
                          <a:pt x="76200" y="319087"/>
                        </a:lnTo>
                        <a:lnTo>
                          <a:pt x="0" y="204787"/>
                        </a:lnTo>
                        <a:lnTo>
                          <a:pt x="4762" y="150019"/>
                        </a:lnTo>
                        <a:lnTo>
                          <a:pt x="14287" y="109537"/>
                        </a:lnTo>
                        <a:lnTo>
                          <a:pt x="26194" y="59531"/>
                        </a:lnTo>
                        <a:lnTo>
                          <a:pt x="54769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2" name="Freeform 111"/>
                  <p:cNvSpPr/>
                  <p:nvPr/>
                </p:nvSpPr>
                <p:spPr>
                  <a:xfrm>
                    <a:off x="523875" y="4945856"/>
                    <a:ext cx="276225" cy="307182"/>
                  </a:xfrm>
                  <a:custGeom>
                    <a:avLst/>
                    <a:gdLst>
                      <a:gd name="connsiteX0" fmla="*/ 0 w 276225"/>
                      <a:gd name="connsiteY0" fmla="*/ 14288 h 307182"/>
                      <a:gd name="connsiteX1" fmla="*/ 97631 w 276225"/>
                      <a:gd name="connsiteY1" fmla="*/ 307182 h 307182"/>
                      <a:gd name="connsiteX2" fmla="*/ 276225 w 276225"/>
                      <a:gd name="connsiteY2" fmla="*/ 188119 h 307182"/>
                      <a:gd name="connsiteX3" fmla="*/ 200025 w 276225"/>
                      <a:gd name="connsiteY3" fmla="*/ 11907 h 307182"/>
                      <a:gd name="connsiteX4" fmla="*/ 157163 w 276225"/>
                      <a:gd name="connsiteY4" fmla="*/ 4763 h 307182"/>
                      <a:gd name="connsiteX5" fmla="*/ 121444 w 276225"/>
                      <a:gd name="connsiteY5" fmla="*/ 4763 h 307182"/>
                      <a:gd name="connsiteX6" fmla="*/ 83344 w 276225"/>
                      <a:gd name="connsiteY6" fmla="*/ 0 h 307182"/>
                      <a:gd name="connsiteX7" fmla="*/ 0 w 276225"/>
                      <a:gd name="connsiteY7" fmla="*/ 14288 h 3071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76225" h="307182">
                        <a:moveTo>
                          <a:pt x="0" y="14288"/>
                        </a:moveTo>
                        <a:lnTo>
                          <a:pt x="97631" y="307182"/>
                        </a:lnTo>
                        <a:lnTo>
                          <a:pt x="276225" y="188119"/>
                        </a:lnTo>
                        <a:lnTo>
                          <a:pt x="200025" y="11907"/>
                        </a:lnTo>
                        <a:lnTo>
                          <a:pt x="157163" y="4763"/>
                        </a:lnTo>
                        <a:lnTo>
                          <a:pt x="121444" y="4763"/>
                        </a:lnTo>
                        <a:lnTo>
                          <a:pt x="83344" y="0"/>
                        </a:lnTo>
                        <a:lnTo>
                          <a:pt x="0" y="14288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3" name="Freeform 112"/>
                  <p:cNvSpPr/>
                  <p:nvPr/>
                </p:nvSpPr>
                <p:spPr>
                  <a:xfrm>
                    <a:off x="738188" y="4960144"/>
                    <a:ext cx="180975" cy="164306"/>
                  </a:xfrm>
                  <a:custGeom>
                    <a:avLst/>
                    <a:gdLst>
                      <a:gd name="connsiteX0" fmla="*/ 76200 w 180975"/>
                      <a:gd name="connsiteY0" fmla="*/ 164306 h 164306"/>
                      <a:gd name="connsiteX1" fmla="*/ 180975 w 180975"/>
                      <a:gd name="connsiteY1" fmla="*/ 92869 h 164306"/>
                      <a:gd name="connsiteX2" fmla="*/ 133350 w 180975"/>
                      <a:gd name="connsiteY2" fmla="*/ 54769 h 164306"/>
                      <a:gd name="connsiteX3" fmla="*/ 88106 w 180975"/>
                      <a:gd name="connsiteY3" fmla="*/ 23812 h 164306"/>
                      <a:gd name="connsiteX4" fmla="*/ 88106 w 180975"/>
                      <a:gd name="connsiteY4" fmla="*/ 23812 h 164306"/>
                      <a:gd name="connsiteX5" fmla="*/ 33337 w 180975"/>
                      <a:gd name="connsiteY5" fmla="*/ 7144 h 164306"/>
                      <a:gd name="connsiteX6" fmla="*/ 0 w 180975"/>
                      <a:gd name="connsiteY6" fmla="*/ 0 h 164306"/>
                      <a:gd name="connsiteX7" fmla="*/ 76200 w 180975"/>
                      <a:gd name="connsiteY7" fmla="*/ 164306 h 1643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0975" h="164306">
                        <a:moveTo>
                          <a:pt x="76200" y="164306"/>
                        </a:moveTo>
                        <a:lnTo>
                          <a:pt x="180975" y="92869"/>
                        </a:lnTo>
                        <a:lnTo>
                          <a:pt x="133350" y="54769"/>
                        </a:lnTo>
                        <a:lnTo>
                          <a:pt x="88106" y="23812"/>
                        </a:lnTo>
                        <a:lnTo>
                          <a:pt x="88106" y="23812"/>
                        </a:lnTo>
                        <a:lnTo>
                          <a:pt x="33337" y="7144"/>
                        </a:lnTo>
                        <a:lnTo>
                          <a:pt x="0" y="0"/>
                        </a:lnTo>
                        <a:lnTo>
                          <a:pt x="76200" y="164306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4" name="Freeform 113"/>
                  <p:cNvSpPr/>
                  <p:nvPr/>
                </p:nvSpPr>
                <p:spPr>
                  <a:xfrm>
                    <a:off x="178594" y="5393531"/>
                    <a:ext cx="66675" cy="142875"/>
                  </a:xfrm>
                  <a:custGeom>
                    <a:avLst/>
                    <a:gdLst>
                      <a:gd name="connsiteX0" fmla="*/ 26194 w 66675"/>
                      <a:gd name="connsiteY0" fmla="*/ 142875 h 142875"/>
                      <a:gd name="connsiteX1" fmla="*/ 66675 w 66675"/>
                      <a:gd name="connsiteY1" fmla="*/ 109538 h 142875"/>
                      <a:gd name="connsiteX2" fmla="*/ 0 w 66675"/>
                      <a:gd name="connsiteY2" fmla="*/ 0 h 142875"/>
                      <a:gd name="connsiteX3" fmla="*/ 2381 w 66675"/>
                      <a:gd name="connsiteY3" fmla="*/ 59532 h 142875"/>
                      <a:gd name="connsiteX4" fmla="*/ 26194 w 66675"/>
                      <a:gd name="connsiteY4" fmla="*/ 142875 h 1428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6675" h="142875">
                        <a:moveTo>
                          <a:pt x="26194" y="142875"/>
                        </a:moveTo>
                        <a:lnTo>
                          <a:pt x="66675" y="109538"/>
                        </a:lnTo>
                        <a:lnTo>
                          <a:pt x="0" y="0"/>
                        </a:lnTo>
                        <a:cubicBezTo>
                          <a:pt x="794" y="19844"/>
                          <a:pt x="1587" y="39688"/>
                          <a:pt x="2381" y="59532"/>
                        </a:cubicBezTo>
                        <a:lnTo>
                          <a:pt x="26194" y="142875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5" name="Freeform 114"/>
                  <p:cNvSpPr/>
                  <p:nvPr/>
                </p:nvSpPr>
                <p:spPr>
                  <a:xfrm>
                    <a:off x="204788" y="5517356"/>
                    <a:ext cx="254793" cy="292894"/>
                  </a:xfrm>
                  <a:custGeom>
                    <a:avLst/>
                    <a:gdLst>
                      <a:gd name="connsiteX0" fmla="*/ 0 w 254793"/>
                      <a:gd name="connsiteY0" fmla="*/ 35719 h 292894"/>
                      <a:gd name="connsiteX1" fmla="*/ 45243 w 254793"/>
                      <a:gd name="connsiteY1" fmla="*/ 0 h 292894"/>
                      <a:gd name="connsiteX2" fmla="*/ 235743 w 254793"/>
                      <a:gd name="connsiteY2" fmla="*/ 278607 h 292894"/>
                      <a:gd name="connsiteX3" fmla="*/ 254793 w 254793"/>
                      <a:gd name="connsiteY3" fmla="*/ 292894 h 292894"/>
                      <a:gd name="connsiteX4" fmla="*/ 183356 w 254793"/>
                      <a:gd name="connsiteY4" fmla="*/ 259557 h 292894"/>
                      <a:gd name="connsiteX5" fmla="*/ 138112 w 254793"/>
                      <a:gd name="connsiteY5" fmla="*/ 226219 h 292894"/>
                      <a:gd name="connsiteX6" fmla="*/ 102393 w 254793"/>
                      <a:gd name="connsiteY6" fmla="*/ 192882 h 292894"/>
                      <a:gd name="connsiteX7" fmla="*/ 76200 w 254793"/>
                      <a:gd name="connsiteY7" fmla="*/ 166688 h 292894"/>
                      <a:gd name="connsiteX8" fmla="*/ 59531 w 254793"/>
                      <a:gd name="connsiteY8" fmla="*/ 140494 h 292894"/>
                      <a:gd name="connsiteX9" fmla="*/ 42862 w 254793"/>
                      <a:gd name="connsiteY9" fmla="*/ 119063 h 292894"/>
                      <a:gd name="connsiteX10" fmla="*/ 23812 w 254793"/>
                      <a:gd name="connsiteY10" fmla="*/ 90488 h 292894"/>
                      <a:gd name="connsiteX11" fmla="*/ 0 w 254793"/>
                      <a:gd name="connsiteY11" fmla="*/ 35719 h 292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54793" h="292894">
                        <a:moveTo>
                          <a:pt x="0" y="35719"/>
                        </a:moveTo>
                        <a:lnTo>
                          <a:pt x="45243" y="0"/>
                        </a:lnTo>
                        <a:lnTo>
                          <a:pt x="235743" y="278607"/>
                        </a:lnTo>
                        <a:lnTo>
                          <a:pt x="254793" y="292894"/>
                        </a:lnTo>
                        <a:lnTo>
                          <a:pt x="183356" y="259557"/>
                        </a:lnTo>
                        <a:lnTo>
                          <a:pt x="138112" y="226219"/>
                        </a:lnTo>
                        <a:lnTo>
                          <a:pt x="102393" y="192882"/>
                        </a:lnTo>
                        <a:lnTo>
                          <a:pt x="76200" y="166688"/>
                        </a:lnTo>
                        <a:lnTo>
                          <a:pt x="59531" y="140494"/>
                        </a:lnTo>
                        <a:lnTo>
                          <a:pt x="42862" y="119063"/>
                        </a:lnTo>
                        <a:lnTo>
                          <a:pt x="23812" y="90488"/>
                        </a:lnTo>
                        <a:lnTo>
                          <a:pt x="0" y="35719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6" name="Freeform 115"/>
                  <p:cNvSpPr/>
                  <p:nvPr/>
                </p:nvSpPr>
                <p:spPr>
                  <a:xfrm>
                    <a:off x="631031" y="5150644"/>
                    <a:ext cx="307182" cy="554831"/>
                  </a:xfrm>
                  <a:custGeom>
                    <a:avLst/>
                    <a:gdLst>
                      <a:gd name="connsiteX0" fmla="*/ 0 w 307182"/>
                      <a:gd name="connsiteY0" fmla="*/ 121444 h 554831"/>
                      <a:gd name="connsiteX1" fmla="*/ 88107 w 307182"/>
                      <a:gd name="connsiteY1" fmla="*/ 390525 h 554831"/>
                      <a:gd name="connsiteX2" fmla="*/ 111919 w 307182"/>
                      <a:gd name="connsiteY2" fmla="*/ 554831 h 554831"/>
                      <a:gd name="connsiteX3" fmla="*/ 111919 w 307182"/>
                      <a:gd name="connsiteY3" fmla="*/ 554831 h 554831"/>
                      <a:gd name="connsiteX4" fmla="*/ 307182 w 307182"/>
                      <a:gd name="connsiteY4" fmla="*/ 423862 h 554831"/>
                      <a:gd name="connsiteX5" fmla="*/ 171450 w 307182"/>
                      <a:gd name="connsiteY5" fmla="*/ 0 h 554831"/>
                      <a:gd name="connsiteX6" fmla="*/ 0 w 307182"/>
                      <a:gd name="connsiteY6" fmla="*/ 121444 h 5548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07182" h="554831">
                        <a:moveTo>
                          <a:pt x="0" y="121444"/>
                        </a:moveTo>
                        <a:lnTo>
                          <a:pt x="88107" y="390525"/>
                        </a:lnTo>
                        <a:lnTo>
                          <a:pt x="111919" y="554831"/>
                        </a:lnTo>
                        <a:lnTo>
                          <a:pt x="111919" y="554831"/>
                        </a:lnTo>
                        <a:lnTo>
                          <a:pt x="307182" y="423862"/>
                        </a:lnTo>
                        <a:lnTo>
                          <a:pt x="171450" y="0"/>
                        </a:lnTo>
                        <a:lnTo>
                          <a:pt x="0" y="121444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7" name="Freeform 116"/>
                  <p:cNvSpPr/>
                  <p:nvPr/>
                </p:nvSpPr>
                <p:spPr>
                  <a:xfrm>
                    <a:off x="428625" y="5288756"/>
                    <a:ext cx="290513" cy="345282"/>
                  </a:xfrm>
                  <a:custGeom>
                    <a:avLst/>
                    <a:gdLst>
                      <a:gd name="connsiteX0" fmla="*/ 180975 w 290513"/>
                      <a:gd name="connsiteY0" fmla="*/ 0 h 345282"/>
                      <a:gd name="connsiteX1" fmla="*/ 290513 w 290513"/>
                      <a:gd name="connsiteY1" fmla="*/ 257175 h 345282"/>
                      <a:gd name="connsiteX2" fmla="*/ 164306 w 290513"/>
                      <a:gd name="connsiteY2" fmla="*/ 345282 h 345282"/>
                      <a:gd name="connsiteX3" fmla="*/ 0 w 290513"/>
                      <a:gd name="connsiteY3" fmla="*/ 116682 h 345282"/>
                      <a:gd name="connsiteX4" fmla="*/ 180975 w 290513"/>
                      <a:gd name="connsiteY4" fmla="*/ 0 h 3452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0513" h="345282">
                        <a:moveTo>
                          <a:pt x="180975" y="0"/>
                        </a:moveTo>
                        <a:lnTo>
                          <a:pt x="290513" y="257175"/>
                        </a:lnTo>
                        <a:lnTo>
                          <a:pt x="164306" y="345282"/>
                        </a:lnTo>
                        <a:lnTo>
                          <a:pt x="0" y="116682"/>
                        </a:lnTo>
                        <a:lnTo>
                          <a:pt x="180975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8" name="Freeform 117"/>
                  <p:cNvSpPr/>
                  <p:nvPr/>
                </p:nvSpPr>
                <p:spPr>
                  <a:xfrm>
                    <a:off x="602457" y="5586413"/>
                    <a:ext cx="133350" cy="114300"/>
                  </a:xfrm>
                  <a:custGeom>
                    <a:avLst/>
                    <a:gdLst>
                      <a:gd name="connsiteX0" fmla="*/ 0 w 133350"/>
                      <a:gd name="connsiteY0" fmla="*/ 61912 h 114300"/>
                      <a:gd name="connsiteX1" fmla="*/ 114300 w 133350"/>
                      <a:gd name="connsiteY1" fmla="*/ 0 h 114300"/>
                      <a:gd name="connsiteX2" fmla="*/ 133350 w 133350"/>
                      <a:gd name="connsiteY2" fmla="*/ 114300 h 114300"/>
                      <a:gd name="connsiteX3" fmla="*/ 0 w 133350"/>
                      <a:gd name="connsiteY3" fmla="*/ 61912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3350" h="114300">
                        <a:moveTo>
                          <a:pt x="0" y="61912"/>
                        </a:moveTo>
                        <a:lnTo>
                          <a:pt x="114300" y="0"/>
                        </a:lnTo>
                        <a:lnTo>
                          <a:pt x="133350" y="114300"/>
                        </a:lnTo>
                        <a:lnTo>
                          <a:pt x="0" y="61912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19" name="Freeform 118"/>
                  <p:cNvSpPr/>
                  <p:nvPr/>
                </p:nvSpPr>
                <p:spPr>
                  <a:xfrm>
                    <a:off x="269081" y="5424488"/>
                    <a:ext cx="307182" cy="269081"/>
                  </a:xfrm>
                  <a:custGeom>
                    <a:avLst/>
                    <a:gdLst>
                      <a:gd name="connsiteX0" fmla="*/ 0 w 307182"/>
                      <a:gd name="connsiteY0" fmla="*/ 88106 h 269081"/>
                      <a:gd name="connsiteX1" fmla="*/ 119063 w 307182"/>
                      <a:gd name="connsiteY1" fmla="*/ 269081 h 269081"/>
                      <a:gd name="connsiteX2" fmla="*/ 307182 w 307182"/>
                      <a:gd name="connsiteY2" fmla="*/ 219075 h 269081"/>
                      <a:gd name="connsiteX3" fmla="*/ 142875 w 307182"/>
                      <a:gd name="connsiteY3" fmla="*/ 0 h 269081"/>
                      <a:gd name="connsiteX4" fmla="*/ 0 w 307182"/>
                      <a:gd name="connsiteY4" fmla="*/ 88106 h 2690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07182" h="269081">
                        <a:moveTo>
                          <a:pt x="0" y="88106"/>
                        </a:moveTo>
                        <a:lnTo>
                          <a:pt x="119063" y="269081"/>
                        </a:lnTo>
                        <a:lnTo>
                          <a:pt x="307182" y="219075"/>
                        </a:lnTo>
                        <a:lnTo>
                          <a:pt x="142875" y="0"/>
                        </a:lnTo>
                        <a:lnTo>
                          <a:pt x="0" y="88106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0" name="Freeform 119"/>
                  <p:cNvSpPr/>
                  <p:nvPr/>
                </p:nvSpPr>
                <p:spPr>
                  <a:xfrm>
                    <a:off x="407194" y="5669756"/>
                    <a:ext cx="209550" cy="45244"/>
                  </a:xfrm>
                  <a:custGeom>
                    <a:avLst/>
                    <a:gdLst>
                      <a:gd name="connsiteX0" fmla="*/ 0 w 209550"/>
                      <a:gd name="connsiteY0" fmla="*/ 45244 h 45244"/>
                      <a:gd name="connsiteX1" fmla="*/ 180975 w 209550"/>
                      <a:gd name="connsiteY1" fmla="*/ 0 h 45244"/>
                      <a:gd name="connsiteX2" fmla="*/ 209550 w 209550"/>
                      <a:gd name="connsiteY2" fmla="*/ 33338 h 45244"/>
                      <a:gd name="connsiteX3" fmla="*/ 0 w 209550"/>
                      <a:gd name="connsiteY3" fmla="*/ 45244 h 452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9550" h="45244">
                        <a:moveTo>
                          <a:pt x="0" y="45244"/>
                        </a:moveTo>
                        <a:lnTo>
                          <a:pt x="180975" y="0"/>
                        </a:lnTo>
                        <a:lnTo>
                          <a:pt x="209550" y="33338"/>
                        </a:lnTo>
                        <a:lnTo>
                          <a:pt x="0" y="45244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1" name="Freeform 120"/>
                  <p:cNvSpPr/>
                  <p:nvPr/>
                </p:nvSpPr>
                <p:spPr>
                  <a:xfrm>
                    <a:off x="423863" y="5715000"/>
                    <a:ext cx="311943" cy="128588"/>
                  </a:xfrm>
                  <a:custGeom>
                    <a:avLst/>
                    <a:gdLst>
                      <a:gd name="connsiteX0" fmla="*/ 200025 w 311943"/>
                      <a:gd name="connsiteY0" fmla="*/ 0 h 128588"/>
                      <a:gd name="connsiteX1" fmla="*/ 311943 w 311943"/>
                      <a:gd name="connsiteY1" fmla="*/ 121444 h 128588"/>
                      <a:gd name="connsiteX2" fmla="*/ 242887 w 311943"/>
                      <a:gd name="connsiteY2" fmla="*/ 128588 h 128588"/>
                      <a:gd name="connsiteX3" fmla="*/ 200025 w 311943"/>
                      <a:gd name="connsiteY3" fmla="*/ 128588 h 128588"/>
                      <a:gd name="connsiteX4" fmla="*/ 154781 w 311943"/>
                      <a:gd name="connsiteY4" fmla="*/ 128588 h 128588"/>
                      <a:gd name="connsiteX5" fmla="*/ 92868 w 311943"/>
                      <a:gd name="connsiteY5" fmla="*/ 119063 h 128588"/>
                      <a:gd name="connsiteX6" fmla="*/ 54768 w 311943"/>
                      <a:gd name="connsiteY6" fmla="*/ 107156 h 128588"/>
                      <a:gd name="connsiteX7" fmla="*/ 0 w 311943"/>
                      <a:gd name="connsiteY7" fmla="*/ 19050 h 128588"/>
                      <a:gd name="connsiteX8" fmla="*/ 200025 w 311943"/>
                      <a:gd name="connsiteY8" fmla="*/ 0 h 1285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11943" h="128588">
                        <a:moveTo>
                          <a:pt x="200025" y="0"/>
                        </a:moveTo>
                        <a:lnTo>
                          <a:pt x="311943" y="121444"/>
                        </a:lnTo>
                        <a:lnTo>
                          <a:pt x="242887" y="128588"/>
                        </a:lnTo>
                        <a:lnTo>
                          <a:pt x="200025" y="128588"/>
                        </a:lnTo>
                        <a:lnTo>
                          <a:pt x="154781" y="128588"/>
                        </a:lnTo>
                        <a:lnTo>
                          <a:pt x="92868" y="119063"/>
                        </a:lnTo>
                        <a:lnTo>
                          <a:pt x="54768" y="107156"/>
                        </a:lnTo>
                        <a:lnTo>
                          <a:pt x="0" y="19050"/>
                        </a:lnTo>
                        <a:lnTo>
                          <a:pt x="200025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2" name="Freeform 121"/>
                  <p:cNvSpPr/>
                  <p:nvPr/>
                </p:nvSpPr>
                <p:spPr>
                  <a:xfrm>
                    <a:off x="750094" y="5598319"/>
                    <a:ext cx="228600" cy="228600"/>
                  </a:xfrm>
                  <a:custGeom>
                    <a:avLst/>
                    <a:gdLst>
                      <a:gd name="connsiteX0" fmla="*/ 197644 w 228600"/>
                      <a:gd name="connsiteY0" fmla="*/ 0 h 228600"/>
                      <a:gd name="connsiteX1" fmla="*/ 228600 w 228600"/>
                      <a:gd name="connsiteY1" fmla="*/ 83344 h 228600"/>
                      <a:gd name="connsiteX2" fmla="*/ 197644 w 228600"/>
                      <a:gd name="connsiteY2" fmla="*/ 114300 h 228600"/>
                      <a:gd name="connsiteX3" fmla="*/ 152400 w 228600"/>
                      <a:gd name="connsiteY3" fmla="*/ 152400 h 228600"/>
                      <a:gd name="connsiteX4" fmla="*/ 100012 w 228600"/>
                      <a:gd name="connsiteY4" fmla="*/ 188119 h 228600"/>
                      <a:gd name="connsiteX5" fmla="*/ 59531 w 228600"/>
                      <a:gd name="connsiteY5" fmla="*/ 209550 h 228600"/>
                      <a:gd name="connsiteX6" fmla="*/ 9525 w 228600"/>
                      <a:gd name="connsiteY6" fmla="*/ 228600 h 228600"/>
                      <a:gd name="connsiteX7" fmla="*/ 0 w 228600"/>
                      <a:gd name="connsiteY7" fmla="*/ 121444 h 228600"/>
                      <a:gd name="connsiteX8" fmla="*/ 197644 w 228600"/>
                      <a:gd name="connsiteY8" fmla="*/ 0 h 2286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28600" h="228600">
                        <a:moveTo>
                          <a:pt x="197644" y="0"/>
                        </a:moveTo>
                        <a:lnTo>
                          <a:pt x="228600" y="83344"/>
                        </a:lnTo>
                        <a:lnTo>
                          <a:pt x="197644" y="114300"/>
                        </a:lnTo>
                        <a:lnTo>
                          <a:pt x="152400" y="152400"/>
                        </a:lnTo>
                        <a:lnTo>
                          <a:pt x="100012" y="188119"/>
                        </a:lnTo>
                        <a:lnTo>
                          <a:pt x="59531" y="209550"/>
                        </a:lnTo>
                        <a:lnTo>
                          <a:pt x="9525" y="228600"/>
                        </a:lnTo>
                        <a:lnTo>
                          <a:pt x="0" y="121444"/>
                        </a:lnTo>
                        <a:lnTo>
                          <a:pt x="197644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3" name="Freeform 122"/>
                  <p:cNvSpPr/>
                  <p:nvPr/>
                </p:nvSpPr>
                <p:spPr>
                  <a:xfrm>
                    <a:off x="650081" y="5691188"/>
                    <a:ext cx="92869" cy="102393"/>
                  </a:xfrm>
                  <a:custGeom>
                    <a:avLst/>
                    <a:gdLst>
                      <a:gd name="connsiteX0" fmla="*/ 0 w 92869"/>
                      <a:gd name="connsiteY0" fmla="*/ 0 h 102393"/>
                      <a:gd name="connsiteX1" fmla="*/ 83344 w 92869"/>
                      <a:gd name="connsiteY1" fmla="*/ 30956 h 102393"/>
                      <a:gd name="connsiteX2" fmla="*/ 92869 w 92869"/>
                      <a:gd name="connsiteY2" fmla="*/ 102393 h 102393"/>
                      <a:gd name="connsiteX3" fmla="*/ 0 w 92869"/>
                      <a:gd name="connsiteY3" fmla="*/ 0 h 1023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2869" h="102393">
                        <a:moveTo>
                          <a:pt x="0" y="0"/>
                        </a:moveTo>
                        <a:lnTo>
                          <a:pt x="83344" y="30956"/>
                        </a:lnTo>
                        <a:lnTo>
                          <a:pt x="92869" y="10239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4" name="Freeform 123"/>
                  <p:cNvSpPr/>
                  <p:nvPr/>
                </p:nvSpPr>
                <p:spPr>
                  <a:xfrm>
                    <a:off x="823913" y="5067300"/>
                    <a:ext cx="254793" cy="488156"/>
                  </a:xfrm>
                  <a:custGeom>
                    <a:avLst/>
                    <a:gdLst>
                      <a:gd name="connsiteX0" fmla="*/ 107156 w 254793"/>
                      <a:gd name="connsiteY0" fmla="*/ 0 h 488156"/>
                      <a:gd name="connsiteX1" fmla="*/ 0 w 254793"/>
                      <a:gd name="connsiteY1" fmla="*/ 76200 h 488156"/>
                      <a:gd name="connsiteX2" fmla="*/ 133350 w 254793"/>
                      <a:gd name="connsiteY2" fmla="*/ 488156 h 488156"/>
                      <a:gd name="connsiteX3" fmla="*/ 250031 w 254793"/>
                      <a:gd name="connsiteY3" fmla="*/ 404813 h 488156"/>
                      <a:gd name="connsiteX4" fmla="*/ 252412 w 254793"/>
                      <a:gd name="connsiteY4" fmla="*/ 369094 h 488156"/>
                      <a:gd name="connsiteX5" fmla="*/ 254793 w 254793"/>
                      <a:gd name="connsiteY5" fmla="*/ 328613 h 488156"/>
                      <a:gd name="connsiteX6" fmla="*/ 252412 w 254793"/>
                      <a:gd name="connsiteY6" fmla="*/ 285750 h 488156"/>
                      <a:gd name="connsiteX7" fmla="*/ 247650 w 254793"/>
                      <a:gd name="connsiteY7" fmla="*/ 245269 h 488156"/>
                      <a:gd name="connsiteX8" fmla="*/ 242887 w 254793"/>
                      <a:gd name="connsiteY8" fmla="*/ 209550 h 488156"/>
                      <a:gd name="connsiteX9" fmla="*/ 223837 w 254793"/>
                      <a:gd name="connsiteY9" fmla="*/ 169069 h 488156"/>
                      <a:gd name="connsiteX10" fmla="*/ 214312 w 254793"/>
                      <a:gd name="connsiteY10" fmla="*/ 135731 h 488156"/>
                      <a:gd name="connsiteX11" fmla="*/ 192881 w 254793"/>
                      <a:gd name="connsiteY11" fmla="*/ 97631 h 488156"/>
                      <a:gd name="connsiteX12" fmla="*/ 173831 w 254793"/>
                      <a:gd name="connsiteY12" fmla="*/ 73819 h 488156"/>
                      <a:gd name="connsiteX13" fmla="*/ 161925 w 254793"/>
                      <a:gd name="connsiteY13" fmla="*/ 50006 h 488156"/>
                      <a:gd name="connsiteX14" fmla="*/ 107156 w 254793"/>
                      <a:gd name="connsiteY14" fmla="*/ 0 h 488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54793" h="488156">
                        <a:moveTo>
                          <a:pt x="107156" y="0"/>
                        </a:moveTo>
                        <a:lnTo>
                          <a:pt x="0" y="76200"/>
                        </a:lnTo>
                        <a:lnTo>
                          <a:pt x="133350" y="488156"/>
                        </a:lnTo>
                        <a:lnTo>
                          <a:pt x="250031" y="404813"/>
                        </a:lnTo>
                        <a:lnTo>
                          <a:pt x="252412" y="369094"/>
                        </a:lnTo>
                        <a:lnTo>
                          <a:pt x="254793" y="328613"/>
                        </a:lnTo>
                        <a:lnTo>
                          <a:pt x="252412" y="285750"/>
                        </a:lnTo>
                        <a:lnTo>
                          <a:pt x="247650" y="245269"/>
                        </a:lnTo>
                        <a:lnTo>
                          <a:pt x="242887" y="209550"/>
                        </a:lnTo>
                        <a:lnTo>
                          <a:pt x="223837" y="169069"/>
                        </a:lnTo>
                        <a:lnTo>
                          <a:pt x="214312" y="135731"/>
                        </a:lnTo>
                        <a:lnTo>
                          <a:pt x="192881" y="97631"/>
                        </a:lnTo>
                        <a:lnTo>
                          <a:pt x="173831" y="73819"/>
                        </a:lnTo>
                        <a:lnTo>
                          <a:pt x="161925" y="50006"/>
                        </a:lnTo>
                        <a:lnTo>
                          <a:pt x="107156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25" name="Freeform 124"/>
                  <p:cNvSpPr/>
                  <p:nvPr/>
                </p:nvSpPr>
                <p:spPr>
                  <a:xfrm>
                    <a:off x="969169" y="5531644"/>
                    <a:ext cx="90487" cy="116681"/>
                  </a:xfrm>
                  <a:custGeom>
                    <a:avLst/>
                    <a:gdLst>
                      <a:gd name="connsiteX0" fmla="*/ 33337 w 90487"/>
                      <a:gd name="connsiteY0" fmla="*/ 116681 h 116681"/>
                      <a:gd name="connsiteX1" fmla="*/ 52387 w 90487"/>
                      <a:gd name="connsiteY1" fmla="*/ 88106 h 116681"/>
                      <a:gd name="connsiteX2" fmla="*/ 66675 w 90487"/>
                      <a:gd name="connsiteY2" fmla="*/ 57150 h 116681"/>
                      <a:gd name="connsiteX3" fmla="*/ 80962 w 90487"/>
                      <a:gd name="connsiteY3" fmla="*/ 26194 h 116681"/>
                      <a:gd name="connsiteX4" fmla="*/ 80962 w 90487"/>
                      <a:gd name="connsiteY4" fmla="*/ 26194 h 116681"/>
                      <a:gd name="connsiteX5" fmla="*/ 90487 w 90487"/>
                      <a:gd name="connsiteY5" fmla="*/ 0 h 116681"/>
                      <a:gd name="connsiteX6" fmla="*/ 0 w 90487"/>
                      <a:gd name="connsiteY6" fmla="*/ 54769 h 116681"/>
                      <a:gd name="connsiteX7" fmla="*/ 33337 w 90487"/>
                      <a:gd name="connsiteY7" fmla="*/ 116681 h 1166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90487" h="116681">
                        <a:moveTo>
                          <a:pt x="33337" y="116681"/>
                        </a:moveTo>
                        <a:lnTo>
                          <a:pt x="52387" y="88106"/>
                        </a:lnTo>
                        <a:lnTo>
                          <a:pt x="66675" y="57150"/>
                        </a:lnTo>
                        <a:lnTo>
                          <a:pt x="80962" y="26194"/>
                        </a:lnTo>
                        <a:lnTo>
                          <a:pt x="80962" y="26194"/>
                        </a:lnTo>
                        <a:lnTo>
                          <a:pt x="90487" y="0"/>
                        </a:lnTo>
                        <a:lnTo>
                          <a:pt x="0" y="54769"/>
                        </a:lnTo>
                        <a:lnTo>
                          <a:pt x="33337" y="116681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</p:grpSp>
          </p:grpSp>
        </p:grpSp>
        <p:grpSp>
          <p:nvGrpSpPr>
            <p:cNvPr id="52" name="Group 51"/>
            <p:cNvGrpSpPr/>
            <p:nvPr/>
          </p:nvGrpSpPr>
          <p:grpSpPr>
            <a:xfrm>
              <a:off x="2599671" y="3929087"/>
              <a:ext cx="1099356" cy="1349808"/>
              <a:chOff x="1779575" y="3759403"/>
              <a:chExt cx="1099356" cy="1349808"/>
            </a:xfrm>
          </p:grpSpPr>
          <p:pic>
            <p:nvPicPr>
              <p:cNvPr id="76" name="Picture 6" descr="C:\Users\Peter\AppData\Local\Microsoft\Windows\Temporary Internet Files\Content.IE5\DW85N11Z\Blue_magnifying_glass_icon.svg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779575" y="3759403"/>
                <a:ext cx="1099356" cy="1349808"/>
              </a:xfrm>
              <a:prstGeom prst="rect">
                <a:avLst/>
              </a:prstGeom>
              <a:noFill/>
            </p:spPr>
          </p:pic>
          <p:grpSp>
            <p:nvGrpSpPr>
              <p:cNvPr id="77" name="Group 104"/>
              <p:cNvGrpSpPr/>
              <p:nvPr/>
            </p:nvGrpSpPr>
            <p:grpSpPr>
              <a:xfrm>
                <a:off x="1957444" y="3779012"/>
                <a:ext cx="900000" cy="902550"/>
                <a:chOff x="4487314" y="4921988"/>
                <a:chExt cx="900000" cy="902550"/>
              </a:xfrm>
            </p:grpSpPr>
            <p:sp>
              <p:nvSpPr>
                <p:cNvPr id="78" name="Oval 77"/>
                <p:cNvSpPr/>
                <p:nvPr/>
              </p:nvSpPr>
              <p:spPr>
                <a:xfrm>
                  <a:off x="4487314" y="4921988"/>
                  <a:ext cx="900000" cy="900000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grpSp>
              <p:nvGrpSpPr>
                <p:cNvPr id="79" name="Group 81"/>
                <p:cNvGrpSpPr/>
                <p:nvPr/>
              </p:nvGrpSpPr>
              <p:grpSpPr>
                <a:xfrm>
                  <a:off x="4488656" y="4922044"/>
                  <a:ext cx="894840" cy="902494"/>
                  <a:chOff x="4488656" y="4922044"/>
                  <a:chExt cx="894840" cy="902494"/>
                </a:xfrm>
                <a:solidFill>
                  <a:schemeClr val="bg2"/>
                </a:solidFill>
              </p:grpSpPr>
              <p:sp>
                <p:nvSpPr>
                  <p:cNvPr id="80" name="Freeform 79"/>
                  <p:cNvSpPr/>
                  <p:nvPr/>
                </p:nvSpPr>
                <p:spPr>
                  <a:xfrm>
                    <a:off x="4699461" y="5043488"/>
                    <a:ext cx="174954" cy="133350"/>
                  </a:xfrm>
                  <a:custGeom>
                    <a:avLst/>
                    <a:gdLst>
                      <a:gd name="connsiteX0" fmla="*/ 66675 w 174954"/>
                      <a:gd name="connsiteY0" fmla="*/ 0 h 133350"/>
                      <a:gd name="connsiteX1" fmla="*/ 66675 w 174954"/>
                      <a:gd name="connsiteY1" fmla="*/ 0 h 133350"/>
                      <a:gd name="connsiteX2" fmla="*/ 85725 w 174954"/>
                      <a:gd name="connsiteY2" fmla="*/ 7144 h 133350"/>
                      <a:gd name="connsiteX3" fmla="*/ 92869 w 174954"/>
                      <a:gd name="connsiteY3" fmla="*/ 11907 h 133350"/>
                      <a:gd name="connsiteX4" fmla="*/ 102394 w 174954"/>
                      <a:gd name="connsiteY4" fmla="*/ 14288 h 133350"/>
                      <a:gd name="connsiteX5" fmla="*/ 123825 w 174954"/>
                      <a:gd name="connsiteY5" fmla="*/ 21432 h 133350"/>
                      <a:gd name="connsiteX6" fmla="*/ 130969 w 174954"/>
                      <a:gd name="connsiteY6" fmla="*/ 26194 h 133350"/>
                      <a:gd name="connsiteX7" fmla="*/ 140494 w 174954"/>
                      <a:gd name="connsiteY7" fmla="*/ 30957 h 133350"/>
                      <a:gd name="connsiteX8" fmla="*/ 152400 w 174954"/>
                      <a:gd name="connsiteY8" fmla="*/ 40482 h 133350"/>
                      <a:gd name="connsiteX9" fmla="*/ 157163 w 174954"/>
                      <a:gd name="connsiteY9" fmla="*/ 47625 h 133350"/>
                      <a:gd name="connsiteX10" fmla="*/ 166688 w 174954"/>
                      <a:gd name="connsiteY10" fmla="*/ 54769 h 133350"/>
                      <a:gd name="connsiteX11" fmla="*/ 169069 w 174954"/>
                      <a:gd name="connsiteY11" fmla="*/ 73819 h 133350"/>
                      <a:gd name="connsiteX12" fmla="*/ 161925 w 174954"/>
                      <a:gd name="connsiteY12" fmla="*/ 78582 h 133350"/>
                      <a:gd name="connsiteX13" fmla="*/ 157163 w 174954"/>
                      <a:gd name="connsiteY13" fmla="*/ 85725 h 133350"/>
                      <a:gd name="connsiteX14" fmla="*/ 150019 w 174954"/>
                      <a:gd name="connsiteY14" fmla="*/ 95250 h 133350"/>
                      <a:gd name="connsiteX15" fmla="*/ 147638 w 174954"/>
                      <a:gd name="connsiteY15" fmla="*/ 102394 h 133350"/>
                      <a:gd name="connsiteX16" fmla="*/ 126206 w 174954"/>
                      <a:gd name="connsiteY16" fmla="*/ 119063 h 133350"/>
                      <a:gd name="connsiteX17" fmla="*/ 107156 w 174954"/>
                      <a:gd name="connsiteY17" fmla="*/ 128588 h 133350"/>
                      <a:gd name="connsiteX18" fmla="*/ 90488 w 174954"/>
                      <a:gd name="connsiteY18" fmla="*/ 133350 h 133350"/>
                      <a:gd name="connsiteX19" fmla="*/ 76200 w 174954"/>
                      <a:gd name="connsiteY19" fmla="*/ 130969 h 133350"/>
                      <a:gd name="connsiteX20" fmla="*/ 59531 w 174954"/>
                      <a:gd name="connsiteY20" fmla="*/ 126207 h 133350"/>
                      <a:gd name="connsiteX21" fmla="*/ 42863 w 174954"/>
                      <a:gd name="connsiteY21" fmla="*/ 116682 h 133350"/>
                      <a:gd name="connsiteX22" fmla="*/ 33338 w 174954"/>
                      <a:gd name="connsiteY22" fmla="*/ 114300 h 133350"/>
                      <a:gd name="connsiteX23" fmla="*/ 19050 w 174954"/>
                      <a:gd name="connsiteY23" fmla="*/ 102394 h 133350"/>
                      <a:gd name="connsiteX24" fmla="*/ 11906 w 174954"/>
                      <a:gd name="connsiteY24" fmla="*/ 95250 h 133350"/>
                      <a:gd name="connsiteX25" fmla="*/ 7144 w 174954"/>
                      <a:gd name="connsiteY25" fmla="*/ 85725 h 133350"/>
                      <a:gd name="connsiteX26" fmla="*/ 2381 w 174954"/>
                      <a:gd name="connsiteY26" fmla="*/ 78582 h 133350"/>
                      <a:gd name="connsiteX27" fmla="*/ 0 w 174954"/>
                      <a:gd name="connsiteY27" fmla="*/ 71438 h 133350"/>
                      <a:gd name="connsiteX28" fmla="*/ 2381 w 174954"/>
                      <a:gd name="connsiteY28" fmla="*/ 38100 h 133350"/>
                      <a:gd name="connsiteX29" fmla="*/ 4763 w 174954"/>
                      <a:gd name="connsiteY29" fmla="*/ 30957 h 133350"/>
                      <a:gd name="connsiteX30" fmla="*/ 11906 w 174954"/>
                      <a:gd name="connsiteY30" fmla="*/ 23813 h 133350"/>
                      <a:gd name="connsiteX31" fmla="*/ 26194 w 174954"/>
                      <a:gd name="connsiteY31" fmla="*/ 7144 h 133350"/>
                      <a:gd name="connsiteX32" fmla="*/ 38100 w 174954"/>
                      <a:gd name="connsiteY32" fmla="*/ 4763 h 133350"/>
                      <a:gd name="connsiteX33" fmla="*/ 64294 w 174954"/>
                      <a:gd name="connsiteY33" fmla="*/ 2382 h 133350"/>
                      <a:gd name="connsiteX34" fmla="*/ 66675 w 174954"/>
                      <a:gd name="connsiteY34" fmla="*/ 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174954" h="133350">
                        <a:moveTo>
                          <a:pt x="66675" y="0"/>
                        </a:moveTo>
                        <a:lnTo>
                          <a:pt x="66675" y="0"/>
                        </a:lnTo>
                        <a:cubicBezTo>
                          <a:pt x="73025" y="2381"/>
                          <a:pt x="79551" y="4338"/>
                          <a:pt x="85725" y="7144"/>
                        </a:cubicBezTo>
                        <a:cubicBezTo>
                          <a:pt x="88331" y="8328"/>
                          <a:pt x="90238" y="10780"/>
                          <a:pt x="92869" y="11907"/>
                        </a:cubicBezTo>
                        <a:cubicBezTo>
                          <a:pt x="95877" y="13196"/>
                          <a:pt x="99259" y="13348"/>
                          <a:pt x="102394" y="14288"/>
                        </a:cubicBezTo>
                        <a:cubicBezTo>
                          <a:pt x="102452" y="14305"/>
                          <a:pt x="120225" y="20232"/>
                          <a:pt x="123825" y="21432"/>
                        </a:cubicBezTo>
                        <a:cubicBezTo>
                          <a:pt x="126540" y="22337"/>
                          <a:pt x="128484" y="24774"/>
                          <a:pt x="130969" y="26194"/>
                        </a:cubicBezTo>
                        <a:cubicBezTo>
                          <a:pt x="134051" y="27955"/>
                          <a:pt x="137319" y="29369"/>
                          <a:pt x="140494" y="30957"/>
                        </a:cubicBezTo>
                        <a:cubicBezTo>
                          <a:pt x="154138" y="51423"/>
                          <a:pt x="135971" y="27340"/>
                          <a:pt x="152400" y="40482"/>
                        </a:cubicBezTo>
                        <a:cubicBezTo>
                          <a:pt x="154635" y="42270"/>
                          <a:pt x="155139" y="45601"/>
                          <a:pt x="157163" y="47625"/>
                        </a:cubicBezTo>
                        <a:cubicBezTo>
                          <a:pt x="159969" y="50431"/>
                          <a:pt x="163513" y="52388"/>
                          <a:pt x="166688" y="54769"/>
                        </a:cubicBezTo>
                        <a:cubicBezTo>
                          <a:pt x="171614" y="62159"/>
                          <a:pt x="174954" y="63521"/>
                          <a:pt x="169069" y="73819"/>
                        </a:cubicBezTo>
                        <a:cubicBezTo>
                          <a:pt x="167649" y="76304"/>
                          <a:pt x="164306" y="76994"/>
                          <a:pt x="161925" y="78582"/>
                        </a:cubicBezTo>
                        <a:cubicBezTo>
                          <a:pt x="160338" y="80963"/>
                          <a:pt x="158826" y="83396"/>
                          <a:pt x="157163" y="85725"/>
                        </a:cubicBezTo>
                        <a:cubicBezTo>
                          <a:pt x="154856" y="88955"/>
                          <a:pt x="151988" y="91804"/>
                          <a:pt x="150019" y="95250"/>
                        </a:cubicBezTo>
                        <a:cubicBezTo>
                          <a:pt x="148774" y="97429"/>
                          <a:pt x="149030" y="100305"/>
                          <a:pt x="147638" y="102394"/>
                        </a:cubicBezTo>
                        <a:cubicBezTo>
                          <a:pt x="143718" y="108274"/>
                          <a:pt x="130937" y="116697"/>
                          <a:pt x="126206" y="119063"/>
                        </a:cubicBezTo>
                        <a:cubicBezTo>
                          <a:pt x="119856" y="122238"/>
                          <a:pt x="114044" y="126866"/>
                          <a:pt x="107156" y="128588"/>
                        </a:cubicBezTo>
                        <a:cubicBezTo>
                          <a:pt x="95196" y="131578"/>
                          <a:pt x="100736" y="129934"/>
                          <a:pt x="90488" y="133350"/>
                        </a:cubicBezTo>
                        <a:cubicBezTo>
                          <a:pt x="85725" y="132556"/>
                          <a:pt x="80935" y="131916"/>
                          <a:pt x="76200" y="130969"/>
                        </a:cubicBezTo>
                        <a:cubicBezTo>
                          <a:pt x="68726" y="129474"/>
                          <a:pt x="66339" y="128476"/>
                          <a:pt x="59531" y="126207"/>
                        </a:cubicBezTo>
                        <a:cubicBezTo>
                          <a:pt x="53606" y="122256"/>
                          <a:pt x="49774" y="119274"/>
                          <a:pt x="42863" y="116682"/>
                        </a:cubicBezTo>
                        <a:cubicBezTo>
                          <a:pt x="39799" y="115533"/>
                          <a:pt x="36513" y="115094"/>
                          <a:pt x="33338" y="114300"/>
                        </a:cubicBezTo>
                        <a:cubicBezTo>
                          <a:pt x="12458" y="93423"/>
                          <a:pt x="38950" y="118978"/>
                          <a:pt x="19050" y="102394"/>
                        </a:cubicBezTo>
                        <a:cubicBezTo>
                          <a:pt x="16463" y="100238"/>
                          <a:pt x="14287" y="97631"/>
                          <a:pt x="11906" y="95250"/>
                        </a:cubicBezTo>
                        <a:cubicBezTo>
                          <a:pt x="10319" y="92075"/>
                          <a:pt x="8905" y="88807"/>
                          <a:pt x="7144" y="85725"/>
                        </a:cubicBezTo>
                        <a:cubicBezTo>
                          <a:pt x="5724" y="83240"/>
                          <a:pt x="3661" y="81142"/>
                          <a:pt x="2381" y="78582"/>
                        </a:cubicBezTo>
                        <a:cubicBezTo>
                          <a:pt x="1258" y="76337"/>
                          <a:pt x="794" y="73819"/>
                          <a:pt x="0" y="71438"/>
                        </a:cubicBezTo>
                        <a:cubicBezTo>
                          <a:pt x="794" y="60325"/>
                          <a:pt x="1079" y="49165"/>
                          <a:pt x="2381" y="38100"/>
                        </a:cubicBezTo>
                        <a:cubicBezTo>
                          <a:pt x="2674" y="35607"/>
                          <a:pt x="3371" y="33045"/>
                          <a:pt x="4763" y="30957"/>
                        </a:cubicBezTo>
                        <a:cubicBezTo>
                          <a:pt x="6631" y="28155"/>
                          <a:pt x="9750" y="26400"/>
                          <a:pt x="11906" y="23813"/>
                        </a:cubicBezTo>
                        <a:cubicBezTo>
                          <a:pt x="17458" y="17150"/>
                          <a:pt x="17315" y="12077"/>
                          <a:pt x="26194" y="7144"/>
                        </a:cubicBezTo>
                        <a:cubicBezTo>
                          <a:pt x="29732" y="5178"/>
                          <a:pt x="34084" y="5265"/>
                          <a:pt x="38100" y="4763"/>
                        </a:cubicBezTo>
                        <a:cubicBezTo>
                          <a:pt x="46800" y="3676"/>
                          <a:pt x="55563" y="3176"/>
                          <a:pt x="64294" y="2382"/>
                        </a:cubicBezTo>
                        <a:lnTo>
                          <a:pt x="66675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1" name="Freeform 80"/>
                  <p:cNvSpPr/>
                  <p:nvPr/>
                </p:nvSpPr>
                <p:spPr>
                  <a:xfrm>
                    <a:off x="4906849" y="5114925"/>
                    <a:ext cx="218420" cy="248647"/>
                  </a:xfrm>
                  <a:custGeom>
                    <a:avLst/>
                    <a:gdLst>
                      <a:gd name="connsiteX0" fmla="*/ 79489 w 218420"/>
                      <a:gd name="connsiteY0" fmla="*/ 7144 h 248647"/>
                      <a:gd name="connsiteX1" fmla="*/ 79489 w 218420"/>
                      <a:gd name="connsiteY1" fmla="*/ 7144 h 248647"/>
                      <a:gd name="connsiteX2" fmla="*/ 122351 w 218420"/>
                      <a:gd name="connsiteY2" fmla="*/ 9525 h 248647"/>
                      <a:gd name="connsiteX3" fmla="*/ 143782 w 218420"/>
                      <a:gd name="connsiteY3" fmla="*/ 19050 h 248647"/>
                      <a:gd name="connsiteX4" fmla="*/ 155689 w 218420"/>
                      <a:gd name="connsiteY4" fmla="*/ 21431 h 248647"/>
                      <a:gd name="connsiteX5" fmla="*/ 162832 w 218420"/>
                      <a:gd name="connsiteY5" fmla="*/ 23813 h 248647"/>
                      <a:gd name="connsiteX6" fmla="*/ 167595 w 218420"/>
                      <a:gd name="connsiteY6" fmla="*/ 30956 h 248647"/>
                      <a:gd name="connsiteX7" fmla="*/ 174739 w 218420"/>
                      <a:gd name="connsiteY7" fmla="*/ 38100 h 248647"/>
                      <a:gd name="connsiteX8" fmla="*/ 186645 w 218420"/>
                      <a:gd name="connsiteY8" fmla="*/ 52388 h 248647"/>
                      <a:gd name="connsiteX9" fmla="*/ 191407 w 218420"/>
                      <a:gd name="connsiteY9" fmla="*/ 59531 h 248647"/>
                      <a:gd name="connsiteX10" fmla="*/ 198551 w 218420"/>
                      <a:gd name="connsiteY10" fmla="*/ 80963 h 248647"/>
                      <a:gd name="connsiteX11" fmla="*/ 203314 w 218420"/>
                      <a:gd name="connsiteY11" fmla="*/ 95250 h 248647"/>
                      <a:gd name="connsiteX12" fmla="*/ 208076 w 218420"/>
                      <a:gd name="connsiteY12" fmla="*/ 104775 h 248647"/>
                      <a:gd name="connsiteX13" fmla="*/ 210457 w 218420"/>
                      <a:gd name="connsiteY13" fmla="*/ 114300 h 248647"/>
                      <a:gd name="connsiteX14" fmla="*/ 212839 w 218420"/>
                      <a:gd name="connsiteY14" fmla="*/ 121444 h 248647"/>
                      <a:gd name="connsiteX15" fmla="*/ 212839 w 218420"/>
                      <a:gd name="connsiteY15" fmla="*/ 202406 h 248647"/>
                      <a:gd name="connsiteX16" fmla="*/ 200932 w 218420"/>
                      <a:gd name="connsiteY16" fmla="*/ 230981 h 248647"/>
                      <a:gd name="connsiteX17" fmla="*/ 191407 w 218420"/>
                      <a:gd name="connsiteY17" fmla="*/ 233363 h 248647"/>
                      <a:gd name="connsiteX18" fmla="*/ 124732 w 218420"/>
                      <a:gd name="connsiteY18" fmla="*/ 235744 h 248647"/>
                      <a:gd name="connsiteX19" fmla="*/ 115207 w 218420"/>
                      <a:gd name="connsiteY19" fmla="*/ 230981 h 248647"/>
                      <a:gd name="connsiteX20" fmla="*/ 100920 w 218420"/>
                      <a:gd name="connsiteY20" fmla="*/ 226219 h 248647"/>
                      <a:gd name="connsiteX21" fmla="*/ 86632 w 218420"/>
                      <a:gd name="connsiteY21" fmla="*/ 214313 h 248647"/>
                      <a:gd name="connsiteX22" fmla="*/ 77107 w 218420"/>
                      <a:gd name="connsiteY22" fmla="*/ 207169 h 248647"/>
                      <a:gd name="connsiteX23" fmla="*/ 72345 w 218420"/>
                      <a:gd name="connsiteY23" fmla="*/ 200025 h 248647"/>
                      <a:gd name="connsiteX24" fmla="*/ 58057 w 218420"/>
                      <a:gd name="connsiteY24" fmla="*/ 188119 h 248647"/>
                      <a:gd name="connsiteX25" fmla="*/ 41389 w 218420"/>
                      <a:gd name="connsiteY25" fmla="*/ 166688 h 248647"/>
                      <a:gd name="connsiteX26" fmla="*/ 31864 w 218420"/>
                      <a:gd name="connsiteY26" fmla="*/ 152400 h 248647"/>
                      <a:gd name="connsiteX27" fmla="*/ 29482 w 218420"/>
                      <a:gd name="connsiteY27" fmla="*/ 145256 h 248647"/>
                      <a:gd name="connsiteX28" fmla="*/ 24720 w 218420"/>
                      <a:gd name="connsiteY28" fmla="*/ 138113 h 248647"/>
                      <a:gd name="connsiteX29" fmla="*/ 19957 w 218420"/>
                      <a:gd name="connsiteY29" fmla="*/ 119063 h 248647"/>
                      <a:gd name="connsiteX30" fmla="*/ 15195 w 218420"/>
                      <a:gd name="connsiteY30" fmla="*/ 109538 h 248647"/>
                      <a:gd name="connsiteX31" fmla="*/ 12814 w 218420"/>
                      <a:gd name="connsiteY31" fmla="*/ 102394 h 248647"/>
                      <a:gd name="connsiteX32" fmla="*/ 10432 w 218420"/>
                      <a:gd name="connsiteY32" fmla="*/ 92869 h 248647"/>
                      <a:gd name="connsiteX33" fmla="*/ 8051 w 218420"/>
                      <a:gd name="connsiteY33" fmla="*/ 85725 h 248647"/>
                      <a:gd name="connsiteX34" fmla="*/ 907 w 218420"/>
                      <a:gd name="connsiteY34" fmla="*/ 59531 h 248647"/>
                      <a:gd name="connsiteX35" fmla="*/ 3289 w 218420"/>
                      <a:gd name="connsiteY35" fmla="*/ 26194 h 248647"/>
                      <a:gd name="connsiteX36" fmla="*/ 5670 w 218420"/>
                      <a:gd name="connsiteY36" fmla="*/ 19050 h 248647"/>
                      <a:gd name="connsiteX37" fmla="*/ 19957 w 218420"/>
                      <a:gd name="connsiteY37" fmla="*/ 4763 h 248647"/>
                      <a:gd name="connsiteX38" fmla="*/ 34245 w 218420"/>
                      <a:gd name="connsiteY38" fmla="*/ 0 h 248647"/>
                      <a:gd name="connsiteX39" fmla="*/ 65201 w 218420"/>
                      <a:gd name="connsiteY39" fmla="*/ 2381 h 248647"/>
                      <a:gd name="connsiteX40" fmla="*/ 79489 w 218420"/>
                      <a:gd name="connsiteY40" fmla="*/ 7144 h 2486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218420" h="248647">
                        <a:moveTo>
                          <a:pt x="79489" y="7144"/>
                        </a:moveTo>
                        <a:lnTo>
                          <a:pt x="79489" y="7144"/>
                        </a:lnTo>
                        <a:cubicBezTo>
                          <a:pt x="93776" y="7938"/>
                          <a:pt x="108162" y="7674"/>
                          <a:pt x="122351" y="9525"/>
                        </a:cubicBezTo>
                        <a:cubicBezTo>
                          <a:pt x="130554" y="10595"/>
                          <a:pt x="136246" y="16538"/>
                          <a:pt x="143782" y="19050"/>
                        </a:cubicBezTo>
                        <a:cubicBezTo>
                          <a:pt x="147622" y="20330"/>
                          <a:pt x="151762" y="20449"/>
                          <a:pt x="155689" y="21431"/>
                        </a:cubicBezTo>
                        <a:cubicBezTo>
                          <a:pt x="158124" y="22040"/>
                          <a:pt x="160451" y="23019"/>
                          <a:pt x="162832" y="23813"/>
                        </a:cubicBezTo>
                        <a:cubicBezTo>
                          <a:pt x="164420" y="26194"/>
                          <a:pt x="165763" y="28758"/>
                          <a:pt x="167595" y="30956"/>
                        </a:cubicBezTo>
                        <a:cubicBezTo>
                          <a:pt x="169751" y="33543"/>
                          <a:pt x="172782" y="35360"/>
                          <a:pt x="174739" y="38100"/>
                        </a:cubicBezTo>
                        <a:cubicBezTo>
                          <a:pt x="185725" y="53482"/>
                          <a:pt x="172561" y="42998"/>
                          <a:pt x="186645" y="52388"/>
                        </a:cubicBezTo>
                        <a:cubicBezTo>
                          <a:pt x="188232" y="54769"/>
                          <a:pt x="190245" y="56916"/>
                          <a:pt x="191407" y="59531"/>
                        </a:cubicBezTo>
                        <a:cubicBezTo>
                          <a:pt x="191412" y="59543"/>
                          <a:pt x="197358" y="77385"/>
                          <a:pt x="198551" y="80963"/>
                        </a:cubicBezTo>
                        <a:lnTo>
                          <a:pt x="203314" y="95250"/>
                        </a:lnTo>
                        <a:cubicBezTo>
                          <a:pt x="204437" y="98617"/>
                          <a:pt x="206830" y="101451"/>
                          <a:pt x="208076" y="104775"/>
                        </a:cubicBezTo>
                        <a:cubicBezTo>
                          <a:pt x="209225" y="107839"/>
                          <a:pt x="209558" y="111153"/>
                          <a:pt x="210457" y="114300"/>
                        </a:cubicBezTo>
                        <a:cubicBezTo>
                          <a:pt x="211147" y="116714"/>
                          <a:pt x="212045" y="119063"/>
                          <a:pt x="212839" y="121444"/>
                        </a:cubicBezTo>
                        <a:cubicBezTo>
                          <a:pt x="218420" y="154935"/>
                          <a:pt x="217490" y="143494"/>
                          <a:pt x="212839" y="202406"/>
                        </a:cubicBezTo>
                        <a:cubicBezTo>
                          <a:pt x="211614" y="217925"/>
                          <a:pt x="213362" y="225654"/>
                          <a:pt x="200932" y="230981"/>
                        </a:cubicBezTo>
                        <a:cubicBezTo>
                          <a:pt x="197924" y="232270"/>
                          <a:pt x="194582" y="232569"/>
                          <a:pt x="191407" y="233363"/>
                        </a:cubicBezTo>
                        <a:cubicBezTo>
                          <a:pt x="168480" y="248647"/>
                          <a:pt x="181982" y="241667"/>
                          <a:pt x="124732" y="235744"/>
                        </a:cubicBezTo>
                        <a:cubicBezTo>
                          <a:pt x="121201" y="235379"/>
                          <a:pt x="118503" y="232299"/>
                          <a:pt x="115207" y="230981"/>
                        </a:cubicBezTo>
                        <a:cubicBezTo>
                          <a:pt x="110546" y="229117"/>
                          <a:pt x="100920" y="226219"/>
                          <a:pt x="100920" y="226219"/>
                        </a:cubicBezTo>
                        <a:cubicBezTo>
                          <a:pt x="85131" y="215693"/>
                          <a:pt x="102674" y="228063"/>
                          <a:pt x="86632" y="214313"/>
                        </a:cubicBezTo>
                        <a:cubicBezTo>
                          <a:pt x="83619" y="211730"/>
                          <a:pt x="80282" y="209550"/>
                          <a:pt x="77107" y="207169"/>
                        </a:cubicBezTo>
                        <a:cubicBezTo>
                          <a:pt x="75520" y="204788"/>
                          <a:pt x="74177" y="202224"/>
                          <a:pt x="72345" y="200025"/>
                        </a:cubicBezTo>
                        <a:cubicBezTo>
                          <a:pt x="66615" y="193149"/>
                          <a:pt x="65082" y="192801"/>
                          <a:pt x="58057" y="188119"/>
                        </a:cubicBezTo>
                        <a:cubicBezTo>
                          <a:pt x="46664" y="171029"/>
                          <a:pt x="52579" y="177878"/>
                          <a:pt x="41389" y="166688"/>
                        </a:cubicBezTo>
                        <a:cubicBezTo>
                          <a:pt x="35725" y="149701"/>
                          <a:pt x="43756" y="170238"/>
                          <a:pt x="31864" y="152400"/>
                        </a:cubicBezTo>
                        <a:cubicBezTo>
                          <a:pt x="30472" y="150311"/>
                          <a:pt x="30605" y="147501"/>
                          <a:pt x="29482" y="145256"/>
                        </a:cubicBezTo>
                        <a:cubicBezTo>
                          <a:pt x="28202" y="142697"/>
                          <a:pt x="26307" y="140494"/>
                          <a:pt x="24720" y="138113"/>
                        </a:cubicBezTo>
                        <a:lnTo>
                          <a:pt x="19957" y="119063"/>
                        </a:lnTo>
                        <a:cubicBezTo>
                          <a:pt x="19096" y="115619"/>
                          <a:pt x="16593" y="112801"/>
                          <a:pt x="15195" y="109538"/>
                        </a:cubicBezTo>
                        <a:cubicBezTo>
                          <a:pt x="14206" y="107231"/>
                          <a:pt x="13504" y="104808"/>
                          <a:pt x="12814" y="102394"/>
                        </a:cubicBezTo>
                        <a:cubicBezTo>
                          <a:pt x="11915" y="99247"/>
                          <a:pt x="11331" y="96016"/>
                          <a:pt x="10432" y="92869"/>
                        </a:cubicBezTo>
                        <a:cubicBezTo>
                          <a:pt x="9742" y="90455"/>
                          <a:pt x="8711" y="88147"/>
                          <a:pt x="8051" y="85725"/>
                        </a:cubicBezTo>
                        <a:cubicBezTo>
                          <a:pt x="0" y="56201"/>
                          <a:pt x="6387" y="75967"/>
                          <a:pt x="907" y="59531"/>
                        </a:cubicBezTo>
                        <a:cubicBezTo>
                          <a:pt x="1701" y="48419"/>
                          <a:pt x="1987" y="37258"/>
                          <a:pt x="3289" y="26194"/>
                        </a:cubicBezTo>
                        <a:cubicBezTo>
                          <a:pt x="3582" y="23701"/>
                          <a:pt x="4425" y="21229"/>
                          <a:pt x="5670" y="19050"/>
                        </a:cubicBezTo>
                        <a:cubicBezTo>
                          <a:pt x="9237" y="12808"/>
                          <a:pt x="13329" y="7709"/>
                          <a:pt x="19957" y="4763"/>
                        </a:cubicBezTo>
                        <a:cubicBezTo>
                          <a:pt x="24545" y="2724"/>
                          <a:pt x="34245" y="0"/>
                          <a:pt x="34245" y="0"/>
                        </a:cubicBezTo>
                        <a:cubicBezTo>
                          <a:pt x="44564" y="794"/>
                          <a:pt x="54979" y="767"/>
                          <a:pt x="65201" y="2381"/>
                        </a:cubicBezTo>
                        <a:cubicBezTo>
                          <a:pt x="70160" y="3164"/>
                          <a:pt x="77108" y="6350"/>
                          <a:pt x="79489" y="7144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2" name="Freeform 81"/>
                  <p:cNvSpPr/>
                  <p:nvPr/>
                </p:nvSpPr>
                <p:spPr>
                  <a:xfrm>
                    <a:off x="4785769" y="5169703"/>
                    <a:ext cx="79128" cy="76200"/>
                  </a:xfrm>
                  <a:custGeom>
                    <a:avLst/>
                    <a:gdLst>
                      <a:gd name="connsiteX0" fmla="*/ 52926 w 79128"/>
                      <a:gd name="connsiteY0" fmla="*/ 0 h 76200"/>
                      <a:gd name="connsiteX1" fmla="*/ 52926 w 79128"/>
                      <a:gd name="connsiteY1" fmla="*/ 0 h 76200"/>
                      <a:gd name="connsiteX2" fmla="*/ 31495 w 79128"/>
                      <a:gd name="connsiteY2" fmla="*/ 4763 h 76200"/>
                      <a:gd name="connsiteX3" fmla="*/ 14826 w 79128"/>
                      <a:gd name="connsiteY3" fmla="*/ 14288 h 76200"/>
                      <a:gd name="connsiteX4" fmla="*/ 2920 w 79128"/>
                      <a:gd name="connsiteY4" fmla="*/ 33338 h 76200"/>
                      <a:gd name="connsiteX5" fmla="*/ 14826 w 79128"/>
                      <a:gd name="connsiteY5" fmla="*/ 61913 h 76200"/>
                      <a:gd name="connsiteX6" fmla="*/ 24351 w 79128"/>
                      <a:gd name="connsiteY6" fmla="*/ 64294 h 76200"/>
                      <a:gd name="connsiteX7" fmla="*/ 41020 w 79128"/>
                      <a:gd name="connsiteY7" fmla="*/ 71438 h 76200"/>
                      <a:gd name="connsiteX8" fmla="*/ 55307 w 79128"/>
                      <a:gd name="connsiteY8" fmla="*/ 76200 h 76200"/>
                      <a:gd name="connsiteX9" fmla="*/ 71976 w 79128"/>
                      <a:gd name="connsiteY9" fmla="*/ 73819 h 76200"/>
                      <a:gd name="connsiteX10" fmla="*/ 79120 w 79128"/>
                      <a:gd name="connsiteY10" fmla="*/ 47625 h 76200"/>
                      <a:gd name="connsiteX11" fmla="*/ 71976 w 79128"/>
                      <a:gd name="connsiteY11" fmla="*/ 21431 h 76200"/>
                      <a:gd name="connsiteX12" fmla="*/ 67214 w 79128"/>
                      <a:gd name="connsiteY12" fmla="*/ 14288 h 76200"/>
                      <a:gd name="connsiteX13" fmla="*/ 52926 w 79128"/>
                      <a:gd name="connsiteY13" fmla="*/ 0 h 7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9128" h="76200">
                        <a:moveTo>
                          <a:pt x="52926" y="0"/>
                        </a:moveTo>
                        <a:lnTo>
                          <a:pt x="52926" y="0"/>
                        </a:lnTo>
                        <a:cubicBezTo>
                          <a:pt x="45782" y="1588"/>
                          <a:pt x="38489" y="2611"/>
                          <a:pt x="31495" y="4763"/>
                        </a:cubicBezTo>
                        <a:cubicBezTo>
                          <a:pt x="28795" y="5594"/>
                          <a:pt x="17356" y="11758"/>
                          <a:pt x="14826" y="14288"/>
                        </a:cubicBezTo>
                        <a:cubicBezTo>
                          <a:pt x="8642" y="20472"/>
                          <a:pt x="6693" y="25791"/>
                          <a:pt x="2920" y="33338"/>
                        </a:cubicBezTo>
                        <a:cubicBezTo>
                          <a:pt x="4926" y="51390"/>
                          <a:pt x="0" y="54500"/>
                          <a:pt x="14826" y="61913"/>
                        </a:cubicBezTo>
                        <a:cubicBezTo>
                          <a:pt x="17753" y="63377"/>
                          <a:pt x="21176" y="63500"/>
                          <a:pt x="24351" y="64294"/>
                        </a:cubicBezTo>
                        <a:cubicBezTo>
                          <a:pt x="35684" y="71848"/>
                          <a:pt x="27043" y="67245"/>
                          <a:pt x="41020" y="71438"/>
                        </a:cubicBezTo>
                        <a:cubicBezTo>
                          <a:pt x="45828" y="72881"/>
                          <a:pt x="55307" y="76200"/>
                          <a:pt x="55307" y="76200"/>
                        </a:cubicBezTo>
                        <a:cubicBezTo>
                          <a:pt x="60863" y="75406"/>
                          <a:pt x="66847" y="76098"/>
                          <a:pt x="71976" y="73819"/>
                        </a:cubicBezTo>
                        <a:cubicBezTo>
                          <a:pt x="79128" y="70641"/>
                          <a:pt x="78980" y="48743"/>
                          <a:pt x="79120" y="47625"/>
                        </a:cubicBezTo>
                        <a:cubicBezTo>
                          <a:pt x="76784" y="31273"/>
                          <a:pt x="78903" y="33553"/>
                          <a:pt x="71976" y="21431"/>
                        </a:cubicBezTo>
                        <a:cubicBezTo>
                          <a:pt x="70556" y="18946"/>
                          <a:pt x="69368" y="16172"/>
                          <a:pt x="67214" y="14288"/>
                        </a:cubicBezTo>
                        <a:cubicBezTo>
                          <a:pt x="51605" y="631"/>
                          <a:pt x="55307" y="2381"/>
                          <a:pt x="52926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3" name="Freeform 82"/>
                  <p:cNvSpPr/>
                  <p:nvPr/>
                </p:nvSpPr>
                <p:spPr>
                  <a:xfrm>
                    <a:off x="4778235" y="5395913"/>
                    <a:ext cx="262871" cy="240506"/>
                  </a:xfrm>
                  <a:custGeom>
                    <a:avLst/>
                    <a:gdLst>
                      <a:gd name="connsiteX0" fmla="*/ 112853 w 262871"/>
                      <a:gd name="connsiteY0" fmla="*/ 0 h 240506"/>
                      <a:gd name="connsiteX1" fmla="*/ 112853 w 262871"/>
                      <a:gd name="connsiteY1" fmla="*/ 0 h 240506"/>
                      <a:gd name="connsiteX2" fmla="*/ 150953 w 262871"/>
                      <a:gd name="connsiteY2" fmla="*/ 4762 h 240506"/>
                      <a:gd name="connsiteX3" fmla="*/ 165240 w 262871"/>
                      <a:gd name="connsiteY3" fmla="*/ 9525 h 240506"/>
                      <a:gd name="connsiteX4" fmla="*/ 184290 w 262871"/>
                      <a:gd name="connsiteY4" fmla="*/ 19050 h 240506"/>
                      <a:gd name="connsiteX5" fmla="*/ 193815 w 262871"/>
                      <a:gd name="connsiteY5" fmla="*/ 26193 h 240506"/>
                      <a:gd name="connsiteX6" fmla="*/ 200959 w 262871"/>
                      <a:gd name="connsiteY6" fmla="*/ 30956 h 240506"/>
                      <a:gd name="connsiteX7" fmla="*/ 208103 w 262871"/>
                      <a:gd name="connsiteY7" fmla="*/ 40481 h 240506"/>
                      <a:gd name="connsiteX8" fmla="*/ 217628 w 262871"/>
                      <a:gd name="connsiteY8" fmla="*/ 45243 h 240506"/>
                      <a:gd name="connsiteX9" fmla="*/ 231915 w 262871"/>
                      <a:gd name="connsiteY9" fmla="*/ 59531 h 240506"/>
                      <a:gd name="connsiteX10" fmla="*/ 246203 w 262871"/>
                      <a:gd name="connsiteY10" fmla="*/ 80962 h 240506"/>
                      <a:gd name="connsiteX11" fmla="*/ 248584 w 262871"/>
                      <a:gd name="connsiteY11" fmla="*/ 88106 h 240506"/>
                      <a:gd name="connsiteX12" fmla="*/ 253346 w 262871"/>
                      <a:gd name="connsiteY12" fmla="*/ 95250 h 240506"/>
                      <a:gd name="connsiteX13" fmla="*/ 255728 w 262871"/>
                      <a:gd name="connsiteY13" fmla="*/ 104775 h 240506"/>
                      <a:gd name="connsiteX14" fmla="*/ 258109 w 262871"/>
                      <a:gd name="connsiteY14" fmla="*/ 111918 h 240506"/>
                      <a:gd name="connsiteX15" fmla="*/ 260490 w 262871"/>
                      <a:gd name="connsiteY15" fmla="*/ 138112 h 240506"/>
                      <a:gd name="connsiteX16" fmla="*/ 262871 w 262871"/>
                      <a:gd name="connsiteY16" fmla="*/ 150018 h 240506"/>
                      <a:gd name="connsiteX17" fmla="*/ 260490 w 262871"/>
                      <a:gd name="connsiteY17" fmla="*/ 200025 h 240506"/>
                      <a:gd name="connsiteX18" fmla="*/ 248584 w 262871"/>
                      <a:gd name="connsiteY18" fmla="*/ 219075 h 240506"/>
                      <a:gd name="connsiteX19" fmla="*/ 234296 w 262871"/>
                      <a:gd name="connsiteY19" fmla="*/ 223837 h 240506"/>
                      <a:gd name="connsiteX20" fmla="*/ 217628 w 262871"/>
                      <a:gd name="connsiteY20" fmla="*/ 230981 h 240506"/>
                      <a:gd name="connsiteX21" fmla="*/ 203340 w 262871"/>
                      <a:gd name="connsiteY21" fmla="*/ 235743 h 240506"/>
                      <a:gd name="connsiteX22" fmla="*/ 184290 w 262871"/>
                      <a:gd name="connsiteY22" fmla="*/ 240506 h 240506"/>
                      <a:gd name="connsiteX23" fmla="*/ 150953 w 262871"/>
                      <a:gd name="connsiteY23" fmla="*/ 238125 h 240506"/>
                      <a:gd name="connsiteX24" fmla="*/ 119996 w 262871"/>
                      <a:gd name="connsiteY24" fmla="*/ 230981 h 240506"/>
                      <a:gd name="connsiteX25" fmla="*/ 93803 w 262871"/>
                      <a:gd name="connsiteY25" fmla="*/ 216693 h 240506"/>
                      <a:gd name="connsiteX26" fmla="*/ 84278 w 262871"/>
                      <a:gd name="connsiteY26" fmla="*/ 211931 h 240506"/>
                      <a:gd name="connsiteX27" fmla="*/ 77134 w 262871"/>
                      <a:gd name="connsiteY27" fmla="*/ 204787 h 240506"/>
                      <a:gd name="connsiteX28" fmla="*/ 67609 w 262871"/>
                      <a:gd name="connsiteY28" fmla="*/ 200025 h 240506"/>
                      <a:gd name="connsiteX29" fmla="*/ 60465 w 262871"/>
                      <a:gd name="connsiteY29" fmla="*/ 190500 h 240506"/>
                      <a:gd name="connsiteX30" fmla="*/ 46178 w 262871"/>
                      <a:gd name="connsiteY30" fmla="*/ 176212 h 240506"/>
                      <a:gd name="connsiteX31" fmla="*/ 43796 w 262871"/>
                      <a:gd name="connsiteY31" fmla="*/ 169068 h 240506"/>
                      <a:gd name="connsiteX32" fmla="*/ 36653 w 262871"/>
                      <a:gd name="connsiteY32" fmla="*/ 159543 h 240506"/>
                      <a:gd name="connsiteX33" fmla="*/ 31890 w 262871"/>
                      <a:gd name="connsiteY33" fmla="*/ 152400 h 240506"/>
                      <a:gd name="connsiteX34" fmla="*/ 24746 w 262871"/>
                      <a:gd name="connsiteY34" fmla="*/ 133350 h 240506"/>
                      <a:gd name="connsiteX35" fmla="*/ 19984 w 262871"/>
                      <a:gd name="connsiteY35" fmla="*/ 123825 h 240506"/>
                      <a:gd name="connsiteX36" fmla="*/ 17603 w 262871"/>
                      <a:gd name="connsiteY36" fmla="*/ 114300 h 240506"/>
                      <a:gd name="connsiteX37" fmla="*/ 15221 w 262871"/>
                      <a:gd name="connsiteY37" fmla="*/ 107156 h 240506"/>
                      <a:gd name="connsiteX38" fmla="*/ 12840 w 262871"/>
                      <a:gd name="connsiteY38" fmla="*/ 95250 h 240506"/>
                      <a:gd name="connsiteX39" fmla="*/ 10459 w 262871"/>
                      <a:gd name="connsiteY39" fmla="*/ 85725 h 240506"/>
                      <a:gd name="connsiteX40" fmla="*/ 3315 w 262871"/>
                      <a:gd name="connsiteY40" fmla="*/ 47625 h 240506"/>
                      <a:gd name="connsiteX41" fmla="*/ 8078 w 262871"/>
                      <a:gd name="connsiteY41" fmla="*/ 21431 h 240506"/>
                      <a:gd name="connsiteX42" fmla="*/ 12840 w 262871"/>
                      <a:gd name="connsiteY42" fmla="*/ 7143 h 240506"/>
                      <a:gd name="connsiteX43" fmla="*/ 19984 w 262871"/>
                      <a:gd name="connsiteY43" fmla="*/ 2381 h 240506"/>
                      <a:gd name="connsiteX44" fmla="*/ 62846 w 262871"/>
                      <a:gd name="connsiteY44" fmla="*/ 4762 h 240506"/>
                      <a:gd name="connsiteX45" fmla="*/ 112853 w 262871"/>
                      <a:gd name="connsiteY45" fmla="*/ 0 h 2405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262871" h="240506">
                        <a:moveTo>
                          <a:pt x="112853" y="0"/>
                        </a:moveTo>
                        <a:lnTo>
                          <a:pt x="112853" y="0"/>
                        </a:lnTo>
                        <a:cubicBezTo>
                          <a:pt x="132011" y="1596"/>
                          <a:pt x="136496" y="425"/>
                          <a:pt x="150953" y="4762"/>
                        </a:cubicBezTo>
                        <a:cubicBezTo>
                          <a:pt x="155761" y="6205"/>
                          <a:pt x="165240" y="9525"/>
                          <a:pt x="165240" y="9525"/>
                        </a:cubicBezTo>
                        <a:cubicBezTo>
                          <a:pt x="193602" y="30794"/>
                          <a:pt x="157540" y="5675"/>
                          <a:pt x="184290" y="19050"/>
                        </a:cubicBezTo>
                        <a:cubicBezTo>
                          <a:pt x="187840" y="20825"/>
                          <a:pt x="190586" y="23886"/>
                          <a:pt x="193815" y="26193"/>
                        </a:cubicBezTo>
                        <a:cubicBezTo>
                          <a:pt x="196144" y="27857"/>
                          <a:pt x="198935" y="28932"/>
                          <a:pt x="200959" y="30956"/>
                        </a:cubicBezTo>
                        <a:cubicBezTo>
                          <a:pt x="203765" y="33762"/>
                          <a:pt x="205090" y="37898"/>
                          <a:pt x="208103" y="40481"/>
                        </a:cubicBezTo>
                        <a:cubicBezTo>
                          <a:pt x="210798" y="42791"/>
                          <a:pt x="214453" y="43656"/>
                          <a:pt x="217628" y="45243"/>
                        </a:cubicBezTo>
                        <a:cubicBezTo>
                          <a:pt x="222390" y="50006"/>
                          <a:pt x="228179" y="53927"/>
                          <a:pt x="231915" y="59531"/>
                        </a:cubicBezTo>
                        <a:lnTo>
                          <a:pt x="246203" y="80962"/>
                        </a:lnTo>
                        <a:cubicBezTo>
                          <a:pt x="246997" y="83343"/>
                          <a:pt x="247462" y="85861"/>
                          <a:pt x="248584" y="88106"/>
                        </a:cubicBezTo>
                        <a:cubicBezTo>
                          <a:pt x="249864" y="90666"/>
                          <a:pt x="252219" y="92620"/>
                          <a:pt x="253346" y="95250"/>
                        </a:cubicBezTo>
                        <a:cubicBezTo>
                          <a:pt x="254635" y="98258"/>
                          <a:pt x="254829" y="101628"/>
                          <a:pt x="255728" y="104775"/>
                        </a:cubicBezTo>
                        <a:cubicBezTo>
                          <a:pt x="256418" y="107188"/>
                          <a:pt x="257315" y="109537"/>
                          <a:pt x="258109" y="111918"/>
                        </a:cubicBezTo>
                        <a:cubicBezTo>
                          <a:pt x="258903" y="120649"/>
                          <a:pt x="259403" y="129412"/>
                          <a:pt x="260490" y="138112"/>
                        </a:cubicBezTo>
                        <a:cubicBezTo>
                          <a:pt x="260992" y="142128"/>
                          <a:pt x="262871" y="145971"/>
                          <a:pt x="262871" y="150018"/>
                        </a:cubicBezTo>
                        <a:cubicBezTo>
                          <a:pt x="262871" y="166706"/>
                          <a:pt x="262478" y="183456"/>
                          <a:pt x="260490" y="200025"/>
                        </a:cubicBezTo>
                        <a:cubicBezTo>
                          <a:pt x="260074" y="203490"/>
                          <a:pt x="251014" y="217455"/>
                          <a:pt x="248584" y="219075"/>
                        </a:cubicBezTo>
                        <a:cubicBezTo>
                          <a:pt x="244407" y="221860"/>
                          <a:pt x="239059" y="222250"/>
                          <a:pt x="234296" y="223837"/>
                        </a:cubicBezTo>
                        <a:cubicBezTo>
                          <a:pt x="211305" y="231500"/>
                          <a:pt x="247050" y="219212"/>
                          <a:pt x="217628" y="230981"/>
                        </a:cubicBezTo>
                        <a:cubicBezTo>
                          <a:pt x="212967" y="232845"/>
                          <a:pt x="208103" y="234156"/>
                          <a:pt x="203340" y="235743"/>
                        </a:cubicBezTo>
                        <a:cubicBezTo>
                          <a:pt x="197130" y="237813"/>
                          <a:pt x="184290" y="240506"/>
                          <a:pt x="184290" y="240506"/>
                        </a:cubicBezTo>
                        <a:cubicBezTo>
                          <a:pt x="173178" y="239712"/>
                          <a:pt x="162008" y="239507"/>
                          <a:pt x="150953" y="238125"/>
                        </a:cubicBezTo>
                        <a:cubicBezTo>
                          <a:pt x="134141" y="236023"/>
                          <a:pt x="131885" y="234944"/>
                          <a:pt x="119996" y="230981"/>
                        </a:cubicBezTo>
                        <a:cubicBezTo>
                          <a:pt x="106947" y="222280"/>
                          <a:pt x="115410" y="227496"/>
                          <a:pt x="93803" y="216693"/>
                        </a:cubicBezTo>
                        <a:lnTo>
                          <a:pt x="84278" y="211931"/>
                        </a:lnTo>
                        <a:cubicBezTo>
                          <a:pt x="81897" y="209550"/>
                          <a:pt x="79874" y="206744"/>
                          <a:pt x="77134" y="204787"/>
                        </a:cubicBezTo>
                        <a:cubicBezTo>
                          <a:pt x="74245" y="202724"/>
                          <a:pt x="70304" y="202335"/>
                          <a:pt x="67609" y="200025"/>
                        </a:cubicBezTo>
                        <a:cubicBezTo>
                          <a:pt x="64596" y="197442"/>
                          <a:pt x="63120" y="193450"/>
                          <a:pt x="60465" y="190500"/>
                        </a:cubicBezTo>
                        <a:cubicBezTo>
                          <a:pt x="55959" y="185494"/>
                          <a:pt x="46178" y="176212"/>
                          <a:pt x="46178" y="176212"/>
                        </a:cubicBezTo>
                        <a:cubicBezTo>
                          <a:pt x="45384" y="173831"/>
                          <a:pt x="45041" y="171247"/>
                          <a:pt x="43796" y="169068"/>
                        </a:cubicBezTo>
                        <a:cubicBezTo>
                          <a:pt x="41827" y="165622"/>
                          <a:pt x="38960" y="162772"/>
                          <a:pt x="36653" y="159543"/>
                        </a:cubicBezTo>
                        <a:cubicBezTo>
                          <a:pt x="34990" y="157214"/>
                          <a:pt x="33310" y="154885"/>
                          <a:pt x="31890" y="152400"/>
                        </a:cubicBezTo>
                        <a:cubicBezTo>
                          <a:pt x="22252" y="135535"/>
                          <a:pt x="31135" y="150387"/>
                          <a:pt x="24746" y="133350"/>
                        </a:cubicBezTo>
                        <a:cubicBezTo>
                          <a:pt x="23500" y="130026"/>
                          <a:pt x="21230" y="127149"/>
                          <a:pt x="19984" y="123825"/>
                        </a:cubicBezTo>
                        <a:cubicBezTo>
                          <a:pt x="18835" y="120761"/>
                          <a:pt x="18502" y="117447"/>
                          <a:pt x="17603" y="114300"/>
                        </a:cubicBezTo>
                        <a:cubicBezTo>
                          <a:pt x="16913" y="111886"/>
                          <a:pt x="15830" y="109591"/>
                          <a:pt x="15221" y="107156"/>
                        </a:cubicBezTo>
                        <a:cubicBezTo>
                          <a:pt x="14239" y="103230"/>
                          <a:pt x="13718" y="99201"/>
                          <a:pt x="12840" y="95250"/>
                        </a:cubicBezTo>
                        <a:cubicBezTo>
                          <a:pt x="12130" y="92055"/>
                          <a:pt x="11062" y="88942"/>
                          <a:pt x="10459" y="85725"/>
                        </a:cubicBezTo>
                        <a:cubicBezTo>
                          <a:pt x="2508" y="43321"/>
                          <a:pt x="8936" y="70111"/>
                          <a:pt x="3315" y="47625"/>
                        </a:cubicBezTo>
                        <a:cubicBezTo>
                          <a:pt x="9831" y="28073"/>
                          <a:pt x="0" y="59128"/>
                          <a:pt x="8078" y="21431"/>
                        </a:cubicBezTo>
                        <a:cubicBezTo>
                          <a:pt x="9130" y="16522"/>
                          <a:pt x="8663" y="9927"/>
                          <a:pt x="12840" y="7143"/>
                        </a:cubicBezTo>
                        <a:lnTo>
                          <a:pt x="19984" y="2381"/>
                        </a:lnTo>
                        <a:cubicBezTo>
                          <a:pt x="34271" y="3175"/>
                          <a:pt x="48541" y="5103"/>
                          <a:pt x="62846" y="4762"/>
                        </a:cubicBezTo>
                        <a:cubicBezTo>
                          <a:pt x="81957" y="4307"/>
                          <a:pt x="104519" y="794"/>
                          <a:pt x="112853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4" name="Freeform 83"/>
                  <p:cNvSpPr/>
                  <p:nvPr/>
                </p:nvSpPr>
                <p:spPr>
                  <a:xfrm>
                    <a:off x="5007371" y="5009537"/>
                    <a:ext cx="127535" cy="138724"/>
                  </a:xfrm>
                  <a:custGeom>
                    <a:avLst/>
                    <a:gdLst>
                      <a:gd name="connsiteX0" fmla="*/ 0 w 141426"/>
                      <a:gd name="connsiteY0" fmla="*/ 10137 h 138724"/>
                      <a:gd name="connsiteX1" fmla="*/ 0 w 141426"/>
                      <a:gd name="connsiteY1" fmla="*/ 10137 h 138724"/>
                      <a:gd name="connsiteX2" fmla="*/ 21432 w 141426"/>
                      <a:gd name="connsiteY2" fmla="*/ 5374 h 138724"/>
                      <a:gd name="connsiteX3" fmla="*/ 28575 w 141426"/>
                      <a:gd name="connsiteY3" fmla="*/ 612 h 138724"/>
                      <a:gd name="connsiteX4" fmla="*/ 52388 w 141426"/>
                      <a:gd name="connsiteY4" fmla="*/ 2993 h 138724"/>
                      <a:gd name="connsiteX5" fmla="*/ 59532 w 141426"/>
                      <a:gd name="connsiteY5" fmla="*/ 5374 h 138724"/>
                      <a:gd name="connsiteX6" fmla="*/ 66675 w 141426"/>
                      <a:gd name="connsiteY6" fmla="*/ 12518 h 138724"/>
                      <a:gd name="connsiteX7" fmla="*/ 76200 w 141426"/>
                      <a:gd name="connsiteY7" fmla="*/ 19662 h 138724"/>
                      <a:gd name="connsiteX8" fmla="*/ 88107 w 141426"/>
                      <a:gd name="connsiteY8" fmla="*/ 38712 h 138724"/>
                      <a:gd name="connsiteX9" fmla="*/ 95250 w 141426"/>
                      <a:gd name="connsiteY9" fmla="*/ 55381 h 138724"/>
                      <a:gd name="connsiteX10" fmla="*/ 100013 w 141426"/>
                      <a:gd name="connsiteY10" fmla="*/ 64906 h 138724"/>
                      <a:gd name="connsiteX11" fmla="*/ 111919 w 141426"/>
                      <a:gd name="connsiteY11" fmla="*/ 81574 h 138724"/>
                      <a:gd name="connsiteX12" fmla="*/ 116682 w 141426"/>
                      <a:gd name="connsiteY12" fmla="*/ 91099 h 138724"/>
                      <a:gd name="connsiteX13" fmla="*/ 130969 w 141426"/>
                      <a:gd name="connsiteY13" fmla="*/ 107768 h 138724"/>
                      <a:gd name="connsiteX14" fmla="*/ 135732 w 141426"/>
                      <a:gd name="connsiteY14" fmla="*/ 117293 h 138724"/>
                      <a:gd name="connsiteX15" fmla="*/ 138113 w 141426"/>
                      <a:gd name="connsiteY15" fmla="*/ 126818 h 138724"/>
                      <a:gd name="connsiteX16" fmla="*/ 140494 w 141426"/>
                      <a:gd name="connsiteY16" fmla="*/ 133962 h 138724"/>
                      <a:gd name="connsiteX17" fmla="*/ 133350 w 141426"/>
                      <a:gd name="connsiteY17" fmla="*/ 138724 h 138724"/>
                      <a:gd name="connsiteX18" fmla="*/ 111919 w 141426"/>
                      <a:gd name="connsiteY18" fmla="*/ 136343 h 138724"/>
                      <a:gd name="connsiteX19" fmla="*/ 97632 w 141426"/>
                      <a:gd name="connsiteY19" fmla="*/ 131581 h 138724"/>
                      <a:gd name="connsiteX20" fmla="*/ 80963 w 141426"/>
                      <a:gd name="connsiteY20" fmla="*/ 126818 h 138724"/>
                      <a:gd name="connsiteX21" fmla="*/ 64294 w 141426"/>
                      <a:gd name="connsiteY21" fmla="*/ 105387 h 138724"/>
                      <a:gd name="connsiteX22" fmla="*/ 57150 w 141426"/>
                      <a:gd name="connsiteY22" fmla="*/ 91099 h 138724"/>
                      <a:gd name="connsiteX23" fmla="*/ 50007 w 141426"/>
                      <a:gd name="connsiteY23" fmla="*/ 86337 h 138724"/>
                      <a:gd name="connsiteX24" fmla="*/ 40482 w 141426"/>
                      <a:gd name="connsiteY24" fmla="*/ 72049 h 138724"/>
                      <a:gd name="connsiteX25" fmla="*/ 35719 w 141426"/>
                      <a:gd name="connsiteY25" fmla="*/ 64906 h 138724"/>
                      <a:gd name="connsiteX26" fmla="*/ 30957 w 141426"/>
                      <a:gd name="connsiteY26" fmla="*/ 45856 h 138724"/>
                      <a:gd name="connsiteX27" fmla="*/ 28575 w 141426"/>
                      <a:gd name="connsiteY27" fmla="*/ 36331 h 138724"/>
                      <a:gd name="connsiteX28" fmla="*/ 26194 w 141426"/>
                      <a:gd name="connsiteY28" fmla="*/ 29187 h 138724"/>
                      <a:gd name="connsiteX29" fmla="*/ 23813 w 141426"/>
                      <a:gd name="connsiteY29" fmla="*/ 19662 h 138724"/>
                      <a:gd name="connsiteX30" fmla="*/ 14288 w 141426"/>
                      <a:gd name="connsiteY30" fmla="*/ 14899 h 138724"/>
                      <a:gd name="connsiteX31" fmla="*/ 0 w 141426"/>
                      <a:gd name="connsiteY31" fmla="*/ 10137 h 138724"/>
                      <a:gd name="connsiteX0" fmla="*/ 15479 w 142617"/>
                      <a:gd name="connsiteY0" fmla="*/ 14899 h 138724"/>
                      <a:gd name="connsiteX1" fmla="*/ 1191 w 142617"/>
                      <a:gd name="connsiteY1" fmla="*/ 10137 h 138724"/>
                      <a:gd name="connsiteX2" fmla="*/ 22623 w 142617"/>
                      <a:gd name="connsiteY2" fmla="*/ 5374 h 138724"/>
                      <a:gd name="connsiteX3" fmla="*/ 29766 w 142617"/>
                      <a:gd name="connsiteY3" fmla="*/ 612 h 138724"/>
                      <a:gd name="connsiteX4" fmla="*/ 53579 w 142617"/>
                      <a:gd name="connsiteY4" fmla="*/ 2993 h 138724"/>
                      <a:gd name="connsiteX5" fmla="*/ 60723 w 142617"/>
                      <a:gd name="connsiteY5" fmla="*/ 5374 h 138724"/>
                      <a:gd name="connsiteX6" fmla="*/ 67866 w 142617"/>
                      <a:gd name="connsiteY6" fmla="*/ 12518 h 138724"/>
                      <a:gd name="connsiteX7" fmla="*/ 77391 w 142617"/>
                      <a:gd name="connsiteY7" fmla="*/ 19662 h 138724"/>
                      <a:gd name="connsiteX8" fmla="*/ 89298 w 142617"/>
                      <a:gd name="connsiteY8" fmla="*/ 38712 h 138724"/>
                      <a:gd name="connsiteX9" fmla="*/ 96441 w 142617"/>
                      <a:gd name="connsiteY9" fmla="*/ 55381 h 138724"/>
                      <a:gd name="connsiteX10" fmla="*/ 101204 w 142617"/>
                      <a:gd name="connsiteY10" fmla="*/ 64906 h 138724"/>
                      <a:gd name="connsiteX11" fmla="*/ 113110 w 142617"/>
                      <a:gd name="connsiteY11" fmla="*/ 81574 h 138724"/>
                      <a:gd name="connsiteX12" fmla="*/ 117873 w 142617"/>
                      <a:gd name="connsiteY12" fmla="*/ 91099 h 138724"/>
                      <a:gd name="connsiteX13" fmla="*/ 132160 w 142617"/>
                      <a:gd name="connsiteY13" fmla="*/ 107768 h 138724"/>
                      <a:gd name="connsiteX14" fmla="*/ 136923 w 142617"/>
                      <a:gd name="connsiteY14" fmla="*/ 117293 h 138724"/>
                      <a:gd name="connsiteX15" fmla="*/ 139304 w 142617"/>
                      <a:gd name="connsiteY15" fmla="*/ 126818 h 138724"/>
                      <a:gd name="connsiteX16" fmla="*/ 141685 w 142617"/>
                      <a:gd name="connsiteY16" fmla="*/ 133962 h 138724"/>
                      <a:gd name="connsiteX17" fmla="*/ 134541 w 142617"/>
                      <a:gd name="connsiteY17" fmla="*/ 138724 h 138724"/>
                      <a:gd name="connsiteX18" fmla="*/ 113110 w 142617"/>
                      <a:gd name="connsiteY18" fmla="*/ 136343 h 138724"/>
                      <a:gd name="connsiteX19" fmla="*/ 98823 w 142617"/>
                      <a:gd name="connsiteY19" fmla="*/ 131581 h 138724"/>
                      <a:gd name="connsiteX20" fmla="*/ 82154 w 142617"/>
                      <a:gd name="connsiteY20" fmla="*/ 126818 h 138724"/>
                      <a:gd name="connsiteX21" fmla="*/ 65485 w 142617"/>
                      <a:gd name="connsiteY21" fmla="*/ 105387 h 138724"/>
                      <a:gd name="connsiteX22" fmla="*/ 58341 w 142617"/>
                      <a:gd name="connsiteY22" fmla="*/ 91099 h 138724"/>
                      <a:gd name="connsiteX23" fmla="*/ 51198 w 142617"/>
                      <a:gd name="connsiteY23" fmla="*/ 86337 h 138724"/>
                      <a:gd name="connsiteX24" fmla="*/ 41673 w 142617"/>
                      <a:gd name="connsiteY24" fmla="*/ 72049 h 138724"/>
                      <a:gd name="connsiteX25" fmla="*/ 36910 w 142617"/>
                      <a:gd name="connsiteY25" fmla="*/ 64906 h 138724"/>
                      <a:gd name="connsiteX26" fmla="*/ 32148 w 142617"/>
                      <a:gd name="connsiteY26" fmla="*/ 45856 h 138724"/>
                      <a:gd name="connsiteX27" fmla="*/ 29766 w 142617"/>
                      <a:gd name="connsiteY27" fmla="*/ 36331 h 138724"/>
                      <a:gd name="connsiteX28" fmla="*/ 27385 w 142617"/>
                      <a:gd name="connsiteY28" fmla="*/ 29187 h 138724"/>
                      <a:gd name="connsiteX29" fmla="*/ 25004 w 142617"/>
                      <a:gd name="connsiteY29" fmla="*/ 19662 h 138724"/>
                      <a:gd name="connsiteX30" fmla="*/ 15479 w 142617"/>
                      <a:gd name="connsiteY30" fmla="*/ 14899 h 138724"/>
                      <a:gd name="connsiteX0" fmla="*/ 397 w 127535"/>
                      <a:gd name="connsiteY0" fmla="*/ 14899 h 138724"/>
                      <a:gd name="connsiteX1" fmla="*/ 7541 w 127535"/>
                      <a:gd name="connsiteY1" fmla="*/ 5374 h 138724"/>
                      <a:gd name="connsiteX2" fmla="*/ 14684 w 127535"/>
                      <a:gd name="connsiteY2" fmla="*/ 612 h 138724"/>
                      <a:gd name="connsiteX3" fmla="*/ 38497 w 127535"/>
                      <a:gd name="connsiteY3" fmla="*/ 2993 h 138724"/>
                      <a:gd name="connsiteX4" fmla="*/ 45641 w 127535"/>
                      <a:gd name="connsiteY4" fmla="*/ 5374 h 138724"/>
                      <a:gd name="connsiteX5" fmla="*/ 52784 w 127535"/>
                      <a:gd name="connsiteY5" fmla="*/ 12518 h 138724"/>
                      <a:gd name="connsiteX6" fmla="*/ 62309 w 127535"/>
                      <a:gd name="connsiteY6" fmla="*/ 19662 h 138724"/>
                      <a:gd name="connsiteX7" fmla="*/ 74216 w 127535"/>
                      <a:gd name="connsiteY7" fmla="*/ 38712 h 138724"/>
                      <a:gd name="connsiteX8" fmla="*/ 81359 w 127535"/>
                      <a:gd name="connsiteY8" fmla="*/ 55381 h 138724"/>
                      <a:gd name="connsiteX9" fmla="*/ 86122 w 127535"/>
                      <a:gd name="connsiteY9" fmla="*/ 64906 h 138724"/>
                      <a:gd name="connsiteX10" fmla="*/ 98028 w 127535"/>
                      <a:gd name="connsiteY10" fmla="*/ 81574 h 138724"/>
                      <a:gd name="connsiteX11" fmla="*/ 102791 w 127535"/>
                      <a:gd name="connsiteY11" fmla="*/ 91099 h 138724"/>
                      <a:gd name="connsiteX12" fmla="*/ 117078 w 127535"/>
                      <a:gd name="connsiteY12" fmla="*/ 107768 h 138724"/>
                      <a:gd name="connsiteX13" fmla="*/ 121841 w 127535"/>
                      <a:gd name="connsiteY13" fmla="*/ 117293 h 138724"/>
                      <a:gd name="connsiteX14" fmla="*/ 124222 w 127535"/>
                      <a:gd name="connsiteY14" fmla="*/ 126818 h 138724"/>
                      <a:gd name="connsiteX15" fmla="*/ 126603 w 127535"/>
                      <a:gd name="connsiteY15" fmla="*/ 133962 h 138724"/>
                      <a:gd name="connsiteX16" fmla="*/ 119459 w 127535"/>
                      <a:gd name="connsiteY16" fmla="*/ 138724 h 138724"/>
                      <a:gd name="connsiteX17" fmla="*/ 98028 w 127535"/>
                      <a:gd name="connsiteY17" fmla="*/ 136343 h 138724"/>
                      <a:gd name="connsiteX18" fmla="*/ 83741 w 127535"/>
                      <a:gd name="connsiteY18" fmla="*/ 131581 h 138724"/>
                      <a:gd name="connsiteX19" fmla="*/ 67072 w 127535"/>
                      <a:gd name="connsiteY19" fmla="*/ 126818 h 138724"/>
                      <a:gd name="connsiteX20" fmla="*/ 50403 w 127535"/>
                      <a:gd name="connsiteY20" fmla="*/ 105387 h 138724"/>
                      <a:gd name="connsiteX21" fmla="*/ 43259 w 127535"/>
                      <a:gd name="connsiteY21" fmla="*/ 91099 h 138724"/>
                      <a:gd name="connsiteX22" fmla="*/ 36116 w 127535"/>
                      <a:gd name="connsiteY22" fmla="*/ 86337 h 138724"/>
                      <a:gd name="connsiteX23" fmla="*/ 26591 w 127535"/>
                      <a:gd name="connsiteY23" fmla="*/ 72049 h 138724"/>
                      <a:gd name="connsiteX24" fmla="*/ 21828 w 127535"/>
                      <a:gd name="connsiteY24" fmla="*/ 64906 h 138724"/>
                      <a:gd name="connsiteX25" fmla="*/ 17066 w 127535"/>
                      <a:gd name="connsiteY25" fmla="*/ 45856 h 138724"/>
                      <a:gd name="connsiteX26" fmla="*/ 14684 w 127535"/>
                      <a:gd name="connsiteY26" fmla="*/ 36331 h 138724"/>
                      <a:gd name="connsiteX27" fmla="*/ 12303 w 127535"/>
                      <a:gd name="connsiteY27" fmla="*/ 29187 h 138724"/>
                      <a:gd name="connsiteX28" fmla="*/ 9922 w 127535"/>
                      <a:gd name="connsiteY28" fmla="*/ 19662 h 138724"/>
                      <a:gd name="connsiteX29" fmla="*/ 397 w 127535"/>
                      <a:gd name="connsiteY29" fmla="*/ 14899 h 138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27535" h="138724">
                        <a:moveTo>
                          <a:pt x="397" y="14899"/>
                        </a:moveTo>
                        <a:cubicBezTo>
                          <a:pt x="0" y="12518"/>
                          <a:pt x="5160" y="7755"/>
                          <a:pt x="7541" y="5374"/>
                        </a:cubicBezTo>
                        <a:cubicBezTo>
                          <a:pt x="10256" y="4469"/>
                          <a:pt x="11831" y="831"/>
                          <a:pt x="14684" y="612"/>
                        </a:cubicBezTo>
                        <a:cubicBezTo>
                          <a:pt x="22638" y="0"/>
                          <a:pt x="30559" y="2199"/>
                          <a:pt x="38497" y="2993"/>
                        </a:cubicBezTo>
                        <a:cubicBezTo>
                          <a:pt x="40878" y="3787"/>
                          <a:pt x="43552" y="3982"/>
                          <a:pt x="45641" y="5374"/>
                        </a:cubicBezTo>
                        <a:cubicBezTo>
                          <a:pt x="48443" y="7242"/>
                          <a:pt x="50227" y="10326"/>
                          <a:pt x="52784" y="12518"/>
                        </a:cubicBezTo>
                        <a:cubicBezTo>
                          <a:pt x="55797" y="15101"/>
                          <a:pt x="59134" y="17281"/>
                          <a:pt x="62309" y="19662"/>
                        </a:cubicBezTo>
                        <a:cubicBezTo>
                          <a:pt x="74382" y="43806"/>
                          <a:pt x="58754" y="13972"/>
                          <a:pt x="74216" y="38712"/>
                        </a:cubicBezTo>
                        <a:cubicBezTo>
                          <a:pt x="81397" y="50201"/>
                          <a:pt x="76939" y="45068"/>
                          <a:pt x="81359" y="55381"/>
                        </a:cubicBezTo>
                        <a:cubicBezTo>
                          <a:pt x="82757" y="58644"/>
                          <a:pt x="84241" y="61896"/>
                          <a:pt x="86122" y="64906"/>
                        </a:cubicBezTo>
                        <a:cubicBezTo>
                          <a:pt x="94642" y="78536"/>
                          <a:pt x="91311" y="69819"/>
                          <a:pt x="98028" y="81574"/>
                        </a:cubicBezTo>
                        <a:cubicBezTo>
                          <a:pt x="99789" y="84656"/>
                          <a:pt x="100910" y="88089"/>
                          <a:pt x="102791" y="91099"/>
                        </a:cubicBezTo>
                        <a:cubicBezTo>
                          <a:pt x="123183" y="123727"/>
                          <a:pt x="97599" y="80499"/>
                          <a:pt x="117078" y="107768"/>
                        </a:cubicBezTo>
                        <a:cubicBezTo>
                          <a:pt x="119141" y="110657"/>
                          <a:pt x="120253" y="114118"/>
                          <a:pt x="121841" y="117293"/>
                        </a:cubicBezTo>
                        <a:cubicBezTo>
                          <a:pt x="122635" y="120468"/>
                          <a:pt x="123323" y="123671"/>
                          <a:pt x="124222" y="126818"/>
                        </a:cubicBezTo>
                        <a:cubicBezTo>
                          <a:pt x="124912" y="129232"/>
                          <a:pt x="127535" y="131631"/>
                          <a:pt x="126603" y="133962"/>
                        </a:cubicBezTo>
                        <a:cubicBezTo>
                          <a:pt x="125540" y="136619"/>
                          <a:pt x="121840" y="137137"/>
                          <a:pt x="119459" y="138724"/>
                        </a:cubicBezTo>
                        <a:cubicBezTo>
                          <a:pt x="112315" y="137930"/>
                          <a:pt x="105076" y="137752"/>
                          <a:pt x="98028" y="136343"/>
                        </a:cubicBezTo>
                        <a:cubicBezTo>
                          <a:pt x="93106" y="135359"/>
                          <a:pt x="88503" y="133168"/>
                          <a:pt x="83741" y="131581"/>
                        </a:cubicBezTo>
                        <a:cubicBezTo>
                          <a:pt x="73483" y="128161"/>
                          <a:pt x="79045" y="129811"/>
                          <a:pt x="67072" y="126818"/>
                        </a:cubicBezTo>
                        <a:cubicBezTo>
                          <a:pt x="55679" y="109729"/>
                          <a:pt x="61594" y="116578"/>
                          <a:pt x="50403" y="105387"/>
                        </a:cubicBezTo>
                        <a:cubicBezTo>
                          <a:pt x="48466" y="99575"/>
                          <a:pt x="47876" y="95716"/>
                          <a:pt x="43259" y="91099"/>
                        </a:cubicBezTo>
                        <a:cubicBezTo>
                          <a:pt x="41236" y="89076"/>
                          <a:pt x="38497" y="87924"/>
                          <a:pt x="36116" y="86337"/>
                        </a:cubicBezTo>
                        <a:lnTo>
                          <a:pt x="26591" y="72049"/>
                        </a:lnTo>
                        <a:lnTo>
                          <a:pt x="21828" y="64906"/>
                        </a:lnTo>
                        <a:lnTo>
                          <a:pt x="17066" y="45856"/>
                        </a:lnTo>
                        <a:cubicBezTo>
                          <a:pt x="16272" y="42681"/>
                          <a:pt x="15719" y="39436"/>
                          <a:pt x="14684" y="36331"/>
                        </a:cubicBezTo>
                        <a:cubicBezTo>
                          <a:pt x="13890" y="33950"/>
                          <a:pt x="12993" y="31601"/>
                          <a:pt x="12303" y="29187"/>
                        </a:cubicBezTo>
                        <a:cubicBezTo>
                          <a:pt x="11404" y="26040"/>
                          <a:pt x="12017" y="22176"/>
                          <a:pt x="9922" y="19662"/>
                        </a:cubicBezTo>
                        <a:cubicBezTo>
                          <a:pt x="7650" y="16935"/>
                          <a:pt x="3286" y="16962"/>
                          <a:pt x="397" y="14899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5" name="Freeform 84"/>
                  <p:cNvSpPr/>
                  <p:nvPr/>
                </p:nvSpPr>
                <p:spPr>
                  <a:xfrm>
                    <a:off x="4855367" y="4983269"/>
                    <a:ext cx="83614" cy="136418"/>
                  </a:xfrm>
                  <a:custGeom>
                    <a:avLst/>
                    <a:gdLst>
                      <a:gd name="connsiteX0" fmla="*/ 26464 w 83614"/>
                      <a:gd name="connsiteY0" fmla="*/ 0 h 136418"/>
                      <a:gd name="connsiteX1" fmla="*/ 26464 w 83614"/>
                      <a:gd name="connsiteY1" fmla="*/ 0 h 136418"/>
                      <a:gd name="connsiteX2" fmla="*/ 19320 w 83614"/>
                      <a:gd name="connsiteY2" fmla="*/ 23812 h 136418"/>
                      <a:gd name="connsiteX3" fmla="*/ 12176 w 83614"/>
                      <a:gd name="connsiteY3" fmla="*/ 33337 h 136418"/>
                      <a:gd name="connsiteX4" fmla="*/ 270 w 83614"/>
                      <a:gd name="connsiteY4" fmla="*/ 59531 h 136418"/>
                      <a:gd name="connsiteX5" fmla="*/ 5033 w 83614"/>
                      <a:gd name="connsiteY5" fmla="*/ 95250 h 136418"/>
                      <a:gd name="connsiteX6" fmla="*/ 9795 w 83614"/>
                      <a:gd name="connsiteY6" fmla="*/ 104775 h 136418"/>
                      <a:gd name="connsiteX7" fmla="*/ 16939 w 83614"/>
                      <a:gd name="connsiteY7" fmla="*/ 111919 h 136418"/>
                      <a:gd name="connsiteX8" fmla="*/ 19320 w 83614"/>
                      <a:gd name="connsiteY8" fmla="*/ 119062 h 136418"/>
                      <a:gd name="connsiteX9" fmla="*/ 40751 w 83614"/>
                      <a:gd name="connsiteY9" fmla="*/ 130969 h 136418"/>
                      <a:gd name="connsiteX10" fmla="*/ 47895 w 83614"/>
                      <a:gd name="connsiteY10" fmla="*/ 135731 h 136418"/>
                      <a:gd name="connsiteX11" fmla="*/ 71708 w 83614"/>
                      <a:gd name="connsiteY11" fmla="*/ 133350 h 136418"/>
                      <a:gd name="connsiteX12" fmla="*/ 76470 w 83614"/>
                      <a:gd name="connsiteY12" fmla="*/ 123825 h 136418"/>
                      <a:gd name="connsiteX13" fmla="*/ 81233 w 83614"/>
                      <a:gd name="connsiteY13" fmla="*/ 104775 h 136418"/>
                      <a:gd name="connsiteX14" fmla="*/ 83614 w 83614"/>
                      <a:gd name="connsiteY14" fmla="*/ 97631 h 136418"/>
                      <a:gd name="connsiteX15" fmla="*/ 81233 w 83614"/>
                      <a:gd name="connsiteY15" fmla="*/ 57150 h 136418"/>
                      <a:gd name="connsiteX16" fmla="*/ 74089 w 83614"/>
                      <a:gd name="connsiteY16" fmla="*/ 33337 h 136418"/>
                      <a:gd name="connsiteX17" fmla="*/ 66945 w 83614"/>
                      <a:gd name="connsiteY17" fmla="*/ 28575 h 136418"/>
                      <a:gd name="connsiteX18" fmla="*/ 55039 w 83614"/>
                      <a:gd name="connsiteY18" fmla="*/ 14287 h 136418"/>
                      <a:gd name="connsiteX19" fmla="*/ 43133 w 83614"/>
                      <a:gd name="connsiteY19" fmla="*/ 4762 h 136418"/>
                      <a:gd name="connsiteX20" fmla="*/ 26464 w 83614"/>
                      <a:gd name="connsiteY20" fmla="*/ 0 h 1364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83614" h="136418">
                        <a:moveTo>
                          <a:pt x="26464" y="0"/>
                        </a:moveTo>
                        <a:lnTo>
                          <a:pt x="26464" y="0"/>
                        </a:lnTo>
                        <a:cubicBezTo>
                          <a:pt x="24083" y="7937"/>
                          <a:pt x="22584" y="16195"/>
                          <a:pt x="19320" y="23812"/>
                        </a:cubicBezTo>
                        <a:cubicBezTo>
                          <a:pt x="17757" y="27460"/>
                          <a:pt x="14176" y="29909"/>
                          <a:pt x="12176" y="33337"/>
                        </a:cubicBezTo>
                        <a:cubicBezTo>
                          <a:pt x="3894" y="47535"/>
                          <a:pt x="4059" y="48161"/>
                          <a:pt x="270" y="59531"/>
                        </a:cubicBezTo>
                        <a:cubicBezTo>
                          <a:pt x="1442" y="73595"/>
                          <a:pt x="0" y="83507"/>
                          <a:pt x="5033" y="95250"/>
                        </a:cubicBezTo>
                        <a:cubicBezTo>
                          <a:pt x="6431" y="98513"/>
                          <a:pt x="7732" y="101886"/>
                          <a:pt x="9795" y="104775"/>
                        </a:cubicBezTo>
                        <a:cubicBezTo>
                          <a:pt x="11752" y="107515"/>
                          <a:pt x="14558" y="109538"/>
                          <a:pt x="16939" y="111919"/>
                        </a:cubicBezTo>
                        <a:cubicBezTo>
                          <a:pt x="17733" y="114300"/>
                          <a:pt x="17545" y="117287"/>
                          <a:pt x="19320" y="119062"/>
                        </a:cubicBezTo>
                        <a:cubicBezTo>
                          <a:pt x="34331" y="134073"/>
                          <a:pt x="28777" y="124981"/>
                          <a:pt x="40751" y="130969"/>
                        </a:cubicBezTo>
                        <a:cubicBezTo>
                          <a:pt x="43311" y="132249"/>
                          <a:pt x="45514" y="134144"/>
                          <a:pt x="47895" y="135731"/>
                        </a:cubicBezTo>
                        <a:cubicBezTo>
                          <a:pt x="55833" y="134937"/>
                          <a:pt x="64344" y="136418"/>
                          <a:pt x="71708" y="133350"/>
                        </a:cubicBezTo>
                        <a:cubicBezTo>
                          <a:pt x="74985" y="131985"/>
                          <a:pt x="75347" y="127193"/>
                          <a:pt x="76470" y="123825"/>
                        </a:cubicBezTo>
                        <a:cubicBezTo>
                          <a:pt x="78540" y="117615"/>
                          <a:pt x="79645" y="111125"/>
                          <a:pt x="81233" y="104775"/>
                        </a:cubicBezTo>
                        <a:cubicBezTo>
                          <a:pt x="81842" y="102340"/>
                          <a:pt x="82820" y="100012"/>
                          <a:pt x="83614" y="97631"/>
                        </a:cubicBezTo>
                        <a:cubicBezTo>
                          <a:pt x="82820" y="84137"/>
                          <a:pt x="82515" y="70606"/>
                          <a:pt x="81233" y="57150"/>
                        </a:cubicBezTo>
                        <a:cubicBezTo>
                          <a:pt x="80754" y="52118"/>
                          <a:pt x="75099" y="36367"/>
                          <a:pt x="74089" y="33337"/>
                        </a:cubicBezTo>
                        <a:cubicBezTo>
                          <a:pt x="73184" y="30622"/>
                          <a:pt x="69326" y="30162"/>
                          <a:pt x="66945" y="28575"/>
                        </a:cubicBezTo>
                        <a:cubicBezTo>
                          <a:pt x="56732" y="8146"/>
                          <a:pt x="68500" y="27747"/>
                          <a:pt x="55039" y="14287"/>
                        </a:cubicBezTo>
                        <a:cubicBezTo>
                          <a:pt x="47441" y="6690"/>
                          <a:pt x="54256" y="6616"/>
                          <a:pt x="43133" y="4762"/>
                        </a:cubicBezTo>
                        <a:cubicBezTo>
                          <a:pt x="36043" y="3580"/>
                          <a:pt x="29242" y="794"/>
                          <a:pt x="26464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6" name="Oval 85"/>
                  <p:cNvSpPr/>
                  <p:nvPr/>
                </p:nvSpPr>
                <p:spPr>
                  <a:xfrm>
                    <a:off x="4931170" y="4997769"/>
                    <a:ext cx="83344" cy="45719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7" name="Oval 86"/>
                  <p:cNvSpPr/>
                  <p:nvPr/>
                </p:nvSpPr>
                <p:spPr>
                  <a:xfrm>
                    <a:off x="5041393" y="5562514"/>
                    <a:ext cx="178783" cy="10715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8" name="Freeform 87"/>
                  <p:cNvSpPr/>
                  <p:nvPr/>
                </p:nvSpPr>
                <p:spPr>
                  <a:xfrm>
                    <a:off x="4802336" y="5236369"/>
                    <a:ext cx="180701" cy="166688"/>
                  </a:xfrm>
                  <a:custGeom>
                    <a:avLst/>
                    <a:gdLst>
                      <a:gd name="connsiteX0" fmla="*/ 98277 w 180701"/>
                      <a:gd name="connsiteY0" fmla="*/ 0 h 176213"/>
                      <a:gd name="connsiteX1" fmla="*/ 98277 w 180701"/>
                      <a:gd name="connsiteY1" fmla="*/ 0 h 176213"/>
                      <a:gd name="connsiteX2" fmla="*/ 122090 w 180701"/>
                      <a:gd name="connsiteY2" fmla="*/ 30957 h 176213"/>
                      <a:gd name="connsiteX3" fmla="*/ 124471 w 180701"/>
                      <a:gd name="connsiteY3" fmla="*/ 38100 h 176213"/>
                      <a:gd name="connsiteX4" fmla="*/ 131615 w 180701"/>
                      <a:gd name="connsiteY4" fmla="*/ 42863 h 176213"/>
                      <a:gd name="connsiteX5" fmla="*/ 138759 w 180701"/>
                      <a:gd name="connsiteY5" fmla="*/ 50007 h 176213"/>
                      <a:gd name="connsiteX6" fmla="*/ 153046 w 180701"/>
                      <a:gd name="connsiteY6" fmla="*/ 64294 h 176213"/>
                      <a:gd name="connsiteX7" fmla="*/ 157809 w 180701"/>
                      <a:gd name="connsiteY7" fmla="*/ 73819 h 176213"/>
                      <a:gd name="connsiteX8" fmla="*/ 167334 w 180701"/>
                      <a:gd name="connsiteY8" fmla="*/ 88107 h 176213"/>
                      <a:gd name="connsiteX9" fmla="*/ 174477 w 180701"/>
                      <a:gd name="connsiteY9" fmla="*/ 126207 h 176213"/>
                      <a:gd name="connsiteX10" fmla="*/ 164952 w 180701"/>
                      <a:gd name="connsiteY10" fmla="*/ 171450 h 176213"/>
                      <a:gd name="connsiteX11" fmla="*/ 153046 w 180701"/>
                      <a:gd name="connsiteY11" fmla="*/ 176213 h 176213"/>
                      <a:gd name="connsiteX12" fmla="*/ 145902 w 180701"/>
                      <a:gd name="connsiteY12" fmla="*/ 173832 h 176213"/>
                      <a:gd name="connsiteX13" fmla="*/ 95896 w 180701"/>
                      <a:gd name="connsiteY13" fmla="*/ 169069 h 176213"/>
                      <a:gd name="connsiteX14" fmla="*/ 72084 w 180701"/>
                      <a:gd name="connsiteY14" fmla="*/ 164307 h 176213"/>
                      <a:gd name="connsiteX15" fmla="*/ 57796 w 180701"/>
                      <a:gd name="connsiteY15" fmla="*/ 159544 h 176213"/>
                      <a:gd name="connsiteX16" fmla="*/ 31602 w 180701"/>
                      <a:gd name="connsiteY16" fmla="*/ 152400 h 176213"/>
                      <a:gd name="connsiteX17" fmla="*/ 24459 w 180701"/>
                      <a:gd name="connsiteY17" fmla="*/ 150019 h 176213"/>
                      <a:gd name="connsiteX18" fmla="*/ 7790 w 180701"/>
                      <a:gd name="connsiteY18" fmla="*/ 140494 h 176213"/>
                      <a:gd name="connsiteX19" fmla="*/ 5409 w 180701"/>
                      <a:gd name="connsiteY19" fmla="*/ 130969 h 176213"/>
                      <a:gd name="connsiteX20" fmla="*/ 646 w 180701"/>
                      <a:gd name="connsiteY20" fmla="*/ 123825 h 176213"/>
                      <a:gd name="connsiteX21" fmla="*/ 3027 w 180701"/>
                      <a:gd name="connsiteY21" fmla="*/ 92869 h 176213"/>
                      <a:gd name="connsiteX22" fmla="*/ 22077 w 180701"/>
                      <a:gd name="connsiteY22" fmla="*/ 59532 h 176213"/>
                      <a:gd name="connsiteX23" fmla="*/ 24459 w 180701"/>
                      <a:gd name="connsiteY23" fmla="*/ 52388 h 176213"/>
                      <a:gd name="connsiteX24" fmla="*/ 29221 w 180701"/>
                      <a:gd name="connsiteY24" fmla="*/ 42863 h 176213"/>
                      <a:gd name="connsiteX25" fmla="*/ 36365 w 180701"/>
                      <a:gd name="connsiteY25" fmla="*/ 35719 h 176213"/>
                      <a:gd name="connsiteX26" fmla="*/ 45890 w 180701"/>
                      <a:gd name="connsiteY26" fmla="*/ 21432 h 176213"/>
                      <a:gd name="connsiteX27" fmla="*/ 55415 w 180701"/>
                      <a:gd name="connsiteY27" fmla="*/ 16669 h 176213"/>
                      <a:gd name="connsiteX28" fmla="*/ 81609 w 180701"/>
                      <a:gd name="connsiteY28" fmla="*/ 9525 h 176213"/>
                      <a:gd name="connsiteX29" fmla="*/ 91134 w 180701"/>
                      <a:gd name="connsiteY29" fmla="*/ 4763 h 176213"/>
                      <a:gd name="connsiteX30" fmla="*/ 98277 w 180701"/>
                      <a:gd name="connsiteY30" fmla="*/ 0 h 176213"/>
                      <a:gd name="connsiteX0" fmla="*/ 104513 w 180701"/>
                      <a:gd name="connsiteY0" fmla="*/ 19059 h 176213"/>
                      <a:gd name="connsiteX1" fmla="*/ 98277 w 180701"/>
                      <a:gd name="connsiteY1" fmla="*/ 0 h 176213"/>
                      <a:gd name="connsiteX2" fmla="*/ 122090 w 180701"/>
                      <a:gd name="connsiteY2" fmla="*/ 30957 h 176213"/>
                      <a:gd name="connsiteX3" fmla="*/ 124471 w 180701"/>
                      <a:gd name="connsiteY3" fmla="*/ 38100 h 176213"/>
                      <a:gd name="connsiteX4" fmla="*/ 131615 w 180701"/>
                      <a:gd name="connsiteY4" fmla="*/ 42863 h 176213"/>
                      <a:gd name="connsiteX5" fmla="*/ 138759 w 180701"/>
                      <a:gd name="connsiteY5" fmla="*/ 50007 h 176213"/>
                      <a:gd name="connsiteX6" fmla="*/ 153046 w 180701"/>
                      <a:gd name="connsiteY6" fmla="*/ 64294 h 176213"/>
                      <a:gd name="connsiteX7" fmla="*/ 157809 w 180701"/>
                      <a:gd name="connsiteY7" fmla="*/ 73819 h 176213"/>
                      <a:gd name="connsiteX8" fmla="*/ 167334 w 180701"/>
                      <a:gd name="connsiteY8" fmla="*/ 88107 h 176213"/>
                      <a:gd name="connsiteX9" fmla="*/ 174477 w 180701"/>
                      <a:gd name="connsiteY9" fmla="*/ 126207 h 176213"/>
                      <a:gd name="connsiteX10" fmla="*/ 164952 w 180701"/>
                      <a:gd name="connsiteY10" fmla="*/ 171450 h 176213"/>
                      <a:gd name="connsiteX11" fmla="*/ 153046 w 180701"/>
                      <a:gd name="connsiteY11" fmla="*/ 176213 h 176213"/>
                      <a:gd name="connsiteX12" fmla="*/ 145902 w 180701"/>
                      <a:gd name="connsiteY12" fmla="*/ 173832 h 176213"/>
                      <a:gd name="connsiteX13" fmla="*/ 95896 w 180701"/>
                      <a:gd name="connsiteY13" fmla="*/ 169069 h 176213"/>
                      <a:gd name="connsiteX14" fmla="*/ 72084 w 180701"/>
                      <a:gd name="connsiteY14" fmla="*/ 164307 h 176213"/>
                      <a:gd name="connsiteX15" fmla="*/ 57796 w 180701"/>
                      <a:gd name="connsiteY15" fmla="*/ 159544 h 176213"/>
                      <a:gd name="connsiteX16" fmla="*/ 31602 w 180701"/>
                      <a:gd name="connsiteY16" fmla="*/ 152400 h 176213"/>
                      <a:gd name="connsiteX17" fmla="*/ 24459 w 180701"/>
                      <a:gd name="connsiteY17" fmla="*/ 150019 h 176213"/>
                      <a:gd name="connsiteX18" fmla="*/ 7790 w 180701"/>
                      <a:gd name="connsiteY18" fmla="*/ 140494 h 176213"/>
                      <a:gd name="connsiteX19" fmla="*/ 5409 w 180701"/>
                      <a:gd name="connsiteY19" fmla="*/ 130969 h 176213"/>
                      <a:gd name="connsiteX20" fmla="*/ 646 w 180701"/>
                      <a:gd name="connsiteY20" fmla="*/ 123825 h 176213"/>
                      <a:gd name="connsiteX21" fmla="*/ 3027 w 180701"/>
                      <a:gd name="connsiteY21" fmla="*/ 92869 h 176213"/>
                      <a:gd name="connsiteX22" fmla="*/ 22077 w 180701"/>
                      <a:gd name="connsiteY22" fmla="*/ 59532 h 176213"/>
                      <a:gd name="connsiteX23" fmla="*/ 24459 w 180701"/>
                      <a:gd name="connsiteY23" fmla="*/ 52388 h 176213"/>
                      <a:gd name="connsiteX24" fmla="*/ 29221 w 180701"/>
                      <a:gd name="connsiteY24" fmla="*/ 42863 h 176213"/>
                      <a:gd name="connsiteX25" fmla="*/ 36365 w 180701"/>
                      <a:gd name="connsiteY25" fmla="*/ 35719 h 176213"/>
                      <a:gd name="connsiteX26" fmla="*/ 45890 w 180701"/>
                      <a:gd name="connsiteY26" fmla="*/ 21432 h 176213"/>
                      <a:gd name="connsiteX27" fmla="*/ 55415 w 180701"/>
                      <a:gd name="connsiteY27" fmla="*/ 16669 h 176213"/>
                      <a:gd name="connsiteX28" fmla="*/ 81609 w 180701"/>
                      <a:gd name="connsiteY28" fmla="*/ 9525 h 176213"/>
                      <a:gd name="connsiteX29" fmla="*/ 91134 w 180701"/>
                      <a:gd name="connsiteY29" fmla="*/ 4763 h 176213"/>
                      <a:gd name="connsiteX30" fmla="*/ 104513 w 180701"/>
                      <a:gd name="connsiteY30" fmla="*/ 19059 h 176213"/>
                      <a:gd name="connsiteX0" fmla="*/ 104513 w 180701"/>
                      <a:gd name="connsiteY0" fmla="*/ 20048 h 177202"/>
                      <a:gd name="connsiteX1" fmla="*/ 98277 w 180701"/>
                      <a:gd name="connsiteY1" fmla="*/ 989 h 177202"/>
                      <a:gd name="connsiteX2" fmla="*/ 122090 w 180701"/>
                      <a:gd name="connsiteY2" fmla="*/ 31946 h 177202"/>
                      <a:gd name="connsiteX3" fmla="*/ 124471 w 180701"/>
                      <a:gd name="connsiteY3" fmla="*/ 39089 h 177202"/>
                      <a:gd name="connsiteX4" fmla="*/ 131615 w 180701"/>
                      <a:gd name="connsiteY4" fmla="*/ 43852 h 177202"/>
                      <a:gd name="connsiteX5" fmla="*/ 138759 w 180701"/>
                      <a:gd name="connsiteY5" fmla="*/ 50996 h 177202"/>
                      <a:gd name="connsiteX6" fmla="*/ 153046 w 180701"/>
                      <a:gd name="connsiteY6" fmla="*/ 65283 h 177202"/>
                      <a:gd name="connsiteX7" fmla="*/ 157809 w 180701"/>
                      <a:gd name="connsiteY7" fmla="*/ 74808 h 177202"/>
                      <a:gd name="connsiteX8" fmla="*/ 167334 w 180701"/>
                      <a:gd name="connsiteY8" fmla="*/ 89096 h 177202"/>
                      <a:gd name="connsiteX9" fmla="*/ 174477 w 180701"/>
                      <a:gd name="connsiteY9" fmla="*/ 127196 h 177202"/>
                      <a:gd name="connsiteX10" fmla="*/ 164952 w 180701"/>
                      <a:gd name="connsiteY10" fmla="*/ 172439 h 177202"/>
                      <a:gd name="connsiteX11" fmla="*/ 153046 w 180701"/>
                      <a:gd name="connsiteY11" fmla="*/ 177202 h 177202"/>
                      <a:gd name="connsiteX12" fmla="*/ 145902 w 180701"/>
                      <a:gd name="connsiteY12" fmla="*/ 174821 h 177202"/>
                      <a:gd name="connsiteX13" fmla="*/ 95896 w 180701"/>
                      <a:gd name="connsiteY13" fmla="*/ 170058 h 177202"/>
                      <a:gd name="connsiteX14" fmla="*/ 72084 w 180701"/>
                      <a:gd name="connsiteY14" fmla="*/ 165296 h 177202"/>
                      <a:gd name="connsiteX15" fmla="*/ 57796 w 180701"/>
                      <a:gd name="connsiteY15" fmla="*/ 160533 h 177202"/>
                      <a:gd name="connsiteX16" fmla="*/ 31602 w 180701"/>
                      <a:gd name="connsiteY16" fmla="*/ 153389 h 177202"/>
                      <a:gd name="connsiteX17" fmla="*/ 24459 w 180701"/>
                      <a:gd name="connsiteY17" fmla="*/ 151008 h 177202"/>
                      <a:gd name="connsiteX18" fmla="*/ 7790 w 180701"/>
                      <a:gd name="connsiteY18" fmla="*/ 141483 h 177202"/>
                      <a:gd name="connsiteX19" fmla="*/ 5409 w 180701"/>
                      <a:gd name="connsiteY19" fmla="*/ 131958 h 177202"/>
                      <a:gd name="connsiteX20" fmla="*/ 646 w 180701"/>
                      <a:gd name="connsiteY20" fmla="*/ 124814 h 177202"/>
                      <a:gd name="connsiteX21" fmla="*/ 3027 w 180701"/>
                      <a:gd name="connsiteY21" fmla="*/ 93858 h 177202"/>
                      <a:gd name="connsiteX22" fmla="*/ 22077 w 180701"/>
                      <a:gd name="connsiteY22" fmla="*/ 60521 h 177202"/>
                      <a:gd name="connsiteX23" fmla="*/ 24459 w 180701"/>
                      <a:gd name="connsiteY23" fmla="*/ 53377 h 177202"/>
                      <a:gd name="connsiteX24" fmla="*/ 29221 w 180701"/>
                      <a:gd name="connsiteY24" fmla="*/ 43852 h 177202"/>
                      <a:gd name="connsiteX25" fmla="*/ 36365 w 180701"/>
                      <a:gd name="connsiteY25" fmla="*/ 36708 h 177202"/>
                      <a:gd name="connsiteX26" fmla="*/ 45890 w 180701"/>
                      <a:gd name="connsiteY26" fmla="*/ 22421 h 177202"/>
                      <a:gd name="connsiteX27" fmla="*/ 55415 w 180701"/>
                      <a:gd name="connsiteY27" fmla="*/ 17658 h 177202"/>
                      <a:gd name="connsiteX28" fmla="*/ 81609 w 180701"/>
                      <a:gd name="connsiteY28" fmla="*/ 10514 h 177202"/>
                      <a:gd name="connsiteX29" fmla="*/ 72079 w 180701"/>
                      <a:gd name="connsiteY29" fmla="*/ 989 h 177202"/>
                      <a:gd name="connsiteX30" fmla="*/ 104513 w 180701"/>
                      <a:gd name="connsiteY30" fmla="*/ 20048 h 177202"/>
                      <a:gd name="connsiteX0" fmla="*/ 104513 w 180701"/>
                      <a:gd name="connsiteY0" fmla="*/ 20048 h 177202"/>
                      <a:gd name="connsiteX1" fmla="*/ 104513 w 180701"/>
                      <a:gd name="connsiteY1" fmla="*/ 0 h 177202"/>
                      <a:gd name="connsiteX2" fmla="*/ 122090 w 180701"/>
                      <a:gd name="connsiteY2" fmla="*/ 31946 h 177202"/>
                      <a:gd name="connsiteX3" fmla="*/ 124471 w 180701"/>
                      <a:gd name="connsiteY3" fmla="*/ 39089 h 177202"/>
                      <a:gd name="connsiteX4" fmla="*/ 131615 w 180701"/>
                      <a:gd name="connsiteY4" fmla="*/ 43852 h 177202"/>
                      <a:gd name="connsiteX5" fmla="*/ 138759 w 180701"/>
                      <a:gd name="connsiteY5" fmla="*/ 50996 h 177202"/>
                      <a:gd name="connsiteX6" fmla="*/ 153046 w 180701"/>
                      <a:gd name="connsiteY6" fmla="*/ 65283 h 177202"/>
                      <a:gd name="connsiteX7" fmla="*/ 157809 w 180701"/>
                      <a:gd name="connsiteY7" fmla="*/ 74808 h 177202"/>
                      <a:gd name="connsiteX8" fmla="*/ 167334 w 180701"/>
                      <a:gd name="connsiteY8" fmla="*/ 89096 h 177202"/>
                      <a:gd name="connsiteX9" fmla="*/ 174477 w 180701"/>
                      <a:gd name="connsiteY9" fmla="*/ 127196 h 177202"/>
                      <a:gd name="connsiteX10" fmla="*/ 164952 w 180701"/>
                      <a:gd name="connsiteY10" fmla="*/ 172439 h 177202"/>
                      <a:gd name="connsiteX11" fmla="*/ 153046 w 180701"/>
                      <a:gd name="connsiteY11" fmla="*/ 177202 h 177202"/>
                      <a:gd name="connsiteX12" fmla="*/ 145902 w 180701"/>
                      <a:gd name="connsiteY12" fmla="*/ 174821 h 177202"/>
                      <a:gd name="connsiteX13" fmla="*/ 95896 w 180701"/>
                      <a:gd name="connsiteY13" fmla="*/ 170058 h 177202"/>
                      <a:gd name="connsiteX14" fmla="*/ 72084 w 180701"/>
                      <a:gd name="connsiteY14" fmla="*/ 165296 h 177202"/>
                      <a:gd name="connsiteX15" fmla="*/ 57796 w 180701"/>
                      <a:gd name="connsiteY15" fmla="*/ 160533 h 177202"/>
                      <a:gd name="connsiteX16" fmla="*/ 31602 w 180701"/>
                      <a:gd name="connsiteY16" fmla="*/ 153389 h 177202"/>
                      <a:gd name="connsiteX17" fmla="*/ 24459 w 180701"/>
                      <a:gd name="connsiteY17" fmla="*/ 151008 h 177202"/>
                      <a:gd name="connsiteX18" fmla="*/ 7790 w 180701"/>
                      <a:gd name="connsiteY18" fmla="*/ 141483 h 177202"/>
                      <a:gd name="connsiteX19" fmla="*/ 5409 w 180701"/>
                      <a:gd name="connsiteY19" fmla="*/ 131958 h 177202"/>
                      <a:gd name="connsiteX20" fmla="*/ 646 w 180701"/>
                      <a:gd name="connsiteY20" fmla="*/ 124814 h 177202"/>
                      <a:gd name="connsiteX21" fmla="*/ 3027 w 180701"/>
                      <a:gd name="connsiteY21" fmla="*/ 93858 h 177202"/>
                      <a:gd name="connsiteX22" fmla="*/ 22077 w 180701"/>
                      <a:gd name="connsiteY22" fmla="*/ 60521 h 177202"/>
                      <a:gd name="connsiteX23" fmla="*/ 24459 w 180701"/>
                      <a:gd name="connsiteY23" fmla="*/ 53377 h 177202"/>
                      <a:gd name="connsiteX24" fmla="*/ 29221 w 180701"/>
                      <a:gd name="connsiteY24" fmla="*/ 43852 h 177202"/>
                      <a:gd name="connsiteX25" fmla="*/ 36365 w 180701"/>
                      <a:gd name="connsiteY25" fmla="*/ 36708 h 177202"/>
                      <a:gd name="connsiteX26" fmla="*/ 45890 w 180701"/>
                      <a:gd name="connsiteY26" fmla="*/ 22421 h 177202"/>
                      <a:gd name="connsiteX27" fmla="*/ 55415 w 180701"/>
                      <a:gd name="connsiteY27" fmla="*/ 17658 h 177202"/>
                      <a:gd name="connsiteX28" fmla="*/ 81609 w 180701"/>
                      <a:gd name="connsiteY28" fmla="*/ 10514 h 177202"/>
                      <a:gd name="connsiteX29" fmla="*/ 72079 w 180701"/>
                      <a:gd name="connsiteY29" fmla="*/ 989 h 177202"/>
                      <a:gd name="connsiteX30" fmla="*/ 104513 w 180701"/>
                      <a:gd name="connsiteY30" fmla="*/ 20048 h 177202"/>
                      <a:gd name="connsiteX0" fmla="*/ 104513 w 180701"/>
                      <a:gd name="connsiteY0" fmla="*/ 20048 h 177202"/>
                      <a:gd name="connsiteX1" fmla="*/ 122090 w 180701"/>
                      <a:gd name="connsiteY1" fmla="*/ 31946 h 177202"/>
                      <a:gd name="connsiteX2" fmla="*/ 124471 w 180701"/>
                      <a:gd name="connsiteY2" fmla="*/ 39089 h 177202"/>
                      <a:gd name="connsiteX3" fmla="*/ 131615 w 180701"/>
                      <a:gd name="connsiteY3" fmla="*/ 43852 h 177202"/>
                      <a:gd name="connsiteX4" fmla="*/ 138759 w 180701"/>
                      <a:gd name="connsiteY4" fmla="*/ 50996 h 177202"/>
                      <a:gd name="connsiteX5" fmla="*/ 153046 w 180701"/>
                      <a:gd name="connsiteY5" fmla="*/ 65283 h 177202"/>
                      <a:gd name="connsiteX6" fmla="*/ 157809 w 180701"/>
                      <a:gd name="connsiteY6" fmla="*/ 74808 h 177202"/>
                      <a:gd name="connsiteX7" fmla="*/ 167334 w 180701"/>
                      <a:gd name="connsiteY7" fmla="*/ 89096 h 177202"/>
                      <a:gd name="connsiteX8" fmla="*/ 174477 w 180701"/>
                      <a:gd name="connsiteY8" fmla="*/ 127196 h 177202"/>
                      <a:gd name="connsiteX9" fmla="*/ 164952 w 180701"/>
                      <a:gd name="connsiteY9" fmla="*/ 172439 h 177202"/>
                      <a:gd name="connsiteX10" fmla="*/ 153046 w 180701"/>
                      <a:gd name="connsiteY10" fmla="*/ 177202 h 177202"/>
                      <a:gd name="connsiteX11" fmla="*/ 145902 w 180701"/>
                      <a:gd name="connsiteY11" fmla="*/ 174821 h 177202"/>
                      <a:gd name="connsiteX12" fmla="*/ 95896 w 180701"/>
                      <a:gd name="connsiteY12" fmla="*/ 170058 h 177202"/>
                      <a:gd name="connsiteX13" fmla="*/ 72084 w 180701"/>
                      <a:gd name="connsiteY13" fmla="*/ 165296 h 177202"/>
                      <a:gd name="connsiteX14" fmla="*/ 57796 w 180701"/>
                      <a:gd name="connsiteY14" fmla="*/ 160533 h 177202"/>
                      <a:gd name="connsiteX15" fmla="*/ 31602 w 180701"/>
                      <a:gd name="connsiteY15" fmla="*/ 153389 h 177202"/>
                      <a:gd name="connsiteX16" fmla="*/ 24459 w 180701"/>
                      <a:gd name="connsiteY16" fmla="*/ 151008 h 177202"/>
                      <a:gd name="connsiteX17" fmla="*/ 7790 w 180701"/>
                      <a:gd name="connsiteY17" fmla="*/ 141483 h 177202"/>
                      <a:gd name="connsiteX18" fmla="*/ 5409 w 180701"/>
                      <a:gd name="connsiteY18" fmla="*/ 131958 h 177202"/>
                      <a:gd name="connsiteX19" fmla="*/ 646 w 180701"/>
                      <a:gd name="connsiteY19" fmla="*/ 124814 h 177202"/>
                      <a:gd name="connsiteX20" fmla="*/ 3027 w 180701"/>
                      <a:gd name="connsiteY20" fmla="*/ 93858 h 177202"/>
                      <a:gd name="connsiteX21" fmla="*/ 22077 w 180701"/>
                      <a:gd name="connsiteY21" fmla="*/ 60521 h 177202"/>
                      <a:gd name="connsiteX22" fmla="*/ 24459 w 180701"/>
                      <a:gd name="connsiteY22" fmla="*/ 53377 h 177202"/>
                      <a:gd name="connsiteX23" fmla="*/ 29221 w 180701"/>
                      <a:gd name="connsiteY23" fmla="*/ 43852 h 177202"/>
                      <a:gd name="connsiteX24" fmla="*/ 36365 w 180701"/>
                      <a:gd name="connsiteY24" fmla="*/ 36708 h 177202"/>
                      <a:gd name="connsiteX25" fmla="*/ 45890 w 180701"/>
                      <a:gd name="connsiteY25" fmla="*/ 22421 h 177202"/>
                      <a:gd name="connsiteX26" fmla="*/ 55415 w 180701"/>
                      <a:gd name="connsiteY26" fmla="*/ 17658 h 177202"/>
                      <a:gd name="connsiteX27" fmla="*/ 81609 w 180701"/>
                      <a:gd name="connsiteY27" fmla="*/ 10514 h 177202"/>
                      <a:gd name="connsiteX28" fmla="*/ 72079 w 180701"/>
                      <a:gd name="connsiteY28" fmla="*/ 989 h 177202"/>
                      <a:gd name="connsiteX29" fmla="*/ 104513 w 180701"/>
                      <a:gd name="connsiteY29" fmla="*/ 20048 h 177202"/>
                      <a:gd name="connsiteX0" fmla="*/ 104513 w 180701"/>
                      <a:gd name="connsiteY0" fmla="*/ 21037 h 178191"/>
                      <a:gd name="connsiteX1" fmla="*/ 122090 w 180701"/>
                      <a:gd name="connsiteY1" fmla="*/ 32935 h 178191"/>
                      <a:gd name="connsiteX2" fmla="*/ 124471 w 180701"/>
                      <a:gd name="connsiteY2" fmla="*/ 40078 h 178191"/>
                      <a:gd name="connsiteX3" fmla="*/ 131615 w 180701"/>
                      <a:gd name="connsiteY3" fmla="*/ 44841 h 178191"/>
                      <a:gd name="connsiteX4" fmla="*/ 138759 w 180701"/>
                      <a:gd name="connsiteY4" fmla="*/ 51985 h 178191"/>
                      <a:gd name="connsiteX5" fmla="*/ 153046 w 180701"/>
                      <a:gd name="connsiteY5" fmla="*/ 66272 h 178191"/>
                      <a:gd name="connsiteX6" fmla="*/ 157809 w 180701"/>
                      <a:gd name="connsiteY6" fmla="*/ 75797 h 178191"/>
                      <a:gd name="connsiteX7" fmla="*/ 167334 w 180701"/>
                      <a:gd name="connsiteY7" fmla="*/ 90085 h 178191"/>
                      <a:gd name="connsiteX8" fmla="*/ 174477 w 180701"/>
                      <a:gd name="connsiteY8" fmla="*/ 128185 h 178191"/>
                      <a:gd name="connsiteX9" fmla="*/ 164952 w 180701"/>
                      <a:gd name="connsiteY9" fmla="*/ 173428 h 178191"/>
                      <a:gd name="connsiteX10" fmla="*/ 153046 w 180701"/>
                      <a:gd name="connsiteY10" fmla="*/ 178191 h 178191"/>
                      <a:gd name="connsiteX11" fmla="*/ 145902 w 180701"/>
                      <a:gd name="connsiteY11" fmla="*/ 175810 h 178191"/>
                      <a:gd name="connsiteX12" fmla="*/ 95896 w 180701"/>
                      <a:gd name="connsiteY12" fmla="*/ 171047 h 178191"/>
                      <a:gd name="connsiteX13" fmla="*/ 72084 w 180701"/>
                      <a:gd name="connsiteY13" fmla="*/ 166285 h 178191"/>
                      <a:gd name="connsiteX14" fmla="*/ 57796 w 180701"/>
                      <a:gd name="connsiteY14" fmla="*/ 161522 h 178191"/>
                      <a:gd name="connsiteX15" fmla="*/ 31602 w 180701"/>
                      <a:gd name="connsiteY15" fmla="*/ 154378 h 178191"/>
                      <a:gd name="connsiteX16" fmla="*/ 24459 w 180701"/>
                      <a:gd name="connsiteY16" fmla="*/ 151997 h 178191"/>
                      <a:gd name="connsiteX17" fmla="*/ 7790 w 180701"/>
                      <a:gd name="connsiteY17" fmla="*/ 142472 h 178191"/>
                      <a:gd name="connsiteX18" fmla="*/ 5409 w 180701"/>
                      <a:gd name="connsiteY18" fmla="*/ 132947 h 178191"/>
                      <a:gd name="connsiteX19" fmla="*/ 646 w 180701"/>
                      <a:gd name="connsiteY19" fmla="*/ 125803 h 178191"/>
                      <a:gd name="connsiteX20" fmla="*/ 3027 w 180701"/>
                      <a:gd name="connsiteY20" fmla="*/ 94847 h 178191"/>
                      <a:gd name="connsiteX21" fmla="*/ 22077 w 180701"/>
                      <a:gd name="connsiteY21" fmla="*/ 61510 h 178191"/>
                      <a:gd name="connsiteX22" fmla="*/ 24459 w 180701"/>
                      <a:gd name="connsiteY22" fmla="*/ 54366 h 178191"/>
                      <a:gd name="connsiteX23" fmla="*/ 29221 w 180701"/>
                      <a:gd name="connsiteY23" fmla="*/ 44841 h 178191"/>
                      <a:gd name="connsiteX24" fmla="*/ 36365 w 180701"/>
                      <a:gd name="connsiteY24" fmla="*/ 37697 h 178191"/>
                      <a:gd name="connsiteX25" fmla="*/ 45890 w 180701"/>
                      <a:gd name="connsiteY25" fmla="*/ 23410 h 178191"/>
                      <a:gd name="connsiteX26" fmla="*/ 55415 w 180701"/>
                      <a:gd name="connsiteY26" fmla="*/ 18647 h 178191"/>
                      <a:gd name="connsiteX27" fmla="*/ 81609 w 180701"/>
                      <a:gd name="connsiteY27" fmla="*/ 11503 h 178191"/>
                      <a:gd name="connsiteX28" fmla="*/ 72079 w 180701"/>
                      <a:gd name="connsiteY28" fmla="*/ 989 h 178191"/>
                      <a:gd name="connsiteX29" fmla="*/ 104513 w 180701"/>
                      <a:gd name="connsiteY29" fmla="*/ 21037 h 178191"/>
                      <a:gd name="connsiteX0" fmla="*/ 104513 w 180701"/>
                      <a:gd name="connsiteY0" fmla="*/ 9534 h 166688"/>
                      <a:gd name="connsiteX1" fmla="*/ 122090 w 180701"/>
                      <a:gd name="connsiteY1" fmla="*/ 21432 h 166688"/>
                      <a:gd name="connsiteX2" fmla="*/ 124471 w 180701"/>
                      <a:gd name="connsiteY2" fmla="*/ 28575 h 166688"/>
                      <a:gd name="connsiteX3" fmla="*/ 131615 w 180701"/>
                      <a:gd name="connsiteY3" fmla="*/ 33338 h 166688"/>
                      <a:gd name="connsiteX4" fmla="*/ 138759 w 180701"/>
                      <a:gd name="connsiteY4" fmla="*/ 40482 h 166688"/>
                      <a:gd name="connsiteX5" fmla="*/ 153046 w 180701"/>
                      <a:gd name="connsiteY5" fmla="*/ 54769 h 166688"/>
                      <a:gd name="connsiteX6" fmla="*/ 157809 w 180701"/>
                      <a:gd name="connsiteY6" fmla="*/ 64294 h 166688"/>
                      <a:gd name="connsiteX7" fmla="*/ 167334 w 180701"/>
                      <a:gd name="connsiteY7" fmla="*/ 78582 h 166688"/>
                      <a:gd name="connsiteX8" fmla="*/ 174477 w 180701"/>
                      <a:gd name="connsiteY8" fmla="*/ 116682 h 166688"/>
                      <a:gd name="connsiteX9" fmla="*/ 164952 w 180701"/>
                      <a:gd name="connsiteY9" fmla="*/ 161925 h 166688"/>
                      <a:gd name="connsiteX10" fmla="*/ 153046 w 180701"/>
                      <a:gd name="connsiteY10" fmla="*/ 166688 h 166688"/>
                      <a:gd name="connsiteX11" fmla="*/ 145902 w 180701"/>
                      <a:gd name="connsiteY11" fmla="*/ 164307 h 166688"/>
                      <a:gd name="connsiteX12" fmla="*/ 95896 w 180701"/>
                      <a:gd name="connsiteY12" fmla="*/ 159544 h 166688"/>
                      <a:gd name="connsiteX13" fmla="*/ 72084 w 180701"/>
                      <a:gd name="connsiteY13" fmla="*/ 154782 h 166688"/>
                      <a:gd name="connsiteX14" fmla="*/ 57796 w 180701"/>
                      <a:gd name="connsiteY14" fmla="*/ 150019 h 166688"/>
                      <a:gd name="connsiteX15" fmla="*/ 31602 w 180701"/>
                      <a:gd name="connsiteY15" fmla="*/ 142875 h 166688"/>
                      <a:gd name="connsiteX16" fmla="*/ 24459 w 180701"/>
                      <a:gd name="connsiteY16" fmla="*/ 140494 h 166688"/>
                      <a:gd name="connsiteX17" fmla="*/ 7790 w 180701"/>
                      <a:gd name="connsiteY17" fmla="*/ 130969 h 166688"/>
                      <a:gd name="connsiteX18" fmla="*/ 5409 w 180701"/>
                      <a:gd name="connsiteY18" fmla="*/ 121444 h 166688"/>
                      <a:gd name="connsiteX19" fmla="*/ 646 w 180701"/>
                      <a:gd name="connsiteY19" fmla="*/ 114300 h 166688"/>
                      <a:gd name="connsiteX20" fmla="*/ 3027 w 180701"/>
                      <a:gd name="connsiteY20" fmla="*/ 83344 h 166688"/>
                      <a:gd name="connsiteX21" fmla="*/ 22077 w 180701"/>
                      <a:gd name="connsiteY21" fmla="*/ 50007 h 166688"/>
                      <a:gd name="connsiteX22" fmla="*/ 24459 w 180701"/>
                      <a:gd name="connsiteY22" fmla="*/ 42863 h 166688"/>
                      <a:gd name="connsiteX23" fmla="*/ 29221 w 180701"/>
                      <a:gd name="connsiteY23" fmla="*/ 33338 h 166688"/>
                      <a:gd name="connsiteX24" fmla="*/ 36365 w 180701"/>
                      <a:gd name="connsiteY24" fmla="*/ 26194 h 166688"/>
                      <a:gd name="connsiteX25" fmla="*/ 45890 w 180701"/>
                      <a:gd name="connsiteY25" fmla="*/ 11907 h 166688"/>
                      <a:gd name="connsiteX26" fmla="*/ 55415 w 180701"/>
                      <a:gd name="connsiteY26" fmla="*/ 7144 h 166688"/>
                      <a:gd name="connsiteX27" fmla="*/ 81609 w 180701"/>
                      <a:gd name="connsiteY27" fmla="*/ 0 h 166688"/>
                      <a:gd name="connsiteX28" fmla="*/ 104513 w 180701"/>
                      <a:gd name="connsiteY28" fmla="*/ 9534 h 166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80701" h="166688">
                        <a:moveTo>
                          <a:pt x="104513" y="9534"/>
                        </a:moveTo>
                        <a:lnTo>
                          <a:pt x="122090" y="21432"/>
                        </a:lnTo>
                        <a:cubicBezTo>
                          <a:pt x="122884" y="23813"/>
                          <a:pt x="122903" y="26615"/>
                          <a:pt x="124471" y="28575"/>
                        </a:cubicBezTo>
                        <a:cubicBezTo>
                          <a:pt x="126259" y="30810"/>
                          <a:pt x="129416" y="31506"/>
                          <a:pt x="131615" y="33338"/>
                        </a:cubicBezTo>
                        <a:cubicBezTo>
                          <a:pt x="134202" y="35494"/>
                          <a:pt x="136567" y="37925"/>
                          <a:pt x="138759" y="40482"/>
                        </a:cubicBezTo>
                        <a:cubicBezTo>
                          <a:pt x="150573" y="54266"/>
                          <a:pt x="140470" y="46386"/>
                          <a:pt x="153046" y="54769"/>
                        </a:cubicBezTo>
                        <a:cubicBezTo>
                          <a:pt x="154634" y="57944"/>
                          <a:pt x="155983" y="61250"/>
                          <a:pt x="157809" y="64294"/>
                        </a:cubicBezTo>
                        <a:cubicBezTo>
                          <a:pt x="160754" y="69202"/>
                          <a:pt x="167334" y="78582"/>
                          <a:pt x="167334" y="78582"/>
                        </a:cubicBezTo>
                        <a:cubicBezTo>
                          <a:pt x="174618" y="100437"/>
                          <a:pt x="171597" y="87874"/>
                          <a:pt x="174477" y="116682"/>
                        </a:cubicBezTo>
                        <a:cubicBezTo>
                          <a:pt x="173373" y="134347"/>
                          <a:pt x="180701" y="152082"/>
                          <a:pt x="164952" y="161925"/>
                        </a:cubicBezTo>
                        <a:cubicBezTo>
                          <a:pt x="161327" y="164190"/>
                          <a:pt x="157015" y="165100"/>
                          <a:pt x="153046" y="166688"/>
                        </a:cubicBezTo>
                        <a:cubicBezTo>
                          <a:pt x="150665" y="165894"/>
                          <a:pt x="148372" y="164756"/>
                          <a:pt x="145902" y="164307"/>
                        </a:cubicBezTo>
                        <a:cubicBezTo>
                          <a:pt x="132454" y="161862"/>
                          <a:pt x="107566" y="160442"/>
                          <a:pt x="95896" y="159544"/>
                        </a:cubicBezTo>
                        <a:cubicBezTo>
                          <a:pt x="87959" y="157957"/>
                          <a:pt x="79763" y="157342"/>
                          <a:pt x="72084" y="154782"/>
                        </a:cubicBezTo>
                        <a:cubicBezTo>
                          <a:pt x="67321" y="153194"/>
                          <a:pt x="62719" y="151003"/>
                          <a:pt x="57796" y="150019"/>
                        </a:cubicBezTo>
                        <a:cubicBezTo>
                          <a:pt x="40966" y="146653"/>
                          <a:pt x="49731" y="148918"/>
                          <a:pt x="31602" y="142875"/>
                        </a:cubicBezTo>
                        <a:cubicBezTo>
                          <a:pt x="29221" y="142081"/>
                          <a:pt x="26547" y="141886"/>
                          <a:pt x="24459" y="140494"/>
                        </a:cubicBezTo>
                        <a:cubicBezTo>
                          <a:pt x="14361" y="133763"/>
                          <a:pt x="19875" y="137012"/>
                          <a:pt x="7790" y="130969"/>
                        </a:cubicBezTo>
                        <a:cubicBezTo>
                          <a:pt x="6996" y="127794"/>
                          <a:pt x="6698" y="124452"/>
                          <a:pt x="5409" y="121444"/>
                        </a:cubicBezTo>
                        <a:cubicBezTo>
                          <a:pt x="4282" y="118813"/>
                          <a:pt x="825" y="117156"/>
                          <a:pt x="646" y="114300"/>
                        </a:cubicBezTo>
                        <a:cubicBezTo>
                          <a:pt x="0" y="103971"/>
                          <a:pt x="630" y="93412"/>
                          <a:pt x="3027" y="83344"/>
                        </a:cubicBezTo>
                        <a:cubicBezTo>
                          <a:pt x="5265" y="73944"/>
                          <a:pt x="16552" y="58294"/>
                          <a:pt x="22077" y="50007"/>
                        </a:cubicBezTo>
                        <a:cubicBezTo>
                          <a:pt x="23469" y="47918"/>
                          <a:pt x="23470" y="45170"/>
                          <a:pt x="24459" y="42863"/>
                        </a:cubicBezTo>
                        <a:cubicBezTo>
                          <a:pt x="25857" y="39600"/>
                          <a:pt x="27158" y="36227"/>
                          <a:pt x="29221" y="33338"/>
                        </a:cubicBezTo>
                        <a:cubicBezTo>
                          <a:pt x="31178" y="30598"/>
                          <a:pt x="34297" y="28852"/>
                          <a:pt x="36365" y="26194"/>
                        </a:cubicBezTo>
                        <a:cubicBezTo>
                          <a:pt x="39879" y="21676"/>
                          <a:pt x="40771" y="14467"/>
                          <a:pt x="45890" y="11907"/>
                        </a:cubicBezTo>
                        <a:cubicBezTo>
                          <a:pt x="49065" y="10319"/>
                          <a:pt x="52047" y="8267"/>
                          <a:pt x="55415" y="7144"/>
                        </a:cubicBezTo>
                        <a:cubicBezTo>
                          <a:pt x="60919" y="5309"/>
                          <a:pt x="74384" y="3096"/>
                          <a:pt x="81609" y="0"/>
                        </a:cubicBezTo>
                        <a:cubicBezTo>
                          <a:pt x="89792" y="398"/>
                          <a:pt x="97766" y="5962"/>
                          <a:pt x="104513" y="9534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9" name="Freeform 88"/>
                  <p:cNvSpPr/>
                  <p:nvPr/>
                </p:nvSpPr>
                <p:spPr>
                  <a:xfrm rot="5555748">
                    <a:off x="5149963" y="5337747"/>
                    <a:ext cx="218420" cy="248647"/>
                  </a:xfrm>
                  <a:custGeom>
                    <a:avLst/>
                    <a:gdLst>
                      <a:gd name="connsiteX0" fmla="*/ 79489 w 218420"/>
                      <a:gd name="connsiteY0" fmla="*/ 7144 h 248647"/>
                      <a:gd name="connsiteX1" fmla="*/ 79489 w 218420"/>
                      <a:gd name="connsiteY1" fmla="*/ 7144 h 248647"/>
                      <a:gd name="connsiteX2" fmla="*/ 122351 w 218420"/>
                      <a:gd name="connsiteY2" fmla="*/ 9525 h 248647"/>
                      <a:gd name="connsiteX3" fmla="*/ 143782 w 218420"/>
                      <a:gd name="connsiteY3" fmla="*/ 19050 h 248647"/>
                      <a:gd name="connsiteX4" fmla="*/ 155689 w 218420"/>
                      <a:gd name="connsiteY4" fmla="*/ 21431 h 248647"/>
                      <a:gd name="connsiteX5" fmla="*/ 162832 w 218420"/>
                      <a:gd name="connsiteY5" fmla="*/ 23813 h 248647"/>
                      <a:gd name="connsiteX6" fmla="*/ 167595 w 218420"/>
                      <a:gd name="connsiteY6" fmla="*/ 30956 h 248647"/>
                      <a:gd name="connsiteX7" fmla="*/ 174739 w 218420"/>
                      <a:gd name="connsiteY7" fmla="*/ 38100 h 248647"/>
                      <a:gd name="connsiteX8" fmla="*/ 186645 w 218420"/>
                      <a:gd name="connsiteY8" fmla="*/ 52388 h 248647"/>
                      <a:gd name="connsiteX9" fmla="*/ 191407 w 218420"/>
                      <a:gd name="connsiteY9" fmla="*/ 59531 h 248647"/>
                      <a:gd name="connsiteX10" fmla="*/ 198551 w 218420"/>
                      <a:gd name="connsiteY10" fmla="*/ 80963 h 248647"/>
                      <a:gd name="connsiteX11" fmla="*/ 203314 w 218420"/>
                      <a:gd name="connsiteY11" fmla="*/ 95250 h 248647"/>
                      <a:gd name="connsiteX12" fmla="*/ 208076 w 218420"/>
                      <a:gd name="connsiteY12" fmla="*/ 104775 h 248647"/>
                      <a:gd name="connsiteX13" fmla="*/ 210457 w 218420"/>
                      <a:gd name="connsiteY13" fmla="*/ 114300 h 248647"/>
                      <a:gd name="connsiteX14" fmla="*/ 212839 w 218420"/>
                      <a:gd name="connsiteY14" fmla="*/ 121444 h 248647"/>
                      <a:gd name="connsiteX15" fmla="*/ 212839 w 218420"/>
                      <a:gd name="connsiteY15" fmla="*/ 202406 h 248647"/>
                      <a:gd name="connsiteX16" fmla="*/ 200932 w 218420"/>
                      <a:gd name="connsiteY16" fmla="*/ 230981 h 248647"/>
                      <a:gd name="connsiteX17" fmla="*/ 191407 w 218420"/>
                      <a:gd name="connsiteY17" fmla="*/ 233363 h 248647"/>
                      <a:gd name="connsiteX18" fmla="*/ 124732 w 218420"/>
                      <a:gd name="connsiteY18" fmla="*/ 235744 h 248647"/>
                      <a:gd name="connsiteX19" fmla="*/ 115207 w 218420"/>
                      <a:gd name="connsiteY19" fmla="*/ 230981 h 248647"/>
                      <a:gd name="connsiteX20" fmla="*/ 100920 w 218420"/>
                      <a:gd name="connsiteY20" fmla="*/ 226219 h 248647"/>
                      <a:gd name="connsiteX21" fmla="*/ 86632 w 218420"/>
                      <a:gd name="connsiteY21" fmla="*/ 214313 h 248647"/>
                      <a:gd name="connsiteX22" fmla="*/ 77107 w 218420"/>
                      <a:gd name="connsiteY22" fmla="*/ 207169 h 248647"/>
                      <a:gd name="connsiteX23" fmla="*/ 72345 w 218420"/>
                      <a:gd name="connsiteY23" fmla="*/ 200025 h 248647"/>
                      <a:gd name="connsiteX24" fmla="*/ 58057 w 218420"/>
                      <a:gd name="connsiteY24" fmla="*/ 188119 h 248647"/>
                      <a:gd name="connsiteX25" fmla="*/ 41389 w 218420"/>
                      <a:gd name="connsiteY25" fmla="*/ 166688 h 248647"/>
                      <a:gd name="connsiteX26" fmla="*/ 31864 w 218420"/>
                      <a:gd name="connsiteY26" fmla="*/ 152400 h 248647"/>
                      <a:gd name="connsiteX27" fmla="*/ 29482 w 218420"/>
                      <a:gd name="connsiteY27" fmla="*/ 145256 h 248647"/>
                      <a:gd name="connsiteX28" fmla="*/ 24720 w 218420"/>
                      <a:gd name="connsiteY28" fmla="*/ 138113 h 248647"/>
                      <a:gd name="connsiteX29" fmla="*/ 19957 w 218420"/>
                      <a:gd name="connsiteY29" fmla="*/ 119063 h 248647"/>
                      <a:gd name="connsiteX30" fmla="*/ 15195 w 218420"/>
                      <a:gd name="connsiteY30" fmla="*/ 109538 h 248647"/>
                      <a:gd name="connsiteX31" fmla="*/ 12814 w 218420"/>
                      <a:gd name="connsiteY31" fmla="*/ 102394 h 248647"/>
                      <a:gd name="connsiteX32" fmla="*/ 10432 w 218420"/>
                      <a:gd name="connsiteY32" fmla="*/ 92869 h 248647"/>
                      <a:gd name="connsiteX33" fmla="*/ 8051 w 218420"/>
                      <a:gd name="connsiteY33" fmla="*/ 85725 h 248647"/>
                      <a:gd name="connsiteX34" fmla="*/ 907 w 218420"/>
                      <a:gd name="connsiteY34" fmla="*/ 59531 h 248647"/>
                      <a:gd name="connsiteX35" fmla="*/ 3289 w 218420"/>
                      <a:gd name="connsiteY35" fmla="*/ 26194 h 248647"/>
                      <a:gd name="connsiteX36" fmla="*/ 5670 w 218420"/>
                      <a:gd name="connsiteY36" fmla="*/ 19050 h 248647"/>
                      <a:gd name="connsiteX37" fmla="*/ 19957 w 218420"/>
                      <a:gd name="connsiteY37" fmla="*/ 4763 h 248647"/>
                      <a:gd name="connsiteX38" fmla="*/ 34245 w 218420"/>
                      <a:gd name="connsiteY38" fmla="*/ 0 h 248647"/>
                      <a:gd name="connsiteX39" fmla="*/ 65201 w 218420"/>
                      <a:gd name="connsiteY39" fmla="*/ 2381 h 248647"/>
                      <a:gd name="connsiteX40" fmla="*/ 79489 w 218420"/>
                      <a:gd name="connsiteY40" fmla="*/ 7144 h 2486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218420" h="248647">
                        <a:moveTo>
                          <a:pt x="79489" y="7144"/>
                        </a:moveTo>
                        <a:lnTo>
                          <a:pt x="79489" y="7144"/>
                        </a:lnTo>
                        <a:cubicBezTo>
                          <a:pt x="93776" y="7938"/>
                          <a:pt x="108162" y="7674"/>
                          <a:pt x="122351" y="9525"/>
                        </a:cubicBezTo>
                        <a:cubicBezTo>
                          <a:pt x="130554" y="10595"/>
                          <a:pt x="136246" y="16538"/>
                          <a:pt x="143782" y="19050"/>
                        </a:cubicBezTo>
                        <a:cubicBezTo>
                          <a:pt x="147622" y="20330"/>
                          <a:pt x="151762" y="20449"/>
                          <a:pt x="155689" y="21431"/>
                        </a:cubicBezTo>
                        <a:cubicBezTo>
                          <a:pt x="158124" y="22040"/>
                          <a:pt x="160451" y="23019"/>
                          <a:pt x="162832" y="23813"/>
                        </a:cubicBezTo>
                        <a:cubicBezTo>
                          <a:pt x="164420" y="26194"/>
                          <a:pt x="165763" y="28758"/>
                          <a:pt x="167595" y="30956"/>
                        </a:cubicBezTo>
                        <a:cubicBezTo>
                          <a:pt x="169751" y="33543"/>
                          <a:pt x="172782" y="35360"/>
                          <a:pt x="174739" y="38100"/>
                        </a:cubicBezTo>
                        <a:cubicBezTo>
                          <a:pt x="185725" y="53482"/>
                          <a:pt x="172561" y="42998"/>
                          <a:pt x="186645" y="52388"/>
                        </a:cubicBezTo>
                        <a:cubicBezTo>
                          <a:pt x="188232" y="54769"/>
                          <a:pt x="190245" y="56916"/>
                          <a:pt x="191407" y="59531"/>
                        </a:cubicBezTo>
                        <a:cubicBezTo>
                          <a:pt x="191412" y="59543"/>
                          <a:pt x="197358" y="77385"/>
                          <a:pt x="198551" y="80963"/>
                        </a:cubicBezTo>
                        <a:lnTo>
                          <a:pt x="203314" y="95250"/>
                        </a:lnTo>
                        <a:cubicBezTo>
                          <a:pt x="204437" y="98617"/>
                          <a:pt x="206830" y="101451"/>
                          <a:pt x="208076" y="104775"/>
                        </a:cubicBezTo>
                        <a:cubicBezTo>
                          <a:pt x="209225" y="107839"/>
                          <a:pt x="209558" y="111153"/>
                          <a:pt x="210457" y="114300"/>
                        </a:cubicBezTo>
                        <a:cubicBezTo>
                          <a:pt x="211147" y="116714"/>
                          <a:pt x="212045" y="119063"/>
                          <a:pt x="212839" y="121444"/>
                        </a:cubicBezTo>
                        <a:cubicBezTo>
                          <a:pt x="218420" y="154935"/>
                          <a:pt x="217490" y="143494"/>
                          <a:pt x="212839" y="202406"/>
                        </a:cubicBezTo>
                        <a:cubicBezTo>
                          <a:pt x="211614" y="217925"/>
                          <a:pt x="213362" y="225654"/>
                          <a:pt x="200932" y="230981"/>
                        </a:cubicBezTo>
                        <a:cubicBezTo>
                          <a:pt x="197924" y="232270"/>
                          <a:pt x="194582" y="232569"/>
                          <a:pt x="191407" y="233363"/>
                        </a:cubicBezTo>
                        <a:cubicBezTo>
                          <a:pt x="168480" y="248647"/>
                          <a:pt x="181982" y="241667"/>
                          <a:pt x="124732" y="235744"/>
                        </a:cubicBezTo>
                        <a:cubicBezTo>
                          <a:pt x="121201" y="235379"/>
                          <a:pt x="118503" y="232299"/>
                          <a:pt x="115207" y="230981"/>
                        </a:cubicBezTo>
                        <a:cubicBezTo>
                          <a:pt x="110546" y="229117"/>
                          <a:pt x="100920" y="226219"/>
                          <a:pt x="100920" y="226219"/>
                        </a:cubicBezTo>
                        <a:cubicBezTo>
                          <a:pt x="85131" y="215693"/>
                          <a:pt x="102674" y="228063"/>
                          <a:pt x="86632" y="214313"/>
                        </a:cubicBezTo>
                        <a:cubicBezTo>
                          <a:pt x="83619" y="211730"/>
                          <a:pt x="80282" y="209550"/>
                          <a:pt x="77107" y="207169"/>
                        </a:cubicBezTo>
                        <a:cubicBezTo>
                          <a:pt x="75520" y="204788"/>
                          <a:pt x="74177" y="202224"/>
                          <a:pt x="72345" y="200025"/>
                        </a:cubicBezTo>
                        <a:cubicBezTo>
                          <a:pt x="66615" y="193149"/>
                          <a:pt x="65082" y="192801"/>
                          <a:pt x="58057" y="188119"/>
                        </a:cubicBezTo>
                        <a:cubicBezTo>
                          <a:pt x="46664" y="171029"/>
                          <a:pt x="52579" y="177878"/>
                          <a:pt x="41389" y="166688"/>
                        </a:cubicBezTo>
                        <a:cubicBezTo>
                          <a:pt x="35725" y="149701"/>
                          <a:pt x="43756" y="170238"/>
                          <a:pt x="31864" y="152400"/>
                        </a:cubicBezTo>
                        <a:cubicBezTo>
                          <a:pt x="30472" y="150311"/>
                          <a:pt x="30605" y="147501"/>
                          <a:pt x="29482" y="145256"/>
                        </a:cubicBezTo>
                        <a:cubicBezTo>
                          <a:pt x="28202" y="142697"/>
                          <a:pt x="26307" y="140494"/>
                          <a:pt x="24720" y="138113"/>
                        </a:cubicBezTo>
                        <a:lnTo>
                          <a:pt x="19957" y="119063"/>
                        </a:lnTo>
                        <a:cubicBezTo>
                          <a:pt x="19096" y="115619"/>
                          <a:pt x="16593" y="112801"/>
                          <a:pt x="15195" y="109538"/>
                        </a:cubicBezTo>
                        <a:cubicBezTo>
                          <a:pt x="14206" y="107231"/>
                          <a:pt x="13504" y="104808"/>
                          <a:pt x="12814" y="102394"/>
                        </a:cubicBezTo>
                        <a:cubicBezTo>
                          <a:pt x="11915" y="99247"/>
                          <a:pt x="11331" y="96016"/>
                          <a:pt x="10432" y="92869"/>
                        </a:cubicBezTo>
                        <a:cubicBezTo>
                          <a:pt x="9742" y="90455"/>
                          <a:pt x="8711" y="88147"/>
                          <a:pt x="8051" y="85725"/>
                        </a:cubicBezTo>
                        <a:cubicBezTo>
                          <a:pt x="0" y="56201"/>
                          <a:pt x="6387" y="75967"/>
                          <a:pt x="907" y="59531"/>
                        </a:cubicBezTo>
                        <a:cubicBezTo>
                          <a:pt x="1701" y="48419"/>
                          <a:pt x="1987" y="37258"/>
                          <a:pt x="3289" y="26194"/>
                        </a:cubicBezTo>
                        <a:cubicBezTo>
                          <a:pt x="3582" y="23701"/>
                          <a:pt x="4425" y="21229"/>
                          <a:pt x="5670" y="19050"/>
                        </a:cubicBezTo>
                        <a:cubicBezTo>
                          <a:pt x="9237" y="12808"/>
                          <a:pt x="13329" y="7709"/>
                          <a:pt x="19957" y="4763"/>
                        </a:cubicBezTo>
                        <a:cubicBezTo>
                          <a:pt x="24545" y="2724"/>
                          <a:pt x="34245" y="0"/>
                          <a:pt x="34245" y="0"/>
                        </a:cubicBezTo>
                        <a:cubicBezTo>
                          <a:pt x="44564" y="794"/>
                          <a:pt x="54979" y="767"/>
                          <a:pt x="65201" y="2381"/>
                        </a:cubicBezTo>
                        <a:cubicBezTo>
                          <a:pt x="70160" y="3164"/>
                          <a:pt x="77108" y="6350"/>
                          <a:pt x="79489" y="7144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0" name="Freeform 89"/>
                  <p:cNvSpPr/>
                  <p:nvPr/>
                </p:nvSpPr>
                <p:spPr>
                  <a:xfrm>
                    <a:off x="4879181" y="4922044"/>
                    <a:ext cx="230982" cy="80962"/>
                  </a:xfrm>
                  <a:custGeom>
                    <a:avLst/>
                    <a:gdLst>
                      <a:gd name="connsiteX0" fmla="*/ 0 w 230982"/>
                      <a:gd name="connsiteY0" fmla="*/ 0 h 80962"/>
                      <a:gd name="connsiteX1" fmla="*/ 0 w 230982"/>
                      <a:gd name="connsiteY1" fmla="*/ 0 h 80962"/>
                      <a:gd name="connsiteX2" fmla="*/ 11907 w 230982"/>
                      <a:gd name="connsiteY2" fmla="*/ 21431 h 80962"/>
                      <a:gd name="connsiteX3" fmla="*/ 16669 w 230982"/>
                      <a:gd name="connsiteY3" fmla="*/ 30956 h 80962"/>
                      <a:gd name="connsiteX4" fmla="*/ 23813 w 230982"/>
                      <a:gd name="connsiteY4" fmla="*/ 35719 h 80962"/>
                      <a:gd name="connsiteX5" fmla="*/ 33338 w 230982"/>
                      <a:gd name="connsiteY5" fmla="*/ 47625 h 80962"/>
                      <a:gd name="connsiteX6" fmla="*/ 73819 w 230982"/>
                      <a:gd name="connsiteY6" fmla="*/ 76200 h 80962"/>
                      <a:gd name="connsiteX7" fmla="*/ 138113 w 230982"/>
                      <a:gd name="connsiteY7" fmla="*/ 80962 h 80962"/>
                      <a:gd name="connsiteX8" fmla="*/ 164307 w 230982"/>
                      <a:gd name="connsiteY8" fmla="*/ 76200 h 80962"/>
                      <a:gd name="connsiteX9" fmla="*/ 171450 w 230982"/>
                      <a:gd name="connsiteY9" fmla="*/ 71437 h 80962"/>
                      <a:gd name="connsiteX10" fmla="*/ 185738 w 230982"/>
                      <a:gd name="connsiteY10" fmla="*/ 66675 h 80962"/>
                      <a:gd name="connsiteX11" fmla="*/ 207169 w 230982"/>
                      <a:gd name="connsiteY11" fmla="*/ 50006 h 80962"/>
                      <a:gd name="connsiteX12" fmla="*/ 226219 w 230982"/>
                      <a:gd name="connsiteY12" fmla="*/ 30956 h 80962"/>
                      <a:gd name="connsiteX13" fmla="*/ 230982 w 230982"/>
                      <a:gd name="connsiteY13" fmla="*/ 30956 h 80962"/>
                      <a:gd name="connsiteX14" fmla="*/ 169069 w 230982"/>
                      <a:gd name="connsiteY14" fmla="*/ 11906 h 80962"/>
                      <a:gd name="connsiteX15" fmla="*/ 104775 w 230982"/>
                      <a:gd name="connsiteY15" fmla="*/ 2381 h 80962"/>
                      <a:gd name="connsiteX16" fmla="*/ 64294 w 230982"/>
                      <a:gd name="connsiteY16" fmla="*/ 0 h 80962"/>
                      <a:gd name="connsiteX17" fmla="*/ 0 w 230982"/>
                      <a:gd name="connsiteY17" fmla="*/ 0 h 809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30982" h="80962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3969" y="7144"/>
                          <a:pt x="8032" y="14236"/>
                          <a:pt x="11907" y="21431"/>
                        </a:cubicBezTo>
                        <a:cubicBezTo>
                          <a:pt x="13590" y="24556"/>
                          <a:pt x="14397" y="28229"/>
                          <a:pt x="16669" y="30956"/>
                        </a:cubicBezTo>
                        <a:cubicBezTo>
                          <a:pt x="18501" y="33155"/>
                          <a:pt x="21432" y="34131"/>
                          <a:pt x="23813" y="35719"/>
                        </a:cubicBezTo>
                        <a:cubicBezTo>
                          <a:pt x="27998" y="48275"/>
                          <a:pt x="23080" y="38393"/>
                          <a:pt x="33338" y="47625"/>
                        </a:cubicBezTo>
                        <a:cubicBezTo>
                          <a:pt x="45192" y="58294"/>
                          <a:pt x="55901" y="74873"/>
                          <a:pt x="73819" y="76200"/>
                        </a:cubicBezTo>
                        <a:lnTo>
                          <a:pt x="138113" y="80962"/>
                        </a:lnTo>
                        <a:cubicBezTo>
                          <a:pt x="144674" y="80142"/>
                          <a:pt x="156967" y="79870"/>
                          <a:pt x="164307" y="76200"/>
                        </a:cubicBezTo>
                        <a:cubicBezTo>
                          <a:pt x="166867" y="74920"/>
                          <a:pt x="168835" y="72599"/>
                          <a:pt x="171450" y="71437"/>
                        </a:cubicBezTo>
                        <a:cubicBezTo>
                          <a:pt x="176038" y="69398"/>
                          <a:pt x="185738" y="66675"/>
                          <a:pt x="185738" y="66675"/>
                        </a:cubicBezTo>
                        <a:cubicBezTo>
                          <a:pt x="194049" y="61134"/>
                          <a:pt x="201143" y="57754"/>
                          <a:pt x="207169" y="50006"/>
                        </a:cubicBezTo>
                        <a:cubicBezTo>
                          <a:pt x="217116" y="37217"/>
                          <a:pt x="212534" y="35518"/>
                          <a:pt x="226219" y="30956"/>
                        </a:cubicBezTo>
                        <a:cubicBezTo>
                          <a:pt x="227725" y="30454"/>
                          <a:pt x="229394" y="30956"/>
                          <a:pt x="230982" y="30956"/>
                        </a:cubicBezTo>
                        <a:lnTo>
                          <a:pt x="169069" y="11906"/>
                        </a:lnTo>
                        <a:lnTo>
                          <a:pt x="104775" y="2381"/>
                        </a:lnTo>
                        <a:lnTo>
                          <a:pt x="6429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1" name="Freeform 90"/>
                  <p:cNvSpPr/>
                  <p:nvPr/>
                </p:nvSpPr>
                <p:spPr>
                  <a:xfrm>
                    <a:off x="5076825" y="4953000"/>
                    <a:ext cx="80963" cy="106299"/>
                  </a:xfrm>
                  <a:custGeom>
                    <a:avLst/>
                    <a:gdLst>
                      <a:gd name="connsiteX0" fmla="*/ 80963 w 80963"/>
                      <a:gd name="connsiteY0" fmla="*/ 33338 h 106299"/>
                      <a:gd name="connsiteX1" fmla="*/ 80963 w 80963"/>
                      <a:gd name="connsiteY1" fmla="*/ 33338 h 106299"/>
                      <a:gd name="connsiteX2" fmla="*/ 76200 w 80963"/>
                      <a:gd name="connsiteY2" fmla="*/ 54769 h 106299"/>
                      <a:gd name="connsiteX3" fmla="*/ 66675 w 80963"/>
                      <a:gd name="connsiteY3" fmla="*/ 69056 h 106299"/>
                      <a:gd name="connsiteX4" fmla="*/ 57150 w 80963"/>
                      <a:gd name="connsiteY4" fmla="*/ 83344 h 106299"/>
                      <a:gd name="connsiteX5" fmla="*/ 47625 w 80963"/>
                      <a:gd name="connsiteY5" fmla="*/ 97631 h 106299"/>
                      <a:gd name="connsiteX6" fmla="*/ 45244 w 80963"/>
                      <a:gd name="connsiteY6" fmla="*/ 104775 h 106299"/>
                      <a:gd name="connsiteX7" fmla="*/ 14288 w 80963"/>
                      <a:gd name="connsiteY7" fmla="*/ 100013 h 106299"/>
                      <a:gd name="connsiteX8" fmla="*/ 9525 w 80963"/>
                      <a:gd name="connsiteY8" fmla="*/ 92869 h 106299"/>
                      <a:gd name="connsiteX9" fmla="*/ 4763 w 80963"/>
                      <a:gd name="connsiteY9" fmla="*/ 69056 h 106299"/>
                      <a:gd name="connsiteX10" fmla="*/ 0 w 80963"/>
                      <a:gd name="connsiteY10" fmla="*/ 54769 h 106299"/>
                      <a:gd name="connsiteX11" fmla="*/ 2381 w 80963"/>
                      <a:gd name="connsiteY11" fmla="*/ 45244 h 106299"/>
                      <a:gd name="connsiteX12" fmla="*/ 4763 w 80963"/>
                      <a:gd name="connsiteY12" fmla="*/ 38100 h 106299"/>
                      <a:gd name="connsiteX13" fmla="*/ 9525 w 80963"/>
                      <a:gd name="connsiteY13" fmla="*/ 16669 h 106299"/>
                      <a:gd name="connsiteX14" fmla="*/ 14288 w 80963"/>
                      <a:gd name="connsiteY14" fmla="*/ 9525 h 106299"/>
                      <a:gd name="connsiteX15" fmla="*/ 23813 w 80963"/>
                      <a:gd name="connsiteY15" fmla="*/ 0 h 106299"/>
                      <a:gd name="connsiteX16" fmla="*/ 80963 w 80963"/>
                      <a:gd name="connsiteY16" fmla="*/ 33338 h 1062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0963" h="106299">
                        <a:moveTo>
                          <a:pt x="80963" y="33338"/>
                        </a:moveTo>
                        <a:lnTo>
                          <a:pt x="80963" y="33338"/>
                        </a:lnTo>
                        <a:cubicBezTo>
                          <a:pt x="79375" y="40482"/>
                          <a:pt x="78918" y="47974"/>
                          <a:pt x="76200" y="54769"/>
                        </a:cubicBezTo>
                        <a:cubicBezTo>
                          <a:pt x="74074" y="60083"/>
                          <a:pt x="66675" y="69056"/>
                          <a:pt x="66675" y="69056"/>
                        </a:cubicBezTo>
                        <a:cubicBezTo>
                          <a:pt x="62122" y="82718"/>
                          <a:pt x="67555" y="69967"/>
                          <a:pt x="57150" y="83344"/>
                        </a:cubicBezTo>
                        <a:cubicBezTo>
                          <a:pt x="53636" y="87862"/>
                          <a:pt x="47625" y="97631"/>
                          <a:pt x="47625" y="97631"/>
                        </a:cubicBezTo>
                        <a:cubicBezTo>
                          <a:pt x="46831" y="100012"/>
                          <a:pt x="47705" y="104283"/>
                          <a:pt x="45244" y="104775"/>
                        </a:cubicBezTo>
                        <a:cubicBezTo>
                          <a:pt x="37626" y="106299"/>
                          <a:pt x="23015" y="102195"/>
                          <a:pt x="14288" y="100013"/>
                        </a:cubicBezTo>
                        <a:cubicBezTo>
                          <a:pt x="12700" y="97632"/>
                          <a:pt x="10652" y="95500"/>
                          <a:pt x="9525" y="92869"/>
                        </a:cubicBezTo>
                        <a:cubicBezTo>
                          <a:pt x="7151" y="87329"/>
                          <a:pt x="5945" y="73782"/>
                          <a:pt x="4763" y="69056"/>
                        </a:cubicBezTo>
                        <a:cubicBezTo>
                          <a:pt x="3545" y="64186"/>
                          <a:pt x="0" y="54769"/>
                          <a:pt x="0" y="54769"/>
                        </a:cubicBezTo>
                        <a:cubicBezTo>
                          <a:pt x="794" y="51594"/>
                          <a:pt x="1482" y="48391"/>
                          <a:pt x="2381" y="45244"/>
                        </a:cubicBezTo>
                        <a:cubicBezTo>
                          <a:pt x="3071" y="42830"/>
                          <a:pt x="4218" y="40550"/>
                          <a:pt x="4763" y="38100"/>
                        </a:cubicBezTo>
                        <a:cubicBezTo>
                          <a:pt x="6226" y="31517"/>
                          <a:pt x="6309" y="23100"/>
                          <a:pt x="9525" y="16669"/>
                        </a:cubicBezTo>
                        <a:cubicBezTo>
                          <a:pt x="10805" y="14109"/>
                          <a:pt x="12425" y="11698"/>
                          <a:pt x="14288" y="9525"/>
                        </a:cubicBezTo>
                        <a:cubicBezTo>
                          <a:pt x="17210" y="6116"/>
                          <a:pt x="23813" y="0"/>
                          <a:pt x="23813" y="0"/>
                        </a:cubicBezTo>
                        <a:lnTo>
                          <a:pt x="80963" y="33338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2" name="Freeform 91"/>
                  <p:cNvSpPr/>
                  <p:nvPr/>
                </p:nvSpPr>
                <p:spPr>
                  <a:xfrm>
                    <a:off x="5124301" y="5117306"/>
                    <a:ext cx="247799" cy="259557"/>
                  </a:xfrm>
                  <a:custGeom>
                    <a:avLst/>
                    <a:gdLst>
                      <a:gd name="connsiteX0" fmla="*/ 7293 w 247799"/>
                      <a:gd name="connsiteY0" fmla="*/ 33338 h 259557"/>
                      <a:gd name="connsiteX1" fmla="*/ 7293 w 247799"/>
                      <a:gd name="connsiteY1" fmla="*/ 33338 h 259557"/>
                      <a:gd name="connsiteX2" fmla="*/ 23962 w 247799"/>
                      <a:gd name="connsiteY2" fmla="*/ 16669 h 259557"/>
                      <a:gd name="connsiteX3" fmla="*/ 40630 w 247799"/>
                      <a:gd name="connsiteY3" fmla="*/ 11907 h 259557"/>
                      <a:gd name="connsiteX4" fmla="*/ 50155 w 247799"/>
                      <a:gd name="connsiteY4" fmla="*/ 7144 h 259557"/>
                      <a:gd name="connsiteX5" fmla="*/ 57299 w 247799"/>
                      <a:gd name="connsiteY5" fmla="*/ 4763 h 259557"/>
                      <a:gd name="connsiteX6" fmla="*/ 85874 w 247799"/>
                      <a:gd name="connsiteY6" fmla="*/ 0 h 259557"/>
                      <a:gd name="connsiteX7" fmla="*/ 135880 w 247799"/>
                      <a:gd name="connsiteY7" fmla="*/ 2382 h 259557"/>
                      <a:gd name="connsiteX8" fmla="*/ 150168 w 247799"/>
                      <a:gd name="connsiteY8" fmla="*/ 7144 h 259557"/>
                      <a:gd name="connsiteX9" fmla="*/ 157312 w 247799"/>
                      <a:gd name="connsiteY9" fmla="*/ 9525 h 259557"/>
                      <a:gd name="connsiteX10" fmla="*/ 164455 w 247799"/>
                      <a:gd name="connsiteY10" fmla="*/ 11907 h 259557"/>
                      <a:gd name="connsiteX11" fmla="*/ 171599 w 247799"/>
                      <a:gd name="connsiteY11" fmla="*/ 19050 h 259557"/>
                      <a:gd name="connsiteX12" fmla="*/ 178743 w 247799"/>
                      <a:gd name="connsiteY12" fmla="*/ 21432 h 259557"/>
                      <a:gd name="connsiteX13" fmla="*/ 185887 w 247799"/>
                      <a:gd name="connsiteY13" fmla="*/ 26194 h 259557"/>
                      <a:gd name="connsiteX14" fmla="*/ 193030 w 247799"/>
                      <a:gd name="connsiteY14" fmla="*/ 35719 h 259557"/>
                      <a:gd name="connsiteX15" fmla="*/ 209699 w 247799"/>
                      <a:gd name="connsiteY15" fmla="*/ 50007 h 259557"/>
                      <a:gd name="connsiteX16" fmla="*/ 235893 w 247799"/>
                      <a:gd name="connsiteY16" fmla="*/ 102394 h 259557"/>
                      <a:gd name="connsiteX17" fmla="*/ 247799 w 247799"/>
                      <a:gd name="connsiteY17" fmla="*/ 150019 h 259557"/>
                      <a:gd name="connsiteX18" fmla="*/ 245418 w 247799"/>
                      <a:gd name="connsiteY18" fmla="*/ 166688 h 259557"/>
                      <a:gd name="connsiteX19" fmla="*/ 235893 w 247799"/>
                      <a:gd name="connsiteY19" fmla="*/ 185738 h 259557"/>
                      <a:gd name="connsiteX20" fmla="*/ 231130 w 247799"/>
                      <a:gd name="connsiteY20" fmla="*/ 192882 h 259557"/>
                      <a:gd name="connsiteX21" fmla="*/ 228749 w 247799"/>
                      <a:gd name="connsiteY21" fmla="*/ 202407 h 259557"/>
                      <a:gd name="connsiteX22" fmla="*/ 212080 w 247799"/>
                      <a:gd name="connsiteY22" fmla="*/ 221457 h 259557"/>
                      <a:gd name="connsiteX23" fmla="*/ 173980 w 247799"/>
                      <a:gd name="connsiteY23" fmla="*/ 230982 h 259557"/>
                      <a:gd name="connsiteX24" fmla="*/ 166837 w 247799"/>
                      <a:gd name="connsiteY24" fmla="*/ 235744 h 259557"/>
                      <a:gd name="connsiteX25" fmla="*/ 159693 w 247799"/>
                      <a:gd name="connsiteY25" fmla="*/ 242888 h 259557"/>
                      <a:gd name="connsiteX26" fmla="*/ 143024 w 247799"/>
                      <a:gd name="connsiteY26" fmla="*/ 252413 h 259557"/>
                      <a:gd name="connsiteX27" fmla="*/ 126355 w 247799"/>
                      <a:gd name="connsiteY27" fmla="*/ 254794 h 259557"/>
                      <a:gd name="connsiteX28" fmla="*/ 95399 w 247799"/>
                      <a:gd name="connsiteY28" fmla="*/ 259557 h 259557"/>
                      <a:gd name="connsiteX29" fmla="*/ 76349 w 247799"/>
                      <a:gd name="connsiteY29" fmla="*/ 257175 h 259557"/>
                      <a:gd name="connsiteX30" fmla="*/ 57299 w 247799"/>
                      <a:gd name="connsiteY30" fmla="*/ 252413 h 259557"/>
                      <a:gd name="connsiteX31" fmla="*/ 50155 w 247799"/>
                      <a:gd name="connsiteY31" fmla="*/ 250032 h 259557"/>
                      <a:gd name="connsiteX32" fmla="*/ 43012 w 247799"/>
                      <a:gd name="connsiteY32" fmla="*/ 245269 h 259557"/>
                      <a:gd name="connsiteX33" fmla="*/ 35868 w 247799"/>
                      <a:gd name="connsiteY33" fmla="*/ 238125 h 259557"/>
                      <a:gd name="connsiteX34" fmla="*/ 28724 w 247799"/>
                      <a:gd name="connsiteY34" fmla="*/ 235744 h 259557"/>
                      <a:gd name="connsiteX35" fmla="*/ 14437 w 247799"/>
                      <a:gd name="connsiteY35" fmla="*/ 223838 h 259557"/>
                      <a:gd name="connsiteX36" fmla="*/ 12055 w 247799"/>
                      <a:gd name="connsiteY36" fmla="*/ 216694 h 259557"/>
                      <a:gd name="connsiteX37" fmla="*/ 2530 w 247799"/>
                      <a:gd name="connsiteY37" fmla="*/ 200025 h 259557"/>
                      <a:gd name="connsiteX38" fmla="*/ 149 w 247799"/>
                      <a:gd name="connsiteY38" fmla="*/ 192882 h 259557"/>
                      <a:gd name="connsiteX39" fmla="*/ 4912 w 247799"/>
                      <a:gd name="connsiteY39" fmla="*/ 173832 h 259557"/>
                      <a:gd name="connsiteX40" fmla="*/ 2530 w 247799"/>
                      <a:gd name="connsiteY40" fmla="*/ 135732 h 259557"/>
                      <a:gd name="connsiteX41" fmla="*/ 149 w 247799"/>
                      <a:gd name="connsiteY41" fmla="*/ 126207 h 259557"/>
                      <a:gd name="connsiteX42" fmla="*/ 4912 w 247799"/>
                      <a:gd name="connsiteY42" fmla="*/ 83344 h 259557"/>
                      <a:gd name="connsiteX43" fmla="*/ 7293 w 247799"/>
                      <a:gd name="connsiteY43" fmla="*/ 69057 h 259557"/>
                      <a:gd name="connsiteX44" fmla="*/ 12055 w 247799"/>
                      <a:gd name="connsiteY44" fmla="*/ 50007 h 259557"/>
                      <a:gd name="connsiteX45" fmla="*/ 7293 w 247799"/>
                      <a:gd name="connsiteY45" fmla="*/ 33338 h 2595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247799" h="259557">
                        <a:moveTo>
                          <a:pt x="7293" y="33338"/>
                        </a:moveTo>
                        <a:lnTo>
                          <a:pt x="7293" y="33338"/>
                        </a:lnTo>
                        <a:cubicBezTo>
                          <a:pt x="12849" y="27782"/>
                          <a:pt x="17826" y="21578"/>
                          <a:pt x="23962" y="16669"/>
                        </a:cubicBezTo>
                        <a:cubicBezTo>
                          <a:pt x="25515" y="15427"/>
                          <a:pt x="40008" y="12063"/>
                          <a:pt x="40630" y="11907"/>
                        </a:cubicBezTo>
                        <a:cubicBezTo>
                          <a:pt x="43805" y="10319"/>
                          <a:pt x="46892" y="8542"/>
                          <a:pt x="50155" y="7144"/>
                        </a:cubicBezTo>
                        <a:cubicBezTo>
                          <a:pt x="52462" y="6155"/>
                          <a:pt x="54885" y="5453"/>
                          <a:pt x="57299" y="4763"/>
                        </a:cubicBezTo>
                        <a:cubicBezTo>
                          <a:pt x="69535" y="1267"/>
                          <a:pt x="70415" y="1933"/>
                          <a:pt x="85874" y="0"/>
                        </a:cubicBezTo>
                        <a:cubicBezTo>
                          <a:pt x="102543" y="794"/>
                          <a:pt x="119295" y="539"/>
                          <a:pt x="135880" y="2382"/>
                        </a:cubicBezTo>
                        <a:cubicBezTo>
                          <a:pt x="140870" y="2936"/>
                          <a:pt x="145405" y="5557"/>
                          <a:pt x="150168" y="7144"/>
                        </a:cubicBezTo>
                        <a:lnTo>
                          <a:pt x="157312" y="9525"/>
                        </a:lnTo>
                        <a:lnTo>
                          <a:pt x="164455" y="11907"/>
                        </a:lnTo>
                        <a:cubicBezTo>
                          <a:pt x="166836" y="14288"/>
                          <a:pt x="168797" y="17182"/>
                          <a:pt x="171599" y="19050"/>
                        </a:cubicBezTo>
                        <a:cubicBezTo>
                          <a:pt x="173688" y="20442"/>
                          <a:pt x="176498" y="20309"/>
                          <a:pt x="178743" y="21432"/>
                        </a:cubicBezTo>
                        <a:cubicBezTo>
                          <a:pt x="181303" y="22712"/>
                          <a:pt x="183506" y="24607"/>
                          <a:pt x="185887" y="26194"/>
                        </a:cubicBezTo>
                        <a:cubicBezTo>
                          <a:pt x="188268" y="29369"/>
                          <a:pt x="190064" y="33082"/>
                          <a:pt x="193030" y="35719"/>
                        </a:cubicBezTo>
                        <a:cubicBezTo>
                          <a:pt x="211947" y="52534"/>
                          <a:pt x="203781" y="38169"/>
                          <a:pt x="209699" y="50007"/>
                        </a:cubicBezTo>
                        <a:lnTo>
                          <a:pt x="235893" y="102394"/>
                        </a:lnTo>
                        <a:lnTo>
                          <a:pt x="247799" y="150019"/>
                        </a:lnTo>
                        <a:lnTo>
                          <a:pt x="245418" y="166688"/>
                        </a:lnTo>
                        <a:cubicBezTo>
                          <a:pt x="242243" y="173038"/>
                          <a:pt x="239293" y="179505"/>
                          <a:pt x="235893" y="185738"/>
                        </a:cubicBezTo>
                        <a:cubicBezTo>
                          <a:pt x="234522" y="188251"/>
                          <a:pt x="232257" y="190251"/>
                          <a:pt x="231130" y="192882"/>
                        </a:cubicBezTo>
                        <a:cubicBezTo>
                          <a:pt x="229841" y="195890"/>
                          <a:pt x="230213" y="199480"/>
                          <a:pt x="228749" y="202407"/>
                        </a:cubicBezTo>
                        <a:cubicBezTo>
                          <a:pt x="225971" y="207962"/>
                          <a:pt x="219818" y="219076"/>
                          <a:pt x="212080" y="221457"/>
                        </a:cubicBezTo>
                        <a:cubicBezTo>
                          <a:pt x="207610" y="222833"/>
                          <a:pt x="180898" y="226370"/>
                          <a:pt x="173980" y="230982"/>
                        </a:cubicBezTo>
                        <a:cubicBezTo>
                          <a:pt x="171599" y="232569"/>
                          <a:pt x="169035" y="233912"/>
                          <a:pt x="166837" y="235744"/>
                        </a:cubicBezTo>
                        <a:cubicBezTo>
                          <a:pt x="164250" y="237900"/>
                          <a:pt x="162280" y="240732"/>
                          <a:pt x="159693" y="242888"/>
                        </a:cubicBezTo>
                        <a:cubicBezTo>
                          <a:pt x="156549" y="245508"/>
                          <a:pt x="146483" y="251470"/>
                          <a:pt x="143024" y="252413"/>
                        </a:cubicBezTo>
                        <a:cubicBezTo>
                          <a:pt x="137609" y="253890"/>
                          <a:pt x="131911" y="254000"/>
                          <a:pt x="126355" y="254794"/>
                        </a:cubicBezTo>
                        <a:cubicBezTo>
                          <a:pt x="114128" y="258870"/>
                          <a:pt x="113814" y="259557"/>
                          <a:pt x="95399" y="259557"/>
                        </a:cubicBezTo>
                        <a:cubicBezTo>
                          <a:pt x="89000" y="259557"/>
                          <a:pt x="82699" y="257969"/>
                          <a:pt x="76349" y="257175"/>
                        </a:cubicBezTo>
                        <a:cubicBezTo>
                          <a:pt x="60019" y="251732"/>
                          <a:pt x="80287" y="258159"/>
                          <a:pt x="57299" y="252413"/>
                        </a:cubicBezTo>
                        <a:cubicBezTo>
                          <a:pt x="54864" y="251804"/>
                          <a:pt x="52536" y="250826"/>
                          <a:pt x="50155" y="250032"/>
                        </a:cubicBezTo>
                        <a:cubicBezTo>
                          <a:pt x="47774" y="248444"/>
                          <a:pt x="45210" y="247101"/>
                          <a:pt x="43012" y="245269"/>
                        </a:cubicBezTo>
                        <a:cubicBezTo>
                          <a:pt x="40425" y="243113"/>
                          <a:pt x="38670" y="239993"/>
                          <a:pt x="35868" y="238125"/>
                        </a:cubicBezTo>
                        <a:cubicBezTo>
                          <a:pt x="33779" y="236733"/>
                          <a:pt x="30969" y="236866"/>
                          <a:pt x="28724" y="235744"/>
                        </a:cubicBezTo>
                        <a:cubicBezTo>
                          <a:pt x="22091" y="232428"/>
                          <a:pt x="19705" y="229106"/>
                          <a:pt x="14437" y="223838"/>
                        </a:cubicBezTo>
                        <a:cubicBezTo>
                          <a:pt x="13643" y="221457"/>
                          <a:pt x="13044" y="219001"/>
                          <a:pt x="12055" y="216694"/>
                        </a:cubicBezTo>
                        <a:cubicBezTo>
                          <a:pt x="8428" y="208231"/>
                          <a:pt x="7315" y="207202"/>
                          <a:pt x="2530" y="200025"/>
                        </a:cubicBezTo>
                        <a:cubicBezTo>
                          <a:pt x="1736" y="197644"/>
                          <a:pt x="149" y="195392"/>
                          <a:pt x="149" y="192882"/>
                        </a:cubicBezTo>
                        <a:cubicBezTo>
                          <a:pt x="149" y="187130"/>
                          <a:pt x="3031" y="179472"/>
                          <a:pt x="4912" y="173832"/>
                        </a:cubicBezTo>
                        <a:cubicBezTo>
                          <a:pt x="4118" y="161132"/>
                          <a:pt x="3796" y="148394"/>
                          <a:pt x="2530" y="135732"/>
                        </a:cubicBezTo>
                        <a:cubicBezTo>
                          <a:pt x="2204" y="132476"/>
                          <a:pt x="0" y="129476"/>
                          <a:pt x="149" y="126207"/>
                        </a:cubicBezTo>
                        <a:cubicBezTo>
                          <a:pt x="802" y="111846"/>
                          <a:pt x="3129" y="97609"/>
                          <a:pt x="4912" y="83344"/>
                        </a:cubicBezTo>
                        <a:cubicBezTo>
                          <a:pt x="5511" y="78553"/>
                          <a:pt x="6281" y="73778"/>
                          <a:pt x="7293" y="69057"/>
                        </a:cubicBezTo>
                        <a:cubicBezTo>
                          <a:pt x="8664" y="62657"/>
                          <a:pt x="12055" y="50007"/>
                          <a:pt x="12055" y="50007"/>
                        </a:cubicBezTo>
                        <a:lnTo>
                          <a:pt x="7293" y="33338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3" name="Freeform 92"/>
                  <p:cNvSpPr/>
                  <p:nvPr/>
                </p:nvSpPr>
                <p:spPr>
                  <a:xfrm>
                    <a:off x="5126831" y="5003006"/>
                    <a:ext cx="107631" cy="111919"/>
                  </a:xfrm>
                  <a:custGeom>
                    <a:avLst/>
                    <a:gdLst>
                      <a:gd name="connsiteX0" fmla="*/ 52926 w 79128"/>
                      <a:gd name="connsiteY0" fmla="*/ 0 h 76200"/>
                      <a:gd name="connsiteX1" fmla="*/ 52926 w 79128"/>
                      <a:gd name="connsiteY1" fmla="*/ 0 h 76200"/>
                      <a:gd name="connsiteX2" fmla="*/ 31495 w 79128"/>
                      <a:gd name="connsiteY2" fmla="*/ 4763 h 76200"/>
                      <a:gd name="connsiteX3" fmla="*/ 14826 w 79128"/>
                      <a:gd name="connsiteY3" fmla="*/ 14288 h 76200"/>
                      <a:gd name="connsiteX4" fmla="*/ 2920 w 79128"/>
                      <a:gd name="connsiteY4" fmla="*/ 33338 h 76200"/>
                      <a:gd name="connsiteX5" fmla="*/ 14826 w 79128"/>
                      <a:gd name="connsiteY5" fmla="*/ 61913 h 76200"/>
                      <a:gd name="connsiteX6" fmla="*/ 24351 w 79128"/>
                      <a:gd name="connsiteY6" fmla="*/ 64294 h 76200"/>
                      <a:gd name="connsiteX7" fmla="*/ 41020 w 79128"/>
                      <a:gd name="connsiteY7" fmla="*/ 71438 h 76200"/>
                      <a:gd name="connsiteX8" fmla="*/ 55307 w 79128"/>
                      <a:gd name="connsiteY8" fmla="*/ 76200 h 76200"/>
                      <a:gd name="connsiteX9" fmla="*/ 71976 w 79128"/>
                      <a:gd name="connsiteY9" fmla="*/ 73819 h 76200"/>
                      <a:gd name="connsiteX10" fmla="*/ 79120 w 79128"/>
                      <a:gd name="connsiteY10" fmla="*/ 47625 h 76200"/>
                      <a:gd name="connsiteX11" fmla="*/ 71976 w 79128"/>
                      <a:gd name="connsiteY11" fmla="*/ 21431 h 76200"/>
                      <a:gd name="connsiteX12" fmla="*/ 67214 w 79128"/>
                      <a:gd name="connsiteY12" fmla="*/ 14288 h 76200"/>
                      <a:gd name="connsiteX13" fmla="*/ 52926 w 79128"/>
                      <a:gd name="connsiteY13" fmla="*/ 0 h 7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9128" h="76200">
                        <a:moveTo>
                          <a:pt x="52926" y="0"/>
                        </a:moveTo>
                        <a:lnTo>
                          <a:pt x="52926" y="0"/>
                        </a:lnTo>
                        <a:cubicBezTo>
                          <a:pt x="45782" y="1588"/>
                          <a:pt x="38489" y="2611"/>
                          <a:pt x="31495" y="4763"/>
                        </a:cubicBezTo>
                        <a:cubicBezTo>
                          <a:pt x="28795" y="5594"/>
                          <a:pt x="17356" y="11758"/>
                          <a:pt x="14826" y="14288"/>
                        </a:cubicBezTo>
                        <a:cubicBezTo>
                          <a:pt x="8642" y="20472"/>
                          <a:pt x="6693" y="25791"/>
                          <a:pt x="2920" y="33338"/>
                        </a:cubicBezTo>
                        <a:cubicBezTo>
                          <a:pt x="4926" y="51390"/>
                          <a:pt x="0" y="54500"/>
                          <a:pt x="14826" y="61913"/>
                        </a:cubicBezTo>
                        <a:cubicBezTo>
                          <a:pt x="17753" y="63377"/>
                          <a:pt x="21176" y="63500"/>
                          <a:pt x="24351" y="64294"/>
                        </a:cubicBezTo>
                        <a:cubicBezTo>
                          <a:pt x="35684" y="71848"/>
                          <a:pt x="27043" y="67245"/>
                          <a:pt x="41020" y="71438"/>
                        </a:cubicBezTo>
                        <a:cubicBezTo>
                          <a:pt x="45828" y="72881"/>
                          <a:pt x="55307" y="76200"/>
                          <a:pt x="55307" y="76200"/>
                        </a:cubicBezTo>
                        <a:cubicBezTo>
                          <a:pt x="60863" y="75406"/>
                          <a:pt x="66847" y="76098"/>
                          <a:pt x="71976" y="73819"/>
                        </a:cubicBezTo>
                        <a:cubicBezTo>
                          <a:pt x="79128" y="70641"/>
                          <a:pt x="78980" y="48743"/>
                          <a:pt x="79120" y="47625"/>
                        </a:cubicBezTo>
                        <a:cubicBezTo>
                          <a:pt x="76784" y="31273"/>
                          <a:pt x="78903" y="33553"/>
                          <a:pt x="71976" y="21431"/>
                        </a:cubicBezTo>
                        <a:cubicBezTo>
                          <a:pt x="70556" y="18946"/>
                          <a:pt x="69368" y="16172"/>
                          <a:pt x="67214" y="14288"/>
                        </a:cubicBezTo>
                        <a:cubicBezTo>
                          <a:pt x="51605" y="631"/>
                          <a:pt x="55307" y="2381"/>
                          <a:pt x="52926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4" name="Freeform 93"/>
                  <p:cNvSpPr/>
                  <p:nvPr/>
                </p:nvSpPr>
                <p:spPr>
                  <a:xfrm>
                    <a:off x="4910138" y="5657850"/>
                    <a:ext cx="369093" cy="166688"/>
                  </a:xfrm>
                  <a:custGeom>
                    <a:avLst/>
                    <a:gdLst>
                      <a:gd name="connsiteX0" fmla="*/ 369093 w 369093"/>
                      <a:gd name="connsiteY0" fmla="*/ 0 h 166688"/>
                      <a:gd name="connsiteX1" fmla="*/ 369093 w 369093"/>
                      <a:gd name="connsiteY1" fmla="*/ 0 h 166688"/>
                      <a:gd name="connsiteX2" fmla="*/ 345281 w 369093"/>
                      <a:gd name="connsiteY2" fmla="*/ 2381 h 166688"/>
                      <a:gd name="connsiteX3" fmla="*/ 290512 w 369093"/>
                      <a:gd name="connsiteY3" fmla="*/ 4763 h 166688"/>
                      <a:gd name="connsiteX4" fmla="*/ 271462 w 369093"/>
                      <a:gd name="connsiteY4" fmla="*/ 9525 h 166688"/>
                      <a:gd name="connsiteX5" fmla="*/ 259556 w 369093"/>
                      <a:gd name="connsiteY5" fmla="*/ 11906 h 166688"/>
                      <a:gd name="connsiteX6" fmla="*/ 230981 w 369093"/>
                      <a:gd name="connsiteY6" fmla="*/ 14288 h 166688"/>
                      <a:gd name="connsiteX7" fmla="*/ 223837 w 369093"/>
                      <a:gd name="connsiteY7" fmla="*/ 16669 h 166688"/>
                      <a:gd name="connsiteX8" fmla="*/ 183356 w 369093"/>
                      <a:gd name="connsiteY8" fmla="*/ 23813 h 166688"/>
                      <a:gd name="connsiteX9" fmla="*/ 169068 w 369093"/>
                      <a:gd name="connsiteY9" fmla="*/ 26194 h 166688"/>
                      <a:gd name="connsiteX10" fmla="*/ 154781 w 369093"/>
                      <a:gd name="connsiteY10" fmla="*/ 30956 h 166688"/>
                      <a:gd name="connsiteX11" fmla="*/ 150018 w 369093"/>
                      <a:gd name="connsiteY11" fmla="*/ 38100 h 166688"/>
                      <a:gd name="connsiteX12" fmla="*/ 142875 w 369093"/>
                      <a:gd name="connsiteY12" fmla="*/ 40481 h 166688"/>
                      <a:gd name="connsiteX13" fmla="*/ 126206 w 369093"/>
                      <a:gd name="connsiteY13" fmla="*/ 52388 h 166688"/>
                      <a:gd name="connsiteX14" fmla="*/ 111918 w 369093"/>
                      <a:gd name="connsiteY14" fmla="*/ 61913 h 166688"/>
                      <a:gd name="connsiteX15" fmla="*/ 95250 w 369093"/>
                      <a:gd name="connsiteY15" fmla="*/ 66675 h 166688"/>
                      <a:gd name="connsiteX16" fmla="*/ 83343 w 369093"/>
                      <a:gd name="connsiteY16" fmla="*/ 78581 h 166688"/>
                      <a:gd name="connsiteX17" fmla="*/ 64293 w 369093"/>
                      <a:gd name="connsiteY17" fmla="*/ 88106 h 166688"/>
                      <a:gd name="connsiteX18" fmla="*/ 50006 w 369093"/>
                      <a:gd name="connsiteY18" fmla="*/ 102394 h 166688"/>
                      <a:gd name="connsiteX19" fmla="*/ 42862 w 369093"/>
                      <a:gd name="connsiteY19" fmla="*/ 111919 h 166688"/>
                      <a:gd name="connsiteX20" fmla="*/ 33337 w 369093"/>
                      <a:gd name="connsiteY20" fmla="*/ 121444 h 166688"/>
                      <a:gd name="connsiteX21" fmla="*/ 19050 w 369093"/>
                      <a:gd name="connsiteY21" fmla="*/ 135731 h 166688"/>
                      <a:gd name="connsiteX22" fmla="*/ 11906 w 369093"/>
                      <a:gd name="connsiteY22" fmla="*/ 152400 h 166688"/>
                      <a:gd name="connsiteX23" fmla="*/ 9525 w 369093"/>
                      <a:gd name="connsiteY23" fmla="*/ 159544 h 166688"/>
                      <a:gd name="connsiteX24" fmla="*/ 2381 w 369093"/>
                      <a:gd name="connsiteY24" fmla="*/ 164306 h 166688"/>
                      <a:gd name="connsiteX25" fmla="*/ 0 w 369093"/>
                      <a:gd name="connsiteY25" fmla="*/ 166688 h 166688"/>
                      <a:gd name="connsiteX26" fmla="*/ 61912 w 369093"/>
                      <a:gd name="connsiteY26" fmla="*/ 166688 h 166688"/>
                      <a:gd name="connsiteX27" fmla="*/ 135731 w 369093"/>
                      <a:gd name="connsiteY27" fmla="*/ 150019 h 166688"/>
                      <a:gd name="connsiteX28" fmla="*/ 214312 w 369093"/>
                      <a:gd name="connsiteY28" fmla="*/ 126206 h 166688"/>
                      <a:gd name="connsiteX29" fmla="*/ 273843 w 369093"/>
                      <a:gd name="connsiteY29" fmla="*/ 90488 h 166688"/>
                      <a:gd name="connsiteX30" fmla="*/ 369093 w 369093"/>
                      <a:gd name="connsiteY30" fmla="*/ 0 h 166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369093" h="166688">
                        <a:moveTo>
                          <a:pt x="369093" y="0"/>
                        </a:moveTo>
                        <a:lnTo>
                          <a:pt x="369093" y="0"/>
                        </a:lnTo>
                        <a:cubicBezTo>
                          <a:pt x="361156" y="794"/>
                          <a:pt x="353243" y="1898"/>
                          <a:pt x="345281" y="2381"/>
                        </a:cubicBezTo>
                        <a:cubicBezTo>
                          <a:pt x="327041" y="3487"/>
                          <a:pt x="308701" y="3003"/>
                          <a:pt x="290512" y="4763"/>
                        </a:cubicBezTo>
                        <a:cubicBezTo>
                          <a:pt x="283997" y="5393"/>
                          <a:pt x="277812" y="7938"/>
                          <a:pt x="271462" y="9525"/>
                        </a:cubicBezTo>
                        <a:cubicBezTo>
                          <a:pt x="267536" y="10507"/>
                          <a:pt x="263576" y="11433"/>
                          <a:pt x="259556" y="11906"/>
                        </a:cubicBezTo>
                        <a:cubicBezTo>
                          <a:pt x="250063" y="13023"/>
                          <a:pt x="240506" y="13494"/>
                          <a:pt x="230981" y="14288"/>
                        </a:cubicBezTo>
                        <a:cubicBezTo>
                          <a:pt x="228600" y="15082"/>
                          <a:pt x="226272" y="16060"/>
                          <a:pt x="223837" y="16669"/>
                        </a:cubicBezTo>
                        <a:cubicBezTo>
                          <a:pt x="215291" y="18805"/>
                          <a:pt x="185313" y="23487"/>
                          <a:pt x="183356" y="23813"/>
                        </a:cubicBezTo>
                        <a:lnTo>
                          <a:pt x="169068" y="26194"/>
                        </a:lnTo>
                        <a:lnTo>
                          <a:pt x="154781" y="30956"/>
                        </a:lnTo>
                        <a:cubicBezTo>
                          <a:pt x="152066" y="31861"/>
                          <a:pt x="152253" y="36312"/>
                          <a:pt x="150018" y="38100"/>
                        </a:cubicBezTo>
                        <a:cubicBezTo>
                          <a:pt x="148058" y="39668"/>
                          <a:pt x="145256" y="39687"/>
                          <a:pt x="142875" y="40481"/>
                        </a:cubicBezTo>
                        <a:cubicBezTo>
                          <a:pt x="119621" y="55984"/>
                          <a:pt x="155780" y="31686"/>
                          <a:pt x="126206" y="52388"/>
                        </a:cubicBezTo>
                        <a:cubicBezTo>
                          <a:pt x="121517" y="55670"/>
                          <a:pt x="117348" y="60103"/>
                          <a:pt x="111918" y="61913"/>
                        </a:cubicBezTo>
                        <a:cubicBezTo>
                          <a:pt x="101670" y="65329"/>
                          <a:pt x="107210" y="63685"/>
                          <a:pt x="95250" y="66675"/>
                        </a:cubicBezTo>
                        <a:cubicBezTo>
                          <a:pt x="90109" y="74387"/>
                          <a:pt x="91659" y="74045"/>
                          <a:pt x="83343" y="78581"/>
                        </a:cubicBezTo>
                        <a:cubicBezTo>
                          <a:pt x="77110" y="81981"/>
                          <a:pt x="64293" y="88106"/>
                          <a:pt x="64293" y="88106"/>
                        </a:cubicBezTo>
                        <a:cubicBezTo>
                          <a:pt x="53976" y="108742"/>
                          <a:pt x="66674" y="88107"/>
                          <a:pt x="50006" y="102394"/>
                        </a:cubicBezTo>
                        <a:cubicBezTo>
                          <a:pt x="46993" y="104977"/>
                          <a:pt x="45475" y="108932"/>
                          <a:pt x="42862" y="111919"/>
                        </a:cubicBezTo>
                        <a:cubicBezTo>
                          <a:pt x="39905" y="115298"/>
                          <a:pt x="36259" y="118035"/>
                          <a:pt x="33337" y="121444"/>
                        </a:cubicBezTo>
                        <a:cubicBezTo>
                          <a:pt x="20803" y="136068"/>
                          <a:pt x="38590" y="121077"/>
                          <a:pt x="19050" y="135731"/>
                        </a:cubicBezTo>
                        <a:cubicBezTo>
                          <a:pt x="13461" y="152494"/>
                          <a:pt x="20738" y="131789"/>
                          <a:pt x="11906" y="152400"/>
                        </a:cubicBezTo>
                        <a:cubicBezTo>
                          <a:pt x="10917" y="154707"/>
                          <a:pt x="11093" y="157584"/>
                          <a:pt x="9525" y="159544"/>
                        </a:cubicBezTo>
                        <a:cubicBezTo>
                          <a:pt x="7737" y="161779"/>
                          <a:pt x="4670" y="162589"/>
                          <a:pt x="2381" y="164306"/>
                        </a:cubicBezTo>
                        <a:cubicBezTo>
                          <a:pt x="1483" y="164980"/>
                          <a:pt x="794" y="165894"/>
                          <a:pt x="0" y="166688"/>
                        </a:cubicBezTo>
                        <a:lnTo>
                          <a:pt x="61912" y="166688"/>
                        </a:lnTo>
                        <a:lnTo>
                          <a:pt x="135731" y="150019"/>
                        </a:lnTo>
                        <a:lnTo>
                          <a:pt x="214312" y="126206"/>
                        </a:lnTo>
                        <a:lnTo>
                          <a:pt x="273843" y="90488"/>
                        </a:lnTo>
                        <a:lnTo>
                          <a:pt x="369093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5" name="Freeform 94"/>
                  <p:cNvSpPr/>
                  <p:nvPr/>
                </p:nvSpPr>
                <p:spPr>
                  <a:xfrm rot="14702545">
                    <a:off x="4678087" y="5572753"/>
                    <a:ext cx="241378" cy="195156"/>
                  </a:xfrm>
                  <a:custGeom>
                    <a:avLst/>
                    <a:gdLst>
                      <a:gd name="connsiteX0" fmla="*/ 66675 w 174954"/>
                      <a:gd name="connsiteY0" fmla="*/ 0 h 133350"/>
                      <a:gd name="connsiteX1" fmla="*/ 66675 w 174954"/>
                      <a:gd name="connsiteY1" fmla="*/ 0 h 133350"/>
                      <a:gd name="connsiteX2" fmla="*/ 85725 w 174954"/>
                      <a:gd name="connsiteY2" fmla="*/ 7144 h 133350"/>
                      <a:gd name="connsiteX3" fmla="*/ 92869 w 174954"/>
                      <a:gd name="connsiteY3" fmla="*/ 11907 h 133350"/>
                      <a:gd name="connsiteX4" fmla="*/ 102394 w 174954"/>
                      <a:gd name="connsiteY4" fmla="*/ 14288 h 133350"/>
                      <a:gd name="connsiteX5" fmla="*/ 123825 w 174954"/>
                      <a:gd name="connsiteY5" fmla="*/ 21432 h 133350"/>
                      <a:gd name="connsiteX6" fmla="*/ 130969 w 174954"/>
                      <a:gd name="connsiteY6" fmla="*/ 26194 h 133350"/>
                      <a:gd name="connsiteX7" fmla="*/ 140494 w 174954"/>
                      <a:gd name="connsiteY7" fmla="*/ 30957 h 133350"/>
                      <a:gd name="connsiteX8" fmla="*/ 152400 w 174954"/>
                      <a:gd name="connsiteY8" fmla="*/ 40482 h 133350"/>
                      <a:gd name="connsiteX9" fmla="*/ 157163 w 174954"/>
                      <a:gd name="connsiteY9" fmla="*/ 47625 h 133350"/>
                      <a:gd name="connsiteX10" fmla="*/ 166688 w 174954"/>
                      <a:gd name="connsiteY10" fmla="*/ 54769 h 133350"/>
                      <a:gd name="connsiteX11" fmla="*/ 169069 w 174954"/>
                      <a:gd name="connsiteY11" fmla="*/ 73819 h 133350"/>
                      <a:gd name="connsiteX12" fmla="*/ 161925 w 174954"/>
                      <a:gd name="connsiteY12" fmla="*/ 78582 h 133350"/>
                      <a:gd name="connsiteX13" fmla="*/ 157163 w 174954"/>
                      <a:gd name="connsiteY13" fmla="*/ 85725 h 133350"/>
                      <a:gd name="connsiteX14" fmla="*/ 150019 w 174954"/>
                      <a:gd name="connsiteY14" fmla="*/ 95250 h 133350"/>
                      <a:gd name="connsiteX15" fmla="*/ 147638 w 174954"/>
                      <a:gd name="connsiteY15" fmla="*/ 102394 h 133350"/>
                      <a:gd name="connsiteX16" fmla="*/ 126206 w 174954"/>
                      <a:gd name="connsiteY16" fmla="*/ 119063 h 133350"/>
                      <a:gd name="connsiteX17" fmla="*/ 107156 w 174954"/>
                      <a:gd name="connsiteY17" fmla="*/ 128588 h 133350"/>
                      <a:gd name="connsiteX18" fmla="*/ 90488 w 174954"/>
                      <a:gd name="connsiteY18" fmla="*/ 133350 h 133350"/>
                      <a:gd name="connsiteX19" fmla="*/ 76200 w 174954"/>
                      <a:gd name="connsiteY19" fmla="*/ 130969 h 133350"/>
                      <a:gd name="connsiteX20" fmla="*/ 59531 w 174954"/>
                      <a:gd name="connsiteY20" fmla="*/ 126207 h 133350"/>
                      <a:gd name="connsiteX21" fmla="*/ 42863 w 174954"/>
                      <a:gd name="connsiteY21" fmla="*/ 116682 h 133350"/>
                      <a:gd name="connsiteX22" fmla="*/ 33338 w 174954"/>
                      <a:gd name="connsiteY22" fmla="*/ 114300 h 133350"/>
                      <a:gd name="connsiteX23" fmla="*/ 19050 w 174954"/>
                      <a:gd name="connsiteY23" fmla="*/ 102394 h 133350"/>
                      <a:gd name="connsiteX24" fmla="*/ 11906 w 174954"/>
                      <a:gd name="connsiteY24" fmla="*/ 95250 h 133350"/>
                      <a:gd name="connsiteX25" fmla="*/ 7144 w 174954"/>
                      <a:gd name="connsiteY25" fmla="*/ 85725 h 133350"/>
                      <a:gd name="connsiteX26" fmla="*/ 2381 w 174954"/>
                      <a:gd name="connsiteY26" fmla="*/ 78582 h 133350"/>
                      <a:gd name="connsiteX27" fmla="*/ 0 w 174954"/>
                      <a:gd name="connsiteY27" fmla="*/ 71438 h 133350"/>
                      <a:gd name="connsiteX28" fmla="*/ 2381 w 174954"/>
                      <a:gd name="connsiteY28" fmla="*/ 38100 h 133350"/>
                      <a:gd name="connsiteX29" fmla="*/ 4763 w 174954"/>
                      <a:gd name="connsiteY29" fmla="*/ 30957 h 133350"/>
                      <a:gd name="connsiteX30" fmla="*/ 11906 w 174954"/>
                      <a:gd name="connsiteY30" fmla="*/ 23813 h 133350"/>
                      <a:gd name="connsiteX31" fmla="*/ 26194 w 174954"/>
                      <a:gd name="connsiteY31" fmla="*/ 7144 h 133350"/>
                      <a:gd name="connsiteX32" fmla="*/ 38100 w 174954"/>
                      <a:gd name="connsiteY32" fmla="*/ 4763 h 133350"/>
                      <a:gd name="connsiteX33" fmla="*/ 64294 w 174954"/>
                      <a:gd name="connsiteY33" fmla="*/ 2382 h 133350"/>
                      <a:gd name="connsiteX34" fmla="*/ 66675 w 174954"/>
                      <a:gd name="connsiteY34" fmla="*/ 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174954" h="133350">
                        <a:moveTo>
                          <a:pt x="66675" y="0"/>
                        </a:moveTo>
                        <a:lnTo>
                          <a:pt x="66675" y="0"/>
                        </a:lnTo>
                        <a:cubicBezTo>
                          <a:pt x="73025" y="2381"/>
                          <a:pt x="79551" y="4338"/>
                          <a:pt x="85725" y="7144"/>
                        </a:cubicBezTo>
                        <a:cubicBezTo>
                          <a:pt x="88331" y="8328"/>
                          <a:pt x="90238" y="10780"/>
                          <a:pt x="92869" y="11907"/>
                        </a:cubicBezTo>
                        <a:cubicBezTo>
                          <a:pt x="95877" y="13196"/>
                          <a:pt x="99259" y="13348"/>
                          <a:pt x="102394" y="14288"/>
                        </a:cubicBezTo>
                        <a:cubicBezTo>
                          <a:pt x="102452" y="14305"/>
                          <a:pt x="120225" y="20232"/>
                          <a:pt x="123825" y="21432"/>
                        </a:cubicBezTo>
                        <a:cubicBezTo>
                          <a:pt x="126540" y="22337"/>
                          <a:pt x="128484" y="24774"/>
                          <a:pt x="130969" y="26194"/>
                        </a:cubicBezTo>
                        <a:cubicBezTo>
                          <a:pt x="134051" y="27955"/>
                          <a:pt x="137319" y="29369"/>
                          <a:pt x="140494" y="30957"/>
                        </a:cubicBezTo>
                        <a:cubicBezTo>
                          <a:pt x="154138" y="51423"/>
                          <a:pt x="135971" y="27340"/>
                          <a:pt x="152400" y="40482"/>
                        </a:cubicBezTo>
                        <a:cubicBezTo>
                          <a:pt x="154635" y="42270"/>
                          <a:pt x="155139" y="45601"/>
                          <a:pt x="157163" y="47625"/>
                        </a:cubicBezTo>
                        <a:cubicBezTo>
                          <a:pt x="159969" y="50431"/>
                          <a:pt x="163513" y="52388"/>
                          <a:pt x="166688" y="54769"/>
                        </a:cubicBezTo>
                        <a:cubicBezTo>
                          <a:pt x="171614" y="62159"/>
                          <a:pt x="174954" y="63521"/>
                          <a:pt x="169069" y="73819"/>
                        </a:cubicBezTo>
                        <a:cubicBezTo>
                          <a:pt x="167649" y="76304"/>
                          <a:pt x="164306" y="76994"/>
                          <a:pt x="161925" y="78582"/>
                        </a:cubicBezTo>
                        <a:cubicBezTo>
                          <a:pt x="160338" y="80963"/>
                          <a:pt x="158826" y="83396"/>
                          <a:pt x="157163" y="85725"/>
                        </a:cubicBezTo>
                        <a:cubicBezTo>
                          <a:pt x="154856" y="88955"/>
                          <a:pt x="151988" y="91804"/>
                          <a:pt x="150019" y="95250"/>
                        </a:cubicBezTo>
                        <a:cubicBezTo>
                          <a:pt x="148774" y="97429"/>
                          <a:pt x="149030" y="100305"/>
                          <a:pt x="147638" y="102394"/>
                        </a:cubicBezTo>
                        <a:cubicBezTo>
                          <a:pt x="143718" y="108274"/>
                          <a:pt x="130937" y="116697"/>
                          <a:pt x="126206" y="119063"/>
                        </a:cubicBezTo>
                        <a:cubicBezTo>
                          <a:pt x="119856" y="122238"/>
                          <a:pt x="114044" y="126866"/>
                          <a:pt x="107156" y="128588"/>
                        </a:cubicBezTo>
                        <a:cubicBezTo>
                          <a:pt x="95196" y="131578"/>
                          <a:pt x="100736" y="129934"/>
                          <a:pt x="90488" y="133350"/>
                        </a:cubicBezTo>
                        <a:cubicBezTo>
                          <a:pt x="85725" y="132556"/>
                          <a:pt x="80935" y="131916"/>
                          <a:pt x="76200" y="130969"/>
                        </a:cubicBezTo>
                        <a:cubicBezTo>
                          <a:pt x="68726" y="129474"/>
                          <a:pt x="66339" y="128476"/>
                          <a:pt x="59531" y="126207"/>
                        </a:cubicBezTo>
                        <a:cubicBezTo>
                          <a:pt x="53606" y="122256"/>
                          <a:pt x="49774" y="119274"/>
                          <a:pt x="42863" y="116682"/>
                        </a:cubicBezTo>
                        <a:cubicBezTo>
                          <a:pt x="39799" y="115533"/>
                          <a:pt x="36513" y="115094"/>
                          <a:pt x="33338" y="114300"/>
                        </a:cubicBezTo>
                        <a:cubicBezTo>
                          <a:pt x="12458" y="93423"/>
                          <a:pt x="38950" y="118978"/>
                          <a:pt x="19050" y="102394"/>
                        </a:cubicBezTo>
                        <a:cubicBezTo>
                          <a:pt x="16463" y="100238"/>
                          <a:pt x="14287" y="97631"/>
                          <a:pt x="11906" y="95250"/>
                        </a:cubicBezTo>
                        <a:cubicBezTo>
                          <a:pt x="10319" y="92075"/>
                          <a:pt x="8905" y="88807"/>
                          <a:pt x="7144" y="85725"/>
                        </a:cubicBezTo>
                        <a:cubicBezTo>
                          <a:pt x="5724" y="83240"/>
                          <a:pt x="3661" y="81142"/>
                          <a:pt x="2381" y="78582"/>
                        </a:cubicBezTo>
                        <a:cubicBezTo>
                          <a:pt x="1258" y="76337"/>
                          <a:pt x="794" y="73819"/>
                          <a:pt x="0" y="71438"/>
                        </a:cubicBezTo>
                        <a:cubicBezTo>
                          <a:pt x="794" y="60325"/>
                          <a:pt x="1079" y="49165"/>
                          <a:pt x="2381" y="38100"/>
                        </a:cubicBezTo>
                        <a:cubicBezTo>
                          <a:pt x="2674" y="35607"/>
                          <a:pt x="3371" y="33045"/>
                          <a:pt x="4763" y="30957"/>
                        </a:cubicBezTo>
                        <a:cubicBezTo>
                          <a:pt x="6631" y="28155"/>
                          <a:pt x="9750" y="26400"/>
                          <a:pt x="11906" y="23813"/>
                        </a:cubicBezTo>
                        <a:cubicBezTo>
                          <a:pt x="17458" y="17150"/>
                          <a:pt x="17315" y="12077"/>
                          <a:pt x="26194" y="7144"/>
                        </a:cubicBezTo>
                        <a:cubicBezTo>
                          <a:pt x="29732" y="5178"/>
                          <a:pt x="34084" y="5265"/>
                          <a:pt x="38100" y="4763"/>
                        </a:cubicBezTo>
                        <a:cubicBezTo>
                          <a:pt x="46800" y="3676"/>
                          <a:pt x="55563" y="3176"/>
                          <a:pt x="64294" y="2382"/>
                        </a:cubicBezTo>
                        <a:lnTo>
                          <a:pt x="66675" y="0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6" name="Freeform 95"/>
                  <p:cNvSpPr/>
                  <p:nvPr/>
                </p:nvSpPr>
                <p:spPr>
                  <a:xfrm rot="5576597">
                    <a:off x="4902977" y="5668372"/>
                    <a:ext cx="77771" cy="102605"/>
                  </a:xfrm>
                  <a:custGeom>
                    <a:avLst/>
                    <a:gdLst>
                      <a:gd name="connsiteX0" fmla="*/ 52926 w 79128"/>
                      <a:gd name="connsiteY0" fmla="*/ 0 h 76200"/>
                      <a:gd name="connsiteX1" fmla="*/ 52926 w 79128"/>
                      <a:gd name="connsiteY1" fmla="*/ 0 h 76200"/>
                      <a:gd name="connsiteX2" fmla="*/ 31495 w 79128"/>
                      <a:gd name="connsiteY2" fmla="*/ 4763 h 76200"/>
                      <a:gd name="connsiteX3" fmla="*/ 14826 w 79128"/>
                      <a:gd name="connsiteY3" fmla="*/ 14288 h 76200"/>
                      <a:gd name="connsiteX4" fmla="*/ 2920 w 79128"/>
                      <a:gd name="connsiteY4" fmla="*/ 33338 h 76200"/>
                      <a:gd name="connsiteX5" fmla="*/ 14826 w 79128"/>
                      <a:gd name="connsiteY5" fmla="*/ 61913 h 76200"/>
                      <a:gd name="connsiteX6" fmla="*/ 24351 w 79128"/>
                      <a:gd name="connsiteY6" fmla="*/ 64294 h 76200"/>
                      <a:gd name="connsiteX7" fmla="*/ 41020 w 79128"/>
                      <a:gd name="connsiteY7" fmla="*/ 71438 h 76200"/>
                      <a:gd name="connsiteX8" fmla="*/ 55307 w 79128"/>
                      <a:gd name="connsiteY8" fmla="*/ 76200 h 76200"/>
                      <a:gd name="connsiteX9" fmla="*/ 71976 w 79128"/>
                      <a:gd name="connsiteY9" fmla="*/ 73819 h 76200"/>
                      <a:gd name="connsiteX10" fmla="*/ 79120 w 79128"/>
                      <a:gd name="connsiteY10" fmla="*/ 47625 h 76200"/>
                      <a:gd name="connsiteX11" fmla="*/ 71976 w 79128"/>
                      <a:gd name="connsiteY11" fmla="*/ 21431 h 76200"/>
                      <a:gd name="connsiteX12" fmla="*/ 67214 w 79128"/>
                      <a:gd name="connsiteY12" fmla="*/ 14288 h 76200"/>
                      <a:gd name="connsiteX13" fmla="*/ 52926 w 79128"/>
                      <a:gd name="connsiteY13" fmla="*/ 0 h 7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9128" h="76200">
                        <a:moveTo>
                          <a:pt x="52926" y="0"/>
                        </a:moveTo>
                        <a:lnTo>
                          <a:pt x="52926" y="0"/>
                        </a:lnTo>
                        <a:cubicBezTo>
                          <a:pt x="45782" y="1588"/>
                          <a:pt x="38489" y="2611"/>
                          <a:pt x="31495" y="4763"/>
                        </a:cubicBezTo>
                        <a:cubicBezTo>
                          <a:pt x="28795" y="5594"/>
                          <a:pt x="17356" y="11758"/>
                          <a:pt x="14826" y="14288"/>
                        </a:cubicBezTo>
                        <a:cubicBezTo>
                          <a:pt x="8642" y="20472"/>
                          <a:pt x="6693" y="25791"/>
                          <a:pt x="2920" y="33338"/>
                        </a:cubicBezTo>
                        <a:cubicBezTo>
                          <a:pt x="4926" y="51390"/>
                          <a:pt x="0" y="54500"/>
                          <a:pt x="14826" y="61913"/>
                        </a:cubicBezTo>
                        <a:cubicBezTo>
                          <a:pt x="17753" y="63377"/>
                          <a:pt x="21176" y="63500"/>
                          <a:pt x="24351" y="64294"/>
                        </a:cubicBezTo>
                        <a:cubicBezTo>
                          <a:pt x="35684" y="71848"/>
                          <a:pt x="27043" y="67245"/>
                          <a:pt x="41020" y="71438"/>
                        </a:cubicBezTo>
                        <a:cubicBezTo>
                          <a:pt x="45828" y="72881"/>
                          <a:pt x="55307" y="76200"/>
                          <a:pt x="55307" y="76200"/>
                        </a:cubicBezTo>
                        <a:cubicBezTo>
                          <a:pt x="60863" y="75406"/>
                          <a:pt x="66847" y="76098"/>
                          <a:pt x="71976" y="73819"/>
                        </a:cubicBezTo>
                        <a:cubicBezTo>
                          <a:pt x="79128" y="70641"/>
                          <a:pt x="78980" y="48743"/>
                          <a:pt x="79120" y="47625"/>
                        </a:cubicBezTo>
                        <a:cubicBezTo>
                          <a:pt x="76784" y="31273"/>
                          <a:pt x="78903" y="33553"/>
                          <a:pt x="71976" y="21431"/>
                        </a:cubicBezTo>
                        <a:cubicBezTo>
                          <a:pt x="70556" y="18946"/>
                          <a:pt x="69368" y="16172"/>
                          <a:pt x="67214" y="14288"/>
                        </a:cubicBezTo>
                        <a:cubicBezTo>
                          <a:pt x="51605" y="631"/>
                          <a:pt x="55307" y="2381"/>
                          <a:pt x="52926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7" name="Freeform 96"/>
                  <p:cNvSpPr/>
                  <p:nvPr/>
                </p:nvSpPr>
                <p:spPr>
                  <a:xfrm rot="7233275">
                    <a:off x="4976839" y="5624458"/>
                    <a:ext cx="80963" cy="106299"/>
                  </a:xfrm>
                  <a:custGeom>
                    <a:avLst/>
                    <a:gdLst>
                      <a:gd name="connsiteX0" fmla="*/ 80963 w 80963"/>
                      <a:gd name="connsiteY0" fmla="*/ 33338 h 106299"/>
                      <a:gd name="connsiteX1" fmla="*/ 80963 w 80963"/>
                      <a:gd name="connsiteY1" fmla="*/ 33338 h 106299"/>
                      <a:gd name="connsiteX2" fmla="*/ 76200 w 80963"/>
                      <a:gd name="connsiteY2" fmla="*/ 54769 h 106299"/>
                      <a:gd name="connsiteX3" fmla="*/ 66675 w 80963"/>
                      <a:gd name="connsiteY3" fmla="*/ 69056 h 106299"/>
                      <a:gd name="connsiteX4" fmla="*/ 57150 w 80963"/>
                      <a:gd name="connsiteY4" fmla="*/ 83344 h 106299"/>
                      <a:gd name="connsiteX5" fmla="*/ 47625 w 80963"/>
                      <a:gd name="connsiteY5" fmla="*/ 97631 h 106299"/>
                      <a:gd name="connsiteX6" fmla="*/ 45244 w 80963"/>
                      <a:gd name="connsiteY6" fmla="*/ 104775 h 106299"/>
                      <a:gd name="connsiteX7" fmla="*/ 14288 w 80963"/>
                      <a:gd name="connsiteY7" fmla="*/ 100013 h 106299"/>
                      <a:gd name="connsiteX8" fmla="*/ 9525 w 80963"/>
                      <a:gd name="connsiteY8" fmla="*/ 92869 h 106299"/>
                      <a:gd name="connsiteX9" fmla="*/ 4763 w 80963"/>
                      <a:gd name="connsiteY9" fmla="*/ 69056 h 106299"/>
                      <a:gd name="connsiteX10" fmla="*/ 0 w 80963"/>
                      <a:gd name="connsiteY10" fmla="*/ 54769 h 106299"/>
                      <a:gd name="connsiteX11" fmla="*/ 2381 w 80963"/>
                      <a:gd name="connsiteY11" fmla="*/ 45244 h 106299"/>
                      <a:gd name="connsiteX12" fmla="*/ 4763 w 80963"/>
                      <a:gd name="connsiteY12" fmla="*/ 38100 h 106299"/>
                      <a:gd name="connsiteX13" fmla="*/ 9525 w 80963"/>
                      <a:gd name="connsiteY13" fmla="*/ 16669 h 106299"/>
                      <a:gd name="connsiteX14" fmla="*/ 14288 w 80963"/>
                      <a:gd name="connsiteY14" fmla="*/ 9525 h 106299"/>
                      <a:gd name="connsiteX15" fmla="*/ 23813 w 80963"/>
                      <a:gd name="connsiteY15" fmla="*/ 0 h 106299"/>
                      <a:gd name="connsiteX16" fmla="*/ 80963 w 80963"/>
                      <a:gd name="connsiteY16" fmla="*/ 33338 h 1062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0963" h="106299">
                        <a:moveTo>
                          <a:pt x="80963" y="33338"/>
                        </a:moveTo>
                        <a:lnTo>
                          <a:pt x="80963" y="33338"/>
                        </a:lnTo>
                        <a:cubicBezTo>
                          <a:pt x="79375" y="40482"/>
                          <a:pt x="78918" y="47974"/>
                          <a:pt x="76200" y="54769"/>
                        </a:cubicBezTo>
                        <a:cubicBezTo>
                          <a:pt x="74074" y="60083"/>
                          <a:pt x="66675" y="69056"/>
                          <a:pt x="66675" y="69056"/>
                        </a:cubicBezTo>
                        <a:cubicBezTo>
                          <a:pt x="62122" y="82718"/>
                          <a:pt x="67555" y="69967"/>
                          <a:pt x="57150" y="83344"/>
                        </a:cubicBezTo>
                        <a:cubicBezTo>
                          <a:pt x="53636" y="87862"/>
                          <a:pt x="47625" y="97631"/>
                          <a:pt x="47625" y="97631"/>
                        </a:cubicBezTo>
                        <a:cubicBezTo>
                          <a:pt x="46831" y="100012"/>
                          <a:pt x="47705" y="104283"/>
                          <a:pt x="45244" y="104775"/>
                        </a:cubicBezTo>
                        <a:cubicBezTo>
                          <a:pt x="37626" y="106299"/>
                          <a:pt x="23015" y="102195"/>
                          <a:pt x="14288" y="100013"/>
                        </a:cubicBezTo>
                        <a:cubicBezTo>
                          <a:pt x="12700" y="97632"/>
                          <a:pt x="10652" y="95500"/>
                          <a:pt x="9525" y="92869"/>
                        </a:cubicBezTo>
                        <a:cubicBezTo>
                          <a:pt x="7151" y="87329"/>
                          <a:pt x="5945" y="73782"/>
                          <a:pt x="4763" y="69056"/>
                        </a:cubicBezTo>
                        <a:cubicBezTo>
                          <a:pt x="3545" y="64186"/>
                          <a:pt x="0" y="54769"/>
                          <a:pt x="0" y="54769"/>
                        </a:cubicBezTo>
                        <a:cubicBezTo>
                          <a:pt x="794" y="51594"/>
                          <a:pt x="1482" y="48391"/>
                          <a:pt x="2381" y="45244"/>
                        </a:cubicBezTo>
                        <a:cubicBezTo>
                          <a:pt x="3071" y="42830"/>
                          <a:pt x="4218" y="40550"/>
                          <a:pt x="4763" y="38100"/>
                        </a:cubicBezTo>
                        <a:cubicBezTo>
                          <a:pt x="6226" y="31517"/>
                          <a:pt x="6309" y="23100"/>
                          <a:pt x="9525" y="16669"/>
                        </a:cubicBezTo>
                        <a:cubicBezTo>
                          <a:pt x="10805" y="14109"/>
                          <a:pt x="12425" y="11698"/>
                          <a:pt x="14288" y="9525"/>
                        </a:cubicBezTo>
                        <a:cubicBezTo>
                          <a:pt x="17210" y="6116"/>
                          <a:pt x="23813" y="0"/>
                          <a:pt x="23813" y="0"/>
                        </a:cubicBezTo>
                        <a:lnTo>
                          <a:pt x="80963" y="33338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8" name="Freeform 97"/>
                  <p:cNvSpPr/>
                  <p:nvPr/>
                </p:nvSpPr>
                <p:spPr>
                  <a:xfrm>
                    <a:off x="4641056" y="5219702"/>
                    <a:ext cx="164306" cy="202406"/>
                  </a:xfrm>
                  <a:custGeom>
                    <a:avLst/>
                    <a:gdLst>
                      <a:gd name="connsiteX0" fmla="*/ 150019 w 164306"/>
                      <a:gd name="connsiteY0" fmla="*/ 0 h 204787"/>
                      <a:gd name="connsiteX1" fmla="*/ 150019 w 164306"/>
                      <a:gd name="connsiteY1" fmla="*/ 0 h 204787"/>
                      <a:gd name="connsiteX2" fmla="*/ 128587 w 164306"/>
                      <a:gd name="connsiteY2" fmla="*/ 2381 h 204787"/>
                      <a:gd name="connsiteX3" fmla="*/ 73819 w 164306"/>
                      <a:gd name="connsiteY3" fmla="*/ 4762 h 204787"/>
                      <a:gd name="connsiteX4" fmla="*/ 66675 w 164306"/>
                      <a:gd name="connsiteY4" fmla="*/ 7144 h 204787"/>
                      <a:gd name="connsiteX5" fmla="*/ 50006 w 164306"/>
                      <a:gd name="connsiteY5" fmla="*/ 16669 h 204787"/>
                      <a:gd name="connsiteX6" fmla="*/ 42862 w 164306"/>
                      <a:gd name="connsiteY6" fmla="*/ 19050 h 204787"/>
                      <a:gd name="connsiteX7" fmla="*/ 35719 w 164306"/>
                      <a:gd name="connsiteY7" fmla="*/ 23812 h 204787"/>
                      <a:gd name="connsiteX8" fmla="*/ 21431 w 164306"/>
                      <a:gd name="connsiteY8" fmla="*/ 40481 h 204787"/>
                      <a:gd name="connsiteX9" fmla="*/ 11906 w 164306"/>
                      <a:gd name="connsiteY9" fmla="*/ 54769 h 204787"/>
                      <a:gd name="connsiteX10" fmla="*/ 7144 w 164306"/>
                      <a:gd name="connsiteY10" fmla="*/ 71437 h 204787"/>
                      <a:gd name="connsiteX11" fmla="*/ 4762 w 164306"/>
                      <a:gd name="connsiteY11" fmla="*/ 80962 h 204787"/>
                      <a:gd name="connsiteX12" fmla="*/ 2381 w 164306"/>
                      <a:gd name="connsiteY12" fmla="*/ 88106 h 204787"/>
                      <a:gd name="connsiteX13" fmla="*/ 0 w 164306"/>
                      <a:gd name="connsiteY13" fmla="*/ 100012 h 204787"/>
                      <a:gd name="connsiteX14" fmla="*/ 2381 w 164306"/>
                      <a:gd name="connsiteY14" fmla="*/ 154781 h 204787"/>
                      <a:gd name="connsiteX15" fmla="*/ 4762 w 164306"/>
                      <a:gd name="connsiteY15" fmla="*/ 161925 h 204787"/>
                      <a:gd name="connsiteX16" fmla="*/ 16669 w 164306"/>
                      <a:gd name="connsiteY16" fmla="*/ 176212 h 204787"/>
                      <a:gd name="connsiteX17" fmla="*/ 23812 w 164306"/>
                      <a:gd name="connsiteY17" fmla="*/ 178594 h 204787"/>
                      <a:gd name="connsiteX18" fmla="*/ 33337 w 164306"/>
                      <a:gd name="connsiteY18" fmla="*/ 183356 h 204787"/>
                      <a:gd name="connsiteX19" fmla="*/ 47625 w 164306"/>
                      <a:gd name="connsiteY19" fmla="*/ 192881 h 204787"/>
                      <a:gd name="connsiteX20" fmla="*/ 57150 w 164306"/>
                      <a:gd name="connsiteY20" fmla="*/ 195262 h 204787"/>
                      <a:gd name="connsiteX21" fmla="*/ 64294 w 164306"/>
                      <a:gd name="connsiteY21" fmla="*/ 197644 h 204787"/>
                      <a:gd name="connsiteX22" fmla="*/ 76200 w 164306"/>
                      <a:gd name="connsiteY22" fmla="*/ 200025 h 204787"/>
                      <a:gd name="connsiteX23" fmla="*/ 83344 w 164306"/>
                      <a:gd name="connsiteY23" fmla="*/ 202406 h 204787"/>
                      <a:gd name="connsiteX24" fmla="*/ 102394 w 164306"/>
                      <a:gd name="connsiteY24" fmla="*/ 204787 h 204787"/>
                      <a:gd name="connsiteX25" fmla="*/ 126206 w 164306"/>
                      <a:gd name="connsiteY25" fmla="*/ 202406 h 204787"/>
                      <a:gd name="connsiteX26" fmla="*/ 133350 w 164306"/>
                      <a:gd name="connsiteY26" fmla="*/ 200025 h 204787"/>
                      <a:gd name="connsiteX27" fmla="*/ 138112 w 164306"/>
                      <a:gd name="connsiteY27" fmla="*/ 192881 h 204787"/>
                      <a:gd name="connsiteX28" fmla="*/ 145256 w 164306"/>
                      <a:gd name="connsiteY28" fmla="*/ 188119 h 204787"/>
                      <a:gd name="connsiteX29" fmla="*/ 154781 w 164306"/>
                      <a:gd name="connsiteY29" fmla="*/ 173831 h 204787"/>
                      <a:gd name="connsiteX30" fmla="*/ 164306 w 164306"/>
                      <a:gd name="connsiteY30" fmla="*/ 157162 h 204787"/>
                      <a:gd name="connsiteX31" fmla="*/ 161925 w 164306"/>
                      <a:gd name="connsiteY31" fmla="*/ 130969 h 204787"/>
                      <a:gd name="connsiteX32" fmla="*/ 157162 w 164306"/>
                      <a:gd name="connsiteY32" fmla="*/ 107156 h 204787"/>
                      <a:gd name="connsiteX33" fmla="*/ 159544 w 164306"/>
                      <a:gd name="connsiteY33" fmla="*/ 80962 h 204787"/>
                      <a:gd name="connsiteX34" fmla="*/ 164306 w 164306"/>
                      <a:gd name="connsiteY34" fmla="*/ 64294 h 204787"/>
                      <a:gd name="connsiteX35" fmla="*/ 161925 w 164306"/>
                      <a:gd name="connsiteY35" fmla="*/ 35719 h 204787"/>
                      <a:gd name="connsiteX36" fmla="*/ 159544 w 164306"/>
                      <a:gd name="connsiteY36" fmla="*/ 28575 h 204787"/>
                      <a:gd name="connsiteX37" fmla="*/ 150019 w 164306"/>
                      <a:gd name="connsiteY37" fmla="*/ 11906 h 204787"/>
                      <a:gd name="connsiteX38" fmla="*/ 150019 w 164306"/>
                      <a:gd name="connsiteY38" fmla="*/ 0 h 204787"/>
                      <a:gd name="connsiteX0" fmla="*/ 150019 w 164306"/>
                      <a:gd name="connsiteY0" fmla="*/ 11906 h 204787"/>
                      <a:gd name="connsiteX1" fmla="*/ 150019 w 164306"/>
                      <a:gd name="connsiteY1" fmla="*/ 0 h 204787"/>
                      <a:gd name="connsiteX2" fmla="*/ 128587 w 164306"/>
                      <a:gd name="connsiteY2" fmla="*/ 2381 h 204787"/>
                      <a:gd name="connsiteX3" fmla="*/ 73819 w 164306"/>
                      <a:gd name="connsiteY3" fmla="*/ 4762 h 204787"/>
                      <a:gd name="connsiteX4" fmla="*/ 66675 w 164306"/>
                      <a:gd name="connsiteY4" fmla="*/ 7144 h 204787"/>
                      <a:gd name="connsiteX5" fmla="*/ 50006 w 164306"/>
                      <a:gd name="connsiteY5" fmla="*/ 16669 h 204787"/>
                      <a:gd name="connsiteX6" fmla="*/ 42862 w 164306"/>
                      <a:gd name="connsiteY6" fmla="*/ 19050 h 204787"/>
                      <a:gd name="connsiteX7" fmla="*/ 35719 w 164306"/>
                      <a:gd name="connsiteY7" fmla="*/ 23812 h 204787"/>
                      <a:gd name="connsiteX8" fmla="*/ 21431 w 164306"/>
                      <a:gd name="connsiteY8" fmla="*/ 40481 h 204787"/>
                      <a:gd name="connsiteX9" fmla="*/ 11906 w 164306"/>
                      <a:gd name="connsiteY9" fmla="*/ 54769 h 204787"/>
                      <a:gd name="connsiteX10" fmla="*/ 7144 w 164306"/>
                      <a:gd name="connsiteY10" fmla="*/ 71437 h 204787"/>
                      <a:gd name="connsiteX11" fmla="*/ 4762 w 164306"/>
                      <a:gd name="connsiteY11" fmla="*/ 80962 h 204787"/>
                      <a:gd name="connsiteX12" fmla="*/ 2381 w 164306"/>
                      <a:gd name="connsiteY12" fmla="*/ 88106 h 204787"/>
                      <a:gd name="connsiteX13" fmla="*/ 0 w 164306"/>
                      <a:gd name="connsiteY13" fmla="*/ 100012 h 204787"/>
                      <a:gd name="connsiteX14" fmla="*/ 2381 w 164306"/>
                      <a:gd name="connsiteY14" fmla="*/ 154781 h 204787"/>
                      <a:gd name="connsiteX15" fmla="*/ 4762 w 164306"/>
                      <a:gd name="connsiteY15" fmla="*/ 161925 h 204787"/>
                      <a:gd name="connsiteX16" fmla="*/ 16669 w 164306"/>
                      <a:gd name="connsiteY16" fmla="*/ 176212 h 204787"/>
                      <a:gd name="connsiteX17" fmla="*/ 23812 w 164306"/>
                      <a:gd name="connsiteY17" fmla="*/ 178594 h 204787"/>
                      <a:gd name="connsiteX18" fmla="*/ 33337 w 164306"/>
                      <a:gd name="connsiteY18" fmla="*/ 183356 h 204787"/>
                      <a:gd name="connsiteX19" fmla="*/ 47625 w 164306"/>
                      <a:gd name="connsiteY19" fmla="*/ 192881 h 204787"/>
                      <a:gd name="connsiteX20" fmla="*/ 57150 w 164306"/>
                      <a:gd name="connsiteY20" fmla="*/ 195262 h 204787"/>
                      <a:gd name="connsiteX21" fmla="*/ 64294 w 164306"/>
                      <a:gd name="connsiteY21" fmla="*/ 197644 h 204787"/>
                      <a:gd name="connsiteX22" fmla="*/ 76200 w 164306"/>
                      <a:gd name="connsiteY22" fmla="*/ 200025 h 204787"/>
                      <a:gd name="connsiteX23" fmla="*/ 83344 w 164306"/>
                      <a:gd name="connsiteY23" fmla="*/ 202406 h 204787"/>
                      <a:gd name="connsiteX24" fmla="*/ 102394 w 164306"/>
                      <a:gd name="connsiteY24" fmla="*/ 204787 h 204787"/>
                      <a:gd name="connsiteX25" fmla="*/ 126206 w 164306"/>
                      <a:gd name="connsiteY25" fmla="*/ 202406 h 204787"/>
                      <a:gd name="connsiteX26" fmla="*/ 133350 w 164306"/>
                      <a:gd name="connsiteY26" fmla="*/ 200025 h 204787"/>
                      <a:gd name="connsiteX27" fmla="*/ 138112 w 164306"/>
                      <a:gd name="connsiteY27" fmla="*/ 192881 h 204787"/>
                      <a:gd name="connsiteX28" fmla="*/ 145256 w 164306"/>
                      <a:gd name="connsiteY28" fmla="*/ 188119 h 204787"/>
                      <a:gd name="connsiteX29" fmla="*/ 154781 w 164306"/>
                      <a:gd name="connsiteY29" fmla="*/ 173831 h 204787"/>
                      <a:gd name="connsiteX30" fmla="*/ 164306 w 164306"/>
                      <a:gd name="connsiteY30" fmla="*/ 157162 h 204787"/>
                      <a:gd name="connsiteX31" fmla="*/ 161925 w 164306"/>
                      <a:gd name="connsiteY31" fmla="*/ 130969 h 204787"/>
                      <a:gd name="connsiteX32" fmla="*/ 157162 w 164306"/>
                      <a:gd name="connsiteY32" fmla="*/ 107156 h 204787"/>
                      <a:gd name="connsiteX33" fmla="*/ 159544 w 164306"/>
                      <a:gd name="connsiteY33" fmla="*/ 80962 h 204787"/>
                      <a:gd name="connsiteX34" fmla="*/ 164306 w 164306"/>
                      <a:gd name="connsiteY34" fmla="*/ 64294 h 204787"/>
                      <a:gd name="connsiteX35" fmla="*/ 161925 w 164306"/>
                      <a:gd name="connsiteY35" fmla="*/ 35719 h 204787"/>
                      <a:gd name="connsiteX36" fmla="*/ 159544 w 164306"/>
                      <a:gd name="connsiteY36" fmla="*/ 28575 h 204787"/>
                      <a:gd name="connsiteX37" fmla="*/ 150019 w 164306"/>
                      <a:gd name="connsiteY37" fmla="*/ 11906 h 204787"/>
                      <a:gd name="connsiteX0" fmla="*/ 150019 w 164306"/>
                      <a:gd name="connsiteY0" fmla="*/ 9525 h 202406"/>
                      <a:gd name="connsiteX1" fmla="*/ 128587 w 164306"/>
                      <a:gd name="connsiteY1" fmla="*/ 0 h 202406"/>
                      <a:gd name="connsiteX2" fmla="*/ 73819 w 164306"/>
                      <a:gd name="connsiteY2" fmla="*/ 2381 h 202406"/>
                      <a:gd name="connsiteX3" fmla="*/ 66675 w 164306"/>
                      <a:gd name="connsiteY3" fmla="*/ 4763 h 202406"/>
                      <a:gd name="connsiteX4" fmla="*/ 50006 w 164306"/>
                      <a:gd name="connsiteY4" fmla="*/ 14288 h 202406"/>
                      <a:gd name="connsiteX5" fmla="*/ 42862 w 164306"/>
                      <a:gd name="connsiteY5" fmla="*/ 16669 h 202406"/>
                      <a:gd name="connsiteX6" fmla="*/ 35719 w 164306"/>
                      <a:gd name="connsiteY6" fmla="*/ 21431 h 202406"/>
                      <a:gd name="connsiteX7" fmla="*/ 21431 w 164306"/>
                      <a:gd name="connsiteY7" fmla="*/ 38100 h 202406"/>
                      <a:gd name="connsiteX8" fmla="*/ 11906 w 164306"/>
                      <a:gd name="connsiteY8" fmla="*/ 52388 h 202406"/>
                      <a:gd name="connsiteX9" fmla="*/ 7144 w 164306"/>
                      <a:gd name="connsiteY9" fmla="*/ 69056 h 202406"/>
                      <a:gd name="connsiteX10" fmla="*/ 4762 w 164306"/>
                      <a:gd name="connsiteY10" fmla="*/ 78581 h 202406"/>
                      <a:gd name="connsiteX11" fmla="*/ 2381 w 164306"/>
                      <a:gd name="connsiteY11" fmla="*/ 85725 h 202406"/>
                      <a:gd name="connsiteX12" fmla="*/ 0 w 164306"/>
                      <a:gd name="connsiteY12" fmla="*/ 97631 h 202406"/>
                      <a:gd name="connsiteX13" fmla="*/ 2381 w 164306"/>
                      <a:gd name="connsiteY13" fmla="*/ 152400 h 202406"/>
                      <a:gd name="connsiteX14" fmla="*/ 4762 w 164306"/>
                      <a:gd name="connsiteY14" fmla="*/ 159544 h 202406"/>
                      <a:gd name="connsiteX15" fmla="*/ 16669 w 164306"/>
                      <a:gd name="connsiteY15" fmla="*/ 173831 h 202406"/>
                      <a:gd name="connsiteX16" fmla="*/ 23812 w 164306"/>
                      <a:gd name="connsiteY16" fmla="*/ 176213 h 202406"/>
                      <a:gd name="connsiteX17" fmla="*/ 33337 w 164306"/>
                      <a:gd name="connsiteY17" fmla="*/ 180975 h 202406"/>
                      <a:gd name="connsiteX18" fmla="*/ 47625 w 164306"/>
                      <a:gd name="connsiteY18" fmla="*/ 190500 h 202406"/>
                      <a:gd name="connsiteX19" fmla="*/ 57150 w 164306"/>
                      <a:gd name="connsiteY19" fmla="*/ 192881 h 202406"/>
                      <a:gd name="connsiteX20" fmla="*/ 64294 w 164306"/>
                      <a:gd name="connsiteY20" fmla="*/ 195263 h 202406"/>
                      <a:gd name="connsiteX21" fmla="*/ 76200 w 164306"/>
                      <a:gd name="connsiteY21" fmla="*/ 197644 h 202406"/>
                      <a:gd name="connsiteX22" fmla="*/ 83344 w 164306"/>
                      <a:gd name="connsiteY22" fmla="*/ 200025 h 202406"/>
                      <a:gd name="connsiteX23" fmla="*/ 102394 w 164306"/>
                      <a:gd name="connsiteY23" fmla="*/ 202406 h 202406"/>
                      <a:gd name="connsiteX24" fmla="*/ 126206 w 164306"/>
                      <a:gd name="connsiteY24" fmla="*/ 200025 h 202406"/>
                      <a:gd name="connsiteX25" fmla="*/ 133350 w 164306"/>
                      <a:gd name="connsiteY25" fmla="*/ 197644 h 202406"/>
                      <a:gd name="connsiteX26" fmla="*/ 138112 w 164306"/>
                      <a:gd name="connsiteY26" fmla="*/ 190500 h 202406"/>
                      <a:gd name="connsiteX27" fmla="*/ 145256 w 164306"/>
                      <a:gd name="connsiteY27" fmla="*/ 185738 h 202406"/>
                      <a:gd name="connsiteX28" fmla="*/ 154781 w 164306"/>
                      <a:gd name="connsiteY28" fmla="*/ 171450 h 202406"/>
                      <a:gd name="connsiteX29" fmla="*/ 164306 w 164306"/>
                      <a:gd name="connsiteY29" fmla="*/ 154781 h 202406"/>
                      <a:gd name="connsiteX30" fmla="*/ 161925 w 164306"/>
                      <a:gd name="connsiteY30" fmla="*/ 128588 h 202406"/>
                      <a:gd name="connsiteX31" fmla="*/ 157162 w 164306"/>
                      <a:gd name="connsiteY31" fmla="*/ 104775 h 202406"/>
                      <a:gd name="connsiteX32" fmla="*/ 159544 w 164306"/>
                      <a:gd name="connsiteY32" fmla="*/ 78581 h 202406"/>
                      <a:gd name="connsiteX33" fmla="*/ 164306 w 164306"/>
                      <a:gd name="connsiteY33" fmla="*/ 61913 h 202406"/>
                      <a:gd name="connsiteX34" fmla="*/ 161925 w 164306"/>
                      <a:gd name="connsiteY34" fmla="*/ 33338 h 202406"/>
                      <a:gd name="connsiteX35" fmla="*/ 159544 w 164306"/>
                      <a:gd name="connsiteY35" fmla="*/ 26194 h 202406"/>
                      <a:gd name="connsiteX36" fmla="*/ 150019 w 164306"/>
                      <a:gd name="connsiteY36" fmla="*/ 9525 h 2024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</a:cxnLst>
                    <a:rect l="l" t="t" r="r" b="b"/>
                    <a:pathLst>
                      <a:path w="164306" h="202406">
                        <a:moveTo>
                          <a:pt x="150019" y="9525"/>
                        </a:moveTo>
                        <a:cubicBezTo>
                          <a:pt x="144860" y="5159"/>
                          <a:pt x="141287" y="1191"/>
                          <a:pt x="128587" y="0"/>
                        </a:cubicBezTo>
                        <a:cubicBezTo>
                          <a:pt x="110349" y="1140"/>
                          <a:pt x="92038" y="979"/>
                          <a:pt x="73819" y="2381"/>
                        </a:cubicBezTo>
                        <a:cubicBezTo>
                          <a:pt x="71316" y="2574"/>
                          <a:pt x="68982" y="3774"/>
                          <a:pt x="66675" y="4763"/>
                        </a:cubicBezTo>
                        <a:cubicBezTo>
                          <a:pt x="37433" y="17295"/>
                          <a:pt x="73937" y="2323"/>
                          <a:pt x="50006" y="14288"/>
                        </a:cubicBezTo>
                        <a:cubicBezTo>
                          <a:pt x="47761" y="15411"/>
                          <a:pt x="45243" y="15875"/>
                          <a:pt x="42862" y="16669"/>
                        </a:cubicBezTo>
                        <a:cubicBezTo>
                          <a:pt x="40481" y="18256"/>
                          <a:pt x="37917" y="19599"/>
                          <a:pt x="35719" y="21431"/>
                        </a:cubicBezTo>
                        <a:cubicBezTo>
                          <a:pt x="29800" y="26364"/>
                          <a:pt x="25845" y="31794"/>
                          <a:pt x="21431" y="38100"/>
                        </a:cubicBezTo>
                        <a:cubicBezTo>
                          <a:pt x="18149" y="42789"/>
                          <a:pt x="11906" y="52388"/>
                          <a:pt x="11906" y="52388"/>
                        </a:cubicBezTo>
                        <a:cubicBezTo>
                          <a:pt x="4475" y="82114"/>
                          <a:pt x="13966" y="45183"/>
                          <a:pt x="7144" y="69056"/>
                        </a:cubicBezTo>
                        <a:cubicBezTo>
                          <a:pt x="6245" y="72203"/>
                          <a:pt x="5661" y="75434"/>
                          <a:pt x="4762" y="78581"/>
                        </a:cubicBezTo>
                        <a:cubicBezTo>
                          <a:pt x="4072" y="80995"/>
                          <a:pt x="2990" y="83290"/>
                          <a:pt x="2381" y="85725"/>
                        </a:cubicBezTo>
                        <a:cubicBezTo>
                          <a:pt x="1399" y="89651"/>
                          <a:pt x="794" y="93662"/>
                          <a:pt x="0" y="97631"/>
                        </a:cubicBezTo>
                        <a:cubicBezTo>
                          <a:pt x="794" y="115887"/>
                          <a:pt x="980" y="134180"/>
                          <a:pt x="2381" y="152400"/>
                        </a:cubicBezTo>
                        <a:cubicBezTo>
                          <a:pt x="2573" y="154903"/>
                          <a:pt x="3639" y="157299"/>
                          <a:pt x="4762" y="159544"/>
                        </a:cubicBezTo>
                        <a:cubicBezTo>
                          <a:pt x="6959" y="163938"/>
                          <a:pt x="12718" y="171197"/>
                          <a:pt x="16669" y="173831"/>
                        </a:cubicBezTo>
                        <a:cubicBezTo>
                          <a:pt x="18757" y="175223"/>
                          <a:pt x="21505" y="175224"/>
                          <a:pt x="23812" y="176213"/>
                        </a:cubicBezTo>
                        <a:cubicBezTo>
                          <a:pt x="27075" y="177611"/>
                          <a:pt x="30293" y="179149"/>
                          <a:pt x="33337" y="180975"/>
                        </a:cubicBezTo>
                        <a:cubicBezTo>
                          <a:pt x="38245" y="183920"/>
                          <a:pt x="42862" y="187325"/>
                          <a:pt x="47625" y="190500"/>
                        </a:cubicBezTo>
                        <a:cubicBezTo>
                          <a:pt x="50348" y="192315"/>
                          <a:pt x="54003" y="191982"/>
                          <a:pt x="57150" y="192881"/>
                        </a:cubicBezTo>
                        <a:cubicBezTo>
                          <a:pt x="59564" y="193571"/>
                          <a:pt x="61859" y="194654"/>
                          <a:pt x="64294" y="195263"/>
                        </a:cubicBezTo>
                        <a:cubicBezTo>
                          <a:pt x="68220" y="196245"/>
                          <a:pt x="72274" y="196662"/>
                          <a:pt x="76200" y="197644"/>
                        </a:cubicBezTo>
                        <a:cubicBezTo>
                          <a:pt x="78635" y="198253"/>
                          <a:pt x="80874" y="199576"/>
                          <a:pt x="83344" y="200025"/>
                        </a:cubicBezTo>
                        <a:cubicBezTo>
                          <a:pt x="89640" y="201170"/>
                          <a:pt x="96044" y="201612"/>
                          <a:pt x="102394" y="202406"/>
                        </a:cubicBezTo>
                        <a:cubicBezTo>
                          <a:pt x="110331" y="201612"/>
                          <a:pt x="118322" y="201238"/>
                          <a:pt x="126206" y="200025"/>
                        </a:cubicBezTo>
                        <a:cubicBezTo>
                          <a:pt x="128687" y="199643"/>
                          <a:pt x="131390" y="199212"/>
                          <a:pt x="133350" y="197644"/>
                        </a:cubicBezTo>
                        <a:cubicBezTo>
                          <a:pt x="135585" y="195856"/>
                          <a:pt x="136088" y="192524"/>
                          <a:pt x="138112" y="190500"/>
                        </a:cubicBezTo>
                        <a:cubicBezTo>
                          <a:pt x="140136" y="188476"/>
                          <a:pt x="142875" y="187325"/>
                          <a:pt x="145256" y="185738"/>
                        </a:cubicBezTo>
                        <a:cubicBezTo>
                          <a:pt x="148431" y="180975"/>
                          <a:pt x="152221" y="176570"/>
                          <a:pt x="154781" y="171450"/>
                        </a:cubicBezTo>
                        <a:cubicBezTo>
                          <a:pt x="160824" y="159365"/>
                          <a:pt x="157575" y="164879"/>
                          <a:pt x="164306" y="154781"/>
                        </a:cubicBezTo>
                        <a:cubicBezTo>
                          <a:pt x="163512" y="146050"/>
                          <a:pt x="162949" y="137295"/>
                          <a:pt x="161925" y="128588"/>
                        </a:cubicBezTo>
                        <a:cubicBezTo>
                          <a:pt x="160627" y="117553"/>
                          <a:pt x="159617" y="114591"/>
                          <a:pt x="157162" y="104775"/>
                        </a:cubicBezTo>
                        <a:cubicBezTo>
                          <a:pt x="157956" y="96044"/>
                          <a:pt x="158385" y="87271"/>
                          <a:pt x="159544" y="78581"/>
                        </a:cubicBezTo>
                        <a:cubicBezTo>
                          <a:pt x="160209" y="73596"/>
                          <a:pt x="162673" y="66812"/>
                          <a:pt x="164306" y="61913"/>
                        </a:cubicBezTo>
                        <a:cubicBezTo>
                          <a:pt x="163512" y="52388"/>
                          <a:pt x="163188" y="42812"/>
                          <a:pt x="161925" y="33338"/>
                        </a:cubicBezTo>
                        <a:cubicBezTo>
                          <a:pt x="161593" y="30850"/>
                          <a:pt x="160533" y="28501"/>
                          <a:pt x="159544" y="26194"/>
                        </a:cubicBezTo>
                        <a:cubicBezTo>
                          <a:pt x="157491" y="21403"/>
                          <a:pt x="153533" y="13743"/>
                          <a:pt x="150019" y="9525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99" name="Freeform 98"/>
                  <p:cNvSpPr/>
                  <p:nvPr/>
                </p:nvSpPr>
                <p:spPr>
                  <a:xfrm>
                    <a:off x="4495800" y="5391150"/>
                    <a:ext cx="233363" cy="245269"/>
                  </a:xfrm>
                  <a:custGeom>
                    <a:avLst/>
                    <a:gdLst>
                      <a:gd name="connsiteX0" fmla="*/ 152400 w 233363"/>
                      <a:gd name="connsiteY0" fmla="*/ 2381 h 245269"/>
                      <a:gd name="connsiteX1" fmla="*/ 152400 w 233363"/>
                      <a:gd name="connsiteY1" fmla="*/ 2381 h 245269"/>
                      <a:gd name="connsiteX2" fmla="*/ 102394 w 233363"/>
                      <a:gd name="connsiteY2" fmla="*/ 7144 h 245269"/>
                      <a:gd name="connsiteX3" fmla="*/ 92869 w 233363"/>
                      <a:gd name="connsiteY3" fmla="*/ 9525 h 245269"/>
                      <a:gd name="connsiteX4" fmla="*/ 78581 w 233363"/>
                      <a:gd name="connsiteY4" fmla="*/ 14288 h 245269"/>
                      <a:gd name="connsiteX5" fmla="*/ 71438 w 233363"/>
                      <a:gd name="connsiteY5" fmla="*/ 21431 h 245269"/>
                      <a:gd name="connsiteX6" fmla="*/ 64294 w 233363"/>
                      <a:gd name="connsiteY6" fmla="*/ 23813 h 245269"/>
                      <a:gd name="connsiteX7" fmla="*/ 54769 w 233363"/>
                      <a:gd name="connsiteY7" fmla="*/ 28575 h 245269"/>
                      <a:gd name="connsiteX8" fmla="*/ 45244 w 233363"/>
                      <a:gd name="connsiteY8" fmla="*/ 35719 h 245269"/>
                      <a:gd name="connsiteX9" fmla="*/ 30956 w 233363"/>
                      <a:gd name="connsiteY9" fmla="*/ 45244 h 245269"/>
                      <a:gd name="connsiteX10" fmla="*/ 23813 w 233363"/>
                      <a:gd name="connsiteY10" fmla="*/ 47625 h 245269"/>
                      <a:gd name="connsiteX11" fmla="*/ 7144 w 233363"/>
                      <a:gd name="connsiteY11" fmla="*/ 69056 h 245269"/>
                      <a:gd name="connsiteX12" fmla="*/ 0 w 233363"/>
                      <a:gd name="connsiteY12" fmla="*/ 76200 h 245269"/>
                      <a:gd name="connsiteX13" fmla="*/ 7144 w 233363"/>
                      <a:gd name="connsiteY13" fmla="*/ 104775 h 245269"/>
                      <a:gd name="connsiteX14" fmla="*/ 30956 w 233363"/>
                      <a:gd name="connsiteY14" fmla="*/ 180975 h 245269"/>
                      <a:gd name="connsiteX15" fmla="*/ 61913 w 233363"/>
                      <a:gd name="connsiteY15" fmla="*/ 221456 h 245269"/>
                      <a:gd name="connsiteX16" fmla="*/ 80963 w 233363"/>
                      <a:gd name="connsiteY16" fmla="*/ 245269 h 245269"/>
                      <a:gd name="connsiteX17" fmla="*/ 102394 w 233363"/>
                      <a:gd name="connsiteY17" fmla="*/ 238125 h 245269"/>
                      <a:gd name="connsiteX18" fmla="*/ 123825 w 233363"/>
                      <a:gd name="connsiteY18" fmla="*/ 221456 h 245269"/>
                      <a:gd name="connsiteX19" fmla="*/ 130969 w 233363"/>
                      <a:gd name="connsiteY19" fmla="*/ 216694 h 245269"/>
                      <a:gd name="connsiteX20" fmla="*/ 145256 w 233363"/>
                      <a:gd name="connsiteY20" fmla="*/ 202406 h 245269"/>
                      <a:gd name="connsiteX21" fmla="*/ 154781 w 233363"/>
                      <a:gd name="connsiteY21" fmla="*/ 195263 h 245269"/>
                      <a:gd name="connsiteX22" fmla="*/ 161925 w 233363"/>
                      <a:gd name="connsiteY22" fmla="*/ 188119 h 245269"/>
                      <a:gd name="connsiteX23" fmla="*/ 171450 w 233363"/>
                      <a:gd name="connsiteY23" fmla="*/ 180975 h 245269"/>
                      <a:gd name="connsiteX24" fmla="*/ 178594 w 233363"/>
                      <a:gd name="connsiteY24" fmla="*/ 173831 h 245269"/>
                      <a:gd name="connsiteX25" fmla="*/ 192881 w 233363"/>
                      <a:gd name="connsiteY25" fmla="*/ 161925 h 245269"/>
                      <a:gd name="connsiteX26" fmla="*/ 202406 w 233363"/>
                      <a:gd name="connsiteY26" fmla="*/ 147638 h 245269"/>
                      <a:gd name="connsiteX27" fmla="*/ 211931 w 233363"/>
                      <a:gd name="connsiteY27" fmla="*/ 130969 h 245269"/>
                      <a:gd name="connsiteX28" fmla="*/ 221456 w 233363"/>
                      <a:gd name="connsiteY28" fmla="*/ 116681 h 245269"/>
                      <a:gd name="connsiteX29" fmla="*/ 228600 w 233363"/>
                      <a:gd name="connsiteY29" fmla="*/ 95250 h 245269"/>
                      <a:gd name="connsiteX30" fmla="*/ 230981 w 233363"/>
                      <a:gd name="connsiteY30" fmla="*/ 88106 h 245269"/>
                      <a:gd name="connsiteX31" fmla="*/ 233363 w 233363"/>
                      <a:gd name="connsiteY31" fmla="*/ 69056 h 245269"/>
                      <a:gd name="connsiteX32" fmla="*/ 228600 w 233363"/>
                      <a:gd name="connsiteY32" fmla="*/ 47625 h 245269"/>
                      <a:gd name="connsiteX33" fmla="*/ 219075 w 233363"/>
                      <a:gd name="connsiteY33" fmla="*/ 33338 h 245269"/>
                      <a:gd name="connsiteX34" fmla="*/ 207169 w 233363"/>
                      <a:gd name="connsiteY34" fmla="*/ 21431 h 245269"/>
                      <a:gd name="connsiteX35" fmla="*/ 178594 w 233363"/>
                      <a:gd name="connsiteY35" fmla="*/ 14288 h 245269"/>
                      <a:gd name="connsiteX36" fmla="*/ 169069 w 233363"/>
                      <a:gd name="connsiteY36" fmla="*/ 11906 h 245269"/>
                      <a:gd name="connsiteX37" fmla="*/ 159544 w 233363"/>
                      <a:gd name="connsiteY37" fmla="*/ 9525 h 245269"/>
                      <a:gd name="connsiteX38" fmla="*/ 152400 w 233363"/>
                      <a:gd name="connsiteY38" fmla="*/ 2381 h 245269"/>
                      <a:gd name="connsiteX0" fmla="*/ 152400 w 233363"/>
                      <a:gd name="connsiteY0" fmla="*/ 2381 h 245269"/>
                      <a:gd name="connsiteX1" fmla="*/ 152400 w 233363"/>
                      <a:gd name="connsiteY1" fmla="*/ 2381 h 245269"/>
                      <a:gd name="connsiteX2" fmla="*/ 102394 w 233363"/>
                      <a:gd name="connsiteY2" fmla="*/ 7144 h 245269"/>
                      <a:gd name="connsiteX3" fmla="*/ 92869 w 233363"/>
                      <a:gd name="connsiteY3" fmla="*/ 9525 h 245269"/>
                      <a:gd name="connsiteX4" fmla="*/ 78581 w 233363"/>
                      <a:gd name="connsiteY4" fmla="*/ 14288 h 245269"/>
                      <a:gd name="connsiteX5" fmla="*/ 71438 w 233363"/>
                      <a:gd name="connsiteY5" fmla="*/ 21431 h 245269"/>
                      <a:gd name="connsiteX6" fmla="*/ 64294 w 233363"/>
                      <a:gd name="connsiteY6" fmla="*/ 23813 h 245269"/>
                      <a:gd name="connsiteX7" fmla="*/ 54769 w 233363"/>
                      <a:gd name="connsiteY7" fmla="*/ 28575 h 245269"/>
                      <a:gd name="connsiteX8" fmla="*/ 45244 w 233363"/>
                      <a:gd name="connsiteY8" fmla="*/ 35719 h 245269"/>
                      <a:gd name="connsiteX9" fmla="*/ 30956 w 233363"/>
                      <a:gd name="connsiteY9" fmla="*/ 45244 h 245269"/>
                      <a:gd name="connsiteX10" fmla="*/ 23813 w 233363"/>
                      <a:gd name="connsiteY10" fmla="*/ 47625 h 245269"/>
                      <a:gd name="connsiteX11" fmla="*/ 7144 w 233363"/>
                      <a:gd name="connsiteY11" fmla="*/ 69056 h 245269"/>
                      <a:gd name="connsiteX12" fmla="*/ 0 w 233363"/>
                      <a:gd name="connsiteY12" fmla="*/ 76200 h 245269"/>
                      <a:gd name="connsiteX13" fmla="*/ 7144 w 233363"/>
                      <a:gd name="connsiteY13" fmla="*/ 104775 h 245269"/>
                      <a:gd name="connsiteX14" fmla="*/ 28575 w 233363"/>
                      <a:gd name="connsiteY14" fmla="*/ 185650 h 245269"/>
                      <a:gd name="connsiteX15" fmla="*/ 61913 w 233363"/>
                      <a:gd name="connsiteY15" fmla="*/ 221456 h 245269"/>
                      <a:gd name="connsiteX16" fmla="*/ 80963 w 233363"/>
                      <a:gd name="connsiteY16" fmla="*/ 245269 h 245269"/>
                      <a:gd name="connsiteX17" fmla="*/ 102394 w 233363"/>
                      <a:gd name="connsiteY17" fmla="*/ 238125 h 245269"/>
                      <a:gd name="connsiteX18" fmla="*/ 123825 w 233363"/>
                      <a:gd name="connsiteY18" fmla="*/ 221456 h 245269"/>
                      <a:gd name="connsiteX19" fmla="*/ 130969 w 233363"/>
                      <a:gd name="connsiteY19" fmla="*/ 216694 h 245269"/>
                      <a:gd name="connsiteX20" fmla="*/ 145256 w 233363"/>
                      <a:gd name="connsiteY20" fmla="*/ 202406 h 245269"/>
                      <a:gd name="connsiteX21" fmla="*/ 154781 w 233363"/>
                      <a:gd name="connsiteY21" fmla="*/ 195263 h 245269"/>
                      <a:gd name="connsiteX22" fmla="*/ 161925 w 233363"/>
                      <a:gd name="connsiteY22" fmla="*/ 188119 h 245269"/>
                      <a:gd name="connsiteX23" fmla="*/ 171450 w 233363"/>
                      <a:gd name="connsiteY23" fmla="*/ 180975 h 245269"/>
                      <a:gd name="connsiteX24" fmla="*/ 178594 w 233363"/>
                      <a:gd name="connsiteY24" fmla="*/ 173831 h 245269"/>
                      <a:gd name="connsiteX25" fmla="*/ 192881 w 233363"/>
                      <a:gd name="connsiteY25" fmla="*/ 161925 h 245269"/>
                      <a:gd name="connsiteX26" fmla="*/ 202406 w 233363"/>
                      <a:gd name="connsiteY26" fmla="*/ 147638 h 245269"/>
                      <a:gd name="connsiteX27" fmla="*/ 211931 w 233363"/>
                      <a:gd name="connsiteY27" fmla="*/ 130969 h 245269"/>
                      <a:gd name="connsiteX28" fmla="*/ 221456 w 233363"/>
                      <a:gd name="connsiteY28" fmla="*/ 116681 h 245269"/>
                      <a:gd name="connsiteX29" fmla="*/ 228600 w 233363"/>
                      <a:gd name="connsiteY29" fmla="*/ 95250 h 245269"/>
                      <a:gd name="connsiteX30" fmla="*/ 230981 w 233363"/>
                      <a:gd name="connsiteY30" fmla="*/ 88106 h 245269"/>
                      <a:gd name="connsiteX31" fmla="*/ 233363 w 233363"/>
                      <a:gd name="connsiteY31" fmla="*/ 69056 h 245269"/>
                      <a:gd name="connsiteX32" fmla="*/ 228600 w 233363"/>
                      <a:gd name="connsiteY32" fmla="*/ 47625 h 245269"/>
                      <a:gd name="connsiteX33" fmla="*/ 219075 w 233363"/>
                      <a:gd name="connsiteY33" fmla="*/ 33338 h 245269"/>
                      <a:gd name="connsiteX34" fmla="*/ 207169 w 233363"/>
                      <a:gd name="connsiteY34" fmla="*/ 21431 h 245269"/>
                      <a:gd name="connsiteX35" fmla="*/ 178594 w 233363"/>
                      <a:gd name="connsiteY35" fmla="*/ 14288 h 245269"/>
                      <a:gd name="connsiteX36" fmla="*/ 169069 w 233363"/>
                      <a:gd name="connsiteY36" fmla="*/ 11906 h 245269"/>
                      <a:gd name="connsiteX37" fmla="*/ 159544 w 233363"/>
                      <a:gd name="connsiteY37" fmla="*/ 9525 h 245269"/>
                      <a:gd name="connsiteX38" fmla="*/ 152400 w 233363"/>
                      <a:gd name="connsiteY38" fmla="*/ 2381 h 245269"/>
                      <a:gd name="connsiteX0" fmla="*/ 152400 w 233363"/>
                      <a:gd name="connsiteY0" fmla="*/ 2381 h 245269"/>
                      <a:gd name="connsiteX1" fmla="*/ 152400 w 233363"/>
                      <a:gd name="connsiteY1" fmla="*/ 2381 h 245269"/>
                      <a:gd name="connsiteX2" fmla="*/ 102394 w 233363"/>
                      <a:gd name="connsiteY2" fmla="*/ 7144 h 245269"/>
                      <a:gd name="connsiteX3" fmla="*/ 92869 w 233363"/>
                      <a:gd name="connsiteY3" fmla="*/ 9525 h 245269"/>
                      <a:gd name="connsiteX4" fmla="*/ 78581 w 233363"/>
                      <a:gd name="connsiteY4" fmla="*/ 14288 h 245269"/>
                      <a:gd name="connsiteX5" fmla="*/ 71438 w 233363"/>
                      <a:gd name="connsiteY5" fmla="*/ 21431 h 245269"/>
                      <a:gd name="connsiteX6" fmla="*/ 64294 w 233363"/>
                      <a:gd name="connsiteY6" fmla="*/ 23813 h 245269"/>
                      <a:gd name="connsiteX7" fmla="*/ 54769 w 233363"/>
                      <a:gd name="connsiteY7" fmla="*/ 28575 h 245269"/>
                      <a:gd name="connsiteX8" fmla="*/ 45244 w 233363"/>
                      <a:gd name="connsiteY8" fmla="*/ 35719 h 245269"/>
                      <a:gd name="connsiteX9" fmla="*/ 30956 w 233363"/>
                      <a:gd name="connsiteY9" fmla="*/ 45244 h 245269"/>
                      <a:gd name="connsiteX10" fmla="*/ 23813 w 233363"/>
                      <a:gd name="connsiteY10" fmla="*/ 47625 h 245269"/>
                      <a:gd name="connsiteX11" fmla="*/ 7144 w 233363"/>
                      <a:gd name="connsiteY11" fmla="*/ 69056 h 245269"/>
                      <a:gd name="connsiteX12" fmla="*/ 0 w 233363"/>
                      <a:gd name="connsiteY12" fmla="*/ 76200 h 245269"/>
                      <a:gd name="connsiteX13" fmla="*/ 7144 w 233363"/>
                      <a:gd name="connsiteY13" fmla="*/ 104775 h 245269"/>
                      <a:gd name="connsiteX14" fmla="*/ 28575 w 233363"/>
                      <a:gd name="connsiteY14" fmla="*/ 185650 h 245269"/>
                      <a:gd name="connsiteX15" fmla="*/ 61913 w 233363"/>
                      <a:gd name="connsiteY15" fmla="*/ 221456 h 245269"/>
                      <a:gd name="connsiteX16" fmla="*/ 80963 w 233363"/>
                      <a:gd name="connsiteY16" fmla="*/ 245269 h 245269"/>
                      <a:gd name="connsiteX17" fmla="*/ 102394 w 233363"/>
                      <a:gd name="connsiteY17" fmla="*/ 238125 h 245269"/>
                      <a:gd name="connsiteX18" fmla="*/ 123825 w 233363"/>
                      <a:gd name="connsiteY18" fmla="*/ 221456 h 245269"/>
                      <a:gd name="connsiteX19" fmla="*/ 130969 w 233363"/>
                      <a:gd name="connsiteY19" fmla="*/ 216694 h 245269"/>
                      <a:gd name="connsiteX20" fmla="*/ 145256 w 233363"/>
                      <a:gd name="connsiteY20" fmla="*/ 202406 h 245269"/>
                      <a:gd name="connsiteX21" fmla="*/ 154781 w 233363"/>
                      <a:gd name="connsiteY21" fmla="*/ 195263 h 245269"/>
                      <a:gd name="connsiteX22" fmla="*/ 161925 w 233363"/>
                      <a:gd name="connsiteY22" fmla="*/ 188119 h 245269"/>
                      <a:gd name="connsiteX23" fmla="*/ 171450 w 233363"/>
                      <a:gd name="connsiteY23" fmla="*/ 180975 h 245269"/>
                      <a:gd name="connsiteX24" fmla="*/ 178594 w 233363"/>
                      <a:gd name="connsiteY24" fmla="*/ 173831 h 245269"/>
                      <a:gd name="connsiteX25" fmla="*/ 192881 w 233363"/>
                      <a:gd name="connsiteY25" fmla="*/ 161925 h 245269"/>
                      <a:gd name="connsiteX26" fmla="*/ 202406 w 233363"/>
                      <a:gd name="connsiteY26" fmla="*/ 147638 h 245269"/>
                      <a:gd name="connsiteX27" fmla="*/ 211931 w 233363"/>
                      <a:gd name="connsiteY27" fmla="*/ 130969 h 245269"/>
                      <a:gd name="connsiteX28" fmla="*/ 221456 w 233363"/>
                      <a:gd name="connsiteY28" fmla="*/ 116681 h 245269"/>
                      <a:gd name="connsiteX29" fmla="*/ 228600 w 233363"/>
                      <a:gd name="connsiteY29" fmla="*/ 95250 h 245269"/>
                      <a:gd name="connsiteX30" fmla="*/ 230981 w 233363"/>
                      <a:gd name="connsiteY30" fmla="*/ 88106 h 245269"/>
                      <a:gd name="connsiteX31" fmla="*/ 233363 w 233363"/>
                      <a:gd name="connsiteY31" fmla="*/ 69056 h 245269"/>
                      <a:gd name="connsiteX32" fmla="*/ 228600 w 233363"/>
                      <a:gd name="connsiteY32" fmla="*/ 47625 h 245269"/>
                      <a:gd name="connsiteX33" fmla="*/ 219075 w 233363"/>
                      <a:gd name="connsiteY33" fmla="*/ 33338 h 245269"/>
                      <a:gd name="connsiteX34" fmla="*/ 207169 w 233363"/>
                      <a:gd name="connsiteY34" fmla="*/ 21431 h 245269"/>
                      <a:gd name="connsiteX35" fmla="*/ 178594 w 233363"/>
                      <a:gd name="connsiteY35" fmla="*/ 14288 h 245269"/>
                      <a:gd name="connsiteX36" fmla="*/ 169069 w 233363"/>
                      <a:gd name="connsiteY36" fmla="*/ 11906 h 245269"/>
                      <a:gd name="connsiteX37" fmla="*/ 159544 w 233363"/>
                      <a:gd name="connsiteY37" fmla="*/ 9525 h 245269"/>
                      <a:gd name="connsiteX38" fmla="*/ 152400 w 233363"/>
                      <a:gd name="connsiteY38" fmla="*/ 2381 h 245269"/>
                      <a:gd name="connsiteX0" fmla="*/ 152400 w 233363"/>
                      <a:gd name="connsiteY0" fmla="*/ 2381 h 245269"/>
                      <a:gd name="connsiteX1" fmla="*/ 152400 w 233363"/>
                      <a:gd name="connsiteY1" fmla="*/ 2381 h 245269"/>
                      <a:gd name="connsiteX2" fmla="*/ 102394 w 233363"/>
                      <a:gd name="connsiteY2" fmla="*/ 7144 h 245269"/>
                      <a:gd name="connsiteX3" fmla="*/ 92869 w 233363"/>
                      <a:gd name="connsiteY3" fmla="*/ 9525 h 245269"/>
                      <a:gd name="connsiteX4" fmla="*/ 78581 w 233363"/>
                      <a:gd name="connsiteY4" fmla="*/ 14288 h 245269"/>
                      <a:gd name="connsiteX5" fmla="*/ 71438 w 233363"/>
                      <a:gd name="connsiteY5" fmla="*/ 21431 h 245269"/>
                      <a:gd name="connsiteX6" fmla="*/ 64294 w 233363"/>
                      <a:gd name="connsiteY6" fmla="*/ 23813 h 245269"/>
                      <a:gd name="connsiteX7" fmla="*/ 54769 w 233363"/>
                      <a:gd name="connsiteY7" fmla="*/ 28575 h 245269"/>
                      <a:gd name="connsiteX8" fmla="*/ 45244 w 233363"/>
                      <a:gd name="connsiteY8" fmla="*/ 35719 h 245269"/>
                      <a:gd name="connsiteX9" fmla="*/ 30956 w 233363"/>
                      <a:gd name="connsiteY9" fmla="*/ 45244 h 245269"/>
                      <a:gd name="connsiteX10" fmla="*/ 23813 w 233363"/>
                      <a:gd name="connsiteY10" fmla="*/ 47625 h 245269"/>
                      <a:gd name="connsiteX11" fmla="*/ 7144 w 233363"/>
                      <a:gd name="connsiteY11" fmla="*/ 69056 h 245269"/>
                      <a:gd name="connsiteX12" fmla="*/ 0 w 233363"/>
                      <a:gd name="connsiteY12" fmla="*/ 76200 h 245269"/>
                      <a:gd name="connsiteX13" fmla="*/ 7144 w 233363"/>
                      <a:gd name="connsiteY13" fmla="*/ 104775 h 245269"/>
                      <a:gd name="connsiteX14" fmla="*/ 33337 w 233363"/>
                      <a:gd name="connsiteY14" fmla="*/ 176125 h 245269"/>
                      <a:gd name="connsiteX15" fmla="*/ 61913 w 233363"/>
                      <a:gd name="connsiteY15" fmla="*/ 221456 h 245269"/>
                      <a:gd name="connsiteX16" fmla="*/ 80963 w 233363"/>
                      <a:gd name="connsiteY16" fmla="*/ 245269 h 245269"/>
                      <a:gd name="connsiteX17" fmla="*/ 102394 w 233363"/>
                      <a:gd name="connsiteY17" fmla="*/ 238125 h 245269"/>
                      <a:gd name="connsiteX18" fmla="*/ 123825 w 233363"/>
                      <a:gd name="connsiteY18" fmla="*/ 221456 h 245269"/>
                      <a:gd name="connsiteX19" fmla="*/ 130969 w 233363"/>
                      <a:gd name="connsiteY19" fmla="*/ 216694 h 245269"/>
                      <a:gd name="connsiteX20" fmla="*/ 145256 w 233363"/>
                      <a:gd name="connsiteY20" fmla="*/ 202406 h 245269"/>
                      <a:gd name="connsiteX21" fmla="*/ 154781 w 233363"/>
                      <a:gd name="connsiteY21" fmla="*/ 195263 h 245269"/>
                      <a:gd name="connsiteX22" fmla="*/ 161925 w 233363"/>
                      <a:gd name="connsiteY22" fmla="*/ 188119 h 245269"/>
                      <a:gd name="connsiteX23" fmla="*/ 171450 w 233363"/>
                      <a:gd name="connsiteY23" fmla="*/ 180975 h 245269"/>
                      <a:gd name="connsiteX24" fmla="*/ 178594 w 233363"/>
                      <a:gd name="connsiteY24" fmla="*/ 173831 h 245269"/>
                      <a:gd name="connsiteX25" fmla="*/ 192881 w 233363"/>
                      <a:gd name="connsiteY25" fmla="*/ 161925 h 245269"/>
                      <a:gd name="connsiteX26" fmla="*/ 202406 w 233363"/>
                      <a:gd name="connsiteY26" fmla="*/ 147638 h 245269"/>
                      <a:gd name="connsiteX27" fmla="*/ 211931 w 233363"/>
                      <a:gd name="connsiteY27" fmla="*/ 130969 h 245269"/>
                      <a:gd name="connsiteX28" fmla="*/ 221456 w 233363"/>
                      <a:gd name="connsiteY28" fmla="*/ 116681 h 245269"/>
                      <a:gd name="connsiteX29" fmla="*/ 228600 w 233363"/>
                      <a:gd name="connsiteY29" fmla="*/ 95250 h 245269"/>
                      <a:gd name="connsiteX30" fmla="*/ 230981 w 233363"/>
                      <a:gd name="connsiteY30" fmla="*/ 88106 h 245269"/>
                      <a:gd name="connsiteX31" fmla="*/ 233363 w 233363"/>
                      <a:gd name="connsiteY31" fmla="*/ 69056 h 245269"/>
                      <a:gd name="connsiteX32" fmla="*/ 228600 w 233363"/>
                      <a:gd name="connsiteY32" fmla="*/ 47625 h 245269"/>
                      <a:gd name="connsiteX33" fmla="*/ 219075 w 233363"/>
                      <a:gd name="connsiteY33" fmla="*/ 33338 h 245269"/>
                      <a:gd name="connsiteX34" fmla="*/ 207169 w 233363"/>
                      <a:gd name="connsiteY34" fmla="*/ 21431 h 245269"/>
                      <a:gd name="connsiteX35" fmla="*/ 178594 w 233363"/>
                      <a:gd name="connsiteY35" fmla="*/ 14288 h 245269"/>
                      <a:gd name="connsiteX36" fmla="*/ 169069 w 233363"/>
                      <a:gd name="connsiteY36" fmla="*/ 11906 h 245269"/>
                      <a:gd name="connsiteX37" fmla="*/ 159544 w 233363"/>
                      <a:gd name="connsiteY37" fmla="*/ 9525 h 245269"/>
                      <a:gd name="connsiteX38" fmla="*/ 152400 w 233363"/>
                      <a:gd name="connsiteY38" fmla="*/ 2381 h 2452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233363" h="245269">
                        <a:moveTo>
                          <a:pt x="152400" y="2381"/>
                        </a:moveTo>
                        <a:lnTo>
                          <a:pt x="152400" y="2381"/>
                        </a:lnTo>
                        <a:cubicBezTo>
                          <a:pt x="82595" y="6260"/>
                          <a:pt x="127400" y="0"/>
                          <a:pt x="102394" y="7144"/>
                        </a:cubicBezTo>
                        <a:cubicBezTo>
                          <a:pt x="99247" y="8043"/>
                          <a:pt x="96004" y="8585"/>
                          <a:pt x="92869" y="9525"/>
                        </a:cubicBezTo>
                        <a:cubicBezTo>
                          <a:pt x="88060" y="10968"/>
                          <a:pt x="78581" y="14288"/>
                          <a:pt x="78581" y="14288"/>
                        </a:cubicBezTo>
                        <a:cubicBezTo>
                          <a:pt x="76200" y="16669"/>
                          <a:pt x="74240" y="19563"/>
                          <a:pt x="71438" y="21431"/>
                        </a:cubicBezTo>
                        <a:cubicBezTo>
                          <a:pt x="69349" y="22823"/>
                          <a:pt x="66601" y="22824"/>
                          <a:pt x="64294" y="23813"/>
                        </a:cubicBezTo>
                        <a:cubicBezTo>
                          <a:pt x="61031" y="25211"/>
                          <a:pt x="57779" y="26694"/>
                          <a:pt x="54769" y="28575"/>
                        </a:cubicBezTo>
                        <a:cubicBezTo>
                          <a:pt x="51403" y="30678"/>
                          <a:pt x="48495" y="33443"/>
                          <a:pt x="45244" y="35719"/>
                        </a:cubicBezTo>
                        <a:cubicBezTo>
                          <a:pt x="40555" y="39001"/>
                          <a:pt x="35719" y="42069"/>
                          <a:pt x="30956" y="45244"/>
                        </a:cubicBezTo>
                        <a:cubicBezTo>
                          <a:pt x="28868" y="46636"/>
                          <a:pt x="26194" y="46831"/>
                          <a:pt x="23813" y="47625"/>
                        </a:cubicBezTo>
                        <a:cubicBezTo>
                          <a:pt x="12622" y="58816"/>
                          <a:pt x="18537" y="51967"/>
                          <a:pt x="7144" y="69056"/>
                        </a:cubicBezTo>
                        <a:cubicBezTo>
                          <a:pt x="5276" y="71858"/>
                          <a:pt x="0" y="76200"/>
                          <a:pt x="0" y="76200"/>
                        </a:cubicBezTo>
                        <a:lnTo>
                          <a:pt x="7144" y="104775"/>
                        </a:lnTo>
                        <a:lnTo>
                          <a:pt x="33337" y="176125"/>
                        </a:lnTo>
                        <a:lnTo>
                          <a:pt x="61913" y="221456"/>
                        </a:lnTo>
                        <a:lnTo>
                          <a:pt x="80963" y="245269"/>
                        </a:lnTo>
                        <a:cubicBezTo>
                          <a:pt x="88107" y="242888"/>
                          <a:pt x="95570" y="241309"/>
                          <a:pt x="102394" y="238125"/>
                        </a:cubicBezTo>
                        <a:cubicBezTo>
                          <a:pt x="118809" y="230464"/>
                          <a:pt x="113030" y="230451"/>
                          <a:pt x="123825" y="221456"/>
                        </a:cubicBezTo>
                        <a:cubicBezTo>
                          <a:pt x="126024" y="219624"/>
                          <a:pt x="128830" y="218595"/>
                          <a:pt x="130969" y="216694"/>
                        </a:cubicBezTo>
                        <a:cubicBezTo>
                          <a:pt x="136003" y="212219"/>
                          <a:pt x="140494" y="207169"/>
                          <a:pt x="145256" y="202406"/>
                        </a:cubicBezTo>
                        <a:cubicBezTo>
                          <a:pt x="148062" y="199600"/>
                          <a:pt x="151768" y="197846"/>
                          <a:pt x="154781" y="195263"/>
                        </a:cubicBezTo>
                        <a:cubicBezTo>
                          <a:pt x="157338" y="193071"/>
                          <a:pt x="159368" y="190311"/>
                          <a:pt x="161925" y="188119"/>
                        </a:cubicBezTo>
                        <a:cubicBezTo>
                          <a:pt x="164938" y="185536"/>
                          <a:pt x="168437" y="183558"/>
                          <a:pt x="171450" y="180975"/>
                        </a:cubicBezTo>
                        <a:cubicBezTo>
                          <a:pt x="174007" y="178783"/>
                          <a:pt x="176007" y="175987"/>
                          <a:pt x="178594" y="173831"/>
                        </a:cubicBezTo>
                        <a:cubicBezTo>
                          <a:pt x="187287" y="166587"/>
                          <a:pt x="185189" y="171815"/>
                          <a:pt x="192881" y="161925"/>
                        </a:cubicBezTo>
                        <a:cubicBezTo>
                          <a:pt x="196395" y="157407"/>
                          <a:pt x="199231" y="152400"/>
                          <a:pt x="202406" y="147638"/>
                        </a:cubicBezTo>
                        <a:cubicBezTo>
                          <a:pt x="218876" y="122934"/>
                          <a:pt x="193811" y="161170"/>
                          <a:pt x="211931" y="130969"/>
                        </a:cubicBezTo>
                        <a:cubicBezTo>
                          <a:pt x="214876" y="126061"/>
                          <a:pt x="219646" y="122111"/>
                          <a:pt x="221456" y="116681"/>
                        </a:cubicBezTo>
                        <a:lnTo>
                          <a:pt x="228600" y="95250"/>
                        </a:lnTo>
                        <a:lnTo>
                          <a:pt x="230981" y="88106"/>
                        </a:lnTo>
                        <a:cubicBezTo>
                          <a:pt x="231775" y="81756"/>
                          <a:pt x="233363" y="75455"/>
                          <a:pt x="233363" y="69056"/>
                        </a:cubicBezTo>
                        <a:cubicBezTo>
                          <a:pt x="233363" y="66346"/>
                          <a:pt x="231055" y="52043"/>
                          <a:pt x="228600" y="47625"/>
                        </a:cubicBezTo>
                        <a:cubicBezTo>
                          <a:pt x="225820" y="42622"/>
                          <a:pt x="222250" y="38100"/>
                          <a:pt x="219075" y="33338"/>
                        </a:cubicBezTo>
                        <a:cubicBezTo>
                          <a:pt x="215265" y="27623"/>
                          <a:pt x="214155" y="23971"/>
                          <a:pt x="207169" y="21431"/>
                        </a:cubicBezTo>
                        <a:cubicBezTo>
                          <a:pt x="207165" y="21429"/>
                          <a:pt x="183359" y="15479"/>
                          <a:pt x="178594" y="14288"/>
                        </a:cubicBezTo>
                        <a:lnTo>
                          <a:pt x="169069" y="11906"/>
                        </a:lnTo>
                        <a:cubicBezTo>
                          <a:pt x="165894" y="11112"/>
                          <a:pt x="162649" y="10560"/>
                          <a:pt x="159544" y="9525"/>
                        </a:cubicBezTo>
                        <a:cubicBezTo>
                          <a:pt x="151647" y="6893"/>
                          <a:pt x="153591" y="3572"/>
                          <a:pt x="152400" y="2381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0" name="Oval 99"/>
                  <p:cNvSpPr/>
                  <p:nvPr/>
                </p:nvSpPr>
                <p:spPr>
                  <a:xfrm>
                    <a:off x="4641056" y="5576800"/>
                    <a:ext cx="83344" cy="45719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1" name="Oval 100"/>
                  <p:cNvSpPr/>
                  <p:nvPr/>
                </p:nvSpPr>
                <p:spPr>
                  <a:xfrm rot="19654355">
                    <a:off x="4690128" y="5516795"/>
                    <a:ext cx="107445" cy="45719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2" name="Freeform 101"/>
                  <p:cNvSpPr/>
                  <p:nvPr/>
                </p:nvSpPr>
                <p:spPr>
                  <a:xfrm rot="1744355">
                    <a:off x="4625361" y="5618737"/>
                    <a:ext cx="96387" cy="103481"/>
                  </a:xfrm>
                  <a:custGeom>
                    <a:avLst/>
                    <a:gdLst>
                      <a:gd name="connsiteX0" fmla="*/ 52926 w 79128"/>
                      <a:gd name="connsiteY0" fmla="*/ 0 h 76200"/>
                      <a:gd name="connsiteX1" fmla="*/ 52926 w 79128"/>
                      <a:gd name="connsiteY1" fmla="*/ 0 h 76200"/>
                      <a:gd name="connsiteX2" fmla="*/ 31495 w 79128"/>
                      <a:gd name="connsiteY2" fmla="*/ 4763 h 76200"/>
                      <a:gd name="connsiteX3" fmla="*/ 14826 w 79128"/>
                      <a:gd name="connsiteY3" fmla="*/ 14288 h 76200"/>
                      <a:gd name="connsiteX4" fmla="*/ 2920 w 79128"/>
                      <a:gd name="connsiteY4" fmla="*/ 33338 h 76200"/>
                      <a:gd name="connsiteX5" fmla="*/ 14826 w 79128"/>
                      <a:gd name="connsiteY5" fmla="*/ 61913 h 76200"/>
                      <a:gd name="connsiteX6" fmla="*/ 24351 w 79128"/>
                      <a:gd name="connsiteY6" fmla="*/ 64294 h 76200"/>
                      <a:gd name="connsiteX7" fmla="*/ 41020 w 79128"/>
                      <a:gd name="connsiteY7" fmla="*/ 71438 h 76200"/>
                      <a:gd name="connsiteX8" fmla="*/ 55307 w 79128"/>
                      <a:gd name="connsiteY8" fmla="*/ 76200 h 76200"/>
                      <a:gd name="connsiteX9" fmla="*/ 71976 w 79128"/>
                      <a:gd name="connsiteY9" fmla="*/ 73819 h 76200"/>
                      <a:gd name="connsiteX10" fmla="*/ 79120 w 79128"/>
                      <a:gd name="connsiteY10" fmla="*/ 47625 h 76200"/>
                      <a:gd name="connsiteX11" fmla="*/ 71976 w 79128"/>
                      <a:gd name="connsiteY11" fmla="*/ 21431 h 76200"/>
                      <a:gd name="connsiteX12" fmla="*/ 67214 w 79128"/>
                      <a:gd name="connsiteY12" fmla="*/ 14288 h 76200"/>
                      <a:gd name="connsiteX13" fmla="*/ 52926 w 79128"/>
                      <a:gd name="connsiteY13" fmla="*/ 0 h 7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9128" h="76200">
                        <a:moveTo>
                          <a:pt x="52926" y="0"/>
                        </a:moveTo>
                        <a:lnTo>
                          <a:pt x="52926" y="0"/>
                        </a:lnTo>
                        <a:cubicBezTo>
                          <a:pt x="45782" y="1588"/>
                          <a:pt x="38489" y="2611"/>
                          <a:pt x="31495" y="4763"/>
                        </a:cubicBezTo>
                        <a:cubicBezTo>
                          <a:pt x="28795" y="5594"/>
                          <a:pt x="17356" y="11758"/>
                          <a:pt x="14826" y="14288"/>
                        </a:cubicBezTo>
                        <a:cubicBezTo>
                          <a:pt x="8642" y="20472"/>
                          <a:pt x="6693" y="25791"/>
                          <a:pt x="2920" y="33338"/>
                        </a:cubicBezTo>
                        <a:cubicBezTo>
                          <a:pt x="4926" y="51390"/>
                          <a:pt x="0" y="54500"/>
                          <a:pt x="14826" y="61913"/>
                        </a:cubicBezTo>
                        <a:cubicBezTo>
                          <a:pt x="17753" y="63377"/>
                          <a:pt x="21176" y="63500"/>
                          <a:pt x="24351" y="64294"/>
                        </a:cubicBezTo>
                        <a:cubicBezTo>
                          <a:pt x="35684" y="71848"/>
                          <a:pt x="27043" y="67245"/>
                          <a:pt x="41020" y="71438"/>
                        </a:cubicBezTo>
                        <a:cubicBezTo>
                          <a:pt x="45828" y="72881"/>
                          <a:pt x="55307" y="76200"/>
                          <a:pt x="55307" y="76200"/>
                        </a:cubicBezTo>
                        <a:cubicBezTo>
                          <a:pt x="60863" y="75406"/>
                          <a:pt x="66847" y="76098"/>
                          <a:pt x="71976" y="73819"/>
                        </a:cubicBezTo>
                        <a:cubicBezTo>
                          <a:pt x="79128" y="70641"/>
                          <a:pt x="78980" y="48743"/>
                          <a:pt x="79120" y="47625"/>
                        </a:cubicBezTo>
                        <a:cubicBezTo>
                          <a:pt x="76784" y="31273"/>
                          <a:pt x="78903" y="33553"/>
                          <a:pt x="71976" y="21431"/>
                        </a:cubicBezTo>
                        <a:cubicBezTo>
                          <a:pt x="70556" y="18946"/>
                          <a:pt x="69368" y="16172"/>
                          <a:pt x="67214" y="14288"/>
                        </a:cubicBezTo>
                        <a:cubicBezTo>
                          <a:pt x="51605" y="631"/>
                          <a:pt x="55307" y="2381"/>
                          <a:pt x="52926" y="0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3" name="Freeform 102"/>
                  <p:cNvSpPr/>
                  <p:nvPr/>
                </p:nvSpPr>
                <p:spPr>
                  <a:xfrm>
                    <a:off x="4488656" y="5007016"/>
                    <a:ext cx="209550" cy="415090"/>
                  </a:xfrm>
                  <a:custGeom>
                    <a:avLst/>
                    <a:gdLst>
                      <a:gd name="connsiteX0" fmla="*/ 166688 w 209550"/>
                      <a:gd name="connsiteY0" fmla="*/ 248403 h 415090"/>
                      <a:gd name="connsiteX1" fmla="*/ 166688 w 209550"/>
                      <a:gd name="connsiteY1" fmla="*/ 248403 h 415090"/>
                      <a:gd name="connsiteX2" fmla="*/ 176213 w 209550"/>
                      <a:gd name="connsiteY2" fmla="*/ 229353 h 415090"/>
                      <a:gd name="connsiteX3" fmla="*/ 180975 w 209550"/>
                      <a:gd name="connsiteY3" fmla="*/ 222209 h 415090"/>
                      <a:gd name="connsiteX4" fmla="*/ 185738 w 209550"/>
                      <a:gd name="connsiteY4" fmla="*/ 207922 h 415090"/>
                      <a:gd name="connsiteX5" fmla="*/ 188119 w 209550"/>
                      <a:gd name="connsiteY5" fmla="*/ 200778 h 415090"/>
                      <a:gd name="connsiteX6" fmla="*/ 192882 w 209550"/>
                      <a:gd name="connsiteY6" fmla="*/ 184109 h 415090"/>
                      <a:gd name="connsiteX7" fmla="*/ 200025 w 209550"/>
                      <a:gd name="connsiteY7" fmla="*/ 169822 h 415090"/>
                      <a:gd name="connsiteX8" fmla="*/ 202407 w 209550"/>
                      <a:gd name="connsiteY8" fmla="*/ 157915 h 415090"/>
                      <a:gd name="connsiteX9" fmla="*/ 204788 w 209550"/>
                      <a:gd name="connsiteY9" fmla="*/ 148390 h 415090"/>
                      <a:gd name="connsiteX10" fmla="*/ 209550 w 209550"/>
                      <a:gd name="connsiteY10" fmla="*/ 119815 h 415090"/>
                      <a:gd name="connsiteX11" fmla="*/ 207169 w 209550"/>
                      <a:gd name="connsiteY11" fmla="*/ 60284 h 415090"/>
                      <a:gd name="connsiteX12" fmla="*/ 202407 w 209550"/>
                      <a:gd name="connsiteY12" fmla="*/ 45997 h 415090"/>
                      <a:gd name="connsiteX13" fmla="*/ 200025 w 209550"/>
                      <a:gd name="connsiteY13" fmla="*/ 38853 h 415090"/>
                      <a:gd name="connsiteX14" fmla="*/ 195263 w 209550"/>
                      <a:gd name="connsiteY14" fmla="*/ 22184 h 415090"/>
                      <a:gd name="connsiteX15" fmla="*/ 190500 w 209550"/>
                      <a:gd name="connsiteY15" fmla="*/ 15040 h 415090"/>
                      <a:gd name="connsiteX16" fmla="*/ 183357 w 209550"/>
                      <a:gd name="connsiteY16" fmla="*/ 753 h 415090"/>
                      <a:gd name="connsiteX17" fmla="*/ 126207 w 209550"/>
                      <a:gd name="connsiteY17" fmla="*/ 50759 h 415090"/>
                      <a:gd name="connsiteX18" fmla="*/ 76200 w 209550"/>
                      <a:gd name="connsiteY18" fmla="*/ 119815 h 415090"/>
                      <a:gd name="connsiteX19" fmla="*/ 52388 w 209550"/>
                      <a:gd name="connsiteY19" fmla="*/ 153153 h 415090"/>
                      <a:gd name="connsiteX20" fmla="*/ 23813 w 209550"/>
                      <a:gd name="connsiteY20" fmla="*/ 210303 h 415090"/>
                      <a:gd name="connsiteX21" fmla="*/ 0 w 209550"/>
                      <a:gd name="connsiteY21" fmla="*/ 307934 h 415090"/>
                      <a:gd name="connsiteX22" fmla="*/ 0 w 209550"/>
                      <a:gd name="connsiteY22" fmla="*/ 379372 h 415090"/>
                      <a:gd name="connsiteX23" fmla="*/ 4763 w 209550"/>
                      <a:gd name="connsiteY23" fmla="*/ 415090 h 415090"/>
                      <a:gd name="connsiteX24" fmla="*/ 19050 w 209550"/>
                      <a:gd name="connsiteY24" fmla="*/ 403184 h 415090"/>
                      <a:gd name="connsiteX25" fmla="*/ 30957 w 209550"/>
                      <a:gd name="connsiteY25" fmla="*/ 386515 h 415090"/>
                      <a:gd name="connsiteX26" fmla="*/ 38100 w 209550"/>
                      <a:gd name="connsiteY26" fmla="*/ 381753 h 415090"/>
                      <a:gd name="connsiteX27" fmla="*/ 42863 w 209550"/>
                      <a:gd name="connsiteY27" fmla="*/ 374609 h 415090"/>
                      <a:gd name="connsiteX28" fmla="*/ 57150 w 209550"/>
                      <a:gd name="connsiteY28" fmla="*/ 360322 h 415090"/>
                      <a:gd name="connsiteX29" fmla="*/ 76200 w 209550"/>
                      <a:gd name="connsiteY29" fmla="*/ 338890 h 415090"/>
                      <a:gd name="connsiteX30" fmla="*/ 80963 w 209550"/>
                      <a:gd name="connsiteY30" fmla="*/ 331747 h 415090"/>
                      <a:gd name="connsiteX31" fmla="*/ 95250 w 209550"/>
                      <a:gd name="connsiteY31" fmla="*/ 317459 h 415090"/>
                      <a:gd name="connsiteX32" fmla="*/ 107157 w 209550"/>
                      <a:gd name="connsiteY32" fmla="*/ 303172 h 415090"/>
                      <a:gd name="connsiteX33" fmla="*/ 116682 w 209550"/>
                      <a:gd name="connsiteY33" fmla="*/ 288884 h 415090"/>
                      <a:gd name="connsiteX34" fmla="*/ 138113 w 209550"/>
                      <a:gd name="connsiteY34" fmla="*/ 272215 h 415090"/>
                      <a:gd name="connsiteX35" fmla="*/ 145257 w 209550"/>
                      <a:gd name="connsiteY35" fmla="*/ 267453 h 415090"/>
                      <a:gd name="connsiteX36" fmla="*/ 152400 w 209550"/>
                      <a:gd name="connsiteY36" fmla="*/ 260309 h 415090"/>
                      <a:gd name="connsiteX37" fmla="*/ 159544 w 209550"/>
                      <a:gd name="connsiteY37" fmla="*/ 255547 h 415090"/>
                      <a:gd name="connsiteX38" fmla="*/ 166688 w 209550"/>
                      <a:gd name="connsiteY38" fmla="*/ 248403 h 4150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209550" h="415090">
                        <a:moveTo>
                          <a:pt x="166688" y="248403"/>
                        </a:moveTo>
                        <a:lnTo>
                          <a:pt x="166688" y="248403"/>
                        </a:lnTo>
                        <a:cubicBezTo>
                          <a:pt x="169863" y="242053"/>
                          <a:pt x="172813" y="235586"/>
                          <a:pt x="176213" y="229353"/>
                        </a:cubicBezTo>
                        <a:cubicBezTo>
                          <a:pt x="177583" y="226841"/>
                          <a:pt x="179813" y="224824"/>
                          <a:pt x="180975" y="222209"/>
                        </a:cubicBezTo>
                        <a:cubicBezTo>
                          <a:pt x="183014" y="217622"/>
                          <a:pt x="184150" y="212684"/>
                          <a:pt x="185738" y="207922"/>
                        </a:cubicBezTo>
                        <a:cubicBezTo>
                          <a:pt x="186532" y="205541"/>
                          <a:pt x="187510" y="203213"/>
                          <a:pt x="188119" y="200778"/>
                        </a:cubicBezTo>
                        <a:cubicBezTo>
                          <a:pt x="188884" y="197720"/>
                          <a:pt x="191172" y="187530"/>
                          <a:pt x="192882" y="184109"/>
                        </a:cubicBezTo>
                        <a:cubicBezTo>
                          <a:pt x="198701" y="172471"/>
                          <a:pt x="197033" y="181790"/>
                          <a:pt x="200025" y="169822"/>
                        </a:cubicBezTo>
                        <a:cubicBezTo>
                          <a:pt x="201007" y="165895"/>
                          <a:pt x="201529" y="161866"/>
                          <a:pt x="202407" y="157915"/>
                        </a:cubicBezTo>
                        <a:cubicBezTo>
                          <a:pt x="203117" y="154720"/>
                          <a:pt x="204185" y="151607"/>
                          <a:pt x="204788" y="148390"/>
                        </a:cubicBezTo>
                        <a:cubicBezTo>
                          <a:pt x="206567" y="138899"/>
                          <a:pt x="209550" y="119815"/>
                          <a:pt x="209550" y="119815"/>
                        </a:cubicBezTo>
                        <a:cubicBezTo>
                          <a:pt x="208756" y="99971"/>
                          <a:pt x="209082" y="80051"/>
                          <a:pt x="207169" y="60284"/>
                        </a:cubicBezTo>
                        <a:cubicBezTo>
                          <a:pt x="206686" y="55287"/>
                          <a:pt x="203994" y="50759"/>
                          <a:pt x="202407" y="45997"/>
                        </a:cubicBezTo>
                        <a:cubicBezTo>
                          <a:pt x="201613" y="43616"/>
                          <a:pt x="200634" y="41288"/>
                          <a:pt x="200025" y="38853"/>
                        </a:cubicBezTo>
                        <a:cubicBezTo>
                          <a:pt x="199262" y="35803"/>
                          <a:pt x="196971" y="25599"/>
                          <a:pt x="195263" y="22184"/>
                        </a:cubicBezTo>
                        <a:cubicBezTo>
                          <a:pt x="193983" y="19624"/>
                          <a:pt x="192088" y="17421"/>
                          <a:pt x="190500" y="15040"/>
                        </a:cubicBezTo>
                        <a:cubicBezTo>
                          <a:pt x="185487" y="0"/>
                          <a:pt x="190758" y="753"/>
                          <a:pt x="183357" y="753"/>
                        </a:cubicBezTo>
                        <a:lnTo>
                          <a:pt x="126207" y="50759"/>
                        </a:lnTo>
                        <a:lnTo>
                          <a:pt x="76200" y="119815"/>
                        </a:lnTo>
                        <a:lnTo>
                          <a:pt x="52388" y="153153"/>
                        </a:lnTo>
                        <a:lnTo>
                          <a:pt x="23813" y="210303"/>
                        </a:lnTo>
                        <a:lnTo>
                          <a:pt x="0" y="307934"/>
                        </a:lnTo>
                        <a:lnTo>
                          <a:pt x="0" y="379372"/>
                        </a:lnTo>
                        <a:lnTo>
                          <a:pt x="4763" y="415090"/>
                        </a:lnTo>
                        <a:lnTo>
                          <a:pt x="19050" y="403184"/>
                        </a:lnTo>
                        <a:cubicBezTo>
                          <a:pt x="23019" y="397628"/>
                          <a:pt x="26420" y="391619"/>
                          <a:pt x="30957" y="386515"/>
                        </a:cubicBezTo>
                        <a:cubicBezTo>
                          <a:pt x="32858" y="384376"/>
                          <a:pt x="36077" y="383776"/>
                          <a:pt x="38100" y="381753"/>
                        </a:cubicBezTo>
                        <a:cubicBezTo>
                          <a:pt x="40124" y="379729"/>
                          <a:pt x="40962" y="376748"/>
                          <a:pt x="42863" y="374609"/>
                        </a:cubicBezTo>
                        <a:cubicBezTo>
                          <a:pt x="47337" y="369575"/>
                          <a:pt x="53414" y="365926"/>
                          <a:pt x="57150" y="360322"/>
                        </a:cubicBezTo>
                        <a:cubicBezTo>
                          <a:pt x="65649" y="347574"/>
                          <a:pt x="59889" y="355202"/>
                          <a:pt x="76200" y="338890"/>
                        </a:cubicBezTo>
                        <a:cubicBezTo>
                          <a:pt x="78224" y="336866"/>
                          <a:pt x="79062" y="333886"/>
                          <a:pt x="80963" y="331747"/>
                        </a:cubicBezTo>
                        <a:cubicBezTo>
                          <a:pt x="85438" y="326713"/>
                          <a:pt x="91514" y="323063"/>
                          <a:pt x="95250" y="317459"/>
                        </a:cubicBezTo>
                        <a:cubicBezTo>
                          <a:pt x="112278" y="291919"/>
                          <a:pt x="85757" y="330686"/>
                          <a:pt x="107157" y="303172"/>
                        </a:cubicBezTo>
                        <a:cubicBezTo>
                          <a:pt x="110671" y="298654"/>
                          <a:pt x="111919" y="292059"/>
                          <a:pt x="116682" y="288884"/>
                        </a:cubicBezTo>
                        <a:cubicBezTo>
                          <a:pt x="152805" y="264801"/>
                          <a:pt x="115723" y="290873"/>
                          <a:pt x="138113" y="272215"/>
                        </a:cubicBezTo>
                        <a:cubicBezTo>
                          <a:pt x="140312" y="270383"/>
                          <a:pt x="143058" y="269285"/>
                          <a:pt x="145257" y="267453"/>
                        </a:cubicBezTo>
                        <a:cubicBezTo>
                          <a:pt x="147844" y="265297"/>
                          <a:pt x="149813" y="262465"/>
                          <a:pt x="152400" y="260309"/>
                        </a:cubicBezTo>
                        <a:cubicBezTo>
                          <a:pt x="154599" y="258477"/>
                          <a:pt x="157215" y="257210"/>
                          <a:pt x="159544" y="255547"/>
                        </a:cubicBezTo>
                        <a:cubicBezTo>
                          <a:pt x="162774" y="253240"/>
                          <a:pt x="165497" y="249594"/>
                          <a:pt x="166688" y="248403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4" name="Freeform 103"/>
                  <p:cNvSpPr/>
                  <p:nvPr/>
                </p:nvSpPr>
                <p:spPr>
                  <a:xfrm rot="16200000">
                    <a:off x="4535701" y="5300989"/>
                    <a:ext cx="127536" cy="92704"/>
                  </a:xfrm>
                  <a:custGeom>
                    <a:avLst/>
                    <a:gdLst>
                      <a:gd name="connsiteX0" fmla="*/ 0 w 141426"/>
                      <a:gd name="connsiteY0" fmla="*/ 10137 h 138724"/>
                      <a:gd name="connsiteX1" fmla="*/ 0 w 141426"/>
                      <a:gd name="connsiteY1" fmla="*/ 10137 h 138724"/>
                      <a:gd name="connsiteX2" fmla="*/ 21432 w 141426"/>
                      <a:gd name="connsiteY2" fmla="*/ 5374 h 138724"/>
                      <a:gd name="connsiteX3" fmla="*/ 28575 w 141426"/>
                      <a:gd name="connsiteY3" fmla="*/ 612 h 138724"/>
                      <a:gd name="connsiteX4" fmla="*/ 52388 w 141426"/>
                      <a:gd name="connsiteY4" fmla="*/ 2993 h 138724"/>
                      <a:gd name="connsiteX5" fmla="*/ 59532 w 141426"/>
                      <a:gd name="connsiteY5" fmla="*/ 5374 h 138724"/>
                      <a:gd name="connsiteX6" fmla="*/ 66675 w 141426"/>
                      <a:gd name="connsiteY6" fmla="*/ 12518 h 138724"/>
                      <a:gd name="connsiteX7" fmla="*/ 76200 w 141426"/>
                      <a:gd name="connsiteY7" fmla="*/ 19662 h 138724"/>
                      <a:gd name="connsiteX8" fmla="*/ 88107 w 141426"/>
                      <a:gd name="connsiteY8" fmla="*/ 38712 h 138724"/>
                      <a:gd name="connsiteX9" fmla="*/ 95250 w 141426"/>
                      <a:gd name="connsiteY9" fmla="*/ 55381 h 138724"/>
                      <a:gd name="connsiteX10" fmla="*/ 100013 w 141426"/>
                      <a:gd name="connsiteY10" fmla="*/ 64906 h 138724"/>
                      <a:gd name="connsiteX11" fmla="*/ 111919 w 141426"/>
                      <a:gd name="connsiteY11" fmla="*/ 81574 h 138724"/>
                      <a:gd name="connsiteX12" fmla="*/ 116682 w 141426"/>
                      <a:gd name="connsiteY12" fmla="*/ 91099 h 138724"/>
                      <a:gd name="connsiteX13" fmla="*/ 130969 w 141426"/>
                      <a:gd name="connsiteY13" fmla="*/ 107768 h 138724"/>
                      <a:gd name="connsiteX14" fmla="*/ 135732 w 141426"/>
                      <a:gd name="connsiteY14" fmla="*/ 117293 h 138724"/>
                      <a:gd name="connsiteX15" fmla="*/ 138113 w 141426"/>
                      <a:gd name="connsiteY15" fmla="*/ 126818 h 138724"/>
                      <a:gd name="connsiteX16" fmla="*/ 140494 w 141426"/>
                      <a:gd name="connsiteY16" fmla="*/ 133962 h 138724"/>
                      <a:gd name="connsiteX17" fmla="*/ 133350 w 141426"/>
                      <a:gd name="connsiteY17" fmla="*/ 138724 h 138724"/>
                      <a:gd name="connsiteX18" fmla="*/ 111919 w 141426"/>
                      <a:gd name="connsiteY18" fmla="*/ 136343 h 138724"/>
                      <a:gd name="connsiteX19" fmla="*/ 97632 w 141426"/>
                      <a:gd name="connsiteY19" fmla="*/ 131581 h 138724"/>
                      <a:gd name="connsiteX20" fmla="*/ 80963 w 141426"/>
                      <a:gd name="connsiteY20" fmla="*/ 126818 h 138724"/>
                      <a:gd name="connsiteX21" fmla="*/ 64294 w 141426"/>
                      <a:gd name="connsiteY21" fmla="*/ 105387 h 138724"/>
                      <a:gd name="connsiteX22" fmla="*/ 57150 w 141426"/>
                      <a:gd name="connsiteY22" fmla="*/ 91099 h 138724"/>
                      <a:gd name="connsiteX23" fmla="*/ 50007 w 141426"/>
                      <a:gd name="connsiteY23" fmla="*/ 86337 h 138724"/>
                      <a:gd name="connsiteX24" fmla="*/ 40482 w 141426"/>
                      <a:gd name="connsiteY24" fmla="*/ 72049 h 138724"/>
                      <a:gd name="connsiteX25" fmla="*/ 35719 w 141426"/>
                      <a:gd name="connsiteY25" fmla="*/ 64906 h 138724"/>
                      <a:gd name="connsiteX26" fmla="*/ 30957 w 141426"/>
                      <a:gd name="connsiteY26" fmla="*/ 45856 h 138724"/>
                      <a:gd name="connsiteX27" fmla="*/ 28575 w 141426"/>
                      <a:gd name="connsiteY27" fmla="*/ 36331 h 138724"/>
                      <a:gd name="connsiteX28" fmla="*/ 26194 w 141426"/>
                      <a:gd name="connsiteY28" fmla="*/ 29187 h 138724"/>
                      <a:gd name="connsiteX29" fmla="*/ 23813 w 141426"/>
                      <a:gd name="connsiteY29" fmla="*/ 19662 h 138724"/>
                      <a:gd name="connsiteX30" fmla="*/ 14288 w 141426"/>
                      <a:gd name="connsiteY30" fmla="*/ 14899 h 138724"/>
                      <a:gd name="connsiteX31" fmla="*/ 0 w 141426"/>
                      <a:gd name="connsiteY31" fmla="*/ 10137 h 138724"/>
                      <a:gd name="connsiteX0" fmla="*/ 15479 w 142617"/>
                      <a:gd name="connsiteY0" fmla="*/ 14899 h 138724"/>
                      <a:gd name="connsiteX1" fmla="*/ 1191 w 142617"/>
                      <a:gd name="connsiteY1" fmla="*/ 10137 h 138724"/>
                      <a:gd name="connsiteX2" fmla="*/ 22623 w 142617"/>
                      <a:gd name="connsiteY2" fmla="*/ 5374 h 138724"/>
                      <a:gd name="connsiteX3" fmla="*/ 29766 w 142617"/>
                      <a:gd name="connsiteY3" fmla="*/ 612 h 138724"/>
                      <a:gd name="connsiteX4" fmla="*/ 53579 w 142617"/>
                      <a:gd name="connsiteY4" fmla="*/ 2993 h 138724"/>
                      <a:gd name="connsiteX5" fmla="*/ 60723 w 142617"/>
                      <a:gd name="connsiteY5" fmla="*/ 5374 h 138724"/>
                      <a:gd name="connsiteX6" fmla="*/ 67866 w 142617"/>
                      <a:gd name="connsiteY6" fmla="*/ 12518 h 138724"/>
                      <a:gd name="connsiteX7" fmla="*/ 77391 w 142617"/>
                      <a:gd name="connsiteY7" fmla="*/ 19662 h 138724"/>
                      <a:gd name="connsiteX8" fmla="*/ 89298 w 142617"/>
                      <a:gd name="connsiteY8" fmla="*/ 38712 h 138724"/>
                      <a:gd name="connsiteX9" fmla="*/ 96441 w 142617"/>
                      <a:gd name="connsiteY9" fmla="*/ 55381 h 138724"/>
                      <a:gd name="connsiteX10" fmla="*/ 101204 w 142617"/>
                      <a:gd name="connsiteY10" fmla="*/ 64906 h 138724"/>
                      <a:gd name="connsiteX11" fmla="*/ 113110 w 142617"/>
                      <a:gd name="connsiteY11" fmla="*/ 81574 h 138724"/>
                      <a:gd name="connsiteX12" fmla="*/ 117873 w 142617"/>
                      <a:gd name="connsiteY12" fmla="*/ 91099 h 138724"/>
                      <a:gd name="connsiteX13" fmla="*/ 132160 w 142617"/>
                      <a:gd name="connsiteY13" fmla="*/ 107768 h 138724"/>
                      <a:gd name="connsiteX14" fmla="*/ 136923 w 142617"/>
                      <a:gd name="connsiteY14" fmla="*/ 117293 h 138724"/>
                      <a:gd name="connsiteX15" fmla="*/ 139304 w 142617"/>
                      <a:gd name="connsiteY15" fmla="*/ 126818 h 138724"/>
                      <a:gd name="connsiteX16" fmla="*/ 141685 w 142617"/>
                      <a:gd name="connsiteY16" fmla="*/ 133962 h 138724"/>
                      <a:gd name="connsiteX17" fmla="*/ 134541 w 142617"/>
                      <a:gd name="connsiteY17" fmla="*/ 138724 h 138724"/>
                      <a:gd name="connsiteX18" fmla="*/ 113110 w 142617"/>
                      <a:gd name="connsiteY18" fmla="*/ 136343 h 138724"/>
                      <a:gd name="connsiteX19" fmla="*/ 98823 w 142617"/>
                      <a:gd name="connsiteY19" fmla="*/ 131581 h 138724"/>
                      <a:gd name="connsiteX20" fmla="*/ 82154 w 142617"/>
                      <a:gd name="connsiteY20" fmla="*/ 126818 h 138724"/>
                      <a:gd name="connsiteX21" fmla="*/ 65485 w 142617"/>
                      <a:gd name="connsiteY21" fmla="*/ 105387 h 138724"/>
                      <a:gd name="connsiteX22" fmla="*/ 58341 w 142617"/>
                      <a:gd name="connsiteY22" fmla="*/ 91099 h 138724"/>
                      <a:gd name="connsiteX23" fmla="*/ 51198 w 142617"/>
                      <a:gd name="connsiteY23" fmla="*/ 86337 h 138724"/>
                      <a:gd name="connsiteX24" fmla="*/ 41673 w 142617"/>
                      <a:gd name="connsiteY24" fmla="*/ 72049 h 138724"/>
                      <a:gd name="connsiteX25" fmla="*/ 36910 w 142617"/>
                      <a:gd name="connsiteY25" fmla="*/ 64906 h 138724"/>
                      <a:gd name="connsiteX26" fmla="*/ 32148 w 142617"/>
                      <a:gd name="connsiteY26" fmla="*/ 45856 h 138724"/>
                      <a:gd name="connsiteX27" fmla="*/ 29766 w 142617"/>
                      <a:gd name="connsiteY27" fmla="*/ 36331 h 138724"/>
                      <a:gd name="connsiteX28" fmla="*/ 27385 w 142617"/>
                      <a:gd name="connsiteY28" fmla="*/ 29187 h 138724"/>
                      <a:gd name="connsiteX29" fmla="*/ 25004 w 142617"/>
                      <a:gd name="connsiteY29" fmla="*/ 19662 h 138724"/>
                      <a:gd name="connsiteX30" fmla="*/ 15479 w 142617"/>
                      <a:gd name="connsiteY30" fmla="*/ 14899 h 138724"/>
                      <a:gd name="connsiteX0" fmla="*/ 397 w 127535"/>
                      <a:gd name="connsiteY0" fmla="*/ 14899 h 138724"/>
                      <a:gd name="connsiteX1" fmla="*/ 7541 w 127535"/>
                      <a:gd name="connsiteY1" fmla="*/ 5374 h 138724"/>
                      <a:gd name="connsiteX2" fmla="*/ 14684 w 127535"/>
                      <a:gd name="connsiteY2" fmla="*/ 612 h 138724"/>
                      <a:gd name="connsiteX3" fmla="*/ 38497 w 127535"/>
                      <a:gd name="connsiteY3" fmla="*/ 2993 h 138724"/>
                      <a:gd name="connsiteX4" fmla="*/ 45641 w 127535"/>
                      <a:gd name="connsiteY4" fmla="*/ 5374 h 138724"/>
                      <a:gd name="connsiteX5" fmla="*/ 52784 w 127535"/>
                      <a:gd name="connsiteY5" fmla="*/ 12518 h 138724"/>
                      <a:gd name="connsiteX6" fmla="*/ 62309 w 127535"/>
                      <a:gd name="connsiteY6" fmla="*/ 19662 h 138724"/>
                      <a:gd name="connsiteX7" fmla="*/ 74216 w 127535"/>
                      <a:gd name="connsiteY7" fmla="*/ 38712 h 138724"/>
                      <a:gd name="connsiteX8" fmla="*/ 81359 w 127535"/>
                      <a:gd name="connsiteY8" fmla="*/ 55381 h 138724"/>
                      <a:gd name="connsiteX9" fmla="*/ 86122 w 127535"/>
                      <a:gd name="connsiteY9" fmla="*/ 64906 h 138724"/>
                      <a:gd name="connsiteX10" fmla="*/ 98028 w 127535"/>
                      <a:gd name="connsiteY10" fmla="*/ 81574 h 138724"/>
                      <a:gd name="connsiteX11" fmla="*/ 102791 w 127535"/>
                      <a:gd name="connsiteY11" fmla="*/ 91099 h 138724"/>
                      <a:gd name="connsiteX12" fmla="*/ 117078 w 127535"/>
                      <a:gd name="connsiteY12" fmla="*/ 107768 h 138724"/>
                      <a:gd name="connsiteX13" fmla="*/ 121841 w 127535"/>
                      <a:gd name="connsiteY13" fmla="*/ 117293 h 138724"/>
                      <a:gd name="connsiteX14" fmla="*/ 124222 w 127535"/>
                      <a:gd name="connsiteY14" fmla="*/ 126818 h 138724"/>
                      <a:gd name="connsiteX15" fmla="*/ 126603 w 127535"/>
                      <a:gd name="connsiteY15" fmla="*/ 133962 h 138724"/>
                      <a:gd name="connsiteX16" fmla="*/ 119459 w 127535"/>
                      <a:gd name="connsiteY16" fmla="*/ 138724 h 138724"/>
                      <a:gd name="connsiteX17" fmla="*/ 98028 w 127535"/>
                      <a:gd name="connsiteY17" fmla="*/ 136343 h 138724"/>
                      <a:gd name="connsiteX18" fmla="*/ 83741 w 127535"/>
                      <a:gd name="connsiteY18" fmla="*/ 131581 h 138724"/>
                      <a:gd name="connsiteX19" fmla="*/ 67072 w 127535"/>
                      <a:gd name="connsiteY19" fmla="*/ 126818 h 138724"/>
                      <a:gd name="connsiteX20" fmla="*/ 50403 w 127535"/>
                      <a:gd name="connsiteY20" fmla="*/ 105387 h 138724"/>
                      <a:gd name="connsiteX21" fmla="*/ 43259 w 127535"/>
                      <a:gd name="connsiteY21" fmla="*/ 91099 h 138724"/>
                      <a:gd name="connsiteX22" fmla="*/ 36116 w 127535"/>
                      <a:gd name="connsiteY22" fmla="*/ 86337 h 138724"/>
                      <a:gd name="connsiteX23" fmla="*/ 26591 w 127535"/>
                      <a:gd name="connsiteY23" fmla="*/ 72049 h 138724"/>
                      <a:gd name="connsiteX24" fmla="*/ 21828 w 127535"/>
                      <a:gd name="connsiteY24" fmla="*/ 64906 h 138724"/>
                      <a:gd name="connsiteX25" fmla="*/ 17066 w 127535"/>
                      <a:gd name="connsiteY25" fmla="*/ 45856 h 138724"/>
                      <a:gd name="connsiteX26" fmla="*/ 14684 w 127535"/>
                      <a:gd name="connsiteY26" fmla="*/ 36331 h 138724"/>
                      <a:gd name="connsiteX27" fmla="*/ 12303 w 127535"/>
                      <a:gd name="connsiteY27" fmla="*/ 29187 h 138724"/>
                      <a:gd name="connsiteX28" fmla="*/ 9922 w 127535"/>
                      <a:gd name="connsiteY28" fmla="*/ 19662 h 138724"/>
                      <a:gd name="connsiteX29" fmla="*/ 397 w 127535"/>
                      <a:gd name="connsiteY29" fmla="*/ 14899 h 138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27535" h="138724">
                        <a:moveTo>
                          <a:pt x="397" y="14899"/>
                        </a:moveTo>
                        <a:cubicBezTo>
                          <a:pt x="0" y="12518"/>
                          <a:pt x="5160" y="7755"/>
                          <a:pt x="7541" y="5374"/>
                        </a:cubicBezTo>
                        <a:cubicBezTo>
                          <a:pt x="10256" y="4469"/>
                          <a:pt x="11831" y="831"/>
                          <a:pt x="14684" y="612"/>
                        </a:cubicBezTo>
                        <a:cubicBezTo>
                          <a:pt x="22638" y="0"/>
                          <a:pt x="30559" y="2199"/>
                          <a:pt x="38497" y="2993"/>
                        </a:cubicBezTo>
                        <a:cubicBezTo>
                          <a:pt x="40878" y="3787"/>
                          <a:pt x="43552" y="3982"/>
                          <a:pt x="45641" y="5374"/>
                        </a:cubicBezTo>
                        <a:cubicBezTo>
                          <a:pt x="48443" y="7242"/>
                          <a:pt x="50227" y="10326"/>
                          <a:pt x="52784" y="12518"/>
                        </a:cubicBezTo>
                        <a:cubicBezTo>
                          <a:pt x="55797" y="15101"/>
                          <a:pt x="59134" y="17281"/>
                          <a:pt x="62309" y="19662"/>
                        </a:cubicBezTo>
                        <a:cubicBezTo>
                          <a:pt x="74382" y="43806"/>
                          <a:pt x="58754" y="13972"/>
                          <a:pt x="74216" y="38712"/>
                        </a:cubicBezTo>
                        <a:cubicBezTo>
                          <a:pt x="81397" y="50201"/>
                          <a:pt x="76939" y="45068"/>
                          <a:pt x="81359" y="55381"/>
                        </a:cubicBezTo>
                        <a:cubicBezTo>
                          <a:pt x="82757" y="58644"/>
                          <a:pt x="84241" y="61896"/>
                          <a:pt x="86122" y="64906"/>
                        </a:cubicBezTo>
                        <a:cubicBezTo>
                          <a:pt x="94642" y="78536"/>
                          <a:pt x="91311" y="69819"/>
                          <a:pt x="98028" y="81574"/>
                        </a:cubicBezTo>
                        <a:cubicBezTo>
                          <a:pt x="99789" y="84656"/>
                          <a:pt x="100910" y="88089"/>
                          <a:pt x="102791" y="91099"/>
                        </a:cubicBezTo>
                        <a:cubicBezTo>
                          <a:pt x="123183" y="123727"/>
                          <a:pt x="97599" y="80499"/>
                          <a:pt x="117078" y="107768"/>
                        </a:cubicBezTo>
                        <a:cubicBezTo>
                          <a:pt x="119141" y="110657"/>
                          <a:pt x="120253" y="114118"/>
                          <a:pt x="121841" y="117293"/>
                        </a:cubicBezTo>
                        <a:cubicBezTo>
                          <a:pt x="122635" y="120468"/>
                          <a:pt x="123323" y="123671"/>
                          <a:pt x="124222" y="126818"/>
                        </a:cubicBezTo>
                        <a:cubicBezTo>
                          <a:pt x="124912" y="129232"/>
                          <a:pt x="127535" y="131631"/>
                          <a:pt x="126603" y="133962"/>
                        </a:cubicBezTo>
                        <a:cubicBezTo>
                          <a:pt x="125540" y="136619"/>
                          <a:pt x="121840" y="137137"/>
                          <a:pt x="119459" y="138724"/>
                        </a:cubicBezTo>
                        <a:cubicBezTo>
                          <a:pt x="112315" y="137930"/>
                          <a:pt x="105076" y="137752"/>
                          <a:pt x="98028" y="136343"/>
                        </a:cubicBezTo>
                        <a:cubicBezTo>
                          <a:pt x="93106" y="135359"/>
                          <a:pt x="88503" y="133168"/>
                          <a:pt x="83741" y="131581"/>
                        </a:cubicBezTo>
                        <a:cubicBezTo>
                          <a:pt x="73483" y="128161"/>
                          <a:pt x="79045" y="129811"/>
                          <a:pt x="67072" y="126818"/>
                        </a:cubicBezTo>
                        <a:cubicBezTo>
                          <a:pt x="55679" y="109729"/>
                          <a:pt x="61594" y="116578"/>
                          <a:pt x="50403" y="105387"/>
                        </a:cubicBezTo>
                        <a:cubicBezTo>
                          <a:pt x="48466" y="99575"/>
                          <a:pt x="47876" y="95716"/>
                          <a:pt x="43259" y="91099"/>
                        </a:cubicBezTo>
                        <a:cubicBezTo>
                          <a:pt x="41236" y="89076"/>
                          <a:pt x="38497" y="87924"/>
                          <a:pt x="36116" y="86337"/>
                        </a:cubicBezTo>
                        <a:lnTo>
                          <a:pt x="26591" y="72049"/>
                        </a:lnTo>
                        <a:lnTo>
                          <a:pt x="21828" y="64906"/>
                        </a:lnTo>
                        <a:lnTo>
                          <a:pt x="17066" y="45856"/>
                        </a:lnTo>
                        <a:cubicBezTo>
                          <a:pt x="16272" y="42681"/>
                          <a:pt x="15719" y="39436"/>
                          <a:pt x="14684" y="36331"/>
                        </a:cubicBezTo>
                        <a:cubicBezTo>
                          <a:pt x="13890" y="33950"/>
                          <a:pt x="12993" y="31601"/>
                          <a:pt x="12303" y="29187"/>
                        </a:cubicBezTo>
                        <a:cubicBezTo>
                          <a:pt x="11404" y="26040"/>
                          <a:pt x="12017" y="22176"/>
                          <a:pt x="9922" y="19662"/>
                        </a:cubicBezTo>
                        <a:cubicBezTo>
                          <a:pt x="7650" y="16935"/>
                          <a:pt x="3286" y="16962"/>
                          <a:pt x="397" y="14899"/>
                        </a:cubicBez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05" name="Freeform 104"/>
                  <p:cNvSpPr/>
                  <p:nvPr/>
                </p:nvSpPr>
                <p:spPr>
                  <a:xfrm>
                    <a:off x="4736305" y="4926806"/>
                    <a:ext cx="150019" cy="128588"/>
                  </a:xfrm>
                  <a:custGeom>
                    <a:avLst/>
                    <a:gdLst>
                      <a:gd name="connsiteX0" fmla="*/ 0 w 150824"/>
                      <a:gd name="connsiteY0" fmla="*/ 47625 h 128588"/>
                      <a:gd name="connsiteX1" fmla="*/ 16669 w 150824"/>
                      <a:gd name="connsiteY1" fmla="*/ 95250 h 128588"/>
                      <a:gd name="connsiteX2" fmla="*/ 40482 w 150824"/>
                      <a:gd name="connsiteY2" fmla="*/ 119063 h 128588"/>
                      <a:gd name="connsiteX3" fmla="*/ 61913 w 150824"/>
                      <a:gd name="connsiteY3" fmla="*/ 121444 h 128588"/>
                      <a:gd name="connsiteX4" fmla="*/ 76200 w 150824"/>
                      <a:gd name="connsiteY4" fmla="*/ 126207 h 128588"/>
                      <a:gd name="connsiteX5" fmla="*/ 83344 w 150824"/>
                      <a:gd name="connsiteY5" fmla="*/ 128588 h 128588"/>
                      <a:gd name="connsiteX6" fmla="*/ 114300 w 150824"/>
                      <a:gd name="connsiteY6" fmla="*/ 126207 h 128588"/>
                      <a:gd name="connsiteX7" fmla="*/ 123825 w 150824"/>
                      <a:gd name="connsiteY7" fmla="*/ 123825 h 128588"/>
                      <a:gd name="connsiteX8" fmla="*/ 135732 w 150824"/>
                      <a:gd name="connsiteY8" fmla="*/ 102394 h 128588"/>
                      <a:gd name="connsiteX9" fmla="*/ 140494 w 150824"/>
                      <a:gd name="connsiteY9" fmla="*/ 80963 h 128588"/>
                      <a:gd name="connsiteX10" fmla="*/ 145257 w 150824"/>
                      <a:gd name="connsiteY10" fmla="*/ 73819 h 128588"/>
                      <a:gd name="connsiteX11" fmla="*/ 150019 w 150824"/>
                      <a:gd name="connsiteY11" fmla="*/ 50007 h 128588"/>
                      <a:gd name="connsiteX12" fmla="*/ 147638 w 150824"/>
                      <a:gd name="connsiteY12" fmla="*/ 0 h 128588"/>
                      <a:gd name="connsiteX13" fmla="*/ 121444 w 150824"/>
                      <a:gd name="connsiteY13" fmla="*/ 0 h 128588"/>
                      <a:gd name="connsiteX14" fmla="*/ 88107 w 150824"/>
                      <a:gd name="connsiteY14" fmla="*/ 9525 h 128588"/>
                      <a:gd name="connsiteX15" fmla="*/ 52388 w 150824"/>
                      <a:gd name="connsiteY15" fmla="*/ 19050 h 128588"/>
                      <a:gd name="connsiteX16" fmla="*/ 0 w 150824"/>
                      <a:gd name="connsiteY16" fmla="*/ 47625 h 128588"/>
                      <a:gd name="connsiteX0" fmla="*/ 0 w 150824"/>
                      <a:gd name="connsiteY0" fmla="*/ 47625 h 128588"/>
                      <a:gd name="connsiteX1" fmla="*/ 16669 w 150824"/>
                      <a:gd name="connsiteY1" fmla="*/ 95250 h 128588"/>
                      <a:gd name="connsiteX2" fmla="*/ 40482 w 150824"/>
                      <a:gd name="connsiteY2" fmla="*/ 119063 h 128588"/>
                      <a:gd name="connsiteX3" fmla="*/ 61913 w 150824"/>
                      <a:gd name="connsiteY3" fmla="*/ 121444 h 128588"/>
                      <a:gd name="connsiteX4" fmla="*/ 76200 w 150824"/>
                      <a:gd name="connsiteY4" fmla="*/ 126207 h 128588"/>
                      <a:gd name="connsiteX5" fmla="*/ 83344 w 150824"/>
                      <a:gd name="connsiteY5" fmla="*/ 128588 h 128588"/>
                      <a:gd name="connsiteX6" fmla="*/ 114300 w 150824"/>
                      <a:gd name="connsiteY6" fmla="*/ 126207 h 128588"/>
                      <a:gd name="connsiteX7" fmla="*/ 135732 w 150824"/>
                      <a:gd name="connsiteY7" fmla="*/ 102394 h 128588"/>
                      <a:gd name="connsiteX8" fmla="*/ 140494 w 150824"/>
                      <a:gd name="connsiteY8" fmla="*/ 80963 h 128588"/>
                      <a:gd name="connsiteX9" fmla="*/ 145257 w 150824"/>
                      <a:gd name="connsiteY9" fmla="*/ 73819 h 128588"/>
                      <a:gd name="connsiteX10" fmla="*/ 150019 w 150824"/>
                      <a:gd name="connsiteY10" fmla="*/ 50007 h 128588"/>
                      <a:gd name="connsiteX11" fmla="*/ 147638 w 150824"/>
                      <a:gd name="connsiteY11" fmla="*/ 0 h 128588"/>
                      <a:gd name="connsiteX12" fmla="*/ 121444 w 150824"/>
                      <a:gd name="connsiteY12" fmla="*/ 0 h 128588"/>
                      <a:gd name="connsiteX13" fmla="*/ 88107 w 150824"/>
                      <a:gd name="connsiteY13" fmla="*/ 9525 h 128588"/>
                      <a:gd name="connsiteX14" fmla="*/ 52388 w 150824"/>
                      <a:gd name="connsiteY14" fmla="*/ 19050 h 128588"/>
                      <a:gd name="connsiteX15" fmla="*/ 0 w 150824"/>
                      <a:gd name="connsiteY15" fmla="*/ 47625 h 128588"/>
                      <a:gd name="connsiteX0" fmla="*/ 0 w 150824"/>
                      <a:gd name="connsiteY0" fmla="*/ 47625 h 128588"/>
                      <a:gd name="connsiteX1" fmla="*/ 16669 w 150824"/>
                      <a:gd name="connsiteY1" fmla="*/ 95250 h 128588"/>
                      <a:gd name="connsiteX2" fmla="*/ 40482 w 150824"/>
                      <a:gd name="connsiteY2" fmla="*/ 119063 h 128588"/>
                      <a:gd name="connsiteX3" fmla="*/ 61913 w 150824"/>
                      <a:gd name="connsiteY3" fmla="*/ 121444 h 128588"/>
                      <a:gd name="connsiteX4" fmla="*/ 76200 w 150824"/>
                      <a:gd name="connsiteY4" fmla="*/ 126207 h 128588"/>
                      <a:gd name="connsiteX5" fmla="*/ 83344 w 150824"/>
                      <a:gd name="connsiteY5" fmla="*/ 128588 h 128588"/>
                      <a:gd name="connsiteX6" fmla="*/ 114300 w 150824"/>
                      <a:gd name="connsiteY6" fmla="*/ 126207 h 128588"/>
                      <a:gd name="connsiteX7" fmla="*/ 140494 w 150824"/>
                      <a:gd name="connsiteY7" fmla="*/ 80963 h 128588"/>
                      <a:gd name="connsiteX8" fmla="*/ 145257 w 150824"/>
                      <a:gd name="connsiteY8" fmla="*/ 73819 h 128588"/>
                      <a:gd name="connsiteX9" fmla="*/ 150019 w 150824"/>
                      <a:gd name="connsiteY9" fmla="*/ 50007 h 128588"/>
                      <a:gd name="connsiteX10" fmla="*/ 147638 w 150824"/>
                      <a:gd name="connsiteY10" fmla="*/ 0 h 128588"/>
                      <a:gd name="connsiteX11" fmla="*/ 121444 w 150824"/>
                      <a:gd name="connsiteY11" fmla="*/ 0 h 128588"/>
                      <a:gd name="connsiteX12" fmla="*/ 88107 w 150824"/>
                      <a:gd name="connsiteY12" fmla="*/ 9525 h 128588"/>
                      <a:gd name="connsiteX13" fmla="*/ 52388 w 150824"/>
                      <a:gd name="connsiteY13" fmla="*/ 19050 h 128588"/>
                      <a:gd name="connsiteX14" fmla="*/ 0 w 150824"/>
                      <a:gd name="connsiteY14" fmla="*/ 47625 h 128588"/>
                      <a:gd name="connsiteX0" fmla="*/ 0 w 150824"/>
                      <a:gd name="connsiteY0" fmla="*/ 47625 h 128588"/>
                      <a:gd name="connsiteX1" fmla="*/ 16669 w 150824"/>
                      <a:gd name="connsiteY1" fmla="*/ 95250 h 128588"/>
                      <a:gd name="connsiteX2" fmla="*/ 40482 w 150824"/>
                      <a:gd name="connsiteY2" fmla="*/ 119063 h 128588"/>
                      <a:gd name="connsiteX3" fmla="*/ 61913 w 150824"/>
                      <a:gd name="connsiteY3" fmla="*/ 121444 h 128588"/>
                      <a:gd name="connsiteX4" fmla="*/ 76200 w 150824"/>
                      <a:gd name="connsiteY4" fmla="*/ 126207 h 128588"/>
                      <a:gd name="connsiteX5" fmla="*/ 83344 w 150824"/>
                      <a:gd name="connsiteY5" fmla="*/ 128588 h 128588"/>
                      <a:gd name="connsiteX6" fmla="*/ 114300 w 150824"/>
                      <a:gd name="connsiteY6" fmla="*/ 126207 h 128588"/>
                      <a:gd name="connsiteX7" fmla="*/ 140494 w 150824"/>
                      <a:gd name="connsiteY7" fmla="*/ 80963 h 128588"/>
                      <a:gd name="connsiteX8" fmla="*/ 119061 w 150824"/>
                      <a:gd name="connsiteY8" fmla="*/ 76200 h 128588"/>
                      <a:gd name="connsiteX9" fmla="*/ 150019 w 150824"/>
                      <a:gd name="connsiteY9" fmla="*/ 50007 h 128588"/>
                      <a:gd name="connsiteX10" fmla="*/ 147638 w 150824"/>
                      <a:gd name="connsiteY10" fmla="*/ 0 h 128588"/>
                      <a:gd name="connsiteX11" fmla="*/ 121444 w 150824"/>
                      <a:gd name="connsiteY11" fmla="*/ 0 h 128588"/>
                      <a:gd name="connsiteX12" fmla="*/ 88107 w 150824"/>
                      <a:gd name="connsiteY12" fmla="*/ 9525 h 128588"/>
                      <a:gd name="connsiteX13" fmla="*/ 52388 w 150824"/>
                      <a:gd name="connsiteY13" fmla="*/ 19050 h 128588"/>
                      <a:gd name="connsiteX14" fmla="*/ 0 w 150824"/>
                      <a:gd name="connsiteY14" fmla="*/ 47625 h 128588"/>
                      <a:gd name="connsiteX0" fmla="*/ 0 w 150824"/>
                      <a:gd name="connsiteY0" fmla="*/ 47625 h 128588"/>
                      <a:gd name="connsiteX1" fmla="*/ 16669 w 150824"/>
                      <a:gd name="connsiteY1" fmla="*/ 95250 h 128588"/>
                      <a:gd name="connsiteX2" fmla="*/ 40482 w 150824"/>
                      <a:gd name="connsiteY2" fmla="*/ 119063 h 128588"/>
                      <a:gd name="connsiteX3" fmla="*/ 61913 w 150824"/>
                      <a:gd name="connsiteY3" fmla="*/ 121444 h 128588"/>
                      <a:gd name="connsiteX4" fmla="*/ 76200 w 150824"/>
                      <a:gd name="connsiteY4" fmla="*/ 126207 h 128588"/>
                      <a:gd name="connsiteX5" fmla="*/ 83344 w 150824"/>
                      <a:gd name="connsiteY5" fmla="*/ 128588 h 128588"/>
                      <a:gd name="connsiteX6" fmla="*/ 114300 w 150824"/>
                      <a:gd name="connsiteY6" fmla="*/ 126207 h 128588"/>
                      <a:gd name="connsiteX7" fmla="*/ 119061 w 150824"/>
                      <a:gd name="connsiteY7" fmla="*/ 116682 h 128588"/>
                      <a:gd name="connsiteX8" fmla="*/ 119061 w 150824"/>
                      <a:gd name="connsiteY8" fmla="*/ 76200 h 128588"/>
                      <a:gd name="connsiteX9" fmla="*/ 150019 w 150824"/>
                      <a:gd name="connsiteY9" fmla="*/ 50007 h 128588"/>
                      <a:gd name="connsiteX10" fmla="*/ 147638 w 150824"/>
                      <a:gd name="connsiteY10" fmla="*/ 0 h 128588"/>
                      <a:gd name="connsiteX11" fmla="*/ 121444 w 150824"/>
                      <a:gd name="connsiteY11" fmla="*/ 0 h 128588"/>
                      <a:gd name="connsiteX12" fmla="*/ 88107 w 150824"/>
                      <a:gd name="connsiteY12" fmla="*/ 9525 h 128588"/>
                      <a:gd name="connsiteX13" fmla="*/ 52388 w 150824"/>
                      <a:gd name="connsiteY13" fmla="*/ 19050 h 128588"/>
                      <a:gd name="connsiteX14" fmla="*/ 0 w 150824"/>
                      <a:gd name="connsiteY14" fmla="*/ 47625 h 128588"/>
                      <a:gd name="connsiteX0" fmla="*/ 0 w 150019"/>
                      <a:gd name="connsiteY0" fmla="*/ 47625 h 128588"/>
                      <a:gd name="connsiteX1" fmla="*/ 16669 w 150019"/>
                      <a:gd name="connsiteY1" fmla="*/ 95250 h 128588"/>
                      <a:gd name="connsiteX2" fmla="*/ 40482 w 150019"/>
                      <a:gd name="connsiteY2" fmla="*/ 119063 h 128588"/>
                      <a:gd name="connsiteX3" fmla="*/ 61913 w 150019"/>
                      <a:gd name="connsiteY3" fmla="*/ 121444 h 128588"/>
                      <a:gd name="connsiteX4" fmla="*/ 76200 w 150019"/>
                      <a:gd name="connsiteY4" fmla="*/ 126207 h 128588"/>
                      <a:gd name="connsiteX5" fmla="*/ 83344 w 150019"/>
                      <a:gd name="connsiteY5" fmla="*/ 128588 h 128588"/>
                      <a:gd name="connsiteX6" fmla="*/ 114300 w 150019"/>
                      <a:gd name="connsiteY6" fmla="*/ 126207 h 128588"/>
                      <a:gd name="connsiteX7" fmla="*/ 119061 w 150019"/>
                      <a:gd name="connsiteY7" fmla="*/ 116682 h 128588"/>
                      <a:gd name="connsiteX8" fmla="*/ 150019 w 150019"/>
                      <a:gd name="connsiteY8" fmla="*/ 50007 h 128588"/>
                      <a:gd name="connsiteX9" fmla="*/ 147638 w 150019"/>
                      <a:gd name="connsiteY9" fmla="*/ 0 h 128588"/>
                      <a:gd name="connsiteX10" fmla="*/ 121444 w 150019"/>
                      <a:gd name="connsiteY10" fmla="*/ 0 h 128588"/>
                      <a:gd name="connsiteX11" fmla="*/ 88107 w 150019"/>
                      <a:gd name="connsiteY11" fmla="*/ 9525 h 128588"/>
                      <a:gd name="connsiteX12" fmla="*/ 52388 w 150019"/>
                      <a:gd name="connsiteY12" fmla="*/ 19050 h 128588"/>
                      <a:gd name="connsiteX13" fmla="*/ 0 w 150019"/>
                      <a:gd name="connsiteY13" fmla="*/ 47625 h 1285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50019" h="128588">
                        <a:moveTo>
                          <a:pt x="0" y="47625"/>
                        </a:moveTo>
                        <a:lnTo>
                          <a:pt x="16669" y="95250"/>
                        </a:lnTo>
                        <a:lnTo>
                          <a:pt x="40482" y="119063"/>
                        </a:lnTo>
                        <a:cubicBezTo>
                          <a:pt x="47626" y="119857"/>
                          <a:pt x="54865" y="120034"/>
                          <a:pt x="61913" y="121444"/>
                        </a:cubicBezTo>
                        <a:cubicBezTo>
                          <a:pt x="66836" y="122429"/>
                          <a:pt x="71438" y="124619"/>
                          <a:pt x="76200" y="126207"/>
                        </a:cubicBezTo>
                        <a:lnTo>
                          <a:pt x="83344" y="128588"/>
                        </a:lnTo>
                        <a:cubicBezTo>
                          <a:pt x="93663" y="127794"/>
                          <a:pt x="104022" y="127416"/>
                          <a:pt x="114300" y="126207"/>
                        </a:cubicBezTo>
                        <a:cubicBezTo>
                          <a:pt x="123825" y="118270"/>
                          <a:pt x="113902" y="125413"/>
                          <a:pt x="119061" y="116682"/>
                        </a:cubicBezTo>
                        <a:cubicBezTo>
                          <a:pt x="125014" y="103982"/>
                          <a:pt x="145256" y="69454"/>
                          <a:pt x="150019" y="50007"/>
                        </a:cubicBezTo>
                        <a:cubicBezTo>
                          <a:pt x="146769" y="17506"/>
                          <a:pt x="147638" y="34171"/>
                          <a:pt x="147638" y="0"/>
                        </a:cubicBezTo>
                        <a:lnTo>
                          <a:pt x="121444" y="0"/>
                        </a:lnTo>
                        <a:lnTo>
                          <a:pt x="88107" y="9525"/>
                        </a:lnTo>
                        <a:lnTo>
                          <a:pt x="52388" y="19050"/>
                        </a:lnTo>
                        <a:lnTo>
                          <a:pt x="0" y="47625"/>
                        </a:lnTo>
                        <a:close/>
                      </a:path>
                    </a:pathLst>
                  </a:cu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</p:grpSp>
          </p:grpSp>
        </p:grpSp>
        <p:sp>
          <p:nvSpPr>
            <p:cNvPr id="53" name="Freeform 52"/>
            <p:cNvSpPr/>
            <p:nvPr/>
          </p:nvSpPr>
          <p:spPr>
            <a:xfrm>
              <a:off x="3879056" y="2445544"/>
              <a:ext cx="4763" cy="1238250"/>
            </a:xfrm>
            <a:custGeom>
              <a:avLst/>
              <a:gdLst>
                <a:gd name="connsiteX0" fmla="*/ 4763 w 4763"/>
                <a:gd name="connsiteY0" fmla="*/ 0 h 1238250"/>
                <a:gd name="connsiteX1" fmla="*/ 0 w 4763"/>
                <a:gd name="connsiteY1" fmla="*/ 1238250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63" h="1238250">
                  <a:moveTo>
                    <a:pt x="4763" y="0"/>
                  </a:moveTo>
                  <a:cubicBezTo>
                    <a:pt x="3175" y="412750"/>
                    <a:pt x="1587" y="825500"/>
                    <a:pt x="0" y="1238250"/>
                  </a:cubicBezTo>
                </a:path>
              </a:pathLst>
            </a:cu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54" name="Straight Arrow Connector 53"/>
            <p:cNvCxnSpPr>
              <a:endCxn id="127" idx="1"/>
            </p:cNvCxnSpPr>
            <p:nvPr/>
          </p:nvCxnSpPr>
          <p:spPr>
            <a:xfrm flipH="1">
              <a:off x="5606416" y="1571475"/>
              <a:ext cx="310990" cy="19064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5841095" y="1365440"/>
              <a:ext cx="11849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GW_MonitoringSite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2517799" y="4513130"/>
              <a:ext cx="525134" cy="12591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8" idx="3"/>
            </p:cNvCxnSpPr>
            <p:nvPr/>
          </p:nvCxnSpPr>
          <p:spPr>
            <a:xfrm flipV="1">
              <a:off x="2490077" y="4206985"/>
              <a:ext cx="543601" cy="11541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H="1" flipV="1">
              <a:off x="1537034" y="4077498"/>
              <a:ext cx="216000" cy="39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>
              <a:off x="2663311" y="4081715"/>
              <a:ext cx="216000" cy="276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 flipH="1" flipV="1">
              <a:off x="889338" y="4217992"/>
              <a:ext cx="569117" cy="41055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 flipV="1">
              <a:off x="1103649" y="4167826"/>
              <a:ext cx="479390" cy="15965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390074" y="3080708"/>
              <a:ext cx="8897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Fractured rock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500916" y="3861715"/>
              <a:ext cx="8897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Particulate rock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 rot="19920000">
              <a:off x="4132413" y="3062172"/>
              <a:ext cx="11400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GW_ConfiningBed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 rot="19980000">
              <a:off x="3794471" y="3141982"/>
              <a:ext cx="81304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567412" y="1866900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Observation</a:t>
              </a:r>
            </a:p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well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7" name="Freeform 66"/>
            <p:cNvSpPr/>
            <p:nvPr/>
          </p:nvSpPr>
          <p:spPr>
            <a:xfrm>
              <a:off x="3619500" y="2064544"/>
              <a:ext cx="909637" cy="347662"/>
            </a:xfrm>
            <a:custGeom>
              <a:avLst/>
              <a:gdLst>
                <a:gd name="connsiteX0" fmla="*/ 433387 w 909637"/>
                <a:gd name="connsiteY0" fmla="*/ 328612 h 347662"/>
                <a:gd name="connsiteX1" fmla="*/ 323850 w 909637"/>
                <a:gd name="connsiteY1" fmla="*/ 304800 h 347662"/>
                <a:gd name="connsiteX2" fmla="*/ 247650 w 909637"/>
                <a:gd name="connsiteY2" fmla="*/ 290512 h 347662"/>
                <a:gd name="connsiteX3" fmla="*/ 133350 w 909637"/>
                <a:gd name="connsiteY3" fmla="*/ 285750 h 347662"/>
                <a:gd name="connsiteX4" fmla="*/ 61912 w 909637"/>
                <a:gd name="connsiteY4" fmla="*/ 280987 h 347662"/>
                <a:gd name="connsiteX5" fmla="*/ 14287 w 909637"/>
                <a:gd name="connsiteY5" fmla="*/ 252412 h 347662"/>
                <a:gd name="connsiteX6" fmla="*/ 0 w 909637"/>
                <a:gd name="connsiteY6" fmla="*/ 195262 h 347662"/>
                <a:gd name="connsiteX7" fmla="*/ 0 w 909637"/>
                <a:gd name="connsiteY7" fmla="*/ 195262 h 347662"/>
                <a:gd name="connsiteX8" fmla="*/ 4762 w 909637"/>
                <a:gd name="connsiteY8" fmla="*/ 128587 h 347662"/>
                <a:gd name="connsiteX9" fmla="*/ 71437 w 909637"/>
                <a:gd name="connsiteY9" fmla="*/ 80962 h 347662"/>
                <a:gd name="connsiteX10" fmla="*/ 114300 w 909637"/>
                <a:gd name="connsiteY10" fmla="*/ 52387 h 347662"/>
                <a:gd name="connsiteX11" fmla="*/ 147637 w 909637"/>
                <a:gd name="connsiteY11" fmla="*/ 38100 h 347662"/>
                <a:gd name="connsiteX12" fmla="*/ 280987 w 909637"/>
                <a:gd name="connsiteY12" fmla="*/ 19050 h 347662"/>
                <a:gd name="connsiteX13" fmla="*/ 347662 w 909637"/>
                <a:gd name="connsiteY13" fmla="*/ 0 h 347662"/>
                <a:gd name="connsiteX14" fmla="*/ 414337 w 909637"/>
                <a:gd name="connsiteY14" fmla="*/ 14287 h 347662"/>
                <a:gd name="connsiteX15" fmla="*/ 471487 w 909637"/>
                <a:gd name="connsiteY15" fmla="*/ 28575 h 347662"/>
                <a:gd name="connsiteX16" fmla="*/ 571500 w 909637"/>
                <a:gd name="connsiteY16" fmla="*/ 57150 h 347662"/>
                <a:gd name="connsiteX17" fmla="*/ 647700 w 909637"/>
                <a:gd name="connsiteY17" fmla="*/ 66675 h 347662"/>
                <a:gd name="connsiteX18" fmla="*/ 685800 w 909637"/>
                <a:gd name="connsiteY18" fmla="*/ 71437 h 347662"/>
                <a:gd name="connsiteX19" fmla="*/ 738187 w 909637"/>
                <a:gd name="connsiteY19" fmla="*/ 80962 h 347662"/>
                <a:gd name="connsiteX20" fmla="*/ 785812 w 909637"/>
                <a:gd name="connsiteY20" fmla="*/ 95250 h 347662"/>
                <a:gd name="connsiteX21" fmla="*/ 828675 w 909637"/>
                <a:gd name="connsiteY21" fmla="*/ 100012 h 347662"/>
                <a:gd name="connsiteX22" fmla="*/ 909637 w 909637"/>
                <a:gd name="connsiteY22" fmla="*/ 123825 h 347662"/>
                <a:gd name="connsiteX23" fmla="*/ 862012 w 909637"/>
                <a:gd name="connsiteY23" fmla="*/ 161925 h 347662"/>
                <a:gd name="connsiteX24" fmla="*/ 819150 w 909637"/>
                <a:gd name="connsiteY24" fmla="*/ 219075 h 347662"/>
                <a:gd name="connsiteX25" fmla="*/ 762000 w 909637"/>
                <a:gd name="connsiteY25" fmla="*/ 280987 h 347662"/>
                <a:gd name="connsiteX26" fmla="*/ 714375 w 909637"/>
                <a:gd name="connsiteY26" fmla="*/ 300037 h 347662"/>
                <a:gd name="connsiteX27" fmla="*/ 633412 w 909637"/>
                <a:gd name="connsiteY27" fmla="*/ 328612 h 347662"/>
                <a:gd name="connsiteX28" fmla="*/ 600075 w 909637"/>
                <a:gd name="connsiteY28" fmla="*/ 347662 h 347662"/>
                <a:gd name="connsiteX29" fmla="*/ 500062 w 909637"/>
                <a:gd name="connsiteY29" fmla="*/ 342900 h 347662"/>
                <a:gd name="connsiteX30" fmla="*/ 433387 w 909637"/>
                <a:gd name="connsiteY30" fmla="*/ 328612 h 347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9637" h="347662">
                  <a:moveTo>
                    <a:pt x="433387" y="328612"/>
                  </a:moveTo>
                  <a:lnTo>
                    <a:pt x="323850" y="304800"/>
                  </a:lnTo>
                  <a:lnTo>
                    <a:pt x="247650" y="290512"/>
                  </a:lnTo>
                  <a:lnTo>
                    <a:pt x="133350" y="285750"/>
                  </a:lnTo>
                  <a:lnTo>
                    <a:pt x="61912" y="280987"/>
                  </a:lnTo>
                  <a:lnTo>
                    <a:pt x="14287" y="252412"/>
                  </a:lnTo>
                  <a:lnTo>
                    <a:pt x="0" y="195262"/>
                  </a:lnTo>
                  <a:lnTo>
                    <a:pt x="0" y="195262"/>
                  </a:lnTo>
                  <a:lnTo>
                    <a:pt x="4762" y="128587"/>
                  </a:lnTo>
                  <a:lnTo>
                    <a:pt x="71437" y="80962"/>
                  </a:lnTo>
                  <a:lnTo>
                    <a:pt x="114300" y="52387"/>
                  </a:lnTo>
                  <a:lnTo>
                    <a:pt x="147637" y="38100"/>
                  </a:lnTo>
                  <a:lnTo>
                    <a:pt x="280987" y="19050"/>
                  </a:lnTo>
                  <a:lnTo>
                    <a:pt x="347662" y="0"/>
                  </a:lnTo>
                  <a:lnTo>
                    <a:pt x="414337" y="14287"/>
                  </a:lnTo>
                  <a:lnTo>
                    <a:pt x="471487" y="28575"/>
                  </a:lnTo>
                  <a:lnTo>
                    <a:pt x="571500" y="57150"/>
                  </a:lnTo>
                  <a:lnTo>
                    <a:pt x="647700" y="66675"/>
                  </a:lnTo>
                  <a:lnTo>
                    <a:pt x="685800" y="71437"/>
                  </a:lnTo>
                  <a:lnTo>
                    <a:pt x="738187" y="80962"/>
                  </a:lnTo>
                  <a:lnTo>
                    <a:pt x="785812" y="95250"/>
                  </a:lnTo>
                  <a:lnTo>
                    <a:pt x="828675" y="100012"/>
                  </a:lnTo>
                  <a:lnTo>
                    <a:pt x="909637" y="123825"/>
                  </a:lnTo>
                  <a:lnTo>
                    <a:pt x="862012" y="161925"/>
                  </a:lnTo>
                  <a:lnTo>
                    <a:pt x="819150" y="219075"/>
                  </a:lnTo>
                  <a:lnTo>
                    <a:pt x="762000" y="280987"/>
                  </a:lnTo>
                  <a:lnTo>
                    <a:pt x="714375" y="300037"/>
                  </a:lnTo>
                  <a:lnTo>
                    <a:pt x="633412" y="328612"/>
                  </a:lnTo>
                  <a:lnTo>
                    <a:pt x="600075" y="347662"/>
                  </a:lnTo>
                  <a:lnTo>
                    <a:pt x="500062" y="342900"/>
                  </a:lnTo>
                  <a:lnTo>
                    <a:pt x="433387" y="328612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Freeform 67"/>
            <p:cNvSpPr/>
            <p:nvPr/>
          </p:nvSpPr>
          <p:spPr>
            <a:xfrm>
              <a:off x="2090737" y="1800225"/>
              <a:ext cx="1676400" cy="397669"/>
            </a:xfrm>
            <a:custGeom>
              <a:avLst/>
              <a:gdLst>
                <a:gd name="connsiteX0" fmla="*/ 0 w 1676400"/>
                <a:gd name="connsiteY0" fmla="*/ 0 h 397669"/>
                <a:gd name="connsiteX1" fmla="*/ 0 w 1676400"/>
                <a:gd name="connsiteY1" fmla="*/ 0 h 397669"/>
                <a:gd name="connsiteX2" fmla="*/ 66675 w 1676400"/>
                <a:gd name="connsiteY2" fmla="*/ 4762 h 397669"/>
                <a:gd name="connsiteX3" fmla="*/ 102394 w 1676400"/>
                <a:gd name="connsiteY3" fmla="*/ 7144 h 397669"/>
                <a:gd name="connsiteX4" fmla="*/ 102394 w 1676400"/>
                <a:gd name="connsiteY4" fmla="*/ 19050 h 397669"/>
                <a:gd name="connsiteX5" fmla="*/ 83344 w 1676400"/>
                <a:gd name="connsiteY5" fmla="*/ 21431 h 397669"/>
                <a:gd name="connsiteX6" fmla="*/ 83344 w 1676400"/>
                <a:gd name="connsiteY6" fmla="*/ 21431 h 397669"/>
                <a:gd name="connsiteX7" fmla="*/ 88106 w 1676400"/>
                <a:gd name="connsiteY7" fmla="*/ 42862 h 397669"/>
                <a:gd name="connsiteX8" fmla="*/ 114300 w 1676400"/>
                <a:gd name="connsiteY8" fmla="*/ 50006 h 397669"/>
                <a:gd name="connsiteX9" fmla="*/ 157163 w 1676400"/>
                <a:gd name="connsiteY9" fmla="*/ 50006 h 397669"/>
                <a:gd name="connsiteX10" fmla="*/ 183356 w 1676400"/>
                <a:gd name="connsiteY10" fmla="*/ 38100 h 397669"/>
                <a:gd name="connsiteX11" fmla="*/ 211931 w 1676400"/>
                <a:gd name="connsiteY11" fmla="*/ 40481 h 397669"/>
                <a:gd name="connsiteX12" fmla="*/ 211931 w 1676400"/>
                <a:gd name="connsiteY12" fmla="*/ 59531 h 397669"/>
                <a:gd name="connsiteX13" fmla="*/ 185738 w 1676400"/>
                <a:gd name="connsiteY13" fmla="*/ 69056 h 397669"/>
                <a:gd name="connsiteX14" fmla="*/ 209550 w 1676400"/>
                <a:gd name="connsiteY14" fmla="*/ 83344 h 397669"/>
                <a:gd name="connsiteX15" fmla="*/ 228600 w 1676400"/>
                <a:gd name="connsiteY15" fmla="*/ 78581 h 397669"/>
                <a:gd name="connsiteX16" fmla="*/ 266700 w 1676400"/>
                <a:gd name="connsiteY16" fmla="*/ 71437 h 397669"/>
                <a:gd name="connsiteX17" fmla="*/ 292894 w 1676400"/>
                <a:gd name="connsiteY17" fmla="*/ 85725 h 397669"/>
                <a:gd name="connsiteX18" fmla="*/ 366713 w 1676400"/>
                <a:gd name="connsiteY18" fmla="*/ 104775 h 397669"/>
                <a:gd name="connsiteX19" fmla="*/ 388144 w 1676400"/>
                <a:gd name="connsiteY19" fmla="*/ 95250 h 397669"/>
                <a:gd name="connsiteX20" fmla="*/ 404813 w 1676400"/>
                <a:gd name="connsiteY20" fmla="*/ 73819 h 397669"/>
                <a:gd name="connsiteX21" fmla="*/ 459581 w 1676400"/>
                <a:gd name="connsiteY21" fmla="*/ 66675 h 397669"/>
                <a:gd name="connsiteX22" fmla="*/ 516731 w 1676400"/>
                <a:gd name="connsiteY22" fmla="*/ 73819 h 397669"/>
                <a:gd name="connsiteX23" fmla="*/ 552450 w 1676400"/>
                <a:gd name="connsiteY23" fmla="*/ 83344 h 397669"/>
                <a:gd name="connsiteX24" fmla="*/ 578644 w 1676400"/>
                <a:gd name="connsiteY24" fmla="*/ 95250 h 397669"/>
                <a:gd name="connsiteX25" fmla="*/ 657225 w 1676400"/>
                <a:gd name="connsiteY25" fmla="*/ 104775 h 397669"/>
                <a:gd name="connsiteX26" fmla="*/ 702469 w 1676400"/>
                <a:gd name="connsiteY26" fmla="*/ 116681 h 397669"/>
                <a:gd name="connsiteX27" fmla="*/ 752475 w 1676400"/>
                <a:gd name="connsiteY27" fmla="*/ 130969 h 397669"/>
                <a:gd name="connsiteX28" fmla="*/ 838200 w 1676400"/>
                <a:gd name="connsiteY28" fmla="*/ 130969 h 397669"/>
                <a:gd name="connsiteX29" fmla="*/ 892969 w 1676400"/>
                <a:gd name="connsiteY29" fmla="*/ 145256 h 397669"/>
                <a:gd name="connsiteX30" fmla="*/ 952500 w 1676400"/>
                <a:gd name="connsiteY30" fmla="*/ 171450 h 397669"/>
                <a:gd name="connsiteX31" fmla="*/ 992981 w 1676400"/>
                <a:gd name="connsiteY31" fmla="*/ 216694 h 397669"/>
                <a:gd name="connsiteX32" fmla="*/ 1050131 w 1676400"/>
                <a:gd name="connsiteY32" fmla="*/ 250031 h 397669"/>
                <a:gd name="connsiteX33" fmla="*/ 1078706 w 1676400"/>
                <a:gd name="connsiteY33" fmla="*/ 238125 h 397669"/>
                <a:gd name="connsiteX34" fmla="*/ 1140619 w 1676400"/>
                <a:gd name="connsiteY34" fmla="*/ 235744 h 397669"/>
                <a:gd name="connsiteX35" fmla="*/ 1171575 w 1676400"/>
                <a:gd name="connsiteY35" fmla="*/ 261937 h 397669"/>
                <a:gd name="connsiteX36" fmla="*/ 1200150 w 1676400"/>
                <a:gd name="connsiteY36" fmla="*/ 290512 h 397669"/>
                <a:gd name="connsiteX37" fmla="*/ 1297781 w 1676400"/>
                <a:gd name="connsiteY37" fmla="*/ 326231 h 397669"/>
                <a:gd name="connsiteX38" fmla="*/ 1404938 w 1676400"/>
                <a:gd name="connsiteY38" fmla="*/ 278606 h 397669"/>
                <a:gd name="connsiteX39" fmla="*/ 1421606 w 1676400"/>
                <a:gd name="connsiteY39" fmla="*/ 276225 h 397669"/>
                <a:gd name="connsiteX40" fmla="*/ 1493044 w 1676400"/>
                <a:gd name="connsiteY40" fmla="*/ 271462 h 397669"/>
                <a:gd name="connsiteX41" fmla="*/ 1581150 w 1676400"/>
                <a:gd name="connsiteY41" fmla="*/ 283369 h 397669"/>
                <a:gd name="connsiteX42" fmla="*/ 1654969 w 1676400"/>
                <a:gd name="connsiteY42" fmla="*/ 300037 h 397669"/>
                <a:gd name="connsiteX43" fmla="*/ 1676400 w 1676400"/>
                <a:gd name="connsiteY43" fmla="*/ 302419 h 397669"/>
                <a:gd name="connsiteX44" fmla="*/ 1654969 w 1676400"/>
                <a:gd name="connsiteY44" fmla="*/ 309562 h 397669"/>
                <a:gd name="connsiteX45" fmla="*/ 1585913 w 1676400"/>
                <a:gd name="connsiteY45" fmla="*/ 292894 h 397669"/>
                <a:gd name="connsiteX46" fmla="*/ 1533525 w 1676400"/>
                <a:gd name="connsiteY46" fmla="*/ 283369 h 397669"/>
                <a:gd name="connsiteX47" fmla="*/ 1485900 w 1676400"/>
                <a:gd name="connsiteY47" fmla="*/ 283369 h 397669"/>
                <a:gd name="connsiteX48" fmla="*/ 1454944 w 1676400"/>
                <a:gd name="connsiteY48" fmla="*/ 283369 h 397669"/>
                <a:gd name="connsiteX49" fmla="*/ 1407319 w 1676400"/>
                <a:gd name="connsiteY49" fmla="*/ 288131 h 397669"/>
                <a:gd name="connsiteX50" fmla="*/ 1381125 w 1676400"/>
                <a:gd name="connsiteY50" fmla="*/ 292894 h 397669"/>
                <a:gd name="connsiteX51" fmla="*/ 1362075 w 1676400"/>
                <a:gd name="connsiteY51" fmla="*/ 307181 h 397669"/>
                <a:gd name="connsiteX52" fmla="*/ 1309688 w 1676400"/>
                <a:gd name="connsiteY52" fmla="*/ 328612 h 397669"/>
                <a:gd name="connsiteX53" fmla="*/ 1285875 w 1676400"/>
                <a:gd name="connsiteY53" fmla="*/ 328612 h 397669"/>
                <a:gd name="connsiteX54" fmla="*/ 1238250 w 1676400"/>
                <a:gd name="connsiteY54" fmla="*/ 319087 h 397669"/>
                <a:gd name="connsiteX55" fmla="*/ 1197769 w 1676400"/>
                <a:gd name="connsiteY55" fmla="*/ 300037 h 397669"/>
                <a:gd name="connsiteX56" fmla="*/ 1173956 w 1676400"/>
                <a:gd name="connsiteY56" fmla="*/ 285750 h 397669"/>
                <a:gd name="connsiteX57" fmla="*/ 1145381 w 1676400"/>
                <a:gd name="connsiteY57" fmla="*/ 254794 h 397669"/>
                <a:gd name="connsiteX58" fmla="*/ 1114425 w 1676400"/>
                <a:gd name="connsiteY58" fmla="*/ 242887 h 397669"/>
                <a:gd name="connsiteX59" fmla="*/ 1083469 w 1676400"/>
                <a:gd name="connsiteY59" fmla="*/ 247650 h 397669"/>
                <a:gd name="connsiteX60" fmla="*/ 1057275 w 1676400"/>
                <a:gd name="connsiteY60" fmla="*/ 252412 h 397669"/>
                <a:gd name="connsiteX61" fmla="*/ 1031081 w 1676400"/>
                <a:gd name="connsiteY61" fmla="*/ 252412 h 397669"/>
                <a:gd name="connsiteX62" fmla="*/ 992981 w 1676400"/>
                <a:gd name="connsiteY62" fmla="*/ 233362 h 397669"/>
                <a:gd name="connsiteX63" fmla="*/ 969169 w 1676400"/>
                <a:gd name="connsiteY63" fmla="*/ 207169 h 397669"/>
                <a:gd name="connsiteX64" fmla="*/ 931069 w 1676400"/>
                <a:gd name="connsiteY64" fmla="*/ 176212 h 397669"/>
                <a:gd name="connsiteX65" fmla="*/ 890588 w 1676400"/>
                <a:gd name="connsiteY65" fmla="*/ 164306 h 397669"/>
                <a:gd name="connsiteX66" fmla="*/ 845344 w 1676400"/>
                <a:gd name="connsiteY66" fmla="*/ 150019 h 397669"/>
                <a:gd name="connsiteX67" fmla="*/ 823913 w 1676400"/>
                <a:gd name="connsiteY67" fmla="*/ 145256 h 397669"/>
                <a:gd name="connsiteX68" fmla="*/ 842963 w 1676400"/>
                <a:gd name="connsiteY68" fmla="*/ 164306 h 397669"/>
                <a:gd name="connsiteX69" fmla="*/ 842963 w 1676400"/>
                <a:gd name="connsiteY69" fmla="*/ 178594 h 397669"/>
                <a:gd name="connsiteX70" fmla="*/ 842963 w 1676400"/>
                <a:gd name="connsiteY70" fmla="*/ 178594 h 397669"/>
                <a:gd name="connsiteX71" fmla="*/ 835819 w 1676400"/>
                <a:gd name="connsiteY71" fmla="*/ 211931 h 397669"/>
                <a:gd name="connsiteX72" fmla="*/ 819150 w 1676400"/>
                <a:gd name="connsiteY72" fmla="*/ 233362 h 397669"/>
                <a:gd name="connsiteX73" fmla="*/ 792956 w 1676400"/>
                <a:gd name="connsiteY73" fmla="*/ 254794 h 397669"/>
                <a:gd name="connsiteX74" fmla="*/ 776288 w 1676400"/>
                <a:gd name="connsiteY74" fmla="*/ 264319 h 397669"/>
                <a:gd name="connsiteX75" fmla="*/ 738188 w 1676400"/>
                <a:gd name="connsiteY75" fmla="*/ 271462 h 397669"/>
                <a:gd name="connsiteX76" fmla="*/ 681038 w 1676400"/>
                <a:gd name="connsiteY76" fmla="*/ 271462 h 397669"/>
                <a:gd name="connsiteX77" fmla="*/ 621506 w 1676400"/>
                <a:gd name="connsiteY77" fmla="*/ 259556 h 397669"/>
                <a:gd name="connsiteX78" fmla="*/ 576263 w 1676400"/>
                <a:gd name="connsiteY78" fmla="*/ 254794 h 397669"/>
                <a:gd name="connsiteX79" fmla="*/ 526256 w 1676400"/>
                <a:gd name="connsiteY79" fmla="*/ 261937 h 397669"/>
                <a:gd name="connsiteX80" fmla="*/ 495300 w 1676400"/>
                <a:gd name="connsiteY80" fmla="*/ 266700 h 397669"/>
                <a:gd name="connsiteX81" fmla="*/ 469106 w 1676400"/>
                <a:gd name="connsiteY81" fmla="*/ 266700 h 397669"/>
                <a:gd name="connsiteX82" fmla="*/ 421481 w 1676400"/>
                <a:gd name="connsiteY82" fmla="*/ 273844 h 397669"/>
                <a:gd name="connsiteX83" fmla="*/ 359569 w 1676400"/>
                <a:gd name="connsiteY83" fmla="*/ 280987 h 397669"/>
                <a:gd name="connsiteX84" fmla="*/ 311944 w 1676400"/>
                <a:gd name="connsiteY84" fmla="*/ 285750 h 397669"/>
                <a:gd name="connsiteX85" fmla="*/ 259556 w 1676400"/>
                <a:gd name="connsiteY85" fmla="*/ 290512 h 397669"/>
                <a:gd name="connsiteX86" fmla="*/ 219075 w 1676400"/>
                <a:gd name="connsiteY86" fmla="*/ 297656 h 397669"/>
                <a:gd name="connsiteX87" fmla="*/ 133350 w 1676400"/>
                <a:gd name="connsiteY87" fmla="*/ 342900 h 397669"/>
                <a:gd name="connsiteX88" fmla="*/ 123825 w 1676400"/>
                <a:gd name="connsiteY88" fmla="*/ 385762 h 397669"/>
                <a:gd name="connsiteX89" fmla="*/ 104775 w 1676400"/>
                <a:gd name="connsiteY89" fmla="*/ 397669 h 397669"/>
                <a:gd name="connsiteX90" fmla="*/ 50006 w 1676400"/>
                <a:gd name="connsiteY90" fmla="*/ 397669 h 397669"/>
                <a:gd name="connsiteX91" fmla="*/ 28575 w 1676400"/>
                <a:gd name="connsiteY91" fmla="*/ 369094 h 397669"/>
                <a:gd name="connsiteX92" fmla="*/ 16669 w 1676400"/>
                <a:gd name="connsiteY92" fmla="*/ 342900 h 397669"/>
                <a:gd name="connsiteX93" fmla="*/ 28575 w 1676400"/>
                <a:gd name="connsiteY93" fmla="*/ 335756 h 397669"/>
                <a:gd name="connsiteX94" fmla="*/ 52388 w 1676400"/>
                <a:gd name="connsiteY94" fmla="*/ 323850 h 397669"/>
                <a:gd name="connsiteX95" fmla="*/ 73819 w 1676400"/>
                <a:gd name="connsiteY95" fmla="*/ 321469 h 397669"/>
                <a:gd name="connsiteX96" fmla="*/ 128588 w 1676400"/>
                <a:gd name="connsiteY96" fmla="*/ 302419 h 397669"/>
                <a:gd name="connsiteX97" fmla="*/ 164306 w 1676400"/>
                <a:gd name="connsiteY97" fmla="*/ 285750 h 397669"/>
                <a:gd name="connsiteX98" fmla="*/ 216694 w 1676400"/>
                <a:gd name="connsiteY98" fmla="*/ 271462 h 397669"/>
                <a:gd name="connsiteX99" fmla="*/ 302419 w 1676400"/>
                <a:gd name="connsiteY99" fmla="*/ 250031 h 397669"/>
                <a:gd name="connsiteX100" fmla="*/ 369094 w 1676400"/>
                <a:gd name="connsiteY100" fmla="*/ 240506 h 397669"/>
                <a:gd name="connsiteX101" fmla="*/ 454819 w 1676400"/>
                <a:gd name="connsiteY101" fmla="*/ 235744 h 397669"/>
                <a:gd name="connsiteX102" fmla="*/ 533400 w 1676400"/>
                <a:gd name="connsiteY102" fmla="*/ 221456 h 397669"/>
                <a:gd name="connsiteX103" fmla="*/ 621506 w 1676400"/>
                <a:gd name="connsiteY103" fmla="*/ 223837 h 397669"/>
                <a:gd name="connsiteX104" fmla="*/ 683419 w 1676400"/>
                <a:gd name="connsiteY104" fmla="*/ 223837 h 397669"/>
                <a:gd name="connsiteX105" fmla="*/ 735806 w 1676400"/>
                <a:gd name="connsiteY105" fmla="*/ 204787 h 397669"/>
                <a:gd name="connsiteX106" fmla="*/ 742950 w 1676400"/>
                <a:gd name="connsiteY106" fmla="*/ 185737 h 397669"/>
                <a:gd name="connsiteX107" fmla="*/ 735806 w 1676400"/>
                <a:gd name="connsiteY107" fmla="*/ 154781 h 397669"/>
                <a:gd name="connsiteX108" fmla="*/ 707231 w 1676400"/>
                <a:gd name="connsiteY108" fmla="*/ 147637 h 397669"/>
                <a:gd name="connsiteX109" fmla="*/ 659606 w 1676400"/>
                <a:gd name="connsiteY109" fmla="*/ 138112 h 397669"/>
                <a:gd name="connsiteX110" fmla="*/ 604838 w 1676400"/>
                <a:gd name="connsiteY110" fmla="*/ 121444 h 397669"/>
                <a:gd name="connsiteX111" fmla="*/ 552450 w 1676400"/>
                <a:gd name="connsiteY111" fmla="*/ 119062 h 397669"/>
                <a:gd name="connsiteX112" fmla="*/ 533400 w 1676400"/>
                <a:gd name="connsiteY112" fmla="*/ 119062 h 397669"/>
                <a:gd name="connsiteX113" fmla="*/ 492919 w 1676400"/>
                <a:gd name="connsiteY113" fmla="*/ 116681 h 397669"/>
                <a:gd name="connsiteX114" fmla="*/ 450056 w 1676400"/>
                <a:gd name="connsiteY114" fmla="*/ 121444 h 397669"/>
                <a:gd name="connsiteX115" fmla="*/ 442913 w 1676400"/>
                <a:gd name="connsiteY115" fmla="*/ 152400 h 397669"/>
                <a:gd name="connsiteX116" fmla="*/ 416719 w 1676400"/>
                <a:gd name="connsiteY116" fmla="*/ 154781 h 397669"/>
                <a:gd name="connsiteX117" fmla="*/ 376238 w 1676400"/>
                <a:gd name="connsiteY117" fmla="*/ 142875 h 397669"/>
                <a:gd name="connsiteX118" fmla="*/ 342900 w 1676400"/>
                <a:gd name="connsiteY118" fmla="*/ 126206 h 397669"/>
                <a:gd name="connsiteX119" fmla="*/ 328613 w 1676400"/>
                <a:gd name="connsiteY119" fmla="*/ 111919 h 397669"/>
                <a:gd name="connsiteX120" fmla="*/ 288131 w 1676400"/>
                <a:gd name="connsiteY120" fmla="*/ 100012 h 397669"/>
                <a:gd name="connsiteX121" fmla="*/ 259556 w 1676400"/>
                <a:gd name="connsiteY121" fmla="*/ 90487 h 397669"/>
                <a:gd name="connsiteX122" fmla="*/ 230981 w 1676400"/>
                <a:gd name="connsiteY122" fmla="*/ 97631 h 397669"/>
                <a:gd name="connsiteX123" fmla="*/ 185738 w 1676400"/>
                <a:gd name="connsiteY123" fmla="*/ 116681 h 397669"/>
                <a:gd name="connsiteX124" fmla="*/ 157163 w 1676400"/>
                <a:gd name="connsiteY124" fmla="*/ 114300 h 397669"/>
                <a:gd name="connsiteX125" fmla="*/ 138113 w 1676400"/>
                <a:gd name="connsiteY125" fmla="*/ 83344 h 397669"/>
                <a:gd name="connsiteX126" fmla="*/ 176213 w 1676400"/>
                <a:gd name="connsiteY126" fmla="*/ 59531 h 397669"/>
                <a:gd name="connsiteX127" fmla="*/ 126206 w 1676400"/>
                <a:gd name="connsiteY127" fmla="*/ 54769 h 397669"/>
                <a:gd name="connsiteX128" fmla="*/ 73819 w 1676400"/>
                <a:gd name="connsiteY128" fmla="*/ 50006 h 397669"/>
                <a:gd name="connsiteX129" fmla="*/ 64294 w 1676400"/>
                <a:gd name="connsiteY129" fmla="*/ 30956 h 397669"/>
                <a:gd name="connsiteX130" fmla="*/ 66675 w 1676400"/>
                <a:gd name="connsiteY130" fmla="*/ 19050 h 397669"/>
                <a:gd name="connsiteX131" fmla="*/ 66675 w 1676400"/>
                <a:gd name="connsiteY131" fmla="*/ 19050 h 397669"/>
                <a:gd name="connsiteX132" fmla="*/ 0 w 1676400"/>
                <a:gd name="connsiteY132" fmla="*/ 0 h 39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1676400" h="397669">
                  <a:moveTo>
                    <a:pt x="0" y="0"/>
                  </a:moveTo>
                  <a:lnTo>
                    <a:pt x="0" y="0"/>
                  </a:lnTo>
                  <a:lnTo>
                    <a:pt x="66675" y="4762"/>
                  </a:lnTo>
                  <a:lnTo>
                    <a:pt x="102394" y="7144"/>
                  </a:lnTo>
                  <a:lnTo>
                    <a:pt x="102394" y="19050"/>
                  </a:lnTo>
                  <a:lnTo>
                    <a:pt x="83344" y="21431"/>
                  </a:lnTo>
                  <a:lnTo>
                    <a:pt x="83344" y="21431"/>
                  </a:lnTo>
                  <a:lnTo>
                    <a:pt x="88106" y="42862"/>
                  </a:lnTo>
                  <a:lnTo>
                    <a:pt x="114300" y="50006"/>
                  </a:lnTo>
                  <a:lnTo>
                    <a:pt x="157163" y="50006"/>
                  </a:lnTo>
                  <a:lnTo>
                    <a:pt x="183356" y="38100"/>
                  </a:lnTo>
                  <a:lnTo>
                    <a:pt x="211931" y="40481"/>
                  </a:lnTo>
                  <a:lnTo>
                    <a:pt x="211931" y="59531"/>
                  </a:lnTo>
                  <a:lnTo>
                    <a:pt x="185738" y="69056"/>
                  </a:lnTo>
                  <a:lnTo>
                    <a:pt x="209550" y="83344"/>
                  </a:lnTo>
                  <a:lnTo>
                    <a:pt x="228600" y="78581"/>
                  </a:lnTo>
                  <a:lnTo>
                    <a:pt x="266700" y="71437"/>
                  </a:lnTo>
                  <a:lnTo>
                    <a:pt x="292894" y="85725"/>
                  </a:lnTo>
                  <a:lnTo>
                    <a:pt x="366713" y="104775"/>
                  </a:lnTo>
                  <a:lnTo>
                    <a:pt x="388144" y="95250"/>
                  </a:lnTo>
                  <a:lnTo>
                    <a:pt x="404813" y="73819"/>
                  </a:lnTo>
                  <a:lnTo>
                    <a:pt x="459581" y="66675"/>
                  </a:lnTo>
                  <a:lnTo>
                    <a:pt x="516731" y="73819"/>
                  </a:lnTo>
                  <a:lnTo>
                    <a:pt x="552450" y="83344"/>
                  </a:lnTo>
                  <a:lnTo>
                    <a:pt x="578644" y="95250"/>
                  </a:lnTo>
                  <a:lnTo>
                    <a:pt x="657225" y="104775"/>
                  </a:lnTo>
                  <a:lnTo>
                    <a:pt x="702469" y="116681"/>
                  </a:lnTo>
                  <a:lnTo>
                    <a:pt x="752475" y="130969"/>
                  </a:lnTo>
                  <a:lnTo>
                    <a:pt x="838200" y="130969"/>
                  </a:lnTo>
                  <a:lnTo>
                    <a:pt x="892969" y="145256"/>
                  </a:lnTo>
                  <a:lnTo>
                    <a:pt x="952500" y="171450"/>
                  </a:lnTo>
                  <a:lnTo>
                    <a:pt x="992981" y="216694"/>
                  </a:lnTo>
                  <a:lnTo>
                    <a:pt x="1050131" y="250031"/>
                  </a:lnTo>
                  <a:lnTo>
                    <a:pt x="1078706" y="238125"/>
                  </a:lnTo>
                  <a:lnTo>
                    <a:pt x="1140619" y="235744"/>
                  </a:lnTo>
                  <a:lnTo>
                    <a:pt x="1171575" y="261937"/>
                  </a:lnTo>
                  <a:lnTo>
                    <a:pt x="1200150" y="290512"/>
                  </a:lnTo>
                  <a:lnTo>
                    <a:pt x="1297781" y="326231"/>
                  </a:lnTo>
                  <a:lnTo>
                    <a:pt x="1404938" y="278606"/>
                  </a:lnTo>
                  <a:lnTo>
                    <a:pt x="1421606" y="276225"/>
                  </a:lnTo>
                  <a:lnTo>
                    <a:pt x="1493044" y="271462"/>
                  </a:lnTo>
                  <a:lnTo>
                    <a:pt x="1581150" y="283369"/>
                  </a:lnTo>
                  <a:lnTo>
                    <a:pt x="1654969" y="300037"/>
                  </a:lnTo>
                  <a:lnTo>
                    <a:pt x="1676400" y="302419"/>
                  </a:lnTo>
                  <a:lnTo>
                    <a:pt x="1654969" y="309562"/>
                  </a:lnTo>
                  <a:lnTo>
                    <a:pt x="1585913" y="292894"/>
                  </a:lnTo>
                  <a:lnTo>
                    <a:pt x="1533525" y="283369"/>
                  </a:lnTo>
                  <a:lnTo>
                    <a:pt x="1485900" y="283369"/>
                  </a:lnTo>
                  <a:lnTo>
                    <a:pt x="1454944" y="283369"/>
                  </a:lnTo>
                  <a:lnTo>
                    <a:pt x="1407319" y="288131"/>
                  </a:lnTo>
                  <a:cubicBezTo>
                    <a:pt x="1382728" y="293050"/>
                    <a:pt x="1391601" y="292894"/>
                    <a:pt x="1381125" y="292894"/>
                  </a:cubicBezTo>
                  <a:lnTo>
                    <a:pt x="1362075" y="307181"/>
                  </a:lnTo>
                  <a:lnTo>
                    <a:pt x="1309688" y="328612"/>
                  </a:lnTo>
                  <a:lnTo>
                    <a:pt x="1285875" y="328612"/>
                  </a:lnTo>
                  <a:lnTo>
                    <a:pt x="1238250" y="319087"/>
                  </a:lnTo>
                  <a:lnTo>
                    <a:pt x="1197769" y="300037"/>
                  </a:lnTo>
                  <a:lnTo>
                    <a:pt x="1173956" y="285750"/>
                  </a:lnTo>
                  <a:lnTo>
                    <a:pt x="1145381" y="254794"/>
                  </a:lnTo>
                  <a:lnTo>
                    <a:pt x="1114425" y="242887"/>
                  </a:lnTo>
                  <a:lnTo>
                    <a:pt x="1083469" y="247650"/>
                  </a:lnTo>
                  <a:lnTo>
                    <a:pt x="1057275" y="252412"/>
                  </a:lnTo>
                  <a:lnTo>
                    <a:pt x="1031081" y="252412"/>
                  </a:lnTo>
                  <a:lnTo>
                    <a:pt x="992981" y="233362"/>
                  </a:lnTo>
                  <a:lnTo>
                    <a:pt x="969169" y="207169"/>
                  </a:lnTo>
                  <a:lnTo>
                    <a:pt x="931069" y="176212"/>
                  </a:lnTo>
                  <a:lnTo>
                    <a:pt x="890588" y="164306"/>
                  </a:lnTo>
                  <a:lnTo>
                    <a:pt x="845344" y="150019"/>
                  </a:lnTo>
                  <a:lnTo>
                    <a:pt x="823913" y="145256"/>
                  </a:lnTo>
                  <a:lnTo>
                    <a:pt x="842963" y="164306"/>
                  </a:lnTo>
                  <a:lnTo>
                    <a:pt x="842963" y="178594"/>
                  </a:lnTo>
                  <a:lnTo>
                    <a:pt x="842963" y="178594"/>
                  </a:lnTo>
                  <a:lnTo>
                    <a:pt x="835819" y="211931"/>
                  </a:lnTo>
                  <a:lnTo>
                    <a:pt x="819150" y="233362"/>
                  </a:lnTo>
                  <a:lnTo>
                    <a:pt x="792956" y="254794"/>
                  </a:lnTo>
                  <a:lnTo>
                    <a:pt x="776288" y="264319"/>
                  </a:lnTo>
                  <a:lnTo>
                    <a:pt x="738188" y="271462"/>
                  </a:lnTo>
                  <a:lnTo>
                    <a:pt x="681038" y="271462"/>
                  </a:lnTo>
                  <a:lnTo>
                    <a:pt x="621506" y="259556"/>
                  </a:lnTo>
                  <a:lnTo>
                    <a:pt x="576263" y="254794"/>
                  </a:lnTo>
                  <a:lnTo>
                    <a:pt x="526256" y="261937"/>
                  </a:lnTo>
                  <a:lnTo>
                    <a:pt x="495300" y="266700"/>
                  </a:lnTo>
                  <a:lnTo>
                    <a:pt x="469106" y="266700"/>
                  </a:lnTo>
                  <a:lnTo>
                    <a:pt x="421481" y="273844"/>
                  </a:lnTo>
                  <a:lnTo>
                    <a:pt x="359569" y="280987"/>
                  </a:lnTo>
                  <a:lnTo>
                    <a:pt x="311944" y="285750"/>
                  </a:lnTo>
                  <a:lnTo>
                    <a:pt x="259556" y="290512"/>
                  </a:lnTo>
                  <a:lnTo>
                    <a:pt x="219075" y="297656"/>
                  </a:lnTo>
                  <a:lnTo>
                    <a:pt x="133350" y="342900"/>
                  </a:lnTo>
                  <a:lnTo>
                    <a:pt x="123825" y="385762"/>
                  </a:lnTo>
                  <a:lnTo>
                    <a:pt x="104775" y="397669"/>
                  </a:lnTo>
                  <a:lnTo>
                    <a:pt x="50006" y="397669"/>
                  </a:lnTo>
                  <a:lnTo>
                    <a:pt x="28575" y="369094"/>
                  </a:lnTo>
                  <a:lnTo>
                    <a:pt x="16669" y="342900"/>
                  </a:lnTo>
                  <a:lnTo>
                    <a:pt x="28575" y="335756"/>
                  </a:lnTo>
                  <a:cubicBezTo>
                    <a:pt x="49727" y="327824"/>
                    <a:pt x="42829" y="333407"/>
                    <a:pt x="52388" y="323850"/>
                  </a:cubicBezTo>
                  <a:lnTo>
                    <a:pt x="73819" y="321469"/>
                  </a:lnTo>
                  <a:lnTo>
                    <a:pt x="128588" y="302419"/>
                  </a:lnTo>
                  <a:lnTo>
                    <a:pt x="164306" y="285750"/>
                  </a:lnTo>
                  <a:lnTo>
                    <a:pt x="216694" y="271462"/>
                  </a:lnTo>
                  <a:lnTo>
                    <a:pt x="302419" y="250031"/>
                  </a:lnTo>
                  <a:lnTo>
                    <a:pt x="369094" y="240506"/>
                  </a:lnTo>
                  <a:lnTo>
                    <a:pt x="454819" y="235744"/>
                  </a:lnTo>
                  <a:lnTo>
                    <a:pt x="533400" y="221456"/>
                  </a:lnTo>
                  <a:lnTo>
                    <a:pt x="621506" y="223837"/>
                  </a:lnTo>
                  <a:lnTo>
                    <a:pt x="683419" y="223837"/>
                  </a:lnTo>
                  <a:lnTo>
                    <a:pt x="735806" y="204787"/>
                  </a:lnTo>
                  <a:lnTo>
                    <a:pt x="742950" y="185737"/>
                  </a:lnTo>
                  <a:lnTo>
                    <a:pt x="735806" y="154781"/>
                  </a:lnTo>
                  <a:lnTo>
                    <a:pt x="707231" y="147637"/>
                  </a:lnTo>
                  <a:lnTo>
                    <a:pt x="659606" y="138112"/>
                  </a:lnTo>
                  <a:lnTo>
                    <a:pt x="604838" y="121444"/>
                  </a:lnTo>
                  <a:lnTo>
                    <a:pt x="552450" y="119062"/>
                  </a:lnTo>
                  <a:lnTo>
                    <a:pt x="533400" y="119062"/>
                  </a:lnTo>
                  <a:lnTo>
                    <a:pt x="492919" y="116681"/>
                  </a:lnTo>
                  <a:lnTo>
                    <a:pt x="450056" y="121444"/>
                  </a:lnTo>
                  <a:lnTo>
                    <a:pt x="442913" y="152400"/>
                  </a:lnTo>
                  <a:lnTo>
                    <a:pt x="416719" y="154781"/>
                  </a:lnTo>
                  <a:lnTo>
                    <a:pt x="376238" y="142875"/>
                  </a:lnTo>
                  <a:lnTo>
                    <a:pt x="342900" y="126206"/>
                  </a:lnTo>
                  <a:lnTo>
                    <a:pt x="328613" y="111919"/>
                  </a:lnTo>
                  <a:lnTo>
                    <a:pt x="288131" y="100012"/>
                  </a:lnTo>
                  <a:lnTo>
                    <a:pt x="259556" y="90487"/>
                  </a:lnTo>
                  <a:lnTo>
                    <a:pt x="230981" y="97631"/>
                  </a:lnTo>
                  <a:lnTo>
                    <a:pt x="185738" y="116681"/>
                  </a:lnTo>
                  <a:lnTo>
                    <a:pt x="157163" y="114300"/>
                  </a:lnTo>
                  <a:lnTo>
                    <a:pt x="138113" y="83344"/>
                  </a:lnTo>
                  <a:lnTo>
                    <a:pt x="176213" y="59531"/>
                  </a:lnTo>
                  <a:lnTo>
                    <a:pt x="126206" y="54769"/>
                  </a:lnTo>
                  <a:lnTo>
                    <a:pt x="73819" y="50006"/>
                  </a:lnTo>
                  <a:lnTo>
                    <a:pt x="64294" y="30956"/>
                  </a:lnTo>
                  <a:lnTo>
                    <a:pt x="66675" y="19050"/>
                  </a:lnTo>
                  <a:lnTo>
                    <a:pt x="66675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9" name="Flowchart: Connector 68"/>
            <p:cNvSpPr/>
            <p:nvPr/>
          </p:nvSpPr>
          <p:spPr>
            <a:xfrm>
              <a:off x="3355637" y="4514258"/>
              <a:ext cx="54000" cy="54000"/>
            </a:xfrm>
            <a:prstGeom prst="flowChartConnector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3300028" y="4386263"/>
              <a:ext cx="154319" cy="111918"/>
            </a:xfrm>
            <a:custGeom>
              <a:avLst/>
              <a:gdLst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19447 w 154319"/>
                <a:gd name="connsiteY2" fmla="*/ 85725 h 111918"/>
                <a:gd name="connsiteX3" fmla="*/ 102778 w 154319"/>
                <a:gd name="connsiteY3" fmla="*/ 97631 h 111918"/>
                <a:gd name="connsiteX4" fmla="*/ 95635 w 154319"/>
                <a:gd name="connsiteY4" fmla="*/ 100012 h 111918"/>
                <a:gd name="connsiteX5" fmla="*/ 86110 w 154319"/>
                <a:gd name="connsiteY5" fmla="*/ 104775 h 111918"/>
                <a:gd name="connsiteX6" fmla="*/ 59916 w 154319"/>
                <a:gd name="connsiteY6" fmla="*/ 111918 h 111918"/>
                <a:gd name="connsiteX7" fmla="*/ 26578 w 154319"/>
                <a:gd name="connsiteY7" fmla="*/ 109537 h 111918"/>
                <a:gd name="connsiteX8" fmla="*/ 19435 w 154319"/>
                <a:gd name="connsiteY8" fmla="*/ 107156 h 111918"/>
                <a:gd name="connsiteX9" fmla="*/ 5147 w 154319"/>
                <a:gd name="connsiteY9" fmla="*/ 97631 h 111918"/>
                <a:gd name="connsiteX10" fmla="*/ 5147 w 154319"/>
                <a:gd name="connsiteY10" fmla="*/ 35718 h 111918"/>
                <a:gd name="connsiteX11" fmla="*/ 17053 w 154319"/>
                <a:gd name="connsiteY11" fmla="*/ 21431 h 111918"/>
                <a:gd name="connsiteX12" fmla="*/ 33722 w 154319"/>
                <a:gd name="connsiteY12" fmla="*/ 4762 h 111918"/>
                <a:gd name="connsiteX13" fmla="*/ 48010 w 154319"/>
                <a:gd name="connsiteY13" fmla="*/ 0 h 111918"/>
                <a:gd name="connsiteX14" fmla="*/ 64678 w 154319"/>
                <a:gd name="connsiteY14" fmla="*/ 2381 h 111918"/>
                <a:gd name="connsiteX15" fmla="*/ 83728 w 154319"/>
                <a:gd name="connsiteY15" fmla="*/ 4762 h 111918"/>
                <a:gd name="connsiteX16" fmla="*/ 98016 w 154319"/>
                <a:gd name="connsiteY16" fmla="*/ 14287 h 111918"/>
                <a:gd name="connsiteX17" fmla="*/ 105160 w 154319"/>
                <a:gd name="connsiteY17" fmla="*/ 16668 h 111918"/>
                <a:gd name="connsiteX18" fmla="*/ 119447 w 154319"/>
                <a:gd name="connsiteY18" fmla="*/ 28575 h 111918"/>
                <a:gd name="connsiteX19" fmla="*/ 126591 w 154319"/>
                <a:gd name="connsiteY19" fmla="*/ 33337 h 111918"/>
                <a:gd name="connsiteX20" fmla="*/ 140878 w 154319"/>
                <a:gd name="connsiteY20" fmla="*/ 54768 h 111918"/>
                <a:gd name="connsiteX21" fmla="*/ 145641 w 154319"/>
                <a:gd name="connsiteY21" fmla="*/ 61912 h 111918"/>
                <a:gd name="connsiteX22" fmla="*/ 148022 w 154319"/>
                <a:gd name="connsiteY22" fmla="*/ 85725 h 111918"/>
                <a:gd name="connsiteX23" fmla="*/ 136116 w 154319"/>
                <a:gd name="connsiteY23" fmla="*/ 90487 h 111918"/>
                <a:gd name="connsiteX24" fmla="*/ 121828 w 154319"/>
                <a:gd name="connsiteY24" fmla="*/ 92868 h 111918"/>
                <a:gd name="connsiteX25" fmla="*/ 102778 w 154319"/>
                <a:gd name="connsiteY25" fmla="*/ 100012 h 111918"/>
                <a:gd name="connsiteX26" fmla="*/ 90872 w 154319"/>
                <a:gd name="connsiteY26" fmla="*/ 102393 h 111918"/>
                <a:gd name="connsiteX27" fmla="*/ 140878 w 154319"/>
                <a:gd name="connsiteY27" fmla="*/ 83343 h 111918"/>
                <a:gd name="connsiteX0" fmla="*/ 140878 w 154319"/>
                <a:gd name="connsiteY0" fmla="*/ 83343 h 114820"/>
                <a:gd name="connsiteX1" fmla="*/ 140878 w 154319"/>
                <a:gd name="connsiteY1" fmla="*/ 83343 h 114820"/>
                <a:gd name="connsiteX2" fmla="*/ 120228 w 154319"/>
                <a:gd name="connsiteY2" fmla="*/ 111918 h 114820"/>
                <a:gd name="connsiteX3" fmla="*/ 102778 w 154319"/>
                <a:gd name="connsiteY3" fmla="*/ 97631 h 114820"/>
                <a:gd name="connsiteX4" fmla="*/ 95635 w 154319"/>
                <a:gd name="connsiteY4" fmla="*/ 100012 h 114820"/>
                <a:gd name="connsiteX5" fmla="*/ 86110 w 154319"/>
                <a:gd name="connsiteY5" fmla="*/ 104775 h 114820"/>
                <a:gd name="connsiteX6" fmla="*/ 59916 w 154319"/>
                <a:gd name="connsiteY6" fmla="*/ 111918 h 114820"/>
                <a:gd name="connsiteX7" fmla="*/ 26578 w 154319"/>
                <a:gd name="connsiteY7" fmla="*/ 109537 h 114820"/>
                <a:gd name="connsiteX8" fmla="*/ 19435 w 154319"/>
                <a:gd name="connsiteY8" fmla="*/ 107156 h 114820"/>
                <a:gd name="connsiteX9" fmla="*/ 5147 w 154319"/>
                <a:gd name="connsiteY9" fmla="*/ 97631 h 114820"/>
                <a:gd name="connsiteX10" fmla="*/ 5147 w 154319"/>
                <a:gd name="connsiteY10" fmla="*/ 35718 h 114820"/>
                <a:gd name="connsiteX11" fmla="*/ 17053 w 154319"/>
                <a:gd name="connsiteY11" fmla="*/ 21431 h 114820"/>
                <a:gd name="connsiteX12" fmla="*/ 33722 w 154319"/>
                <a:gd name="connsiteY12" fmla="*/ 4762 h 114820"/>
                <a:gd name="connsiteX13" fmla="*/ 48010 w 154319"/>
                <a:gd name="connsiteY13" fmla="*/ 0 h 114820"/>
                <a:gd name="connsiteX14" fmla="*/ 64678 w 154319"/>
                <a:gd name="connsiteY14" fmla="*/ 2381 h 114820"/>
                <a:gd name="connsiteX15" fmla="*/ 83728 w 154319"/>
                <a:gd name="connsiteY15" fmla="*/ 4762 h 114820"/>
                <a:gd name="connsiteX16" fmla="*/ 98016 w 154319"/>
                <a:gd name="connsiteY16" fmla="*/ 14287 h 114820"/>
                <a:gd name="connsiteX17" fmla="*/ 105160 w 154319"/>
                <a:gd name="connsiteY17" fmla="*/ 16668 h 114820"/>
                <a:gd name="connsiteX18" fmla="*/ 119447 w 154319"/>
                <a:gd name="connsiteY18" fmla="*/ 28575 h 114820"/>
                <a:gd name="connsiteX19" fmla="*/ 126591 w 154319"/>
                <a:gd name="connsiteY19" fmla="*/ 33337 h 114820"/>
                <a:gd name="connsiteX20" fmla="*/ 140878 w 154319"/>
                <a:gd name="connsiteY20" fmla="*/ 54768 h 114820"/>
                <a:gd name="connsiteX21" fmla="*/ 145641 w 154319"/>
                <a:gd name="connsiteY21" fmla="*/ 61912 h 114820"/>
                <a:gd name="connsiteX22" fmla="*/ 148022 w 154319"/>
                <a:gd name="connsiteY22" fmla="*/ 85725 h 114820"/>
                <a:gd name="connsiteX23" fmla="*/ 136116 w 154319"/>
                <a:gd name="connsiteY23" fmla="*/ 90487 h 114820"/>
                <a:gd name="connsiteX24" fmla="*/ 121828 w 154319"/>
                <a:gd name="connsiteY24" fmla="*/ 92868 h 114820"/>
                <a:gd name="connsiteX25" fmla="*/ 102778 w 154319"/>
                <a:gd name="connsiteY25" fmla="*/ 100012 h 114820"/>
                <a:gd name="connsiteX26" fmla="*/ 90872 w 154319"/>
                <a:gd name="connsiteY26" fmla="*/ 102393 h 114820"/>
                <a:gd name="connsiteX27" fmla="*/ 140878 w 154319"/>
                <a:gd name="connsiteY27" fmla="*/ 83343 h 114820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21828 w 154319"/>
                <a:gd name="connsiteY23" fmla="*/ 92868 h 111918"/>
                <a:gd name="connsiteX24" fmla="*/ 102778 w 154319"/>
                <a:gd name="connsiteY24" fmla="*/ 100012 h 111918"/>
                <a:gd name="connsiteX25" fmla="*/ 90872 w 154319"/>
                <a:gd name="connsiteY25" fmla="*/ 102393 h 111918"/>
                <a:gd name="connsiteX26" fmla="*/ 140878 w 154319"/>
                <a:gd name="connsiteY26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02778 w 154319"/>
                <a:gd name="connsiteY23" fmla="*/ 100012 h 111918"/>
                <a:gd name="connsiteX24" fmla="*/ 90872 w 154319"/>
                <a:gd name="connsiteY24" fmla="*/ 102393 h 111918"/>
                <a:gd name="connsiteX25" fmla="*/ 140878 w 154319"/>
                <a:gd name="connsiteY25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02778 w 154319"/>
                <a:gd name="connsiteY23" fmla="*/ 100012 h 111918"/>
                <a:gd name="connsiteX24" fmla="*/ 140878 w 154319"/>
                <a:gd name="connsiteY24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00361 w 154319"/>
                <a:gd name="connsiteY23" fmla="*/ 62553 h 111918"/>
                <a:gd name="connsiteX24" fmla="*/ 140878 w 154319"/>
                <a:gd name="connsiteY24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00361 w 154319"/>
                <a:gd name="connsiteY23" fmla="*/ 62551 h 111918"/>
                <a:gd name="connsiteX24" fmla="*/ 140878 w 154319"/>
                <a:gd name="connsiteY24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95635 w 154319"/>
                <a:gd name="connsiteY3" fmla="*/ 100012 h 111918"/>
                <a:gd name="connsiteX4" fmla="*/ 86110 w 154319"/>
                <a:gd name="connsiteY4" fmla="*/ 104775 h 111918"/>
                <a:gd name="connsiteX5" fmla="*/ 59916 w 154319"/>
                <a:gd name="connsiteY5" fmla="*/ 111918 h 111918"/>
                <a:gd name="connsiteX6" fmla="*/ 26578 w 154319"/>
                <a:gd name="connsiteY6" fmla="*/ 109537 h 111918"/>
                <a:gd name="connsiteX7" fmla="*/ 19435 w 154319"/>
                <a:gd name="connsiteY7" fmla="*/ 107156 h 111918"/>
                <a:gd name="connsiteX8" fmla="*/ 5147 w 154319"/>
                <a:gd name="connsiteY8" fmla="*/ 97631 h 111918"/>
                <a:gd name="connsiteX9" fmla="*/ 5147 w 154319"/>
                <a:gd name="connsiteY9" fmla="*/ 35718 h 111918"/>
                <a:gd name="connsiteX10" fmla="*/ 17053 w 154319"/>
                <a:gd name="connsiteY10" fmla="*/ 21431 h 111918"/>
                <a:gd name="connsiteX11" fmla="*/ 33722 w 154319"/>
                <a:gd name="connsiteY11" fmla="*/ 4762 h 111918"/>
                <a:gd name="connsiteX12" fmla="*/ 48010 w 154319"/>
                <a:gd name="connsiteY12" fmla="*/ 0 h 111918"/>
                <a:gd name="connsiteX13" fmla="*/ 64678 w 154319"/>
                <a:gd name="connsiteY13" fmla="*/ 2381 h 111918"/>
                <a:gd name="connsiteX14" fmla="*/ 83728 w 154319"/>
                <a:gd name="connsiteY14" fmla="*/ 4762 h 111918"/>
                <a:gd name="connsiteX15" fmla="*/ 98016 w 154319"/>
                <a:gd name="connsiteY15" fmla="*/ 14287 h 111918"/>
                <a:gd name="connsiteX16" fmla="*/ 105160 w 154319"/>
                <a:gd name="connsiteY16" fmla="*/ 16668 h 111918"/>
                <a:gd name="connsiteX17" fmla="*/ 119447 w 154319"/>
                <a:gd name="connsiteY17" fmla="*/ 28575 h 111918"/>
                <a:gd name="connsiteX18" fmla="*/ 126591 w 154319"/>
                <a:gd name="connsiteY18" fmla="*/ 33337 h 111918"/>
                <a:gd name="connsiteX19" fmla="*/ 140878 w 154319"/>
                <a:gd name="connsiteY19" fmla="*/ 54768 h 111918"/>
                <a:gd name="connsiteX20" fmla="*/ 145641 w 154319"/>
                <a:gd name="connsiteY20" fmla="*/ 61912 h 111918"/>
                <a:gd name="connsiteX21" fmla="*/ 148022 w 154319"/>
                <a:gd name="connsiteY21" fmla="*/ 85725 h 111918"/>
                <a:gd name="connsiteX22" fmla="*/ 136116 w 154319"/>
                <a:gd name="connsiteY22" fmla="*/ 90487 h 111918"/>
                <a:gd name="connsiteX23" fmla="*/ 140878 w 154319"/>
                <a:gd name="connsiteY23" fmla="*/ 83343 h 111918"/>
                <a:gd name="connsiteX0" fmla="*/ 140878 w 154319"/>
                <a:gd name="connsiteY0" fmla="*/ 83343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86110 w 154319"/>
                <a:gd name="connsiteY3" fmla="*/ 104775 h 111918"/>
                <a:gd name="connsiteX4" fmla="*/ 59916 w 154319"/>
                <a:gd name="connsiteY4" fmla="*/ 111918 h 111918"/>
                <a:gd name="connsiteX5" fmla="*/ 26578 w 154319"/>
                <a:gd name="connsiteY5" fmla="*/ 109537 h 111918"/>
                <a:gd name="connsiteX6" fmla="*/ 19435 w 154319"/>
                <a:gd name="connsiteY6" fmla="*/ 107156 h 111918"/>
                <a:gd name="connsiteX7" fmla="*/ 5147 w 154319"/>
                <a:gd name="connsiteY7" fmla="*/ 97631 h 111918"/>
                <a:gd name="connsiteX8" fmla="*/ 5147 w 154319"/>
                <a:gd name="connsiteY8" fmla="*/ 35718 h 111918"/>
                <a:gd name="connsiteX9" fmla="*/ 17053 w 154319"/>
                <a:gd name="connsiteY9" fmla="*/ 21431 h 111918"/>
                <a:gd name="connsiteX10" fmla="*/ 33722 w 154319"/>
                <a:gd name="connsiteY10" fmla="*/ 4762 h 111918"/>
                <a:gd name="connsiteX11" fmla="*/ 48010 w 154319"/>
                <a:gd name="connsiteY11" fmla="*/ 0 h 111918"/>
                <a:gd name="connsiteX12" fmla="*/ 64678 w 154319"/>
                <a:gd name="connsiteY12" fmla="*/ 2381 h 111918"/>
                <a:gd name="connsiteX13" fmla="*/ 83728 w 154319"/>
                <a:gd name="connsiteY13" fmla="*/ 4762 h 111918"/>
                <a:gd name="connsiteX14" fmla="*/ 98016 w 154319"/>
                <a:gd name="connsiteY14" fmla="*/ 14287 h 111918"/>
                <a:gd name="connsiteX15" fmla="*/ 105160 w 154319"/>
                <a:gd name="connsiteY15" fmla="*/ 16668 h 111918"/>
                <a:gd name="connsiteX16" fmla="*/ 119447 w 154319"/>
                <a:gd name="connsiteY16" fmla="*/ 28575 h 111918"/>
                <a:gd name="connsiteX17" fmla="*/ 126591 w 154319"/>
                <a:gd name="connsiteY17" fmla="*/ 33337 h 111918"/>
                <a:gd name="connsiteX18" fmla="*/ 140878 w 154319"/>
                <a:gd name="connsiteY18" fmla="*/ 54768 h 111918"/>
                <a:gd name="connsiteX19" fmla="*/ 145641 w 154319"/>
                <a:gd name="connsiteY19" fmla="*/ 61912 h 111918"/>
                <a:gd name="connsiteX20" fmla="*/ 148022 w 154319"/>
                <a:gd name="connsiteY20" fmla="*/ 85725 h 111918"/>
                <a:gd name="connsiteX21" fmla="*/ 136116 w 154319"/>
                <a:gd name="connsiteY21" fmla="*/ 90487 h 111918"/>
                <a:gd name="connsiteX22" fmla="*/ 140878 w 154319"/>
                <a:gd name="connsiteY22" fmla="*/ 83343 h 111918"/>
                <a:gd name="connsiteX0" fmla="*/ 136116 w 154319"/>
                <a:gd name="connsiteY0" fmla="*/ 90487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86110 w 154319"/>
                <a:gd name="connsiteY3" fmla="*/ 104775 h 111918"/>
                <a:gd name="connsiteX4" fmla="*/ 59916 w 154319"/>
                <a:gd name="connsiteY4" fmla="*/ 111918 h 111918"/>
                <a:gd name="connsiteX5" fmla="*/ 26578 w 154319"/>
                <a:gd name="connsiteY5" fmla="*/ 109537 h 111918"/>
                <a:gd name="connsiteX6" fmla="*/ 19435 w 154319"/>
                <a:gd name="connsiteY6" fmla="*/ 107156 h 111918"/>
                <a:gd name="connsiteX7" fmla="*/ 5147 w 154319"/>
                <a:gd name="connsiteY7" fmla="*/ 97631 h 111918"/>
                <a:gd name="connsiteX8" fmla="*/ 5147 w 154319"/>
                <a:gd name="connsiteY8" fmla="*/ 35718 h 111918"/>
                <a:gd name="connsiteX9" fmla="*/ 17053 w 154319"/>
                <a:gd name="connsiteY9" fmla="*/ 21431 h 111918"/>
                <a:gd name="connsiteX10" fmla="*/ 33722 w 154319"/>
                <a:gd name="connsiteY10" fmla="*/ 4762 h 111918"/>
                <a:gd name="connsiteX11" fmla="*/ 48010 w 154319"/>
                <a:gd name="connsiteY11" fmla="*/ 0 h 111918"/>
                <a:gd name="connsiteX12" fmla="*/ 64678 w 154319"/>
                <a:gd name="connsiteY12" fmla="*/ 2381 h 111918"/>
                <a:gd name="connsiteX13" fmla="*/ 83728 w 154319"/>
                <a:gd name="connsiteY13" fmla="*/ 4762 h 111918"/>
                <a:gd name="connsiteX14" fmla="*/ 98016 w 154319"/>
                <a:gd name="connsiteY14" fmla="*/ 14287 h 111918"/>
                <a:gd name="connsiteX15" fmla="*/ 105160 w 154319"/>
                <a:gd name="connsiteY15" fmla="*/ 16668 h 111918"/>
                <a:gd name="connsiteX16" fmla="*/ 119447 w 154319"/>
                <a:gd name="connsiteY16" fmla="*/ 28575 h 111918"/>
                <a:gd name="connsiteX17" fmla="*/ 126591 w 154319"/>
                <a:gd name="connsiteY17" fmla="*/ 33337 h 111918"/>
                <a:gd name="connsiteX18" fmla="*/ 140878 w 154319"/>
                <a:gd name="connsiteY18" fmla="*/ 54768 h 111918"/>
                <a:gd name="connsiteX19" fmla="*/ 145641 w 154319"/>
                <a:gd name="connsiteY19" fmla="*/ 61912 h 111918"/>
                <a:gd name="connsiteX20" fmla="*/ 148022 w 154319"/>
                <a:gd name="connsiteY20" fmla="*/ 85725 h 111918"/>
                <a:gd name="connsiteX21" fmla="*/ 136116 w 154319"/>
                <a:gd name="connsiteY21" fmla="*/ 90487 h 111918"/>
                <a:gd name="connsiteX0" fmla="*/ 148022 w 154319"/>
                <a:gd name="connsiteY0" fmla="*/ 85725 h 111918"/>
                <a:gd name="connsiteX1" fmla="*/ 140878 w 154319"/>
                <a:gd name="connsiteY1" fmla="*/ 83343 h 111918"/>
                <a:gd name="connsiteX2" fmla="*/ 102778 w 154319"/>
                <a:gd name="connsiteY2" fmla="*/ 97631 h 111918"/>
                <a:gd name="connsiteX3" fmla="*/ 86110 w 154319"/>
                <a:gd name="connsiteY3" fmla="*/ 104775 h 111918"/>
                <a:gd name="connsiteX4" fmla="*/ 59916 w 154319"/>
                <a:gd name="connsiteY4" fmla="*/ 111918 h 111918"/>
                <a:gd name="connsiteX5" fmla="*/ 26578 w 154319"/>
                <a:gd name="connsiteY5" fmla="*/ 109537 h 111918"/>
                <a:gd name="connsiteX6" fmla="*/ 19435 w 154319"/>
                <a:gd name="connsiteY6" fmla="*/ 107156 h 111918"/>
                <a:gd name="connsiteX7" fmla="*/ 5147 w 154319"/>
                <a:gd name="connsiteY7" fmla="*/ 97631 h 111918"/>
                <a:gd name="connsiteX8" fmla="*/ 5147 w 154319"/>
                <a:gd name="connsiteY8" fmla="*/ 35718 h 111918"/>
                <a:gd name="connsiteX9" fmla="*/ 17053 w 154319"/>
                <a:gd name="connsiteY9" fmla="*/ 21431 h 111918"/>
                <a:gd name="connsiteX10" fmla="*/ 33722 w 154319"/>
                <a:gd name="connsiteY10" fmla="*/ 4762 h 111918"/>
                <a:gd name="connsiteX11" fmla="*/ 48010 w 154319"/>
                <a:gd name="connsiteY11" fmla="*/ 0 h 111918"/>
                <a:gd name="connsiteX12" fmla="*/ 64678 w 154319"/>
                <a:gd name="connsiteY12" fmla="*/ 2381 h 111918"/>
                <a:gd name="connsiteX13" fmla="*/ 83728 w 154319"/>
                <a:gd name="connsiteY13" fmla="*/ 4762 h 111918"/>
                <a:gd name="connsiteX14" fmla="*/ 98016 w 154319"/>
                <a:gd name="connsiteY14" fmla="*/ 14287 h 111918"/>
                <a:gd name="connsiteX15" fmla="*/ 105160 w 154319"/>
                <a:gd name="connsiteY15" fmla="*/ 16668 h 111918"/>
                <a:gd name="connsiteX16" fmla="*/ 119447 w 154319"/>
                <a:gd name="connsiteY16" fmla="*/ 28575 h 111918"/>
                <a:gd name="connsiteX17" fmla="*/ 126591 w 154319"/>
                <a:gd name="connsiteY17" fmla="*/ 33337 h 111918"/>
                <a:gd name="connsiteX18" fmla="*/ 140878 w 154319"/>
                <a:gd name="connsiteY18" fmla="*/ 54768 h 111918"/>
                <a:gd name="connsiteX19" fmla="*/ 145641 w 154319"/>
                <a:gd name="connsiteY19" fmla="*/ 61912 h 111918"/>
                <a:gd name="connsiteX20" fmla="*/ 148022 w 154319"/>
                <a:gd name="connsiteY20" fmla="*/ 85725 h 11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319" h="111918">
                  <a:moveTo>
                    <a:pt x="148022" y="85725"/>
                  </a:moveTo>
                  <a:cubicBezTo>
                    <a:pt x="147228" y="89297"/>
                    <a:pt x="148419" y="81359"/>
                    <a:pt x="140878" y="83343"/>
                  </a:cubicBezTo>
                  <a:lnTo>
                    <a:pt x="102778" y="97631"/>
                  </a:lnTo>
                  <a:cubicBezTo>
                    <a:pt x="93650" y="101203"/>
                    <a:pt x="93254" y="102394"/>
                    <a:pt x="86110" y="104775"/>
                  </a:cubicBezTo>
                  <a:cubicBezTo>
                    <a:pt x="74028" y="109608"/>
                    <a:pt x="71871" y="109527"/>
                    <a:pt x="59916" y="111918"/>
                  </a:cubicBezTo>
                  <a:cubicBezTo>
                    <a:pt x="48803" y="111124"/>
                    <a:pt x="37643" y="110839"/>
                    <a:pt x="26578" y="109537"/>
                  </a:cubicBezTo>
                  <a:cubicBezTo>
                    <a:pt x="24085" y="109244"/>
                    <a:pt x="21629" y="108375"/>
                    <a:pt x="19435" y="107156"/>
                  </a:cubicBezTo>
                  <a:cubicBezTo>
                    <a:pt x="14431" y="104376"/>
                    <a:pt x="5147" y="97631"/>
                    <a:pt x="5147" y="97631"/>
                  </a:cubicBezTo>
                  <a:cubicBezTo>
                    <a:pt x="118" y="72483"/>
                    <a:pt x="0" y="76897"/>
                    <a:pt x="5147" y="35718"/>
                  </a:cubicBezTo>
                  <a:cubicBezTo>
                    <a:pt x="5620" y="31932"/>
                    <a:pt x="15133" y="23352"/>
                    <a:pt x="17053" y="21431"/>
                  </a:cubicBezTo>
                  <a:cubicBezTo>
                    <a:pt x="21245" y="8857"/>
                    <a:pt x="17346" y="15679"/>
                    <a:pt x="33722" y="4762"/>
                  </a:cubicBezTo>
                  <a:cubicBezTo>
                    <a:pt x="37899" y="1977"/>
                    <a:pt x="48010" y="0"/>
                    <a:pt x="48010" y="0"/>
                  </a:cubicBezTo>
                  <a:lnTo>
                    <a:pt x="64678" y="2381"/>
                  </a:lnTo>
                  <a:cubicBezTo>
                    <a:pt x="71021" y="3227"/>
                    <a:pt x="77701" y="2610"/>
                    <a:pt x="83728" y="4762"/>
                  </a:cubicBezTo>
                  <a:cubicBezTo>
                    <a:pt x="89119" y="6687"/>
                    <a:pt x="92586" y="12477"/>
                    <a:pt x="98016" y="14287"/>
                  </a:cubicBezTo>
                  <a:lnTo>
                    <a:pt x="105160" y="16668"/>
                  </a:lnTo>
                  <a:cubicBezTo>
                    <a:pt x="122906" y="28501"/>
                    <a:pt x="101099" y="13286"/>
                    <a:pt x="119447" y="28575"/>
                  </a:cubicBezTo>
                  <a:cubicBezTo>
                    <a:pt x="121646" y="30407"/>
                    <a:pt x="124210" y="31750"/>
                    <a:pt x="126591" y="33337"/>
                  </a:cubicBezTo>
                  <a:lnTo>
                    <a:pt x="140878" y="54768"/>
                  </a:lnTo>
                  <a:lnTo>
                    <a:pt x="145641" y="61912"/>
                  </a:lnTo>
                  <a:cubicBezTo>
                    <a:pt x="147298" y="66883"/>
                    <a:pt x="154319" y="79428"/>
                    <a:pt x="148022" y="85725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3409637" y="4555547"/>
              <a:ext cx="506078" cy="30641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3853796" y="4756067"/>
              <a:ext cx="1511952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GW_ChemicalConstituent</a:t>
              </a:r>
              <a:endParaRPr lang="en-AU" sz="900" dirty="0" smtClean="0">
                <a:latin typeface="Arial" pitchFamily="34" charset="0"/>
                <a:cs typeface="Arial" pitchFamily="34" charset="0"/>
              </a:endParaRPr>
            </a:p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GW_MaterialConstituent</a:t>
              </a:r>
              <a:endParaRPr lang="en-AU" sz="900" dirty="0" smtClean="0">
                <a:latin typeface="Arial" pitchFamily="34" charset="0"/>
                <a:cs typeface="Arial" pitchFamily="34" charset="0"/>
              </a:endParaRPr>
            </a:p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GW_BiologicConstituent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732813" y="4412025"/>
              <a:ext cx="1876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Solutes, </a:t>
              </a:r>
              <a:r>
                <a:rPr lang="en-AU" sz="900" i="1" smtClean="0">
                  <a:latin typeface="Arial" pitchFamily="34" charset="0"/>
                  <a:cs typeface="Arial" pitchFamily="34" charset="0"/>
                </a:rPr>
                <a:t>suspended solids, </a:t>
              </a:r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and organisms in groundwater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74" name="Straight Connector 73"/>
            <p:cNvCxnSpPr>
              <a:stCxn id="23" idx="0"/>
              <a:endCxn id="21" idx="1"/>
            </p:cNvCxnSpPr>
            <p:nvPr/>
          </p:nvCxnSpPr>
          <p:spPr>
            <a:xfrm flipH="1">
              <a:off x="4038600" y="2190750"/>
              <a:ext cx="490536" cy="21193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 flipV="1">
              <a:off x="2097880" y="2145504"/>
              <a:ext cx="130969" cy="166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757153" y="5718049"/>
            <a:ext cx="1413789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Main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27914" y="5966850"/>
            <a:ext cx="1913245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Constituent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763453" y="2783801"/>
            <a:ext cx="2356395" cy="6901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Well</a:t>
            </a:r>
          </a:p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Well Construction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33979" y="1442004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00" dirty="0" err="1" smtClean="0">
                <a:latin typeface="Arial" pitchFamily="34" charset="0"/>
                <a:cs typeface="Arial" pitchFamily="34" charset="0"/>
              </a:rPr>
              <a:t>GW_Basin</a:t>
            </a:r>
            <a:endParaRPr lang="en-AU" sz="9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0" name="Straight Arrow Connector 139"/>
          <p:cNvCxnSpPr/>
          <p:nvPr/>
        </p:nvCxnSpPr>
        <p:spPr>
          <a:xfrm>
            <a:off x="2134582" y="1695252"/>
            <a:ext cx="4542966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340446" y="2517817"/>
            <a:ext cx="1159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00" i="1" dirty="0" smtClean="0">
                <a:latin typeface="Arial" pitchFamily="34" charset="0"/>
                <a:cs typeface="Arial" pitchFamily="34" charset="0"/>
              </a:rPr>
              <a:t>Groundwater basin</a:t>
            </a:r>
            <a:endParaRPr lang="en-AU" sz="900" i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72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19"/>
          <p:cNvSpPr/>
          <p:nvPr/>
        </p:nvSpPr>
        <p:spPr bwMode="auto">
          <a:xfrm>
            <a:off x="204250" y="1787793"/>
            <a:ext cx="2778664" cy="1371867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  <a:gd name="connsiteX0" fmla="*/ 1813583 w 2040580"/>
              <a:gd name="connsiteY0" fmla="*/ 119969 h 1688144"/>
              <a:gd name="connsiteX1" fmla="*/ 237876 w 2040580"/>
              <a:gd name="connsiteY1" fmla="*/ 185282 h 1688144"/>
              <a:gd name="connsiteX2" fmla="*/ 139906 w 2040580"/>
              <a:gd name="connsiteY2" fmla="*/ 1320118 h 1688144"/>
              <a:gd name="connsiteX3" fmla="*/ 1532985 w 2040580"/>
              <a:gd name="connsiteY3" fmla="*/ 1684358 h 1688144"/>
              <a:gd name="connsiteX4" fmla="*/ 2002001 w 2040580"/>
              <a:gd name="connsiteY4" fmla="*/ 1366671 h 1688144"/>
              <a:gd name="connsiteX5" fmla="*/ 1813583 w 2040580"/>
              <a:gd name="connsiteY5" fmla="*/ 119969 h 1688144"/>
              <a:gd name="connsiteX0" fmla="*/ 1831256 w 2048749"/>
              <a:gd name="connsiteY0" fmla="*/ 260996 h 1565483"/>
              <a:gd name="connsiteX1" fmla="*/ 238769 w 2048749"/>
              <a:gd name="connsiteY1" fmla="*/ 63650 h 1565483"/>
              <a:gd name="connsiteX2" fmla="*/ 140799 w 2048749"/>
              <a:gd name="connsiteY2" fmla="*/ 1198486 h 1565483"/>
              <a:gd name="connsiteX3" fmla="*/ 1533878 w 2048749"/>
              <a:gd name="connsiteY3" fmla="*/ 1562726 h 1565483"/>
              <a:gd name="connsiteX4" fmla="*/ 2002894 w 2048749"/>
              <a:gd name="connsiteY4" fmla="*/ 1245039 h 1565483"/>
              <a:gd name="connsiteX5" fmla="*/ 1831256 w 2048749"/>
              <a:gd name="connsiteY5" fmla="*/ 260996 h 1565483"/>
              <a:gd name="connsiteX0" fmla="*/ 1839358 w 2057716"/>
              <a:gd name="connsiteY0" fmla="*/ 187245 h 1491732"/>
              <a:gd name="connsiteX1" fmla="*/ 230091 w 2057716"/>
              <a:gd name="connsiteY1" fmla="*/ 83704 h 1491732"/>
              <a:gd name="connsiteX2" fmla="*/ 148901 w 2057716"/>
              <a:gd name="connsiteY2" fmla="*/ 1124735 h 1491732"/>
              <a:gd name="connsiteX3" fmla="*/ 1541980 w 2057716"/>
              <a:gd name="connsiteY3" fmla="*/ 1488975 h 1491732"/>
              <a:gd name="connsiteX4" fmla="*/ 2010996 w 2057716"/>
              <a:gd name="connsiteY4" fmla="*/ 1171288 h 1491732"/>
              <a:gd name="connsiteX5" fmla="*/ 1839358 w 2057716"/>
              <a:gd name="connsiteY5" fmla="*/ 187245 h 1491732"/>
              <a:gd name="connsiteX0" fmla="*/ 1839358 w 2093694"/>
              <a:gd name="connsiteY0" fmla="*/ 182773 h 1486113"/>
              <a:gd name="connsiteX1" fmla="*/ 230091 w 2093694"/>
              <a:gd name="connsiteY1" fmla="*/ 79232 h 1486113"/>
              <a:gd name="connsiteX2" fmla="*/ 148901 w 2093694"/>
              <a:gd name="connsiteY2" fmla="*/ 1120263 h 1486113"/>
              <a:gd name="connsiteX3" fmla="*/ 1541980 w 2093694"/>
              <a:gd name="connsiteY3" fmla="*/ 1484503 h 1486113"/>
              <a:gd name="connsiteX4" fmla="*/ 2061335 w 2093694"/>
              <a:gd name="connsiteY4" fmla="*/ 1060557 h 1486113"/>
              <a:gd name="connsiteX5" fmla="*/ 1839358 w 2093694"/>
              <a:gd name="connsiteY5" fmla="*/ 182773 h 1486113"/>
              <a:gd name="connsiteX0" fmla="*/ 2276242 w 2392709"/>
              <a:gd name="connsiteY0" fmla="*/ 213360 h 1471114"/>
              <a:gd name="connsiteX1" fmla="*/ 254194 w 2392709"/>
              <a:gd name="connsiteY1" fmla="*/ 64279 h 1471114"/>
              <a:gd name="connsiteX2" fmla="*/ 173004 w 2392709"/>
              <a:gd name="connsiteY2" fmla="*/ 1105310 h 1471114"/>
              <a:gd name="connsiteX3" fmla="*/ 1566083 w 2392709"/>
              <a:gd name="connsiteY3" fmla="*/ 1469550 h 1471114"/>
              <a:gd name="connsiteX4" fmla="*/ 2085438 w 2392709"/>
              <a:gd name="connsiteY4" fmla="*/ 1045604 h 1471114"/>
              <a:gd name="connsiteX5" fmla="*/ 2276242 w 2392709"/>
              <a:gd name="connsiteY5" fmla="*/ 213360 h 1471114"/>
              <a:gd name="connsiteX0" fmla="*/ 2276242 w 2490138"/>
              <a:gd name="connsiteY0" fmla="*/ 223703 h 1503438"/>
              <a:gd name="connsiteX1" fmla="*/ 254194 w 2490138"/>
              <a:gd name="connsiteY1" fmla="*/ 74622 h 1503438"/>
              <a:gd name="connsiteX2" fmla="*/ 173004 w 2490138"/>
              <a:gd name="connsiteY2" fmla="*/ 1115653 h 1503438"/>
              <a:gd name="connsiteX3" fmla="*/ 1566083 w 2490138"/>
              <a:gd name="connsiteY3" fmla="*/ 1479893 h 1503438"/>
              <a:gd name="connsiteX4" fmla="*/ 2350585 w 2490138"/>
              <a:gd name="connsiteY4" fmla="*/ 1347087 h 1503438"/>
              <a:gd name="connsiteX5" fmla="*/ 2276242 w 2490138"/>
              <a:gd name="connsiteY5" fmla="*/ 223703 h 1503438"/>
              <a:gd name="connsiteX0" fmla="*/ 2285548 w 2499444"/>
              <a:gd name="connsiteY0" fmla="*/ 236965 h 1516699"/>
              <a:gd name="connsiteX1" fmla="*/ 263500 w 2499444"/>
              <a:gd name="connsiteY1" fmla="*/ 87884 h 1516699"/>
              <a:gd name="connsiteX2" fmla="*/ 166528 w 2499444"/>
              <a:gd name="connsiteY2" fmla="*/ 1308077 h 1516699"/>
              <a:gd name="connsiteX3" fmla="*/ 1575389 w 2499444"/>
              <a:gd name="connsiteY3" fmla="*/ 1493155 h 1516699"/>
              <a:gd name="connsiteX4" fmla="*/ 2359891 w 2499444"/>
              <a:gd name="connsiteY4" fmla="*/ 1360349 h 1516699"/>
              <a:gd name="connsiteX5" fmla="*/ 2285548 w 2499444"/>
              <a:gd name="connsiteY5" fmla="*/ 236965 h 1516699"/>
              <a:gd name="connsiteX0" fmla="*/ 2352313 w 2573895"/>
              <a:gd name="connsiteY0" fmla="*/ 168297 h 1448031"/>
              <a:gd name="connsiteX1" fmla="*/ 216631 w 2573895"/>
              <a:gd name="connsiteY1" fmla="*/ 116263 h 1448031"/>
              <a:gd name="connsiteX2" fmla="*/ 233293 w 2573895"/>
              <a:gd name="connsiteY2" fmla="*/ 1239409 h 1448031"/>
              <a:gd name="connsiteX3" fmla="*/ 1642154 w 2573895"/>
              <a:gd name="connsiteY3" fmla="*/ 1424487 h 1448031"/>
              <a:gd name="connsiteX4" fmla="*/ 2426656 w 2573895"/>
              <a:gd name="connsiteY4" fmla="*/ 1291681 h 1448031"/>
              <a:gd name="connsiteX5" fmla="*/ 2352313 w 2573895"/>
              <a:gd name="connsiteY5" fmla="*/ 168297 h 1448031"/>
              <a:gd name="connsiteX0" fmla="*/ 2386287 w 2607869"/>
              <a:gd name="connsiteY0" fmla="*/ 170868 h 1450602"/>
              <a:gd name="connsiteX1" fmla="*/ 250605 w 2607869"/>
              <a:gd name="connsiteY1" fmla="*/ 118834 h 1450602"/>
              <a:gd name="connsiteX2" fmla="*/ 200980 w 2607869"/>
              <a:gd name="connsiteY2" fmla="*/ 1279306 h 1450602"/>
              <a:gd name="connsiteX3" fmla="*/ 1676128 w 2607869"/>
              <a:gd name="connsiteY3" fmla="*/ 1427058 h 1450602"/>
              <a:gd name="connsiteX4" fmla="*/ 2460630 w 2607869"/>
              <a:gd name="connsiteY4" fmla="*/ 1294252 h 1450602"/>
              <a:gd name="connsiteX5" fmla="*/ 2386287 w 2607869"/>
              <a:gd name="connsiteY5" fmla="*/ 170868 h 1450602"/>
              <a:gd name="connsiteX0" fmla="*/ 2402246 w 2623828"/>
              <a:gd name="connsiteY0" fmla="*/ 173966 h 1453700"/>
              <a:gd name="connsiteX1" fmla="*/ 266564 w 2623828"/>
              <a:gd name="connsiteY1" fmla="*/ 121932 h 1453700"/>
              <a:gd name="connsiteX2" fmla="*/ 188530 w 2623828"/>
              <a:gd name="connsiteY2" fmla="*/ 1327195 h 1453700"/>
              <a:gd name="connsiteX3" fmla="*/ 1692087 w 2623828"/>
              <a:gd name="connsiteY3" fmla="*/ 1430156 h 1453700"/>
              <a:gd name="connsiteX4" fmla="*/ 2476589 w 2623828"/>
              <a:gd name="connsiteY4" fmla="*/ 1297350 h 1453700"/>
              <a:gd name="connsiteX5" fmla="*/ 2402246 w 2623828"/>
              <a:gd name="connsiteY5" fmla="*/ 173966 h 1453700"/>
              <a:gd name="connsiteX0" fmla="*/ 2402246 w 2457801"/>
              <a:gd name="connsiteY0" fmla="*/ 181253 h 1459608"/>
              <a:gd name="connsiteX1" fmla="*/ 266564 w 2457801"/>
              <a:gd name="connsiteY1" fmla="*/ 129219 h 1459608"/>
              <a:gd name="connsiteX2" fmla="*/ 188530 w 2457801"/>
              <a:gd name="connsiteY2" fmla="*/ 1334482 h 1459608"/>
              <a:gd name="connsiteX3" fmla="*/ 1692087 w 2457801"/>
              <a:gd name="connsiteY3" fmla="*/ 1437443 h 1459608"/>
              <a:gd name="connsiteX4" fmla="*/ 2402246 w 2457801"/>
              <a:gd name="connsiteY4" fmla="*/ 181253 h 1459608"/>
              <a:gd name="connsiteX0" fmla="*/ 1422608 w 1801278"/>
              <a:gd name="connsiteY0" fmla="*/ 247073 h 1413450"/>
              <a:gd name="connsiteX1" fmla="*/ 214938 w 1801278"/>
              <a:gd name="connsiteY1" fmla="*/ 83061 h 1413450"/>
              <a:gd name="connsiteX2" fmla="*/ 136904 w 1801278"/>
              <a:gd name="connsiteY2" fmla="*/ 1288324 h 1413450"/>
              <a:gd name="connsiteX3" fmla="*/ 1640461 w 1801278"/>
              <a:gd name="connsiteY3" fmla="*/ 1391285 h 1413450"/>
              <a:gd name="connsiteX4" fmla="*/ 1422608 w 1801278"/>
              <a:gd name="connsiteY4" fmla="*/ 247073 h 1413450"/>
              <a:gd name="connsiteX0" fmla="*/ 1474758 w 1857001"/>
              <a:gd name="connsiteY0" fmla="*/ 54071 h 1198283"/>
              <a:gd name="connsiteX1" fmla="*/ 162923 w 1857001"/>
              <a:gd name="connsiteY1" fmla="*/ 278246 h 1198283"/>
              <a:gd name="connsiteX2" fmla="*/ 189054 w 1857001"/>
              <a:gd name="connsiteY2" fmla="*/ 1095322 h 1198283"/>
              <a:gd name="connsiteX3" fmla="*/ 1692611 w 1857001"/>
              <a:gd name="connsiteY3" fmla="*/ 1198283 h 1198283"/>
              <a:gd name="connsiteX4" fmla="*/ 1474758 w 1857001"/>
              <a:gd name="connsiteY4" fmla="*/ 54071 h 1198283"/>
              <a:gd name="connsiteX0" fmla="*/ 1481860 w 1864103"/>
              <a:gd name="connsiteY0" fmla="*/ 55658 h 1236748"/>
              <a:gd name="connsiteX1" fmla="*/ 170025 w 1864103"/>
              <a:gd name="connsiteY1" fmla="*/ 279833 h 1236748"/>
              <a:gd name="connsiteX2" fmla="*/ 183530 w 1864103"/>
              <a:gd name="connsiteY2" fmla="*/ 1164095 h 1236748"/>
              <a:gd name="connsiteX3" fmla="*/ 1699713 w 1864103"/>
              <a:gd name="connsiteY3" fmla="*/ 1199870 h 1236748"/>
              <a:gd name="connsiteX4" fmla="*/ 1481860 w 1864103"/>
              <a:gd name="connsiteY4" fmla="*/ 55658 h 1236748"/>
              <a:gd name="connsiteX0" fmla="*/ 1424905 w 1848690"/>
              <a:gd name="connsiteY0" fmla="*/ 79807 h 1133989"/>
              <a:gd name="connsiteX1" fmla="*/ 166730 w 1848690"/>
              <a:gd name="connsiteY1" fmla="*/ 177075 h 1133989"/>
              <a:gd name="connsiteX2" fmla="*/ 180235 w 1848690"/>
              <a:gd name="connsiteY2" fmla="*/ 1061337 h 1133989"/>
              <a:gd name="connsiteX3" fmla="*/ 1696418 w 1848690"/>
              <a:gd name="connsiteY3" fmla="*/ 1097112 h 1133989"/>
              <a:gd name="connsiteX4" fmla="*/ 1424905 w 1848690"/>
              <a:gd name="connsiteY4" fmla="*/ 79807 h 1133989"/>
              <a:gd name="connsiteX0" fmla="*/ 1410297 w 1656573"/>
              <a:gd name="connsiteY0" fmla="*/ 75412 h 1110884"/>
              <a:gd name="connsiteX1" fmla="*/ 152122 w 1656573"/>
              <a:gd name="connsiteY1" fmla="*/ 172680 h 1110884"/>
              <a:gd name="connsiteX2" fmla="*/ 165627 w 1656573"/>
              <a:gd name="connsiteY2" fmla="*/ 1056942 h 1110884"/>
              <a:gd name="connsiteX3" fmla="*/ 1448229 w 1656573"/>
              <a:gd name="connsiteY3" fmla="*/ 1032996 h 1110884"/>
              <a:gd name="connsiteX4" fmla="*/ 1410297 w 1656573"/>
              <a:gd name="connsiteY4" fmla="*/ 75412 h 1110884"/>
              <a:gd name="connsiteX0" fmla="*/ 1377783 w 1624059"/>
              <a:gd name="connsiteY0" fmla="*/ 75412 h 1130840"/>
              <a:gd name="connsiteX1" fmla="*/ 119608 w 1624059"/>
              <a:gd name="connsiteY1" fmla="*/ 172680 h 1130840"/>
              <a:gd name="connsiteX2" fmla="*/ 133113 w 1624059"/>
              <a:gd name="connsiteY2" fmla="*/ 1056942 h 1130840"/>
              <a:gd name="connsiteX3" fmla="*/ 839439 w 1624059"/>
              <a:gd name="connsiteY3" fmla="*/ 1077672 h 1130840"/>
              <a:gd name="connsiteX4" fmla="*/ 1415715 w 1624059"/>
              <a:gd name="connsiteY4" fmla="*/ 1032996 h 1130840"/>
              <a:gd name="connsiteX5" fmla="*/ 1377783 w 1624059"/>
              <a:gd name="connsiteY5" fmla="*/ 75412 h 1130840"/>
              <a:gd name="connsiteX0" fmla="*/ 1375712 w 1621988"/>
              <a:gd name="connsiteY0" fmla="*/ 75412 h 1102403"/>
              <a:gd name="connsiteX1" fmla="*/ 117537 w 1621988"/>
              <a:gd name="connsiteY1" fmla="*/ 172680 h 1102403"/>
              <a:gd name="connsiteX2" fmla="*/ 131042 w 1621988"/>
              <a:gd name="connsiteY2" fmla="*/ 1056942 h 1102403"/>
              <a:gd name="connsiteX3" fmla="*/ 796334 w 1621988"/>
              <a:gd name="connsiteY3" fmla="*/ 980625 h 1102403"/>
              <a:gd name="connsiteX4" fmla="*/ 1413644 w 1621988"/>
              <a:gd name="connsiteY4" fmla="*/ 1032996 h 1102403"/>
              <a:gd name="connsiteX5" fmla="*/ 1375712 w 1621988"/>
              <a:gd name="connsiteY5" fmla="*/ 75412 h 1102403"/>
              <a:gd name="connsiteX0" fmla="*/ 1405411 w 1651687"/>
              <a:gd name="connsiteY0" fmla="*/ 73230 h 1092895"/>
              <a:gd name="connsiteX1" fmla="*/ 147236 w 1651687"/>
              <a:gd name="connsiteY1" fmla="*/ 170498 h 1092895"/>
              <a:gd name="connsiteX2" fmla="*/ 100767 w 1651687"/>
              <a:gd name="connsiteY2" fmla="*/ 1002504 h 1092895"/>
              <a:gd name="connsiteX3" fmla="*/ 826033 w 1651687"/>
              <a:gd name="connsiteY3" fmla="*/ 978443 h 1092895"/>
              <a:gd name="connsiteX4" fmla="*/ 1443343 w 1651687"/>
              <a:gd name="connsiteY4" fmla="*/ 1030814 h 1092895"/>
              <a:gd name="connsiteX5" fmla="*/ 1405411 w 1651687"/>
              <a:gd name="connsiteY5" fmla="*/ 73230 h 1092895"/>
              <a:gd name="connsiteX0" fmla="*/ 1388251 w 1632970"/>
              <a:gd name="connsiteY0" fmla="*/ 60759 h 1080423"/>
              <a:gd name="connsiteX1" fmla="*/ 161641 w 1632970"/>
              <a:gd name="connsiteY1" fmla="*/ 195354 h 1080423"/>
              <a:gd name="connsiteX2" fmla="*/ 83607 w 1632970"/>
              <a:gd name="connsiteY2" fmla="*/ 990033 h 1080423"/>
              <a:gd name="connsiteX3" fmla="*/ 808873 w 1632970"/>
              <a:gd name="connsiteY3" fmla="*/ 965972 h 1080423"/>
              <a:gd name="connsiteX4" fmla="*/ 1426183 w 1632970"/>
              <a:gd name="connsiteY4" fmla="*/ 1018343 h 1080423"/>
              <a:gd name="connsiteX5" fmla="*/ 1388251 w 1632970"/>
              <a:gd name="connsiteY5" fmla="*/ 60759 h 1080423"/>
              <a:gd name="connsiteX0" fmla="*/ 1394134 w 1638853"/>
              <a:gd name="connsiteY0" fmla="*/ 61259 h 1080923"/>
              <a:gd name="connsiteX1" fmla="*/ 167524 w 1638853"/>
              <a:gd name="connsiteY1" fmla="*/ 195854 h 1080923"/>
              <a:gd name="connsiteX2" fmla="*/ 80020 w 1638853"/>
              <a:gd name="connsiteY2" fmla="*/ 1005463 h 1080923"/>
              <a:gd name="connsiteX3" fmla="*/ 814756 w 1638853"/>
              <a:gd name="connsiteY3" fmla="*/ 966472 h 1080923"/>
              <a:gd name="connsiteX4" fmla="*/ 1432066 w 1638853"/>
              <a:gd name="connsiteY4" fmla="*/ 1018843 h 1080923"/>
              <a:gd name="connsiteX5" fmla="*/ 1394134 w 1638853"/>
              <a:gd name="connsiteY5" fmla="*/ 61259 h 1080923"/>
              <a:gd name="connsiteX0" fmla="*/ 1383948 w 1628667"/>
              <a:gd name="connsiteY0" fmla="*/ 61259 h 1078309"/>
              <a:gd name="connsiteX1" fmla="*/ 157338 w 1628667"/>
              <a:gd name="connsiteY1" fmla="*/ 195854 h 1078309"/>
              <a:gd name="connsiteX2" fmla="*/ 69834 w 1628667"/>
              <a:gd name="connsiteY2" fmla="*/ 1005463 h 1078309"/>
              <a:gd name="connsiteX3" fmla="*/ 653058 w 1628667"/>
              <a:gd name="connsiteY3" fmla="*/ 951542 h 1078309"/>
              <a:gd name="connsiteX4" fmla="*/ 1421880 w 1628667"/>
              <a:gd name="connsiteY4" fmla="*/ 1018843 h 1078309"/>
              <a:gd name="connsiteX5" fmla="*/ 1383948 w 1628667"/>
              <a:gd name="connsiteY5" fmla="*/ 61259 h 1078309"/>
              <a:gd name="connsiteX0" fmla="*/ 1383948 w 1603262"/>
              <a:gd name="connsiteY0" fmla="*/ 53542 h 1043105"/>
              <a:gd name="connsiteX1" fmla="*/ 157338 w 1603262"/>
              <a:gd name="connsiteY1" fmla="*/ 188137 h 1043105"/>
              <a:gd name="connsiteX2" fmla="*/ 69834 w 1603262"/>
              <a:gd name="connsiteY2" fmla="*/ 997746 h 1043105"/>
              <a:gd name="connsiteX3" fmla="*/ 653058 w 1603262"/>
              <a:gd name="connsiteY3" fmla="*/ 943825 h 1043105"/>
              <a:gd name="connsiteX4" fmla="*/ 1384002 w 1603262"/>
              <a:gd name="connsiteY4" fmla="*/ 906614 h 1043105"/>
              <a:gd name="connsiteX5" fmla="*/ 1383948 w 1603262"/>
              <a:gd name="connsiteY5" fmla="*/ 53542 h 1043105"/>
              <a:gd name="connsiteX0" fmla="*/ 1391785 w 1611099"/>
              <a:gd name="connsiteY0" fmla="*/ 53790 h 1049576"/>
              <a:gd name="connsiteX1" fmla="*/ 165175 w 1611099"/>
              <a:gd name="connsiteY1" fmla="*/ 188385 h 1049576"/>
              <a:gd name="connsiteX2" fmla="*/ 65045 w 1611099"/>
              <a:gd name="connsiteY2" fmla="*/ 1005459 h 1049576"/>
              <a:gd name="connsiteX3" fmla="*/ 660895 w 1611099"/>
              <a:gd name="connsiteY3" fmla="*/ 944073 h 1049576"/>
              <a:gd name="connsiteX4" fmla="*/ 1391839 w 1611099"/>
              <a:gd name="connsiteY4" fmla="*/ 906862 h 1049576"/>
              <a:gd name="connsiteX5" fmla="*/ 1391785 w 1611099"/>
              <a:gd name="connsiteY5" fmla="*/ 53790 h 1049576"/>
              <a:gd name="connsiteX0" fmla="*/ 1397885 w 1617199"/>
              <a:gd name="connsiteY0" fmla="*/ 55062 h 1082852"/>
              <a:gd name="connsiteX1" fmla="*/ 171275 w 1617199"/>
              <a:gd name="connsiteY1" fmla="*/ 189657 h 1082852"/>
              <a:gd name="connsiteX2" fmla="*/ 61676 w 1617199"/>
              <a:gd name="connsiteY2" fmla="*/ 1044056 h 1082852"/>
              <a:gd name="connsiteX3" fmla="*/ 666995 w 1617199"/>
              <a:gd name="connsiteY3" fmla="*/ 945345 h 1082852"/>
              <a:gd name="connsiteX4" fmla="*/ 1397939 w 1617199"/>
              <a:gd name="connsiteY4" fmla="*/ 908134 h 1082852"/>
              <a:gd name="connsiteX5" fmla="*/ 1397885 w 1617199"/>
              <a:gd name="connsiteY5" fmla="*/ 55062 h 1082852"/>
              <a:gd name="connsiteX0" fmla="*/ 1256752 w 1476066"/>
              <a:gd name="connsiteY0" fmla="*/ 60828 h 1232305"/>
              <a:gd name="connsiteX1" fmla="*/ 30142 w 1476066"/>
              <a:gd name="connsiteY1" fmla="*/ 195423 h 1232305"/>
              <a:gd name="connsiteX2" fmla="*/ 387706 w 1476066"/>
              <a:gd name="connsiteY2" fmla="*/ 1206591 h 1232305"/>
              <a:gd name="connsiteX3" fmla="*/ 525862 w 1476066"/>
              <a:gd name="connsiteY3" fmla="*/ 951111 h 1232305"/>
              <a:gd name="connsiteX4" fmla="*/ 1256806 w 1476066"/>
              <a:gd name="connsiteY4" fmla="*/ 913900 h 1232305"/>
              <a:gd name="connsiteX5" fmla="*/ 1256752 w 1476066"/>
              <a:gd name="connsiteY5" fmla="*/ 60828 h 1232305"/>
              <a:gd name="connsiteX0" fmla="*/ 882464 w 1076750"/>
              <a:gd name="connsiteY0" fmla="*/ 125454 h 1304203"/>
              <a:gd name="connsiteX1" fmla="*/ 157739 w 1076750"/>
              <a:gd name="connsiteY1" fmla="*/ 125676 h 1304203"/>
              <a:gd name="connsiteX2" fmla="*/ 13418 w 1076750"/>
              <a:gd name="connsiteY2" fmla="*/ 1271217 h 1304203"/>
              <a:gd name="connsiteX3" fmla="*/ 151574 w 1076750"/>
              <a:gd name="connsiteY3" fmla="*/ 1015737 h 1304203"/>
              <a:gd name="connsiteX4" fmla="*/ 882518 w 1076750"/>
              <a:gd name="connsiteY4" fmla="*/ 978526 h 1304203"/>
              <a:gd name="connsiteX5" fmla="*/ 882464 w 1076750"/>
              <a:gd name="connsiteY5" fmla="*/ 125454 h 1304203"/>
              <a:gd name="connsiteX0" fmla="*/ 818837 w 1013123"/>
              <a:gd name="connsiteY0" fmla="*/ 108846 h 1046099"/>
              <a:gd name="connsiteX1" fmla="*/ 94112 w 1013123"/>
              <a:gd name="connsiteY1" fmla="*/ 109068 h 1046099"/>
              <a:gd name="connsiteX2" fmla="*/ 87947 w 1013123"/>
              <a:gd name="connsiteY2" fmla="*/ 999129 h 1046099"/>
              <a:gd name="connsiteX3" fmla="*/ 818891 w 1013123"/>
              <a:gd name="connsiteY3" fmla="*/ 961918 h 1046099"/>
              <a:gd name="connsiteX4" fmla="*/ 818837 w 1013123"/>
              <a:gd name="connsiteY4" fmla="*/ 108846 h 1046099"/>
              <a:gd name="connsiteX0" fmla="*/ 796153 w 990439"/>
              <a:gd name="connsiteY0" fmla="*/ 108846 h 1071974"/>
              <a:gd name="connsiteX1" fmla="*/ 71428 w 990439"/>
              <a:gd name="connsiteY1" fmla="*/ 109068 h 1071974"/>
              <a:gd name="connsiteX2" fmla="*/ 65263 w 990439"/>
              <a:gd name="connsiteY2" fmla="*/ 999129 h 1071974"/>
              <a:gd name="connsiteX3" fmla="*/ 411737 w 990439"/>
              <a:gd name="connsiteY3" fmla="*/ 1014483 h 1071974"/>
              <a:gd name="connsiteX4" fmla="*/ 796207 w 990439"/>
              <a:gd name="connsiteY4" fmla="*/ 961918 h 1071974"/>
              <a:gd name="connsiteX5" fmla="*/ 796153 w 990439"/>
              <a:gd name="connsiteY5" fmla="*/ 108846 h 1071974"/>
              <a:gd name="connsiteX0" fmla="*/ 796153 w 990439"/>
              <a:gd name="connsiteY0" fmla="*/ 108846 h 1283428"/>
              <a:gd name="connsiteX1" fmla="*/ 71428 w 990439"/>
              <a:gd name="connsiteY1" fmla="*/ 109068 h 1283428"/>
              <a:gd name="connsiteX2" fmla="*/ 65263 w 990439"/>
              <a:gd name="connsiteY2" fmla="*/ 999129 h 1283428"/>
              <a:gd name="connsiteX3" fmla="*/ 411737 w 990439"/>
              <a:gd name="connsiteY3" fmla="*/ 1283229 h 1283428"/>
              <a:gd name="connsiteX4" fmla="*/ 796207 w 990439"/>
              <a:gd name="connsiteY4" fmla="*/ 961918 h 1283428"/>
              <a:gd name="connsiteX5" fmla="*/ 796153 w 990439"/>
              <a:gd name="connsiteY5" fmla="*/ 108846 h 1283428"/>
              <a:gd name="connsiteX0" fmla="*/ 796153 w 923787"/>
              <a:gd name="connsiteY0" fmla="*/ 119236 h 1293818"/>
              <a:gd name="connsiteX1" fmla="*/ 71428 w 923787"/>
              <a:gd name="connsiteY1" fmla="*/ 119458 h 1293818"/>
              <a:gd name="connsiteX2" fmla="*/ 65263 w 923787"/>
              <a:gd name="connsiteY2" fmla="*/ 1009519 h 1293818"/>
              <a:gd name="connsiteX3" fmla="*/ 411737 w 923787"/>
              <a:gd name="connsiteY3" fmla="*/ 1293619 h 1293818"/>
              <a:gd name="connsiteX4" fmla="*/ 695199 w 923787"/>
              <a:gd name="connsiteY4" fmla="*/ 1136541 h 1293818"/>
              <a:gd name="connsiteX5" fmla="*/ 796153 w 923787"/>
              <a:gd name="connsiteY5" fmla="*/ 119236 h 1293818"/>
              <a:gd name="connsiteX0" fmla="*/ 796153 w 895823"/>
              <a:gd name="connsiteY0" fmla="*/ 95534 h 1270116"/>
              <a:gd name="connsiteX1" fmla="*/ 71428 w 895823"/>
              <a:gd name="connsiteY1" fmla="*/ 95756 h 1270116"/>
              <a:gd name="connsiteX2" fmla="*/ 65263 w 895823"/>
              <a:gd name="connsiteY2" fmla="*/ 985817 h 1270116"/>
              <a:gd name="connsiteX3" fmla="*/ 411737 w 895823"/>
              <a:gd name="connsiteY3" fmla="*/ 1269917 h 1270116"/>
              <a:gd name="connsiteX4" fmla="*/ 695199 w 895823"/>
              <a:gd name="connsiteY4" fmla="*/ 1112839 h 1270116"/>
              <a:gd name="connsiteX5" fmla="*/ 878900 w 895823"/>
              <a:gd name="connsiteY5" fmla="*/ 724961 h 1270116"/>
              <a:gd name="connsiteX6" fmla="*/ 796153 w 895823"/>
              <a:gd name="connsiteY6" fmla="*/ 95534 h 1270116"/>
              <a:gd name="connsiteX0" fmla="*/ 974628 w 1074298"/>
              <a:gd name="connsiteY0" fmla="*/ 79932 h 1254390"/>
              <a:gd name="connsiteX1" fmla="*/ 249903 w 1074298"/>
              <a:gd name="connsiteY1" fmla="*/ 80154 h 1254390"/>
              <a:gd name="connsiteX2" fmla="*/ 13313 w 1074298"/>
              <a:gd name="connsiteY2" fmla="*/ 731331 h 1254390"/>
              <a:gd name="connsiteX3" fmla="*/ 590212 w 1074298"/>
              <a:gd name="connsiteY3" fmla="*/ 1254315 h 1254390"/>
              <a:gd name="connsiteX4" fmla="*/ 873674 w 1074298"/>
              <a:gd name="connsiteY4" fmla="*/ 1097237 h 1254390"/>
              <a:gd name="connsiteX5" fmla="*/ 1057375 w 1074298"/>
              <a:gd name="connsiteY5" fmla="*/ 709359 h 1254390"/>
              <a:gd name="connsiteX6" fmla="*/ 974628 w 1074298"/>
              <a:gd name="connsiteY6" fmla="*/ 79932 h 125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4298" h="1254390">
                <a:moveTo>
                  <a:pt x="974628" y="79932"/>
                </a:moveTo>
                <a:cubicBezTo>
                  <a:pt x="840049" y="-24935"/>
                  <a:pt x="410122" y="-28413"/>
                  <a:pt x="249903" y="80154"/>
                </a:cubicBezTo>
                <a:cubicBezTo>
                  <a:pt x="89684" y="188721"/>
                  <a:pt x="-43405" y="580429"/>
                  <a:pt x="13313" y="731331"/>
                </a:cubicBezTo>
                <a:cubicBezTo>
                  <a:pt x="70031" y="882234"/>
                  <a:pt x="468388" y="1260517"/>
                  <a:pt x="590212" y="1254315"/>
                </a:cubicBezTo>
                <a:cubicBezTo>
                  <a:pt x="712036" y="1248113"/>
                  <a:pt x="823696" y="1124609"/>
                  <a:pt x="873674" y="1097237"/>
                </a:cubicBezTo>
                <a:cubicBezTo>
                  <a:pt x="923652" y="1069865"/>
                  <a:pt x="1040549" y="878910"/>
                  <a:pt x="1057375" y="709359"/>
                </a:cubicBezTo>
                <a:cubicBezTo>
                  <a:pt x="1074201" y="539808"/>
                  <a:pt x="1109207" y="184799"/>
                  <a:pt x="974628" y="79932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1" name="Freeform 120"/>
          <p:cNvSpPr/>
          <p:nvPr/>
        </p:nvSpPr>
        <p:spPr bwMode="auto">
          <a:xfrm>
            <a:off x="6753011" y="1922377"/>
            <a:ext cx="1518680" cy="891336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  <a:gd name="connsiteX0" fmla="*/ 1813583 w 2040580"/>
              <a:gd name="connsiteY0" fmla="*/ 119969 h 1688144"/>
              <a:gd name="connsiteX1" fmla="*/ 237876 w 2040580"/>
              <a:gd name="connsiteY1" fmla="*/ 185282 h 1688144"/>
              <a:gd name="connsiteX2" fmla="*/ 139906 w 2040580"/>
              <a:gd name="connsiteY2" fmla="*/ 1320118 h 1688144"/>
              <a:gd name="connsiteX3" fmla="*/ 1532985 w 2040580"/>
              <a:gd name="connsiteY3" fmla="*/ 1684358 h 1688144"/>
              <a:gd name="connsiteX4" fmla="*/ 2002001 w 2040580"/>
              <a:gd name="connsiteY4" fmla="*/ 1366671 h 1688144"/>
              <a:gd name="connsiteX5" fmla="*/ 1813583 w 2040580"/>
              <a:gd name="connsiteY5" fmla="*/ 119969 h 1688144"/>
              <a:gd name="connsiteX0" fmla="*/ 1831256 w 2048749"/>
              <a:gd name="connsiteY0" fmla="*/ 260996 h 1565483"/>
              <a:gd name="connsiteX1" fmla="*/ 238769 w 2048749"/>
              <a:gd name="connsiteY1" fmla="*/ 63650 h 1565483"/>
              <a:gd name="connsiteX2" fmla="*/ 140799 w 2048749"/>
              <a:gd name="connsiteY2" fmla="*/ 1198486 h 1565483"/>
              <a:gd name="connsiteX3" fmla="*/ 1533878 w 2048749"/>
              <a:gd name="connsiteY3" fmla="*/ 1562726 h 1565483"/>
              <a:gd name="connsiteX4" fmla="*/ 2002894 w 2048749"/>
              <a:gd name="connsiteY4" fmla="*/ 1245039 h 1565483"/>
              <a:gd name="connsiteX5" fmla="*/ 1831256 w 2048749"/>
              <a:gd name="connsiteY5" fmla="*/ 260996 h 1565483"/>
              <a:gd name="connsiteX0" fmla="*/ 1839358 w 2057716"/>
              <a:gd name="connsiteY0" fmla="*/ 187245 h 1491732"/>
              <a:gd name="connsiteX1" fmla="*/ 230091 w 2057716"/>
              <a:gd name="connsiteY1" fmla="*/ 83704 h 1491732"/>
              <a:gd name="connsiteX2" fmla="*/ 148901 w 2057716"/>
              <a:gd name="connsiteY2" fmla="*/ 1124735 h 1491732"/>
              <a:gd name="connsiteX3" fmla="*/ 1541980 w 2057716"/>
              <a:gd name="connsiteY3" fmla="*/ 1488975 h 1491732"/>
              <a:gd name="connsiteX4" fmla="*/ 2010996 w 2057716"/>
              <a:gd name="connsiteY4" fmla="*/ 1171288 h 1491732"/>
              <a:gd name="connsiteX5" fmla="*/ 1839358 w 2057716"/>
              <a:gd name="connsiteY5" fmla="*/ 187245 h 1491732"/>
              <a:gd name="connsiteX0" fmla="*/ 1839358 w 2093694"/>
              <a:gd name="connsiteY0" fmla="*/ 182773 h 1486113"/>
              <a:gd name="connsiteX1" fmla="*/ 230091 w 2093694"/>
              <a:gd name="connsiteY1" fmla="*/ 79232 h 1486113"/>
              <a:gd name="connsiteX2" fmla="*/ 148901 w 2093694"/>
              <a:gd name="connsiteY2" fmla="*/ 1120263 h 1486113"/>
              <a:gd name="connsiteX3" fmla="*/ 1541980 w 2093694"/>
              <a:gd name="connsiteY3" fmla="*/ 1484503 h 1486113"/>
              <a:gd name="connsiteX4" fmla="*/ 2061335 w 2093694"/>
              <a:gd name="connsiteY4" fmla="*/ 1060557 h 1486113"/>
              <a:gd name="connsiteX5" fmla="*/ 1839358 w 2093694"/>
              <a:gd name="connsiteY5" fmla="*/ 182773 h 1486113"/>
              <a:gd name="connsiteX0" fmla="*/ 2276242 w 2392709"/>
              <a:gd name="connsiteY0" fmla="*/ 213360 h 1471114"/>
              <a:gd name="connsiteX1" fmla="*/ 254194 w 2392709"/>
              <a:gd name="connsiteY1" fmla="*/ 64279 h 1471114"/>
              <a:gd name="connsiteX2" fmla="*/ 173004 w 2392709"/>
              <a:gd name="connsiteY2" fmla="*/ 1105310 h 1471114"/>
              <a:gd name="connsiteX3" fmla="*/ 1566083 w 2392709"/>
              <a:gd name="connsiteY3" fmla="*/ 1469550 h 1471114"/>
              <a:gd name="connsiteX4" fmla="*/ 2085438 w 2392709"/>
              <a:gd name="connsiteY4" fmla="*/ 1045604 h 1471114"/>
              <a:gd name="connsiteX5" fmla="*/ 2276242 w 2392709"/>
              <a:gd name="connsiteY5" fmla="*/ 213360 h 1471114"/>
              <a:gd name="connsiteX0" fmla="*/ 2276242 w 2490138"/>
              <a:gd name="connsiteY0" fmla="*/ 223703 h 1503438"/>
              <a:gd name="connsiteX1" fmla="*/ 254194 w 2490138"/>
              <a:gd name="connsiteY1" fmla="*/ 74622 h 1503438"/>
              <a:gd name="connsiteX2" fmla="*/ 173004 w 2490138"/>
              <a:gd name="connsiteY2" fmla="*/ 1115653 h 1503438"/>
              <a:gd name="connsiteX3" fmla="*/ 1566083 w 2490138"/>
              <a:gd name="connsiteY3" fmla="*/ 1479893 h 1503438"/>
              <a:gd name="connsiteX4" fmla="*/ 2350585 w 2490138"/>
              <a:gd name="connsiteY4" fmla="*/ 1347087 h 1503438"/>
              <a:gd name="connsiteX5" fmla="*/ 2276242 w 2490138"/>
              <a:gd name="connsiteY5" fmla="*/ 223703 h 1503438"/>
              <a:gd name="connsiteX0" fmla="*/ 2285548 w 2499444"/>
              <a:gd name="connsiteY0" fmla="*/ 236965 h 1516699"/>
              <a:gd name="connsiteX1" fmla="*/ 263500 w 2499444"/>
              <a:gd name="connsiteY1" fmla="*/ 87884 h 1516699"/>
              <a:gd name="connsiteX2" fmla="*/ 166528 w 2499444"/>
              <a:gd name="connsiteY2" fmla="*/ 1308077 h 1516699"/>
              <a:gd name="connsiteX3" fmla="*/ 1575389 w 2499444"/>
              <a:gd name="connsiteY3" fmla="*/ 1493155 h 1516699"/>
              <a:gd name="connsiteX4" fmla="*/ 2359891 w 2499444"/>
              <a:gd name="connsiteY4" fmla="*/ 1360349 h 1516699"/>
              <a:gd name="connsiteX5" fmla="*/ 2285548 w 2499444"/>
              <a:gd name="connsiteY5" fmla="*/ 236965 h 1516699"/>
              <a:gd name="connsiteX0" fmla="*/ 2352313 w 2573895"/>
              <a:gd name="connsiteY0" fmla="*/ 168297 h 1448031"/>
              <a:gd name="connsiteX1" fmla="*/ 216631 w 2573895"/>
              <a:gd name="connsiteY1" fmla="*/ 116263 h 1448031"/>
              <a:gd name="connsiteX2" fmla="*/ 233293 w 2573895"/>
              <a:gd name="connsiteY2" fmla="*/ 1239409 h 1448031"/>
              <a:gd name="connsiteX3" fmla="*/ 1642154 w 2573895"/>
              <a:gd name="connsiteY3" fmla="*/ 1424487 h 1448031"/>
              <a:gd name="connsiteX4" fmla="*/ 2426656 w 2573895"/>
              <a:gd name="connsiteY4" fmla="*/ 1291681 h 1448031"/>
              <a:gd name="connsiteX5" fmla="*/ 2352313 w 2573895"/>
              <a:gd name="connsiteY5" fmla="*/ 168297 h 1448031"/>
              <a:gd name="connsiteX0" fmla="*/ 2386287 w 2607869"/>
              <a:gd name="connsiteY0" fmla="*/ 170868 h 1450602"/>
              <a:gd name="connsiteX1" fmla="*/ 250605 w 2607869"/>
              <a:gd name="connsiteY1" fmla="*/ 118834 h 1450602"/>
              <a:gd name="connsiteX2" fmla="*/ 200980 w 2607869"/>
              <a:gd name="connsiteY2" fmla="*/ 1279306 h 1450602"/>
              <a:gd name="connsiteX3" fmla="*/ 1676128 w 2607869"/>
              <a:gd name="connsiteY3" fmla="*/ 1427058 h 1450602"/>
              <a:gd name="connsiteX4" fmla="*/ 2460630 w 2607869"/>
              <a:gd name="connsiteY4" fmla="*/ 1294252 h 1450602"/>
              <a:gd name="connsiteX5" fmla="*/ 2386287 w 2607869"/>
              <a:gd name="connsiteY5" fmla="*/ 170868 h 1450602"/>
              <a:gd name="connsiteX0" fmla="*/ 2402246 w 2623828"/>
              <a:gd name="connsiteY0" fmla="*/ 173966 h 1453700"/>
              <a:gd name="connsiteX1" fmla="*/ 266564 w 2623828"/>
              <a:gd name="connsiteY1" fmla="*/ 121932 h 1453700"/>
              <a:gd name="connsiteX2" fmla="*/ 188530 w 2623828"/>
              <a:gd name="connsiteY2" fmla="*/ 1327195 h 1453700"/>
              <a:gd name="connsiteX3" fmla="*/ 1692087 w 2623828"/>
              <a:gd name="connsiteY3" fmla="*/ 1430156 h 1453700"/>
              <a:gd name="connsiteX4" fmla="*/ 2476589 w 2623828"/>
              <a:gd name="connsiteY4" fmla="*/ 1297350 h 1453700"/>
              <a:gd name="connsiteX5" fmla="*/ 2402246 w 2623828"/>
              <a:gd name="connsiteY5" fmla="*/ 173966 h 1453700"/>
              <a:gd name="connsiteX0" fmla="*/ 2402246 w 2457801"/>
              <a:gd name="connsiteY0" fmla="*/ 181253 h 1459608"/>
              <a:gd name="connsiteX1" fmla="*/ 266564 w 2457801"/>
              <a:gd name="connsiteY1" fmla="*/ 129219 h 1459608"/>
              <a:gd name="connsiteX2" fmla="*/ 188530 w 2457801"/>
              <a:gd name="connsiteY2" fmla="*/ 1334482 h 1459608"/>
              <a:gd name="connsiteX3" fmla="*/ 1692087 w 2457801"/>
              <a:gd name="connsiteY3" fmla="*/ 1437443 h 1459608"/>
              <a:gd name="connsiteX4" fmla="*/ 2402246 w 2457801"/>
              <a:gd name="connsiteY4" fmla="*/ 181253 h 1459608"/>
              <a:gd name="connsiteX0" fmla="*/ 1422608 w 1801278"/>
              <a:gd name="connsiteY0" fmla="*/ 247073 h 1413450"/>
              <a:gd name="connsiteX1" fmla="*/ 214938 w 1801278"/>
              <a:gd name="connsiteY1" fmla="*/ 83061 h 1413450"/>
              <a:gd name="connsiteX2" fmla="*/ 136904 w 1801278"/>
              <a:gd name="connsiteY2" fmla="*/ 1288324 h 1413450"/>
              <a:gd name="connsiteX3" fmla="*/ 1640461 w 1801278"/>
              <a:gd name="connsiteY3" fmla="*/ 1391285 h 1413450"/>
              <a:gd name="connsiteX4" fmla="*/ 1422608 w 1801278"/>
              <a:gd name="connsiteY4" fmla="*/ 247073 h 1413450"/>
              <a:gd name="connsiteX0" fmla="*/ 1474758 w 1857001"/>
              <a:gd name="connsiteY0" fmla="*/ 54071 h 1198283"/>
              <a:gd name="connsiteX1" fmla="*/ 162923 w 1857001"/>
              <a:gd name="connsiteY1" fmla="*/ 278246 h 1198283"/>
              <a:gd name="connsiteX2" fmla="*/ 189054 w 1857001"/>
              <a:gd name="connsiteY2" fmla="*/ 1095322 h 1198283"/>
              <a:gd name="connsiteX3" fmla="*/ 1692611 w 1857001"/>
              <a:gd name="connsiteY3" fmla="*/ 1198283 h 1198283"/>
              <a:gd name="connsiteX4" fmla="*/ 1474758 w 1857001"/>
              <a:gd name="connsiteY4" fmla="*/ 54071 h 1198283"/>
              <a:gd name="connsiteX0" fmla="*/ 1481860 w 1864103"/>
              <a:gd name="connsiteY0" fmla="*/ 55658 h 1236748"/>
              <a:gd name="connsiteX1" fmla="*/ 170025 w 1864103"/>
              <a:gd name="connsiteY1" fmla="*/ 279833 h 1236748"/>
              <a:gd name="connsiteX2" fmla="*/ 183530 w 1864103"/>
              <a:gd name="connsiteY2" fmla="*/ 1164095 h 1236748"/>
              <a:gd name="connsiteX3" fmla="*/ 1699713 w 1864103"/>
              <a:gd name="connsiteY3" fmla="*/ 1199870 h 1236748"/>
              <a:gd name="connsiteX4" fmla="*/ 1481860 w 1864103"/>
              <a:gd name="connsiteY4" fmla="*/ 55658 h 1236748"/>
              <a:gd name="connsiteX0" fmla="*/ 1424905 w 1848690"/>
              <a:gd name="connsiteY0" fmla="*/ 79807 h 1133989"/>
              <a:gd name="connsiteX1" fmla="*/ 166730 w 1848690"/>
              <a:gd name="connsiteY1" fmla="*/ 177075 h 1133989"/>
              <a:gd name="connsiteX2" fmla="*/ 180235 w 1848690"/>
              <a:gd name="connsiteY2" fmla="*/ 1061337 h 1133989"/>
              <a:gd name="connsiteX3" fmla="*/ 1696418 w 1848690"/>
              <a:gd name="connsiteY3" fmla="*/ 1097112 h 1133989"/>
              <a:gd name="connsiteX4" fmla="*/ 1424905 w 1848690"/>
              <a:gd name="connsiteY4" fmla="*/ 79807 h 1133989"/>
              <a:gd name="connsiteX0" fmla="*/ 1410297 w 1656573"/>
              <a:gd name="connsiteY0" fmla="*/ 75412 h 1110884"/>
              <a:gd name="connsiteX1" fmla="*/ 152122 w 1656573"/>
              <a:gd name="connsiteY1" fmla="*/ 172680 h 1110884"/>
              <a:gd name="connsiteX2" fmla="*/ 165627 w 1656573"/>
              <a:gd name="connsiteY2" fmla="*/ 1056942 h 1110884"/>
              <a:gd name="connsiteX3" fmla="*/ 1448229 w 1656573"/>
              <a:gd name="connsiteY3" fmla="*/ 1032996 h 1110884"/>
              <a:gd name="connsiteX4" fmla="*/ 1410297 w 1656573"/>
              <a:gd name="connsiteY4" fmla="*/ 75412 h 1110884"/>
              <a:gd name="connsiteX0" fmla="*/ 1377783 w 1624059"/>
              <a:gd name="connsiteY0" fmla="*/ 75412 h 1130840"/>
              <a:gd name="connsiteX1" fmla="*/ 119608 w 1624059"/>
              <a:gd name="connsiteY1" fmla="*/ 172680 h 1130840"/>
              <a:gd name="connsiteX2" fmla="*/ 133113 w 1624059"/>
              <a:gd name="connsiteY2" fmla="*/ 1056942 h 1130840"/>
              <a:gd name="connsiteX3" fmla="*/ 839439 w 1624059"/>
              <a:gd name="connsiteY3" fmla="*/ 1077672 h 1130840"/>
              <a:gd name="connsiteX4" fmla="*/ 1415715 w 1624059"/>
              <a:gd name="connsiteY4" fmla="*/ 1032996 h 1130840"/>
              <a:gd name="connsiteX5" fmla="*/ 1377783 w 1624059"/>
              <a:gd name="connsiteY5" fmla="*/ 75412 h 1130840"/>
              <a:gd name="connsiteX0" fmla="*/ 1375712 w 1621988"/>
              <a:gd name="connsiteY0" fmla="*/ 75412 h 1102403"/>
              <a:gd name="connsiteX1" fmla="*/ 117537 w 1621988"/>
              <a:gd name="connsiteY1" fmla="*/ 172680 h 1102403"/>
              <a:gd name="connsiteX2" fmla="*/ 131042 w 1621988"/>
              <a:gd name="connsiteY2" fmla="*/ 1056942 h 1102403"/>
              <a:gd name="connsiteX3" fmla="*/ 796334 w 1621988"/>
              <a:gd name="connsiteY3" fmla="*/ 980625 h 1102403"/>
              <a:gd name="connsiteX4" fmla="*/ 1413644 w 1621988"/>
              <a:gd name="connsiteY4" fmla="*/ 1032996 h 1102403"/>
              <a:gd name="connsiteX5" fmla="*/ 1375712 w 1621988"/>
              <a:gd name="connsiteY5" fmla="*/ 75412 h 1102403"/>
              <a:gd name="connsiteX0" fmla="*/ 1405411 w 1651687"/>
              <a:gd name="connsiteY0" fmla="*/ 73230 h 1092895"/>
              <a:gd name="connsiteX1" fmla="*/ 147236 w 1651687"/>
              <a:gd name="connsiteY1" fmla="*/ 170498 h 1092895"/>
              <a:gd name="connsiteX2" fmla="*/ 100767 w 1651687"/>
              <a:gd name="connsiteY2" fmla="*/ 1002504 h 1092895"/>
              <a:gd name="connsiteX3" fmla="*/ 826033 w 1651687"/>
              <a:gd name="connsiteY3" fmla="*/ 978443 h 1092895"/>
              <a:gd name="connsiteX4" fmla="*/ 1443343 w 1651687"/>
              <a:gd name="connsiteY4" fmla="*/ 1030814 h 1092895"/>
              <a:gd name="connsiteX5" fmla="*/ 1405411 w 1651687"/>
              <a:gd name="connsiteY5" fmla="*/ 73230 h 1092895"/>
              <a:gd name="connsiteX0" fmla="*/ 1388251 w 1632970"/>
              <a:gd name="connsiteY0" fmla="*/ 60759 h 1080423"/>
              <a:gd name="connsiteX1" fmla="*/ 161641 w 1632970"/>
              <a:gd name="connsiteY1" fmla="*/ 195354 h 1080423"/>
              <a:gd name="connsiteX2" fmla="*/ 83607 w 1632970"/>
              <a:gd name="connsiteY2" fmla="*/ 990033 h 1080423"/>
              <a:gd name="connsiteX3" fmla="*/ 808873 w 1632970"/>
              <a:gd name="connsiteY3" fmla="*/ 965972 h 1080423"/>
              <a:gd name="connsiteX4" fmla="*/ 1426183 w 1632970"/>
              <a:gd name="connsiteY4" fmla="*/ 1018343 h 1080423"/>
              <a:gd name="connsiteX5" fmla="*/ 1388251 w 1632970"/>
              <a:gd name="connsiteY5" fmla="*/ 60759 h 1080423"/>
              <a:gd name="connsiteX0" fmla="*/ 1394134 w 1638853"/>
              <a:gd name="connsiteY0" fmla="*/ 61259 h 1080923"/>
              <a:gd name="connsiteX1" fmla="*/ 167524 w 1638853"/>
              <a:gd name="connsiteY1" fmla="*/ 195854 h 1080923"/>
              <a:gd name="connsiteX2" fmla="*/ 80020 w 1638853"/>
              <a:gd name="connsiteY2" fmla="*/ 1005463 h 1080923"/>
              <a:gd name="connsiteX3" fmla="*/ 814756 w 1638853"/>
              <a:gd name="connsiteY3" fmla="*/ 966472 h 1080923"/>
              <a:gd name="connsiteX4" fmla="*/ 1432066 w 1638853"/>
              <a:gd name="connsiteY4" fmla="*/ 1018843 h 1080923"/>
              <a:gd name="connsiteX5" fmla="*/ 1394134 w 1638853"/>
              <a:gd name="connsiteY5" fmla="*/ 61259 h 1080923"/>
              <a:gd name="connsiteX0" fmla="*/ 1383948 w 1628667"/>
              <a:gd name="connsiteY0" fmla="*/ 61259 h 1078309"/>
              <a:gd name="connsiteX1" fmla="*/ 157338 w 1628667"/>
              <a:gd name="connsiteY1" fmla="*/ 195854 h 1078309"/>
              <a:gd name="connsiteX2" fmla="*/ 69834 w 1628667"/>
              <a:gd name="connsiteY2" fmla="*/ 1005463 h 1078309"/>
              <a:gd name="connsiteX3" fmla="*/ 653058 w 1628667"/>
              <a:gd name="connsiteY3" fmla="*/ 951542 h 1078309"/>
              <a:gd name="connsiteX4" fmla="*/ 1421880 w 1628667"/>
              <a:gd name="connsiteY4" fmla="*/ 1018843 h 1078309"/>
              <a:gd name="connsiteX5" fmla="*/ 1383948 w 1628667"/>
              <a:gd name="connsiteY5" fmla="*/ 61259 h 1078309"/>
              <a:gd name="connsiteX0" fmla="*/ 1383948 w 1603262"/>
              <a:gd name="connsiteY0" fmla="*/ 53542 h 1043105"/>
              <a:gd name="connsiteX1" fmla="*/ 157338 w 1603262"/>
              <a:gd name="connsiteY1" fmla="*/ 188137 h 1043105"/>
              <a:gd name="connsiteX2" fmla="*/ 69834 w 1603262"/>
              <a:gd name="connsiteY2" fmla="*/ 997746 h 1043105"/>
              <a:gd name="connsiteX3" fmla="*/ 653058 w 1603262"/>
              <a:gd name="connsiteY3" fmla="*/ 943825 h 1043105"/>
              <a:gd name="connsiteX4" fmla="*/ 1384002 w 1603262"/>
              <a:gd name="connsiteY4" fmla="*/ 906614 h 1043105"/>
              <a:gd name="connsiteX5" fmla="*/ 1383948 w 1603262"/>
              <a:gd name="connsiteY5" fmla="*/ 53542 h 1043105"/>
              <a:gd name="connsiteX0" fmla="*/ 1391785 w 1611099"/>
              <a:gd name="connsiteY0" fmla="*/ 53790 h 1049576"/>
              <a:gd name="connsiteX1" fmla="*/ 165175 w 1611099"/>
              <a:gd name="connsiteY1" fmla="*/ 188385 h 1049576"/>
              <a:gd name="connsiteX2" fmla="*/ 65045 w 1611099"/>
              <a:gd name="connsiteY2" fmla="*/ 1005459 h 1049576"/>
              <a:gd name="connsiteX3" fmla="*/ 660895 w 1611099"/>
              <a:gd name="connsiteY3" fmla="*/ 944073 h 1049576"/>
              <a:gd name="connsiteX4" fmla="*/ 1391839 w 1611099"/>
              <a:gd name="connsiteY4" fmla="*/ 906862 h 1049576"/>
              <a:gd name="connsiteX5" fmla="*/ 1391785 w 1611099"/>
              <a:gd name="connsiteY5" fmla="*/ 53790 h 1049576"/>
              <a:gd name="connsiteX0" fmla="*/ 1397885 w 1617199"/>
              <a:gd name="connsiteY0" fmla="*/ 55062 h 1082852"/>
              <a:gd name="connsiteX1" fmla="*/ 171275 w 1617199"/>
              <a:gd name="connsiteY1" fmla="*/ 189657 h 1082852"/>
              <a:gd name="connsiteX2" fmla="*/ 61676 w 1617199"/>
              <a:gd name="connsiteY2" fmla="*/ 1044056 h 1082852"/>
              <a:gd name="connsiteX3" fmla="*/ 666995 w 1617199"/>
              <a:gd name="connsiteY3" fmla="*/ 945345 h 1082852"/>
              <a:gd name="connsiteX4" fmla="*/ 1397939 w 1617199"/>
              <a:gd name="connsiteY4" fmla="*/ 908134 h 1082852"/>
              <a:gd name="connsiteX5" fmla="*/ 1397885 w 1617199"/>
              <a:gd name="connsiteY5" fmla="*/ 55062 h 1082852"/>
              <a:gd name="connsiteX0" fmla="*/ 1256752 w 1476066"/>
              <a:gd name="connsiteY0" fmla="*/ 60828 h 1232305"/>
              <a:gd name="connsiteX1" fmla="*/ 30142 w 1476066"/>
              <a:gd name="connsiteY1" fmla="*/ 195423 h 1232305"/>
              <a:gd name="connsiteX2" fmla="*/ 387706 w 1476066"/>
              <a:gd name="connsiteY2" fmla="*/ 1206591 h 1232305"/>
              <a:gd name="connsiteX3" fmla="*/ 525862 w 1476066"/>
              <a:gd name="connsiteY3" fmla="*/ 951111 h 1232305"/>
              <a:gd name="connsiteX4" fmla="*/ 1256806 w 1476066"/>
              <a:gd name="connsiteY4" fmla="*/ 913900 h 1232305"/>
              <a:gd name="connsiteX5" fmla="*/ 1256752 w 1476066"/>
              <a:gd name="connsiteY5" fmla="*/ 60828 h 1232305"/>
              <a:gd name="connsiteX0" fmla="*/ 882464 w 1076750"/>
              <a:gd name="connsiteY0" fmla="*/ 125454 h 1304203"/>
              <a:gd name="connsiteX1" fmla="*/ 157739 w 1076750"/>
              <a:gd name="connsiteY1" fmla="*/ 125676 h 1304203"/>
              <a:gd name="connsiteX2" fmla="*/ 13418 w 1076750"/>
              <a:gd name="connsiteY2" fmla="*/ 1271217 h 1304203"/>
              <a:gd name="connsiteX3" fmla="*/ 151574 w 1076750"/>
              <a:gd name="connsiteY3" fmla="*/ 1015737 h 1304203"/>
              <a:gd name="connsiteX4" fmla="*/ 882518 w 1076750"/>
              <a:gd name="connsiteY4" fmla="*/ 978526 h 1304203"/>
              <a:gd name="connsiteX5" fmla="*/ 882464 w 1076750"/>
              <a:gd name="connsiteY5" fmla="*/ 125454 h 1304203"/>
              <a:gd name="connsiteX0" fmla="*/ 818837 w 1013123"/>
              <a:gd name="connsiteY0" fmla="*/ 108846 h 1046099"/>
              <a:gd name="connsiteX1" fmla="*/ 94112 w 1013123"/>
              <a:gd name="connsiteY1" fmla="*/ 109068 h 1046099"/>
              <a:gd name="connsiteX2" fmla="*/ 87947 w 1013123"/>
              <a:gd name="connsiteY2" fmla="*/ 999129 h 1046099"/>
              <a:gd name="connsiteX3" fmla="*/ 818891 w 1013123"/>
              <a:gd name="connsiteY3" fmla="*/ 961918 h 1046099"/>
              <a:gd name="connsiteX4" fmla="*/ 818837 w 1013123"/>
              <a:gd name="connsiteY4" fmla="*/ 108846 h 1046099"/>
              <a:gd name="connsiteX0" fmla="*/ 796153 w 990439"/>
              <a:gd name="connsiteY0" fmla="*/ 108846 h 1071974"/>
              <a:gd name="connsiteX1" fmla="*/ 71428 w 990439"/>
              <a:gd name="connsiteY1" fmla="*/ 109068 h 1071974"/>
              <a:gd name="connsiteX2" fmla="*/ 65263 w 990439"/>
              <a:gd name="connsiteY2" fmla="*/ 999129 h 1071974"/>
              <a:gd name="connsiteX3" fmla="*/ 411737 w 990439"/>
              <a:gd name="connsiteY3" fmla="*/ 1014483 h 1071974"/>
              <a:gd name="connsiteX4" fmla="*/ 796207 w 990439"/>
              <a:gd name="connsiteY4" fmla="*/ 961918 h 1071974"/>
              <a:gd name="connsiteX5" fmla="*/ 796153 w 990439"/>
              <a:gd name="connsiteY5" fmla="*/ 108846 h 1071974"/>
              <a:gd name="connsiteX0" fmla="*/ 796153 w 990439"/>
              <a:gd name="connsiteY0" fmla="*/ 108846 h 1283428"/>
              <a:gd name="connsiteX1" fmla="*/ 71428 w 990439"/>
              <a:gd name="connsiteY1" fmla="*/ 109068 h 1283428"/>
              <a:gd name="connsiteX2" fmla="*/ 65263 w 990439"/>
              <a:gd name="connsiteY2" fmla="*/ 999129 h 1283428"/>
              <a:gd name="connsiteX3" fmla="*/ 411737 w 990439"/>
              <a:gd name="connsiteY3" fmla="*/ 1283229 h 1283428"/>
              <a:gd name="connsiteX4" fmla="*/ 796207 w 990439"/>
              <a:gd name="connsiteY4" fmla="*/ 961918 h 1283428"/>
              <a:gd name="connsiteX5" fmla="*/ 796153 w 990439"/>
              <a:gd name="connsiteY5" fmla="*/ 108846 h 1283428"/>
              <a:gd name="connsiteX0" fmla="*/ 796153 w 923787"/>
              <a:gd name="connsiteY0" fmla="*/ 119236 h 1293818"/>
              <a:gd name="connsiteX1" fmla="*/ 71428 w 923787"/>
              <a:gd name="connsiteY1" fmla="*/ 119458 h 1293818"/>
              <a:gd name="connsiteX2" fmla="*/ 65263 w 923787"/>
              <a:gd name="connsiteY2" fmla="*/ 1009519 h 1293818"/>
              <a:gd name="connsiteX3" fmla="*/ 411737 w 923787"/>
              <a:gd name="connsiteY3" fmla="*/ 1293619 h 1293818"/>
              <a:gd name="connsiteX4" fmla="*/ 695199 w 923787"/>
              <a:gd name="connsiteY4" fmla="*/ 1136541 h 1293818"/>
              <a:gd name="connsiteX5" fmla="*/ 796153 w 923787"/>
              <a:gd name="connsiteY5" fmla="*/ 119236 h 1293818"/>
              <a:gd name="connsiteX0" fmla="*/ 796153 w 895823"/>
              <a:gd name="connsiteY0" fmla="*/ 95534 h 1270116"/>
              <a:gd name="connsiteX1" fmla="*/ 71428 w 895823"/>
              <a:gd name="connsiteY1" fmla="*/ 95756 h 1270116"/>
              <a:gd name="connsiteX2" fmla="*/ 65263 w 895823"/>
              <a:gd name="connsiteY2" fmla="*/ 985817 h 1270116"/>
              <a:gd name="connsiteX3" fmla="*/ 411737 w 895823"/>
              <a:gd name="connsiteY3" fmla="*/ 1269917 h 1270116"/>
              <a:gd name="connsiteX4" fmla="*/ 695199 w 895823"/>
              <a:gd name="connsiteY4" fmla="*/ 1112839 h 1270116"/>
              <a:gd name="connsiteX5" fmla="*/ 878900 w 895823"/>
              <a:gd name="connsiteY5" fmla="*/ 724961 h 1270116"/>
              <a:gd name="connsiteX6" fmla="*/ 796153 w 895823"/>
              <a:gd name="connsiteY6" fmla="*/ 95534 h 1270116"/>
              <a:gd name="connsiteX0" fmla="*/ 974628 w 1074298"/>
              <a:gd name="connsiteY0" fmla="*/ 79932 h 1254390"/>
              <a:gd name="connsiteX1" fmla="*/ 249903 w 1074298"/>
              <a:gd name="connsiteY1" fmla="*/ 80154 h 1254390"/>
              <a:gd name="connsiteX2" fmla="*/ 13313 w 1074298"/>
              <a:gd name="connsiteY2" fmla="*/ 731331 h 1254390"/>
              <a:gd name="connsiteX3" fmla="*/ 590212 w 1074298"/>
              <a:gd name="connsiteY3" fmla="*/ 1254315 h 1254390"/>
              <a:gd name="connsiteX4" fmla="*/ 873674 w 1074298"/>
              <a:gd name="connsiteY4" fmla="*/ 1097237 h 1254390"/>
              <a:gd name="connsiteX5" fmla="*/ 1057375 w 1074298"/>
              <a:gd name="connsiteY5" fmla="*/ 709359 h 1254390"/>
              <a:gd name="connsiteX6" fmla="*/ 974628 w 1074298"/>
              <a:gd name="connsiteY6" fmla="*/ 79932 h 1254390"/>
              <a:gd name="connsiteX0" fmla="*/ 974628 w 1011735"/>
              <a:gd name="connsiteY0" fmla="*/ 105410 h 1279868"/>
              <a:gd name="connsiteX1" fmla="*/ 249903 w 1011735"/>
              <a:gd name="connsiteY1" fmla="*/ 105632 h 1279868"/>
              <a:gd name="connsiteX2" fmla="*/ 13313 w 1011735"/>
              <a:gd name="connsiteY2" fmla="*/ 756809 h 1279868"/>
              <a:gd name="connsiteX3" fmla="*/ 590212 w 1011735"/>
              <a:gd name="connsiteY3" fmla="*/ 1279793 h 1279868"/>
              <a:gd name="connsiteX4" fmla="*/ 873674 w 1011735"/>
              <a:gd name="connsiteY4" fmla="*/ 1122715 h 1279868"/>
              <a:gd name="connsiteX5" fmla="*/ 974628 w 1011735"/>
              <a:gd name="connsiteY5" fmla="*/ 105410 h 1279868"/>
              <a:gd name="connsiteX0" fmla="*/ 974628 w 982071"/>
              <a:gd name="connsiteY0" fmla="*/ 116260 h 1290718"/>
              <a:gd name="connsiteX1" fmla="*/ 249903 w 982071"/>
              <a:gd name="connsiteY1" fmla="*/ 116482 h 1290718"/>
              <a:gd name="connsiteX2" fmla="*/ 13313 w 982071"/>
              <a:gd name="connsiteY2" fmla="*/ 767659 h 1290718"/>
              <a:gd name="connsiteX3" fmla="*/ 590212 w 982071"/>
              <a:gd name="connsiteY3" fmla="*/ 1290643 h 1290718"/>
              <a:gd name="connsiteX4" fmla="*/ 974628 w 982071"/>
              <a:gd name="connsiteY4" fmla="*/ 116260 h 1290718"/>
              <a:gd name="connsiteX0" fmla="*/ 786619 w 803169"/>
              <a:gd name="connsiteY0" fmla="*/ 127385 h 1271982"/>
              <a:gd name="connsiteX1" fmla="*/ 248128 w 803169"/>
              <a:gd name="connsiteY1" fmla="*/ 97746 h 1271982"/>
              <a:gd name="connsiteX2" fmla="*/ 11538 w 803169"/>
              <a:gd name="connsiteY2" fmla="*/ 748923 h 1271982"/>
              <a:gd name="connsiteX3" fmla="*/ 588437 w 803169"/>
              <a:gd name="connsiteY3" fmla="*/ 1271907 h 1271982"/>
              <a:gd name="connsiteX4" fmla="*/ 786619 w 803169"/>
              <a:gd name="connsiteY4" fmla="*/ 127385 h 1271982"/>
              <a:gd name="connsiteX0" fmla="*/ 786619 w 790185"/>
              <a:gd name="connsiteY0" fmla="*/ 113525 h 1041730"/>
              <a:gd name="connsiteX1" fmla="*/ 248128 w 790185"/>
              <a:gd name="connsiteY1" fmla="*/ 83886 h 1041730"/>
              <a:gd name="connsiteX2" fmla="*/ 11538 w 790185"/>
              <a:gd name="connsiteY2" fmla="*/ 735063 h 1041730"/>
              <a:gd name="connsiteX3" fmla="*/ 449551 w 790185"/>
              <a:gd name="connsiteY3" fmla="*/ 1041558 h 1041730"/>
              <a:gd name="connsiteX4" fmla="*/ 786619 w 790185"/>
              <a:gd name="connsiteY4" fmla="*/ 113525 h 1041730"/>
              <a:gd name="connsiteX0" fmla="*/ 573576 w 591600"/>
              <a:gd name="connsiteY0" fmla="*/ 131744 h 1022623"/>
              <a:gd name="connsiteX1" fmla="*/ 246571 w 591600"/>
              <a:gd name="connsiteY1" fmla="*/ 64779 h 1022623"/>
              <a:gd name="connsiteX2" fmla="*/ 9981 w 591600"/>
              <a:gd name="connsiteY2" fmla="*/ 715956 h 1022623"/>
              <a:gd name="connsiteX3" fmla="*/ 447994 w 591600"/>
              <a:gd name="connsiteY3" fmla="*/ 1022451 h 1022623"/>
              <a:gd name="connsiteX4" fmla="*/ 573576 w 591600"/>
              <a:gd name="connsiteY4" fmla="*/ 131744 h 1022623"/>
              <a:gd name="connsiteX0" fmla="*/ 573576 w 587158"/>
              <a:gd name="connsiteY0" fmla="*/ 118215 h 777602"/>
              <a:gd name="connsiteX1" fmla="*/ 246571 w 587158"/>
              <a:gd name="connsiteY1" fmla="*/ 51250 h 777602"/>
              <a:gd name="connsiteX2" fmla="*/ 9981 w 587158"/>
              <a:gd name="connsiteY2" fmla="*/ 702427 h 777602"/>
              <a:gd name="connsiteX3" fmla="*/ 432211 w 587158"/>
              <a:gd name="connsiteY3" fmla="*/ 725246 h 777602"/>
              <a:gd name="connsiteX4" fmla="*/ 573576 w 587158"/>
              <a:gd name="connsiteY4" fmla="*/ 118215 h 777602"/>
              <a:gd name="connsiteX0" fmla="*/ 573576 w 587158"/>
              <a:gd name="connsiteY0" fmla="*/ 121489 h 815009"/>
              <a:gd name="connsiteX1" fmla="*/ 246571 w 587158"/>
              <a:gd name="connsiteY1" fmla="*/ 54524 h 815009"/>
              <a:gd name="connsiteX2" fmla="*/ 9981 w 587158"/>
              <a:gd name="connsiteY2" fmla="*/ 705701 h 815009"/>
              <a:gd name="connsiteX3" fmla="*/ 432211 w 587158"/>
              <a:gd name="connsiteY3" fmla="*/ 803171 h 815009"/>
              <a:gd name="connsiteX4" fmla="*/ 573576 w 587158"/>
              <a:gd name="connsiteY4" fmla="*/ 121489 h 815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158" h="815009">
                <a:moveTo>
                  <a:pt x="573576" y="121489"/>
                </a:moveTo>
                <a:cubicBezTo>
                  <a:pt x="542636" y="-3286"/>
                  <a:pt x="340503" y="-42845"/>
                  <a:pt x="246571" y="54524"/>
                </a:cubicBezTo>
                <a:cubicBezTo>
                  <a:pt x="152639" y="151893"/>
                  <a:pt x="-46737" y="554799"/>
                  <a:pt x="9981" y="705701"/>
                </a:cubicBezTo>
                <a:cubicBezTo>
                  <a:pt x="66699" y="856604"/>
                  <a:pt x="310387" y="809373"/>
                  <a:pt x="432211" y="803171"/>
                </a:cubicBezTo>
                <a:cubicBezTo>
                  <a:pt x="592430" y="694605"/>
                  <a:pt x="604516" y="246264"/>
                  <a:pt x="573576" y="121489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4" name="Freeform 113"/>
          <p:cNvSpPr/>
          <p:nvPr/>
        </p:nvSpPr>
        <p:spPr bwMode="auto">
          <a:xfrm>
            <a:off x="3018275" y="1325597"/>
            <a:ext cx="4182876" cy="1184264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  <a:gd name="connsiteX0" fmla="*/ 1813583 w 2040580"/>
              <a:gd name="connsiteY0" fmla="*/ 119969 h 1688144"/>
              <a:gd name="connsiteX1" fmla="*/ 237876 w 2040580"/>
              <a:gd name="connsiteY1" fmla="*/ 185282 h 1688144"/>
              <a:gd name="connsiteX2" fmla="*/ 139906 w 2040580"/>
              <a:gd name="connsiteY2" fmla="*/ 1320118 h 1688144"/>
              <a:gd name="connsiteX3" fmla="*/ 1532985 w 2040580"/>
              <a:gd name="connsiteY3" fmla="*/ 1684358 h 1688144"/>
              <a:gd name="connsiteX4" fmla="*/ 2002001 w 2040580"/>
              <a:gd name="connsiteY4" fmla="*/ 1366671 h 1688144"/>
              <a:gd name="connsiteX5" fmla="*/ 1813583 w 2040580"/>
              <a:gd name="connsiteY5" fmla="*/ 119969 h 1688144"/>
              <a:gd name="connsiteX0" fmla="*/ 1831256 w 2048749"/>
              <a:gd name="connsiteY0" fmla="*/ 260996 h 1565483"/>
              <a:gd name="connsiteX1" fmla="*/ 238769 w 2048749"/>
              <a:gd name="connsiteY1" fmla="*/ 63650 h 1565483"/>
              <a:gd name="connsiteX2" fmla="*/ 140799 w 2048749"/>
              <a:gd name="connsiteY2" fmla="*/ 1198486 h 1565483"/>
              <a:gd name="connsiteX3" fmla="*/ 1533878 w 2048749"/>
              <a:gd name="connsiteY3" fmla="*/ 1562726 h 1565483"/>
              <a:gd name="connsiteX4" fmla="*/ 2002894 w 2048749"/>
              <a:gd name="connsiteY4" fmla="*/ 1245039 h 1565483"/>
              <a:gd name="connsiteX5" fmla="*/ 1831256 w 2048749"/>
              <a:gd name="connsiteY5" fmla="*/ 260996 h 1565483"/>
              <a:gd name="connsiteX0" fmla="*/ 1839358 w 2057716"/>
              <a:gd name="connsiteY0" fmla="*/ 187245 h 1491732"/>
              <a:gd name="connsiteX1" fmla="*/ 230091 w 2057716"/>
              <a:gd name="connsiteY1" fmla="*/ 83704 h 1491732"/>
              <a:gd name="connsiteX2" fmla="*/ 148901 w 2057716"/>
              <a:gd name="connsiteY2" fmla="*/ 1124735 h 1491732"/>
              <a:gd name="connsiteX3" fmla="*/ 1541980 w 2057716"/>
              <a:gd name="connsiteY3" fmla="*/ 1488975 h 1491732"/>
              <a:gd name="connsiteX4" fmla="*/ 2010996 w 2057716"/>
              <a:gd name="connsiteY4" fmla="*/ 1171288 h 1491732"/>
              <a:gd name="connsiteX5" fmla="*/ 1839358 w 2057716"/>
              <a:gd name="connsiteY5" fmla="*/ 187245 h 1491732"/>
              <a:gd name="connsiteX0" fmla="*/ 1839358 w 2093694"/>
              <a:gd name="connsiteY0" fmla="*/ 182773 h 1486113"/>
              <a:gd name="connsiteX1" fmla="*/ 230091 w 2093694"/>
              <a:gd name="connsiteY1" fmla="*/ 79232 h 1486113"/>
              <a:gd name="connsiteX2" fmla="*/ 148901 w 2093694"/>
              <a:gd name="connsiteY2" fmla="*/ 1120263 h 1486113"/>
              <a:gd name="connsiteX3" fmla="*/ 1541980 w 2093694"/>
              <a:gd name="connsiteY3" fmla="*/ 1484503 h 1486113"/>
              <a:gd name="connsiteX4" fmla="*/ 2061335 w 2093694"/>
              <a:gd name="connsiteY4" fmla="*/ 1060557 h 1486113"/>
              <a:gd name="connsiteX5" fmla="*/ 1839358 w 2093694"/>
              <a:gd name="connsiteY5" fmla="*/ 182773 h 1486113"/>
              <a:gd name="connsiteX0" fmla="*/ 2276242 w 2392709"/>
              <a:gd name="connsiteY0" fmla="*/ 213360 h 1471114"/>
              <a:gd name="connsiteX1" fmla="*/ 254194 w 2392709"/>
              <a:gd name="connsiteY1" fmla="*/ 64279 h 1471114"/>
              <a:gd name="connsiteX2" fmla="*/ 173004 w 2392709"/>
              <a:gd name="connsiteY2" fmla="*/ 1105310 h 1471114"/>
              <a:gd name="connsiteX3" fmla="*/ 1566083 w 2392709"/>
              <a:gd name="connsiteY3" fmla="*/ 1469550 h 1471114"/>
              <a:gd name="connsiteX4" fmla="*/ 2085438 w 2392709"/>
              <a:gd name="connsiteY4" fmla="*/ 1045604 h 1471114"/>
              <a:gd name="connsiteX5" fmla="*/ 2276242 w 2392709"/>
              <a:gd name="connsiteY5" fmla="*/ 213360 h 1471114"/>
              <a:gd name="connsiteX0" fmla="*/ 2276242 w 2490138"/>
              <a:gd name="connsiteY0" fmla="*/ 223703 h 1503438"/>
              <a:gd name="connsiteX1" fmla="*/ 254194 w 2490138"/>
              <a:gd name="connsiteY1" fmla="*/ 74622 h 1503438"/>
              <a:gd name="connsiteX2" fmla="*/ 173004 w 2490138"/>
              <a:gd name="connsiteY2" fmla="*/ 1115653 h 1503438"/>
              <a:gd name="connsiteX3" fmla="*/ 1566083 w 2490138"/>
              <a:gd name="connsiteY3" fmla="*/ 1479893 h 1503438"/>
              <a:gd name="connsiteX4" fmla="*/ 2350585 w 2490138"/>
              <a:gd name="connsiteY4" fmla="*/ 1347087 h 1503438"/>
              <a:gd name="connsiteX5" fmla="*/ 2276242 w 2490138"/>
              <a:gd name="connsiteY5" fmla="*/ 223703 h 1503438"/>
              <a:gd name="connsiteX0" fmla="*/ 2285548 w 2499444"/>
              <a:gd name="connsiteY0" fmla="*/ 236965 h 1516699"/>
              <a:gd name="connsiteX1" fmla="*/ 263500 w 2499444"/>
              <a:gd name="connsiteY1" fmla="*/ 87884 h 1516699"/>
              <a:gd name="connsiteX2" fmla="*/ 166528 w 2499444"/>
              <a:gd name="connsiteY2" fmla="*/ 1308077 h 1516699"/>
              <a:gd name="connsiteX3" fmla="*/ 1575389 w 2499444"/>
              <a:gd name="connsiteY3" fmla="*/ 1493155 h 1516699"/>
              <a:gd name="connsiteX4" fmla="*/ 2359891 w 2499444"/>
              <a:gd name="connsiteY4" fmla="*/ 1360349 h 1516699"/>
              <a:gd name="connsiteX5" fmla="*/ 2285548 w 2499444"/>
              <a:gd name="connsiteY5" fmla="*/ 236965 h 1516699"/>
              <a:gd name="connsiteX0" fmla="*/ 2352313 w 2573895"/>
              <a:gd name="connsiteY0" fmla="*/ 168297 h 1448031"/>
              <a:gd name="connsiteX1" fmla="*/ 216631 w 2573895"/>
              <a:gd name="connsiteY1" fmla="*/ 116263 h 1448031"/>
              <a:gd name="connsiteX2" fmla="*/ 233293 w 2573895"/>
              <a:gd name="connsiteY2" fmla="*/ 1239409 h 1448031"/>
              <a:gd name="connsiteX3" fmla="*/ 1642154 w 2573895"/>
              <a:gd name="connsiteY3" fmla="*/ 1424487 h 1448031"/>
              <a:gd name="connsiteX4" fmla="*/ 2426656 w 2573895"/>
              <a:gd name="connsiteY4" fmla="*/ 1291681 h 1448031"/>
              <a:gd name="connsiteX5" fmla="*/ 2352313 w 2573895"/>
              <a:gd name="connsiteY5" fmla="*/ 168297 h 1448031"/>
              <a:gd name="connsiteX0" fmla="*/ 2386287 w 2607869"/>
              <a:gd name="connsiteY0" fmla="*/ 170868 h 1450602"/>
              <a:gd name="connsiteX1" fmla="*/ 250605 w 2607869"/>
              <a:gd name="connsiteY1" fmla="*/ 118834 h 1450602"/>
              <a:gd name="connsiteX2" fmla="*/ 200980 w 2607869"/>
              <a:gd name="connsiteY2" fmla="*/ 1279306 h 1450602"/>
              <a:gd name="connsiteX3" fmla="*/ 1676128 w 2607869"/>
              <a:gd name="connsiteY3" fmla="*/ 1427058 h 1450602"/>
              <a:gd name="connsiteX4" fmla="*/ 2460630 w 2607869"/>
              <a:gd name="connsiteY4" fmla="*/ 1294252 h 1450602"/>
              <a:gd name="connsiteX5" fmla="*/ 2386287 w 2607869"/>
              <a:gd name="connsiteY5" fmla="*/ 170868 h 1450602"/>
              <a:gd name="connsiteX0" fmla="*/ 2402246 w 2623828"/>
              <a:gd name="connsiteY0" fmla="*/ 173966 h 1453700"/>
              <a:gd name="connsiteX1" fmla="*/ 266564 w 2623828"/>
              <a:gd name="connsiteY1" fmla="*/ 121932 h 1453700"/>
              <a:gd name="connsiteX2" fmla="*/ 188530 w 2623828"/>
              <a:gd name="connsiteY2" fmla="*/ 1327195 h 1453700"/>
              <a:gd name="connsiteX3" fmla="*/ 1692087 w 2623828"/>
              <a:gd name="connsiteY3" fmla="*/ 1430156 h 1453700"/>
              <a:gd name="connsiteX4" fmla="*/ 2476589 w 2623828"/>
              <a:gd name="connsiteY4" fmla="*/ 1297350 h 1453700"/>
              <a:gd name="connsiteX5" fmla="*/ 2402246 w 2623828"/>
              <a:gd name="connsiteY5" fmla="*/ 173966 h 1453700"/>
              <a:gd name="connsiteX0" fmla="*/ 2402246 w 2457801"/>
              <a:gd name="connsiteY0" fmla="*/ 181253 h 1459608"/>
              <a:gd name="connsiteX1" fmla="*/ 266564 w 2457801"/>
              <a:gd name="connsiteY1" fmla="*/ 129219 h 1459608"/>
              <a:gd name="connsiteX2" fmla="*/ 188530 w 2457801"/>
              <a:gd name="connsiteY2" fmla="*/ 1334482 h 1459608"/>
              <a:gd name="connsiteX3" fmla="*/ 1692087 w 2457801"/>
              <a:gd name="connsiteY3" fmla="*/ 1437443 h 1459608"/>
              <a:gd name="connsiteX4" fmla="*/ 2402246 w 2457801"/>
              <a:gd name="connsiteY4" fmla="*/ 181253 h 1459608"/>
              <a:gd name="connsiteX0" fmla="*/ 1422608 w 1801278"/>
              <a:gd name="connsiteY0" fmla="*/ 247073 h 1413450"/>
              <a:gd name="connsiteX1" fmla="*/ 214938 w 1801278"/>
              <a:gd name="connsiteY1" fmla="*/ 83061 h 1413450"/>
              <a:gd name="connsiteX2" fmla="*/ 136904 w 1801278"/>
              <a:gd name="connsiteY2" fmla="*/ 1288324 h 1413450"/>
              <a:gd name="connsiteX3" fmla="*/ 1640461 w 1801278"/>
              <a:gd name="connsiteY3" fmla="*/ 1391285 h 1413450"/>
              <a:gd name="connsiteX4" fmla="*/ 1422608 w 1801278"/>
              <a:gd name="connsiteY4" fmla="*/ 247073 h 1413450"/>
              <a:gd name="connsiteX0" fmla="*/ 1474758 w 1857001"/>
              <a:gd name="connsiteY0" fmla="*/ 54071 h 1198283"/>
              <a:gd name="connsiteX1" fmla="*/ 162923 w 1857001"/>
              <a:gd name="connsiteY1" fmla="*/ 278246 h 1198283"/>
              <a:gd name="connsiteX2" fmla="*/ 189054 w 1857001"/>
              <a:gd name="connsiteY2" fmla="*/ 1095322 h 1198283"/>
              <a:gd name="connsiteX3" fmla="*/ 1692611 w 1857001"/>
              <a:gd name="connsiteY3" fmla="*/ 1198283 h 1198283"/>
              <a:gd name="connsiteX4" fmla="*/ 1474758 w 1857001"/>
              <a:gd name="connsiteY4" fmla="*/ 54071 h 1198283"/>
              <a:gd name="connsiteX0" fmla="*/ 1481860 w 1864103"/>
              <a:gd name="connsiteY0" fmla="*/ 55658 h 1236748"/>
              <a:gd name="connsiteX1" fmla="*/ 170025 w 1864103"/>
              <a:gd name="connsiteY1" fmla="*/ 279833 h 1236748"/>
              <a:gd name="connsiteX2" fmla="*/ 183530 w 1864103"/>
              <a:gd name="connsiteY2" fmla="*/ 1164095 h 1236748"/>
              <a:gd name="connsiteX3" fmla="*/ 1699713 w 1864103"/>
              <a:gd name="connsiteY3" fmla="*/ 1199870 h 1236748"/>
              <a:gd name="connsiteX4" fmla="*/ 1481860 w 1864103"/>
              <a:gd name="connsiteY4" fmla="*/ 55658 h 1236748"/>
              <a:gd name="connsiteX0" fmla="*/ 1424905 w 1848690"/>
              <a:gd name="connsiteY0" fmla="*/ 79807 h 1133989"/>
              <a:gd name="connsiteX1" fmla="*/ 166730 w 1848690"/>
              <a:gd name="connsiteY1" fmla="*/ 177075 h 1133989"/>
              <a:gd name="connsiteX2" fmla="*/ 180235 w 1848690"/>
              <a:gd name="connsiteY2" fmla="*/ 1061337 h 1133989"/>
              <a:gd name="connsiteX3" fmla="*/ 1696418 w 1848690"/>
              <a:gd name="connsiteY3" fmla="*/ 1097112 h 1133989"/>
              <a:gd name="connsiteX4" fmla="*/ 1424905 w 1848690"/>
              <a:gd name="connsiteY4" fmla="*/ 79807 h 1133989"/>
              <a:gd name="connsiteX0" fmla="*/ 1410297 w 1656573"/>
              <a:gd name="connsiteY0" fmla="*/ 75412 h 1110884"/>
              <a:gd name="connsiteX1" fmla="*/ 152122 w 1656573"/>
              <a:gd name="connsiteY1" fmla="*/ 172680 h 1110884"/>
              <a:gd name="connsiteX2" fmla="*/ 165627 w 1656573"/>
              <a:gd name="connsiteY2" fmla="*/ 1056942 h 1110884"/>
              <a:gd name="connsiteX3" fmla="*/ 1448229 w 1656573"/>
              <a:gd name="connsiteY3" fmla="*/ 1032996 h 1110884"/>
              <a:gd name="connsiteX4" fmla="*/ 1410297 w 1656573"/>
              <a:gd name="connsiteY4" fmla="*/ 75412 h 1110884"/>
              <a:gd name="connsiteX0" fmla="*/ 1377783 w 1624059"/>
              <a:gd name="connsiteY0" fmla="*/ 75412 h 1130840"/>
              <a:gd name="connsiteX1" fmla="*/ 119608 w 1624059"/>
              <a:gd name="connsiteY1" fmla="*/ 172680 h 1130840"/>
              <a:gd name="connsiteX2" fmla="*/ 133113 w 1624059"/>
              <a:gd name="connsiteY2" fmla="*/ 1056942 h 1130840"/>
              <a:gd name="connsiteX3" fmla="*/ 839439 w 1624059"/>
              <a:gd name="connsiteY3" fmla="*/ 1077672 h 1130840"/>
              <a:gd name="connsiteX4" fmla="*/ 1415715 w 1624059"/>
              <a:gd name="connsiteY4" fmla="*/ 1032996 h 1130840"/>
              <a:gd name="connsiteX5" fmla="*/ 1377783 w 1624059"/>
              <a:gd name="connsiteY5" fmla="*/ 75412 h 1130840"/>
              <a:gd name="connsiteX0" fmla="*/ 1375712 w 1621988"/>
              <a:gd name="connsiteY0" fmla="*/ 75412 h 1102403"/>
              <a:gd name="connsiteX1" fmla="*/ 117537 w 1621988"/>
              <a:gd name="connsiteY1" fmla="*/ 172680 h 1102403"/>
              <a:gd name="connsiteX2" fmla="*/ 131042 w 1621988"/>
              <a:gd name="connsiteY2" fmla="*/ 1056942 h 1102403"/>
              <a:gd name="connsiteX3" fmla="*/ 796334 w 1621988"/>
              <a:gd name="connsiteY3" fmla="*/ 980625 h 1102403"/>
              <a:gd name="connsiteX4" fmla="*/ 1413644 w 1621988"/>
              <a:gd name="connsiteY4" fmla="*/ 1032996 h 1102403"/>
              <a:gd name="connsiteX5" fmla="*/ 1375712 w 1621988"/>
              <a:gd name="connsiteY5" fmla="*/ 75412 h 1102403"/>
              <a:gd name="connsiteX0" fmla="*/ 1405411 w 1651687"/>
              <a:gd name="connsiteY0" fmla="*/ 73230 h 1092895"/>
              <a:gd name="connsiteX1" fmla="*/ 147236 w 1651687"/>
              <a:gd name="connsiteY1" fmla="*/ 170498 h 1092895"/>
              <a:gd name="connsiteX2" fmla="*/ 100767 w 1651687"/>
              <a:gd name="connsiteY2" fmla="*/ 1002504 h 1092895"/>
              <a:gd name="connsiteX3" fmla="*/ 826033 w 1651687"/>
              <a:gd name="connsiteY3" fmla="*/ 978443 h 1092895"/>
              <a:gd name="connsiteX4" fmla="*/ 1443343 w 1651687"/>
              <a:gd name="connsiteY4" fmla="*/ 1030814 h 1092895"/>
              <a:gd name="connsiteX5" fmla="*/ 1405411 w 1651687"/>
              <a:gd name="connsiteY5" fmla="*/ 73230 h 1092895"/>
              <a:gd name="connsiteX0" fmla="*/ 1388251 w 1632970"/>
              <a:gd name="connsiteY0" fmla="*/ 60759 h 1080423"/>
              <a:gd name="connsiteX1" fmla="*/ 161641 w 1632970"/>
              <a:gd name="connsiteY1" fmla="*/ 195354 h 1080423"/>
              <a:gd name="connsiteX2" fmla="*/ 83607 w 1632970"/>
              <a:gd name="connsiteY2" fmla="*/ 990033 h 1080423"/>
              <a:gd name="connsiteX3" fmla="*/ 808873 w 1632970"/>
              <a:gd name="connsiteY3" fmla="*/ 965972 h 1080423"/>
              <a:gd name="connsiteX4" fmla="*/ 1426183 w 1632970"/>
              <a:gd name="connsiteY4" fmla="*/ 1018343 h 1080423"/>
              <a:gd name="connsiteX5" fmla="*/ 1388251 w 1632970"/>
              <a:gd name="connsiteY5" fmla="*/ 60759 h 1080423"/>
              <a:gd name="connsiteX0" fmla="*/ 1394134 w 1638853"/>
              <a:gd name="connsiteY0" fmla="*/ 61259 h 1080923"/>
              <a:gd name="connsiteX1" fmla="*/ 167524 w 1638853"/>
              <a:gd name="connsiteY1" fmla="*/ 195854 h 1080923"/>
              <a:gd name="connsiteX2" fmla="*/ 80020 w 1638853"/>
              <a:gd name="connsiteY2" fmla="*/ 1005463 h 1080923"/>
              <a:gd name="connsiteX3" fmla="*/ 814756 w 1638853"/>
              <a:gd name="connsiteY3" fmla="*/ 966472 h 1080923"/>
              <a:gd name="connsiteX4" fmla="*/ 1432066 w 1638853"/>
              <a:gd name="connsiteY4" fmla="*/ 1018843 h 1080923"/>
              <a:gd name="connsiteX5" fmla="*/ 1394134 w 1638853"/>
              <a:gd name="connsiteY5" fmla="*/ 61259 h 1080923"/>
              <a:gd name="connsiteX0" fmla="*/ 1383948 w 1628667"/>
              <a:gd name="connsiteY0" fmla="*/ 61259 h 1078309"/>
              <a:gd name="connsiteX1" fmla="*/ 157338 w 1628667"/>
              <a:gd name="connsiteY1" fmla="*/ 195854 h 1078309"/>
              <a:gd name="connsiteX2" fmla="*/ 69834 w 1628667"/>
              <a:gd name="connsiteY2" fmla="*/ 1005463 h 1078309"/>
              <a:gd name="connsiteX3" fmla="*/ 653058 w 1628667"/>
              <a:gd name="connsiteY3" fmla="*/ 951542 h 1078309"/>
              <a:gd name="connsiteX4" fmla="*/ 1421880 w 1628667"/>
              <a:gd name="connsiteY4" fmla="*/ 1018843 h 1078309"/>
              <a:gd name="connsiteX5" fmla="*/ 1383948 w 1628667"/>
              <a:gd name="connsiteY5" fmla="*/ 61259 h 1078309"/>
              <a:gd name="connsiteX0" fmla="*/ 1383948 w 1603262"/>
              <a:gd name="connsiteY0" fmla="*/ 53542 h 1043105"/>
              <a:gd name="connsiteX1" fmla="*/ 157338 w 1603262"/>
              <a:gd name="connsiteY1" fmla="*/ 188137 h 1043105"/>
              <a:gd name="connsiteX2" fmla="*/ 69834 w 1603262"/>
              <a:gd name="connsiteY2" fmla="*/ 997746 h 1043105"/>
              <a:gd name="connsiteX3" fmla="*/ 653058 w 1603262"/>
              <a:gd name="connsiteY3" fmla="*/ 943825 h 1043105"/>
              <a:gd name="connsiteX4" fmla="*/ 1384002 w 1603262"/>
              <a:gd name="connsiteY4" fmla="*/ 906614 h 1043105"/>
              <a:gd name="connsiteX5" fmla="*/ 1383948 w 1603262"/>
              <a:gd name="connsiteY5" fmla="*/ 53542 h 1043105"/>
              <a:gd name="connsiteX0" fmla="*/ 1391785 w 1611099"/>
              <a:gd name="connsiteY0" fmla="*/ 53790 h 1049576"/>
              <a:gd name="connsiteX1" fmla="*/ 165175 w 1611099"/>
              <a:gd name="connsiteY1" fmla="*/ 188385 h 1049576"/>
              <a:gd name="connsiteX2" fmla="*/ 65045 w 1611099"/>
              <a:gd name="connsiteY2" fmla="*/ 1005459 h 1049576"/>
              <a:gd name="connsiteX3" fmla="*/ 660895 w 1611099"/>
              <a:gd name="connsiteY3" fmla="*/ 944073 h 1049576"/>
              <a:gd name="connsiteX4" fmla="*/ 1391839 w 1611099"/>
              <a:gd name="connsiteY4" fmla="*/ 906862 h 1049576"/>
              <a:gd name="connsiteX5" fmla="*/ 1391785 w 1611099"/>
              <a:gd name="connsiteY5" fmla="*/ 53790 h 1049576"/>
              <a:gd name="connsiteX0" fmla="*/ 1397885 w 1617199"/>
              <a:gd name="connsiteY0" fmla="*/ 55062 h 1082852"/>
              <a:gd name="connsiteX1" fmla="*/ 171275 w 1617199"/>
              <a:gd name="connsiteY1" fmla="*/ 189657 h 1082852"/>
              <a:gd name="connsiteX2" fmla="*/ 61676 w 1617199"/>
              <a:gd name="connsiteY2" fmla="*/ 1044056 h 1082852"/>
              <a:gd name="connsiteX3" fmla="*/ 666995 w 1617199"/>
              <a:gd name="connsiteY3" fmla="*/ 945345 h 1082852"/>
              <a:gd name="connsiteX4" fmla="*/ 1397939 w 1617199"/>
              <a:gd name="connsiteY4" fmla="*/ 908134 h 1082852"/>
              <a:gd name="connsiteX5" fmla="*/ 1397885 w 1617199"/>
              <a:gd name="connsiteY5" fmla="*/ 55062 h 108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199" h="1082852">
                <a:moveTo>
                  <a:pt x="1397885" y="55062"/>
                </a:moveTo>
                <a:cubicBezTo>
                  <a:pt x="1193441" y="-64684"/>
                  <a:pt x="393977" y="24825"/>
                  <a:pt x="171275" y="189657"/>
                </a:cubicBezTo>
                <a:cubicBezTo>
                  <a:pt x="-51427" y="354489"/>
                  <a:pt x="-20944" y="918108"/>
                  <a:pt x="61676" y="1044056"/>
                </a:cubicBezTo>
                <a:cubicBezTo>
                  <a:pt x="144296" y="1170004"/>
                  <a:pt x="453228" y="949336"/>
                  <a:pt x="666995" y="945345"/>
                </a:cubicBezTo>
                <a:cubicBezTo>
                  <a:pt x="880762" y="941354"/>
                  <a:pt x="1308215" y="1075177"/>
                  <a:pt x="1397939" y="908134"/>
                </a:cubicBezTo>
                <a:cubicBezTo>
                  <a:pt x="1766892" y="715929"/>
                  <a:pt x="1602329" y="174808"/>
                  <a:pt x="1397885" y="55062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8" name="Freeform 107"/>
          <p:cNvSpPr/>
          <p:nvPr/>
        </p:nvSpPr>
        <p:spPr bwMode="auto">
          <a:xfrm>
            <a:off x="1105362" y="3204493"/>
            <a:ext cx="7040149" cy="1593309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  <a:gd name="connsiteX0" fmla="*/ 1813583 w 2040580"/>
              <a:gd name="connsiteY0" fmla="*/ 119969 h 1688144"/>
              <a:gd name="connsiteX1" fmla="*/ 237876 w 2040580"/>
              <a:gd name="connsiteY1" fmla="*/ 185282 h 1688144"/>
              <a:gd name="connsiteX2" fmla="*/ 139906 w 2040580"/>
              <a:gd name="connsiteY2" fmla="*/ 1320118 h 1688144"/>
              <a:gd name="connsiteX3" fmla="*/ 1532985 w 2040580"/>
              <a:gd name="connsiteY3" fmla="*/ 1684358 h 1688144"/>
              <a:gd name="connsiteX4" fmla="*/ 2002001 w 2040580"/>
              <a:gd name="connsiteY4" fmla="*/ 1366671 h 1688144"/>
              <a:gd name="connsiteX5" fmla="*/ 1813583 w 2040580"/>
              <a:gd name="connsiteY5" fmla="*/ 119969 h 1688144"/>
              <a:gd name="connsiteX0" fmla="*/ 1831256 w 2048749"/>
              <a:gd name="connsiteY0" fmla="*/ 260996 h 1565483"/>
              <a:gd name="connsiteX1" fmla="*/ 238769 w 2048749"/>
              <a:gd name="connsiteY1" fmla="*/ 63650 h 1565483"/>
              <a:gd name="connsiteX2" fmla="*/ 140799 w 2048749"/>
              <a:gd name="connsiteY2" fmla="*/ 1198486 h 1565483"/>
              <a:gd name="connsiteX3" fmla="*/ 1533878 w 2048749"/>
              <a:gd name="connsiteY3" fmla="*/ 1562726 h 1565483"/>
              <a:gd name="connsiteX4" fmla="*/ 2002894 w 2048749"/>
              <a:gd name="connsiteY4" fmla="*/ 1245039 h 1565483"/>
              <a:gd name="connsiteX5" fmla="*/ 1831256 w 2048749"/>
              <a:gd name="connsiteY5" fmla="*/ 260996 h 1565483"/>
              <a:gd name="connsiteX0" fmla="*/ 1839358 w 2057716"/>
              <a:gd name="connsiteY0" fmla="*/ 187245 h 1491732"/>
              <a:gd name="connsiteX1" fmla="*/ 230091 w 2057716"/>
              <a:gd name="connsiteY1" fmla="*/ 83704 h 1491732"/>
              <a:gd name="connsiteX2" fmla="*/ 148901 w 2057716"/>
              <a:gd name="connsiteY2" fmla="*/ 1124735 h 1491732"/>
              <a:gd name="connsiteX3" fmla="*/ 1541980 w 2057716"/>
              <a:gd name="connsiteY3" fmla="*/ 1488975 h 1491732"/>
              <a:gd name="connsiteX4" fmla="*/ 2010996 w 2057716"/>
              <a:gd name="connsiteY4" fmla="*/ 1171288 h 1491732"/>
              <a:gd name="connsiteX5" fmla="*/ 1839358 w 2057716"/>
              <a:gd name="connsiteY5" fmla="*/ 187245 h 1491732"/>
              <a:gd name="connsiteX0" fmla="*/ 1839358 w 2093694"/>
              <a:gd name="connsiteY0" fmla="*/ 182773 h 1486113"/>
              <a:gd name="connsiteX1" fmla="*/ 230091 w 2093694"/>
              <a:gd name="connsiteY1" fmla="*/ 79232 h 1486113"/>
              <a:gd name="connsiteX2" fmla="*/ 148901 w 2093694"/>
              <a:gd name="connsiteY2" fmla="*/ 1120263 h 1486113"/>
              <a:gd name="connsiteX3" fmla="*/ 1541980 w 2093694"/>
              <a:gd name="connsiteY3" fmla="*/ 1484503 h 1486113"/>
              <a:gd name="connsiteX4" fmla="*/ 2061335 w 2093694"/>
              <a:gd name="connsiteY4" fmla="*/ 1060557 h 1486113"/>
              <a:gd name="connsiteX5" fmla="*/ 1839358 w 2093694"/>
              <a:gd name="connsiteY5" fmla="*/ 182773 h 1486113"/>
              <a:gd name="connsiteX0" fmla="*/ 2276242 w 2392709"/>
              <a:gd name="connsiteY0" fmla="*/ 213360 h 1471114"/>
              <a:gd name="connsiteX1" fmla="*/ 254194 w 2392709"/>
              <a:gd name="connsiteY1" fmla="*/ 64279 h 1471114"/>
              <a:gd name="connsiteX2" fmla="*/ 173004 w 2392709"/>
              <a:gd name="connsiteY2" fmla="*/ 1105310 h 1471114"/>
              <a:gd name="connsiteX3" fmla="*/ 1566083 w 2392709"/>
              <a:gd name="connsiteY3" fmla="*/ 1469550 h 1471114"/>
              <a:gd name="connsiteX4" fmla="*/ 2085438 w 2392709"/>
              <a:gd name="connsiteY4" fmla="*/ 1045604 h 1471114"/>
              <a:gd name="connsiteX5" fmla="*/ 2276242 w 2392709"/>
              <a:gd name="connsiteY5" fmla="*/ 213360 h 1471114"/>
              <a:gd name="connsiteX0" fmla="*/ 2276242 w 2490138"/>
              <a:gd name="connsiteY0" fmla="*/ 223703 h 1503438"/>
              <a:gd name="connsiteX1" fmla="*/ 254194 w 2490138"/>
              <a:gd name="connsiteY1" fmla="*/ 74622 h 1503438"/>
              <a:gd name="connsiteX2" fmla="*/ 173004 w 2490138"/>
              <a:gd name="connsiteY2" fmla="*/ 1115653 h 1503438"/>
              <a:gd name="connsiteX3" fmla="*/ 1566083 w 2490138"/>
              <a:gd name="connsiteY3" fmla="*/ 1479893 h 1503438"/>
              <a:gd name="connsiteX4" fmla="*/ 2350585 w 2490138"/>
              <a:gd name="connsiteY4" fmla="*/ 1347087 h 1503438"/>
              <a:gd name="connsiteX5" fmla="*/ 2276242 w 2490138"/>
              <a:gd name="connsiteY5" fmla="*/ 223703 h 1503438"/>
              <a:gd name="connsiteX0" fmla="*/ 2285548 w 2499444"/>
              <a:gd name="connsiteY0" fmla="*/ 236965 h 1516699"/>
              <a:gd name="connsiteX1" fmla="*/ 263500 w 2499444"/>
              <a:gd name="connsiteY1" fmla="*/ 87884 h 1516699"/>
              <a:gd name="connsiteX2" fmla="*/ 166528 w 2499444"/>
              <a:gd name="connsiteY2" fmla="*/ 1308077 h 1516699"/>
              <a:gd name="connsiteX3" fmla="*/ 1575389 w 2499444"/>
              <a:gd name="connsiteY3" fmla="*/ 1493155 h 1516699"/>
              <a:gd name="connsiteX4" fmla="*/ 2359891 w 2499444"/>
              <a:gd name="connsiteY4" fmla="*/ 1360349 h 1516699"/>
              <a:gd name="connsiteX5" fmla="*/ 2285548 w 2499444"/>
              <a:gd name="connsiteY5" fmla="*/ 236965 h 1516699"/>
              <a:gd name="connsiteX0" fmla="*/ 2352313 w 2573895"/>
              <a:gd name="connsiteY0" fmla="*/ 168297 h 1448031"/>
              <a:gd name="connsiteX1" fmla="*/ 216631 w 2573895"/>
              <a:gd name="connsiteY1" fmla="*/ 116263 h 1448031"/>
              <a:gd name="connsiteX2" fmla="*/ 233293 w 2573895"/>
              <a:gd name="connsiteY2" fmla="*/ 1239409 h 1448031"/>
              <a:gd name="connsiteX3" fmla="*/ 1642154 w 2573895"/>
              <a:gd name="connsiteY3" fmla="*/ 1424487 h 1448031"/>
              <a:gd name="connsiteX4" fmla="*/ 2426656 w 2573895"/>
              <a:gd name="connsiteY4" fmla="*/ 1291681 h 1448031"/>
              <a:gd name="connsiteX5" fmla="*/ 2352313 w 2573895"/>
              <a:gd name="connsiteY5" fmla="*/ 168297 h 1448031"/>
              <a:gd name="connsiteX0" fmla="*/ 2386287 w 2607869"/>
              <a:gd name="connsiteY0" fmla="*/ 170868 h 1450602"/>
              <a:gd name="connsiteX1" fmla="*/ 250605 w 2607869"/>
              <a:gd name="connsiteY1" fmla="*/ 118834 h 1450602"/>
              <a:gd name="connsiteX2" fmla="*/ 200980 w 2607869"/>
              <a:gd name="connsiteY2" fmla="*/ 1279306 h 1450602"/>
              <a:gd name="connsiteX3" fmla="*/ 1676128 w 2607869"/>
              <a:gd name="connsiteY3" fmla="*/ 1427058 h 1450602"/>
              <a:gd name="connsiteX4" fmla="*/ 2460630 w 2607869"/>
              <a:gd name="connsiteY4" fmla="*/ 1294252 h 1450602"/>
              <a:gd name="connsiteX5" fmla="*/ 2386287 w 2607869"/>
              <a:gd name="connsiteY5" fmla="*/ 170868 h 1450602"/>
              <a:gd name="connsiteX0" fmla="*/ 2402246 w 2623828"/>
              <a:gd name="connsiteY0" fmla="*/ 173966 h 1453700"/>
              <a:gd name="connsiteX1" fmla="*/ 266564 w 2623828"/>
              <a:gd name="connsiteY1" fmla="*/ 121932 h 1453700"/>
              <a:gd name="connsiteX2" fmla="*/ 188530 w 2623828"/>
              <a:gd name="connsiteY2" fmla="*/ 1327195 h 1453700"/>
              <a:gd name="connsiteX3" fmla="*/ 1692087 w 2623828"/>
              <a:gd name="connsiteY3" fmla="*/ 1430156 h 1453700"/>
              <a:gd name="connsiteX4" fmla="*/ 2476589 w 2623828"/>
              <a:gd name="connsiteY4" fmla="*/ 1297350 h 1453700"/>
              <a:gd name="connsiteX5" fmla="*/ 2402246 w 2623828"/>
              <a:gd name="connsiteY5" fmla="*/ 173966 h 1453700"/>
              <a:gd name="connsiteX0" fmla="*/ 2402246 w 2721888"/>
              <a:gd name="connsiteY0" fmla="*/ 174367 h 1456867"/>
              <a:gd name="connsiteX1" fmla="*/ 266564 w 2721888"/>
              <a:gd name="connsiteY1" fmla="*/ 122333 h 1456867"/>
              <a:gd name="connsiteX2" fmla="*/ 188530 w 2721888"/>
              <a:gd name="connsiteY2" fmla="*/ 1327596 h 1456867"/>
              <a:gd name="connsiteX3" fmla="*/ 1692087 w 2721888"/>
              <a:gd name="connsiteY3" fmla="*/ 1430557 h 1456867"/>
              <a:gd name="connsiteX4" fmla="*/ 2640728 w 2721888"/>
              <a:gd name="connsiteY4" fmla="*/ 1305216 h 1456867"/>
              <a:gd name="connsiteX5" fmla="*/ 2402246 w 2721888"/>
              <a:gd name="connsiteY5" fmla="*/ 174367 h 145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1888" h="1456867">
                <a:moveTo>
                  <a:pt x="2402246" y="174367"/>
                </a:moveTo>
                <a:cubicBezTo>
                  <a:pt x="2006552" y="-22780"/>
                  <a:pt x="635517" y="-69872"/>
                  <a:pt x="266564" y="122333"/>
                </a:cubicBezTo>
                <a:cubicBezTo>
                  <a:pt x="-102389" y="314538"/>
                  <a:pt x="-49057" y="1109559"/>
                  <a:pt x="188530" y="1327596"/>
                </a:cubicBezTo>
                <a:cubicBezTo>
                  <a:pt x="426117" y="1545633"/>
                  <a:pt x="1274348" y="1407425"/>
                  <a:pt x="1692087" y="1430557"/>
                </a:cubicBezTo>
                <a:cubicBezTo>
                  <a:pt x="2109826" y="1453689"/>
                  <a:pt x="2522368" y="1514581"/>
                  <a:pt x="2640728" y="1305216"/>
                </a:cubicBezTo>
                <a:cubicBezTo>
                  <a:pt x="2759088" y="1095851"/>
                  <a:pt x="2797940" y="371514"/>
                  <a:pt x="2402246" y="174367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6" name="Freeform 105"/>
          <p:cNvSpPr/>
          <p:nvPr/>
        </p:nvSpPr>
        <p:spPr bwMode="auto">
          <a:xfrm>
            <a:off x="1414124" y="4794777"/>
            <a:ext cx="5820943" cy="791218"/>
          </a:xfrm>
          <a:custGeom>
            <a:avLst/>
            <a:gdLst>
              <a:gd name="connsiteX0" fmla="*/ 3118392 w 6063603"/>
              <a:gd name="connsiteY0" fmla="*/ 204552 h 4885777"/>
              <a:gd name="connsiteX1" fmla="*/ 979349 w 6063603"/>
              <a:gd name="connsiteY1" fmla="*/ 416824 h 4885777"/>
              <a:gd name="connsiteX2" fmla="*/ 293549 w 6063603"/>
              <a:gd name="connsiteY2" fmla="*/ 2049681 h 4885777"/>
              <a:gd name="connsiteX3" fmla="*/ 228235 w 6063603"/>
              <a:gd name="connsiteY3" fmla="*/ 4319352 h 4885777"/>
              <a:gd name="connsiteX4" fmla="*/ 3224528 w 6063603"/>
              <a:gd name="connsiteY4" fmla="*/ 4711238 h 4885777"/>
              <a:gd name="connsiteX5" fmla="*/ 4106271 w 6063603"/>
              <a:gd name="connsiteY5" fmla="*/ 1935381 h 4885777"/>
              <a:gd name="connsiteX6" fmla="*/ 4016463 w 6063603"/>
              <a:gd name="connsiteY6" fmla="*/ 865859 h 4885777"/>
              <a:gd name="connsiteX7" fmla="*/ 5918742 w 6063603"/>
              <a:gd name="connsiteY7" fmla="*/ 661752 h 4885777"/>
              <a:gd name="connsiteX8" fmla="*/ 5616663 w 6063603"/>
              <a:gd name="connsiteY8" fmla="*/ 16774 h 4885777"/>
              <a:gd name="connsiteX9" fmla="*/ 3118392 w 6063603"/>
              <a:gd name="connsiteY9" fmla="*/ 204552 h 4885777"/>
              <a:gd name="connsiteX0" fmla="*/ 3118392 w 5918742"/>
              <a:gd name="connsiteY0" fmla="*/ 31879 h 4713104"/>
              <a:gd name="connsiteX1" fmla="*/ 979349 w 5918742"/>
              <a:gd name="connsiteY1" fmla="*/ 244151 h 4713104"/>
              <a:gd name="connsiteX2" fmla="*/ 293549 w 5918742"/>
              <a:gd name="connsiteY2" fmla="*/ 1877008 h 4713104"/>
              <a:gd name="connsiteX3" fmla="*/ 228235 w 5918742"/>
              <a:gd name="connsiteY3" fmla="*/ 4146679 h 4713104"/>
              <a:gd name="connsiteX4" fmla="*/ 3224528 w 5918742"/>
              <a:gd name="connsiteY4" fmla="*/ 4538565 h 4713104"/>
              <a:gd name="connsiteX5" fmla="*/ 4106271 w 5918742"/>
              <a:gd name="connsiteY5" fmla="*/ 1762708 h 4713104"/>
              <a:gd name="connsiteX6" fmla="*/ 4016463 w 5918742"/>
              <a:gd name="connsiteY6" fmla="*/ 693186 h 4713104"/>
              <a:gd name="connsiteX7" fmla="*/ 5918742 w 5918742"/>
              <a:gd name="connsiteY7" fmla="*/ 489079 h 4713104"/>
              <a:gd name="connsiteX8" fmla="*/ 3118392 w 5918742"/>
              <a:gd name="connsiteY8" fmla="*/ 31879 h 4713104"/>
              <a:gd name="connsiteX0" fmla="*/ 3118392 w 4128040"/>
              <a:gd name="connsiteY0" fmla="*/ 46903 h 4728128"/>
              <a:gd name="connsiteX1" fmla="*/ 979349 w 4128040"/>
              <a:gd name="connsiteY1" fmla="*/ 259175 h 4728128"/>
              <a:gd name="connsiteX2" fmla="*/ 293549 w 4128040"/>
              <a:gd name="connsiteY2" fmla="*/ 1892032 h 4728128"/>
              <a:gd name="connsiteX3" fmla="*/ 228235 w 4128040"/>
              <a:gd name="connsiteY3" fmla="*/ 4161703 h 4728128"/>
              <a:gd name="connsiteX4" fmla="*/ 3224528 w 4128040"/>
              <a:gd name="connsiteY4" fmla="*/ 4553589 h 4728128"/>
              <a:gd name="connsiteX5" fmla="*/ 4106271 w 4128040"/>
              <a:gd name="connsiteY5" fmla="*/ 1777732 h 4728128"/>
              <a:gd name="connsiteX6" fmla="*/ 4016463 w 4128040"/>
              <a:gd name="connsiteY6" fmla="*/ 708210 h 4728128"/>
              <a:gd name="connsiteX7" fmla="*/ 3118392 w 4128040"/>
              <a:gd name="connsiteY7" fmla="*/ 46903 h 4728128"/>
              <a:gd name="connsiteX0" fmla="*/ 3118392 w 4106271"/>
              <a:gd name="connsiteY0" fmla="*/ 125945 h 4807170"/>
              <a:gd name="connsiteX1" fmla="*/ 979349 w 4106271"/>
              <a:gd name="connsiteY1" fmla="*/ 338217 h 4807170"/>
              <a:gd name="connsiteX2" fmla="*/ 293549 w 4106271"/>
              <a:gd name="connsiteY2" fmla="*/ 1971074 h 4807170"/>
              <a:gd name="connsiteX3" fmla="*/ 228235 w 4106271"/>
              <a:gd name="connsiteY3" fmla="*/ 4240745 h 4807170"/>
              <a:gd name="connsiteX4" fmla="*/ 3224528 w 4106271"/>
              <a:gd name="connsiteY4" fmla="*/ 4632631 h 4807170"/>
              <a:gd name="connsiteX5" fmla="*/ 4106271 w 4106271"/>
              <a:gd name="connsiteY5" fmla="*/ 1856774 h 4807170"/>
              <a:gd name="connsiteX6" fmla="*/ 3118392 w 4106271"/>
              <a:gd name="connsiteY6" fmla="*/ 125945 h 4807170"/>
              <a:gd name="connsiteX0" fmla="*/ 2334620 w 4138052"/>
              <a:gd name="connsiteY0" fmla="*/ 1251911 h 4471729"/>
              <a:gd name="connsiteX1" fmla="*/ 979349 w 4138052"/>
              <a:gd name="connsiteY1" fmla="*/ 2776 h 4471729"/>
              <a:gd name="connsiteX2" fmla="*/ 293549 w 4138052"/>
              <a:gd name="connsiteY2" fmla="*/ 1635633 h 4471729"/>
              <a:gd name="connsiteX3" fmla="*/ 228235 w 4138052"/>
              <a:gd name="connsiteY3" fmla="*/ 3905304 h 4471729"/>
              <a:gd name="connsiteX4" fmla="*/ 3224528 w 4138052"/>
              <a:gd name="connsiteY4" fmla="*/ 4297190 h 4471729"/>
              <a:gd name="connsiteX5" fmla="*/ 4106271 w 4138052"/>
              <a:gd name="connsiteY5" fmla="*/ 1521333 h 4471729"/>
              <a:gd name="connsiteX6" fmla="*/ 2334620 w 4138052"/>
              <a:gd name="connsiteY6" fmla="*/ 1251911 h 4471729"/>
              <a:gd name="connsiteX0" fmla="*/ 2338172 w 4141604"/>
              <a:gd name="connsiteY0" fmla="*/ 46958 h 3266776"/>
              <a:gd name="connsiteX1" fmla="*/ 1072708 w 4141604"/>
              <a:gd name="connsiteY1" fmla="*/ 177587 h 3266776"/>
              <a:gd name="connsiteX2" fmla="*/ 297101 w 4141604"/>
              <a:gd name="connsiteY2" fmla="*/ 430680 h 3266776"/>
              <a:gd name="connsiteX3" fmla="*/ 231787 w 4141604"/>
              <a:gd name="connsiteY3" fmla="*/ 2700351 h 3266776"/>
              <a:gd name="connsiteX4" fmla="*/ 3228080 w 4141604"/>
              <a:gd name="connsiteY4" fmla="*/ 3092237 h 3266776"/>
              <a:gd name="connsiteX5" fmla="*/ 4109823 w 4141604"/>
              <a:gd name="connsiteY5" fmla="*/ 316380 h 3266776"/>
              <a:gd name="connsiteX6" fmla="*/ 2338172 w 4141604"/>
              <a:gd name="connsiteY6" fmla="*/ 46958 h 3266776"/>
              <a:gd name="connsiteX0" fmla="*/ 2396330 w 4199762"/>
              <a:gd name="connsiteY0" fmla="*/ 46958 h 3266776"/>
              <a:gd name="connsiteX1" fmla="*/ 355259 w 4199762"/>
              <a:gd name="connsiteY1" fmla="*/ 430680 h 3266776"/>
              <a:gd name="connsiteX2" fmla="*/ 289945 w 4199762"/>
              <a:gd name="connsiteY2" fmla="*/ 2700351 h 3266776"/>
              <a:gd name="connsiteX3" fmla="*/ 3286238 w 4199762"/>
              <a:gd name="connsiteY3" fmla="*/ 3092237 h 3266776"/>
              <a:gd name="connsiteX4" fmla="*/ 4167981 w 4199762"/>
              <a:gd name="connsiteY4" fmla="*/ 316380 h 3266776"/>
              <a:gd name="connsiteX5" fmla="*/ 2396330 w 4199762"/>
              <a:gd name="connsiteY5" fmla="*/ 46958 h 3266776"/>
              <a:gd name="connsiteX0" fmla="*/ 2201692 w 4002107"/>
              <a:gd name="connsiteY0" fmla="*/ 46958 h 3108005"/>
              <a:gd name="connsiteX1" fmla="*/ 160621 w 4002107"/>
              <a:gd name="connsiteY1" fmla="*/ 430680 h 3108005"/>
              <a:gd name="connsiteX2" fmla="*/ 462700 w 4002107"/>
              <a:gd name="connsiteY2" fmla="*/ 1402230 h 3108005"/>
              <a:gd name="connsiteX3" fmla="*/ 3091600 w 4002107"/>
              <a:gd name="connsiteY3" fmla="*/ 3092237 h 3108005"/>
              <a:gd name="connsiteX4" fmla="*/ 3973343 w 4002107"/>
              <a:gd name="connsiteY4" fmla="*/ 316380 h 3108005"/>
              <a:gd name="connsiteX5" fmla="*/ 2201692 w 4002107"/>
              <a:gd name="connsiteY5" fmla="*/ 46958 h 3108005"/>
              <a:gd name="connsiteX0" fmla="*/ 2152200 w 3927987"/>
              <a:gd name="connsiteY0" fmla="*/ 0 h 1474707"/>
              <a:gd name="connsiteX1" fmla="*/ 111129 w 3927987"/>
              <a:gd name="connsiteY1" fmla="*/ 383722 h 1474707"/>
              <a:gd name="connsiteX2" fmla="*/ 413208 w 3927987"/>
              <a:gd name="connsiteY2" fmla="*/ 1355272 h 1474707"/>
              <a:gd name="connsiteX3" fmla="*/ 1621522 w 3927987"/>
              <a:gd name="connsiteY3" fmla="*/ 1338944 h 1474707"/>
              <a:gd name="connsiteX4" fmla="*/ 3923851 w 3927987"/>
              <a:gd name="connsiteY4" fmla="*/ 269422 h 1474707"/>
              <a:gd name="connsiteX5" fmla="*/ 2152200 w 3927987"/>
              <a:gd name="connsiteY5" fmla="*/ 0 h 1474707"/>
              <a:gd name="connsiteX0" fmla="*/ 2152200 w 2331617"/>
              <a:gd name="connsiteY0" fmla="*/ 22394 h 1458607"/>
              <a:gd name="connsiteX1" fmla="*/ 111129 w 2331617"/>
              <a:gd name="connsiteY1" fmla="*/ 406116 h 1458607"/>
              <a:gd name="connsiteX2" fmla="*/ 413208 w 2331617"/>
              <a:gd name="connsiteY2" fmla="*/ 1377666 h 1458607"/>
              <a:gd name="connsiteX3" fmla="*/ 1621522 w 2331617"/>
              <a:gd name="connsiteY3" fmla="*/ 1361338 h 1458607"/>
              <a:gd name="connsiteX4" fmla="*/ 2168529 w 2331617"/>
              <a:gd name="connsiteY4" fmla="*/ 1010273 h 1458607"/>
              <a:gd name="connsiteX5" fmla="*/ 2152200 w 2331617"/>
              <a:gd name="connsiteY5" fmla="*/ 22394 h 1458607"/>
              <a:gd name="connsiteX0" fmla="*/ 2152200 w 2381973"/>
              <a:gd name="connsiteY0" fmla="*/ 38048 h 1463487"/>
              <a:gd name="connsiteX1" fmla="*/ 111129 w 2381973"/>
              <a:gd name="connsiteY1" fmla="*/ 421770 h 1463487"/>
              <a:gd name="connsiteX2" fmla="*/ 413208 w 2381973"/>
              <a:gd name="connsiteY2" fmla="*/ 1393320 h 1463487"/>
              <a:gd name="connsiteX3" fmla="*/ 1621522 w 2381973"/>
              <a:gd name="connsiteY3" fmla="*/ 1376992 h 1463487"/>
              <a:gd name="connsiteX4" fmla="*/ 2274665 w 2381973"/>
              <a:gd name="connsiteY4" fmla="*/ 1295348 h 1463487"/>
              <a:gd name="connsiteX5" fmla="*/ 2152200 w 2381973"/>
              <a:gd name="connsiteY5" fmla="*/ 38048 h 1463487"/>
              <a:gd name="connsiteX0" fmla="*/ 2153533 w 2380353"/>
              <a:gd name="connsiteY0" fmla="*/ 38048 h 1648808"/>
              <a:gd name="connsiteX1" fmla="*/ 112462 w 2380353"/>
              <a:gd name="connsiteY1" fmla="*/ 421770 h 1648808"/>
              <a:gd name="connsiteX2" fmla="*/ 414541 w 2380353"/>
              <a:gd name="connsiteY2" fmla="*/ 1393320 h 1648808"/>
              <a:gd name="connsiteX3" fmla="*/ 1671841 w 2380353"/>
              <a:gd name="connsiteY3" fmla="*/ 1646413 h 1648808"/>
              <a:gd name="connsiteX4" fmla="*/ 2275998 w 2380353"/>
              <a:gd name="connsiteY4" fmla="*/ 1295348 h 1648808"/>
              <a:gd name="connsiteX5" fmla="*/ 2153533 w 2380353"/>
              <a:gd name="connsiteY5" fmla="*/ 38048 h 1648808"/>
              <a:gd name="connsiteX0" fmla="*/ 1847197 w 2262055"/>
              <a:gd name="connsiteY0" fmla="*/ 75666 h 1417004"/>
              <a:gd name="connsiteX1" fmla="*/ 91876 w 2262055"/>
              <a:gd name="connsiteY1" fmla="*/ 189966 h 1417004"/>
              <a:gd name="connsiteX2" fmla="*/ 393955 w 2262055"/>
              <a:gd name="connsiteY2" fmla="*/ 1161516 h 1417004"/>
              <a:gd name="connsiteX3" fmla="*/ 1651255 w 2262055"/>
              <a:gd name="connsiteY3" fmla="*/ 1414609 h 1417004"/>
              <a:gd name="connsiteX4" fmla="*/ 2255412 w 2262055"/>
              <a:gd name="connsiteY4" fmla="*/ 1063544 h 1417004"/>
              <a:gd name="connsiteX5" fmla="*/ 1847197 w 2262055"/>
              <a:gd name="connsiteY5" fmla="*/ 75666 h 1417004"/>
              <a:gd name="connsiteX0" fmla="*/ 1759955 w 2174086"/>
              <a:gd name="connsiteY0" fmla="*/ 81913 h 1423321"/>
              <a:gd name="connsiteX1" fmla="*/ 110770 w 2174086"/>
              <a:gd name="connsiteY1" fmla="*/ 179884 h 1423321"/>
              <a:gd name="connsiteX2" fmla="*/ 306713 w 2174086"/>
              <a:gd name="connsiteY2" fmla="*/ 1167763 h 1423321"/>
              <a:gd name="connsiteX3" fmla="*/ 1564013 w 2174086"/>
              <a:gd name="connsiteY3" fmla="*/ 1420856 h 1423321"/>
              <a:gd name="connsiteX4" fmla="*/ 2168170 w 2174086"/>
              <a:gd name="connsiteY4" fmla="*/ 1069791 h 1423321"/>
              <a:gd name="connsiteX5" fmla="*/ 1759955 w 2174086"/>
              <a:gd name="connsiteY5" fmla="*/ 81913 h 1423321"/>
              <a:gd name="connsiteX0" fmla="*/ 1759955 w 2007238"/>
              <a:gd name="connsiteY0" fmla="*/ 76553 h 1421344"/>
              <a:gd name="connsiteX1" fmla="*/ 110770 w 2007238"/>
              <a:gd name="connsiteY1" fmla="*/ 174524 h 1421344"/>
              <a:gd name="connsiteX2" fmla="*/ 306713 w 2007238"/>
              <a:gd name="connsiteY2" fmla="*/ 1162403 h 1421344"/>
              <a:gd name="connsiteX3" fmla="*/ 1564013 w 2007238"/>
              <a:gd name="connsiteY3" fmla="*/ 1415496 h 1421344"/>
              <a:gd name="connsiteX4" fmla="*/ 1980392 w 2007238"/>
              <a:gd name="connsiteY4" fmla="*/ 990953 h 1421344"/>
              <a:gd name="connsiteX5" fmla="*/ 1759955 w 2007238"/>
              <a:gd name="connsiteY5" fmla="*/ 76553 h 1421344"/>
              <a:gd name="connsiteX0" fmla="*/ 1814373 w 2061656"/>
              <a:gd name="connsiteY0" fmla="*/ 81120 h 1445765"/>
              <a:gd name="connsiteX1" fmla="*/ 165188 w 2061656"/>
              <a:gd name="connsiteY1" fmla="*/ 179091 h 1445765"/>
              <a:gd name="connsiteX2" fmla="*/ 222339 w 2061656"/>
              <a:gd name="connsiteY2" fmla="*/ 1264941 h 1445765"/>
              <a:gd name="connsiteX3" fmla="*/ 1618431 w 2061656"/>
              <a:gd name="connsiteY3" fmla="*/ 1420063 h 1445765"/>
              <a:gd name="connsiteX4" fmla="*/ 2034810 w 2061656"/>
              <a:gd name="connsiteY4" fmla="*/ 995520 h 1445765"/>
              <a:gd name="connsiteX5" fmla="*/ 1814373 w 2061656"/>
              <a:gd name="connsiteY5" fmla="*/ 81120 h 1445765"/>
              <a:gd name="connsiteX0" fmla="*/ 1814373 w 2100635"/>
              <a:gd name="connsiteY0" fmla="*/ 82886 h 1445716"/>
              <a:gd name="connsiteX1" fmla="*/ 165188 w 2100635"/>
              <a:gd name="connsiteY1" fmla="*/ 180857 h 1445716"/>
              <a:gd name="connsiteX2" fmla="*/ 222339 w 2100635"/>
              <a:gd name="connsiteY2" fmla="*/ 1266707 h 1445716"/>
              <a:gd name="connsiteX3" fmla="*/ 1618431 w 2100635"/>
              <a:gd name="connsiteY3" fmla="*/ 1421829 h 1445716"/>
              <a:gd name="connsiteX4" fmla="*/ 2083796 w 2100635"/>
              <a:gd name="connsiteY4" fmla="*/ 1021779 h 1445716"/>
              <a:gd name="connsiteX5" fmla="*/ 1814373 w 2100635"/>
              <a:gd name="connsiteY5" fmla="*/ 82886 h 1445716"/>
              <a:gd name="connsiteX0" fmla="*/ 1907357 w 2193619"/>
              <a:gd name="connsiteY0" fmla="*/ 80582 h 1430774"/>
              <a:gd name="connsiteX1" fmla="*/ 258172 w 2193619"/>
              <a:gd name="connsiteY1" fmla="*/ 178553 h 1430774"/>
              <a:gd name="connsiteX2" fmla="*/ 152037 w 2193619"/>
              <a:gd name="connsiteY2" fmla="*/ 1215417 h 1430774"/>
              <a:gd name="connsiteX3" fmla="*/ 1711415 w 2193619"/>
              <a:gd name="connsiteY3" fmla="*/ 1419525 h 1430774"/>
              <a:gd name="connsiteX4" fmla="*/ 2176780 w 2193619"/>
              <a:gd name="connsiteY4" fmla="*/ 1019475 h 1430774"/>
              <a:gd name="connsiteX5" fmla="*/ 1907357 w 2193619"/>
              <a:gd name="connsiteY5" fmla="*/ 80582 h 1430774"/>
              <a:gd name="connsiteX0" fmla="*/ 1876786 w 2161144"/>
              <a:gd name="connsiteY0" fmla="*/ 111443 h 1462935"/>
              <a:gd name="connsiteX1" fmla="*/ 301079 w 2161144"/>
              <a:gd name="connsiteY1" fmla="*/ 144099 h 1462935"/>
              <a:gd name="connsiteX2" fmla="*/ 121466 w 2161144"/>
              <a:gd name="connsiteY2" fmla="*/ 1246278 h 1462935"/>
              <a:gd name="connsiteX3" fmla="*/ 1680844 w 2161144"/>
              <a:gd name="connsiteY3" fmla="*/ 1450386 h 1462935"/>
              <a:gd name="connsiteX4" fmla="*/ 2146209 w 2161144"/>
              <a:gd name="connsiteY4" fmla="*/ 1050336 h 1462935"/>
              <a:gd name="connsiteX5" fmla="*/ 1876786 w 2161144"/>
              <a:gd name="connsiteY5" fmla="*/ 111443 h 1462935"/>
              <a:gd name="connsiteX0" fmla="*/ 1819493 w 2103851"/>
              <a:gd name="connsiteY0" fmla="*/ 110955 h 1460821"/>
              <a:gd name="connsiteX1" fmla="*/ 243786 w 2103851"/>
              <a:gd name="connsiteY1" fmla="*/ 143611 h 1460821"/>
              <a:gd name="connsiteX2" fmla="*/ 145816 w 2103851"/>
              <a:gd name="connsiteY2" fmla="*/ 1237625 h 1460821"/>
              <a:gd name="connsiteX3" fmla="*/ 1623551 w 2103851"/>
              <a:gd name="connsiteY3" fmla="*/ 1449898 h 1460821"/>
              <a:gd name="connsiteX4" fmla="*/ 2088916 w 2103851"/>
              <a:gd name="connsiteY4" fmla="*/ 1049848 h 1460821"/>
              <a:gd name="connsiteX5" fmla="*/ 1819493 w 2103851"/>
              <a:gd name="connsiteY5" fmla="*/ 110955 h 1460821"/>
              <a:gd name="connsiteX0" fmla="*/ 1819493 w 2653882"/>
              <a:gd name="connsiteY0" fmla="*/ 132764 h 1528335"/>
              <a:gd name="connsiteX1" fmla="*/ 243786 w 2653882"/>
              <a:gd name="connsiteY1" fmla="*/ 165420 h 1528335"/>
              <a:gd name="connsiteX2" fmla="*/ 145816 w 2653882"/>
              <a:gd name="connsiteY2" fmla="*/ 1259434 h 1528335"/>
              <a:gd name="connsiteX3" fmla="*/ 1623551 w 2653882"/>
              <a:gd name="connsiteY3" fmla="*/ 1471707 h 1528335"/>
              <a:gd name="connsiteX4" fmla="*/ 2652252 w 2653882"/>
              <a:gd name="connsiteY4" fmla="*/ 1398228 h 1528335"/>
              <a:gd name="connsiteX5" fmla="*/ 1819493 w 2653882"/>
              <a:gd name="connsiteY5" fmla="*/ 132764 h 1528335"/>
              <a:gd name="connsiteX0" fmla="*/ 1817209 w 2652144"/>
              <a:gd name="connsiteY0" fmla="*/ 132764 h 1608084"/>
              <a:gd name="connsiteX1" fmla="*/ 241502 w 2652144"/>
              <a:gd name="connsiteY1" fmla="*/ 165420 h 1608084"/>
              <a:gd name="connsiteX2" fmla="*/ 143532 w 2652144"/>
              <a:gd name="connsiteY2" fmla="*/ 1259434 h 1608084"/>
              <a:gd name="connsiteX3" fmla="*/ 1588610 w 2652144"/>
              <a:gd name="connsiteY3" fmla="*/ 1594172 h 1608084"/>
              <a:gd name="connsiteX4" fmla="*/ 2649968 w 2652144"/>
              <a:gd name="connsiteY4" fmla="*/ 1398228 h 1608084"/>
              <a:gd name="connsiteX5" fmla="*/ 1817209 w 2652144"/>
              <a:gd name="connsiteY5" fmla="*/ 132764 h 1608084"/>
              <a:gd name="connsiteX0" fmla="*/ 1813584 w 2648519"/>
              <a:gd name="connsiteY0" fmla="*/ 132764 h 1712657"/>
              <a:gd name="connsiteX1" fmla="*/ 237877 w 2648519"/>
              <a:gd name="connsiteY1" fmla="*/ 165420 h 1712657"/>
              <a:gd name="connsiteX2" fmla="*/ 139907 w 2648519"/>
              <a:gd name="connsiteY2" fmla="*/ 1259434 h 1712657"/>
              <a:gd name="connsiteX3" fmla="*/ 1532986 w 2648519"/>
              <a:gd name="connsiteY3" fmla="*/ 1697153 h 1712657"/>
              <a:gd name="connsiteX4" fmla="*/ 1584985 w 2648519"/>
              <a:gd name="connsiteY4" fmla="*/ 1594172 h 1712657"/>
              <a:gd name="connsiteX5" fmla="*/ 2646343 w 2648519"/>
              <a:gd name="connsiteY5" fmla="*/ 1398228 h 1712657"/>
              <a:gd name="connsiteX6" fmla="*/ 1813584 w 2648519"/>
              <a:gd name="connsiteY6" fmla="*/ 132764 h 1712657"/>
              <a:gd name="connsiteX0" fmla="*/ 1813584 w 2649523"/>
              <a:gd name="connsiteY0" fmla="*/ 132764 h 1701644"/>
              <a:gd name="connsiteX1" fmla="*/ 237877 w 2649523"/>
              <a:gd name="connsiteY1" fmla="*/ 165420 h 1701644"/>
              <a:gd name="connsiteX2" fmla="*/ 139907 w 2649523"/>
              <a:gd name="connsiteY2" fmla="*/ 1259434 h 1701644"/>
              <a:gd name="connsiteX3" fmla="*/ 1532986 w 2649523"/>
              <a:gd name="connsiteY3" fmla="*/ 1697153 h 1701644"/>
              <a:gd name="connsiteX4" fmla="*/ 2646343 w 2649523"/>
              <a:gd name="connsiteY4" fmla="*/ 1398228 h 1701644"/>
              <a:gd name="connsiteX5" fmla="*/ 1813584 w 2649523"/>
              <a:gd name="connsiteY5" fmla="*/ 132764 h 1701644"/>
              <a:gd name="connsiteX0" fmla="*/ 1813584 w 2649523"/>
              <a:gd name="connsiteY0" fmla="*/ 136882 h 1705762"/>
              <a:gd name="connsiteX1" fmla="*/ 237877 w 2649523"/>
              <a:gd name="connsiteY1" fmla="*/ 169538 h 1705762"/>
              <a:gd name="connsiteX2" fmla="*/ 139907 w 2649523"/>
              <a:gd name="connsiteY2" fmla="*/ 1337031 h 1705762"/>
              <a:gd name="connsiteX3" fmla="*/ 1532986 w 2649523"/>
              <a:gd name="connsiteY3" fmla="*/ 1701271 h 1705762"/>
              <a:gd name="connsiteX4" fmla="*/ 2646343 w 2649523"/>
              <a:gd name="connsiteY4" fmla="*/ 1402346 h 1705762"/>
              <a:gd name="connsiteX5" fmla="*/ 1813584 w 2649523"/>
              <a:gd name="connsiteY5" fmla="*/ 136882 h 1705762"/>
              <a:gd name="connsiteX0" fmla="*/ 1813583 w 2649522"/>
              <a:gd name="connsiteY0" fmla="*/ 121293 h 1690173"/>
              <a:gd name="connsiteX1" fmla="*/ 237876 w 2649522"/>
              <a:gd name="connsiteY1" fmla="*/ 186606 h 1690173"/>
              <a:gd name="connsiteX2" fmla="*/ 139906 w 2649522"/>
              <a:gd name="connsiteY2" fmla="*/ 1321442 h 1690173"/>
              <a:gd name="connsiteX3" fmla="*/ 1532985 w 2649522"/>
              <a:gd name="connsiteY3" fmla="*/ 1685682 h 1690173"/>
              <a:gd name="connsiteX4" fmla="*/ 2646342 w 2649522"/>
              <a:gd name="connsiteY4" fmla="*/ 1386757 h 1690173"/>
              <a:gd name="connsiteX5" fmla="*/ 1813583 w 2649522"/>
              <a:gd name="connsiteY5" fmla="*/ 121293 h 1690173"/>
              <a:gd name="connsiteX0" fmla="*/ 1813583 w 2040580"/>
              <a:gd name="connsiteY0" fmla="*/ 119969 h 1688144"/>
              <a:gd name="connsiteX1" fmla="*/ 237876 w 2040580"/>
              <a:gd name="connsiteY1" fmla="*/ 185282 h 1688144"/>
              <a:gd name="connsiteX2" fmla="*/ 139906 w 2040580"/>
              <a:gd name="connsiteY2" fmla="*/ 1320118 h 1688144"/>
              <a:gd name="connsiteX3" fmla="*/ 1532985 w 2040580"/>
              <a:gd name="connsiteY3" fmla="*/ 1684358 h 1688144"/>
              <a:gd name="connsiteX4" fmla="*/ 2002001 w 2040580"/>
              <a:gd name="connsiteY4" fmla="*/ 1366671 h 1688144"/>
              <a:gd name="connsiteX5" fmla="*/ 1813583 w 2040580"/>
              <a:gd name="connsiteY5" fmla="*/ 119969 h 1688144"/>
              <a:gd name="connsiteX0" fmla="*/ 1831256 w 2048749"/>
              <a:gd name="connsiteY0" fmla="*/ 260996 h 1565483"/>
              <a:gd name="connsiteX1" fmla="*/ 238769 w 2048749"/>
              <a:gd name="connsiteY1" fmla="*/ 63650 h 1565483"/>
              <a:gd name="connsiteX2" fmla="*/ 140799 w 2048749"/>
              <a:gd name="connsiteY2" fmla="*/ 1198486 h 1565483"/>
              <a:gd name="connsiteX3" fmla="*/ 1533878 w 2048749"/>
              <a:gd name="connsiteY3" fmla="*/ 1562726 h 1565483"/>
              <a:gd name="connsiteX4" fmla="*/ 2002894 w 2048749"/>
              <a:gd name="connsiteY4" fmla="*/ 1245039 h 1565483"/>
              <a:gd name="connsiteX5" fmla="*/ 1831256 w 2048749"/>
              <a:gd name="connsiteY5" fmla="*/ 260996 h 1565483"/>
              <a:gd name="connsiteX0" fmla="*/ 1839358 w 2057716"/>
              <a:gd name="connsiteY0" fmla="*/ 187245 h 1491732"/>
              <a:gd name="connsiteX1" fmla="*/ 230091 w 2057716"/>
              <a:gd name="connsiteY1" fmla="*/ 83704 h 1491732"/>
              <a:gd name="connsiteX2" fmla="*/ 148901 w 2057716"/>
              <a:gd name="connsiteY2" fmla="*/ 1124735 h 1491732"/>
              <a:gd name="connsiteX3" fmla="*/ 1541980 w 2057716"/>
              <a:gd name="connsiteY3" fmla="*/ 1488975 h 1491732"/>
              <a:gd name="connsiteX4" fmla="*/ 2010996 w 2057716"/>
              <a:gd name="connsiteY4" fmla="*/ 1171288 h 1491732"/>
              <a:gd name="connsiteX5" fmla="*/ 1839358 w 2057716"/>
              <a:gd name="connsiteY5" fmla="*/ 187245 h 1491732"/>
              <a:gd name="connsiteX0" fmla="*/ 1839358 w 2093694"/>
              <a:gd name="connsiteY0" fmla="*/ 182773 h 1486113"/>
              <a:gd name="connsiteX1" fmla="*/ 230091 w 2093694"/>
              <a:gd name="connsiteY1" fmla="*/ 79232 h 1486113"/>
              <a:gd name="connsiteX2" fmla="*/ 148901 w 2093694"/>
              <a:gd name="connsiteY2" fmla="*/ 1120263 h 1486113"/>
              <a:gd name="connsiteX3" fmla="*/ 1541980 w 2093694"/>
              <a:gd name="connsiteY3" fmla="*/ 1484503 h 1486113"/>
              <a:gd name="connsiteX4" fmla="*/ 2061335 w 2093694"/>
              <a:gd name="connsiteY4" fmla="*/ 1060557 h 1486113"/>
              <a:gd name="connsiteX5" fmla="*/ 1839358 w 2093694"/>
              <a:gd name="connsiteY5" fmla="*/ 182773 h 1486113"/>
              <a:gd name="connsiteX0" fmla="*/ 2276242 w 2392709"/>
              <a:gd name="connsiteY0" fmla="*/ 213360 h 1471114"/>
              <a:gd name="connsiteX1" fmla="*/ 254194 w 2392709"/>
              <a:gd name="connsiteY1" fmla="*/ 64279 h 1471114"/>
              <a:gd name="connsiteX2" fmla="*/ 173004 w 2392709"/>
              <a:gd name="connsiteY2" fmla="*/ 1105310 h 1471114"/>
              <a:gd name="connsiteX3" fmla="*/ 1566083 w 2392709"/>
              <a:gd name="connsiteY3" fmla="*/ 1469550 h 1471114"/>
              <a:gd name="connsiteX4" fmla="*/ 2085438 w 2392709"/>
              <a:gd name="connsiteY4" fmla="*/ 1045604 h 1471114"/>
              <a:gd name="connsiteX5" fmla="*/ 2276242 w 2392709"/>
              <a:gd name="connsiteY5" fmla="*/ 213360 h 147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92709" h="1471114">
                <a:moveTo>
                  <a:pt x="2276242" y="213360"/>
                </a:moveTo>
                <a:cubicBezTo>
                  <a:pt x="1971035" y="49806"/>
                  <a:pt x="604734" y="-84379"/>
                  <a:pt x="254194" y="64279"/>
                </a:cubicBezTo>
                <a:cubicBezTo>
                  <a:pt x="-96346" y="212937"/>
                  <a:pt x="-45644" y="871098"/>
                  <a:pt x="173004" y="1105310"/>
                </a:cubicBezTo>
                <a:cubicBezTo>
                  <a:pt x="391652" y="1339522"/>
                  <a:pt x="1148344" y="1446418"/>
                  <a:pt x="1566083" y="1469550"/>
                </a:cubicBezTo>
                <a:cubicBezTo>
                  <a:pt x="1983822" y="1492682"/>
                  <a:pt x="1967078" y="1254969"/>
                  <a:pt x="2085438" y="1045604"/>
                </a:cubicBezTo>
                <a:cubicBezTo>
                  <a:pt x="2203798" y="836239"/>
                  <a:pt x="2581449" y="376914"/>
                  <a:pt x="2276242" y="213360"/>
                </a:cubicBezTo>
                <a:close/>
              </a:path>
            </a:pathLst>
          </a:custGeom>
          <a:solidFill>
            <a:schemeClr val="bg1">
              <a:lumMod val="90000"/>
              <a:alpha val="6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</a:t>
            </a:r>
            <a:r>
              <a:rPr lang="en-US" dirty="0" smtClean="0"/>
              <a:t>: Scope</a:t>
            </a:r>
            <a:endParaRPr lang="en-US" dirty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 dirty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1474330" y="1758136"/>
            <a:ext cx="6151229" cy="3469046"/>
            <a:chOff x="500726" y="5674668"/>
            <a:chExt cx="6151229" cy="3469046"/>
          </a:xfrm>
        </p:grpSpPr>
        <p:sp>
          <p:nvSpPr>
            <p:cNvPr id="134" name="Freeform 133"/>
            <p:cNvSpPr/>
            <p:nvPr/>
          </p:nvSpPr>
          <p:spPr>
            <a:xfrm>
              <a:off x="1055738" y="8276871"/>
              <a:ext cx="5068888" cy="466725"/>
            </a:xfrm>
            <a:custGeom>
              <a:avLst/>
              <a:gdLst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52713 w 5072063"/>
                <a:gd name="connsiteY13" fmla="*/ 76200 h 466725"/>
                <a:gd name="connsiteX14" fmla="*/ 2366963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3188 w 5072063"/>
                <a:gd name="connsiteY13" fmla="*/ 47625 h 466725"/>
                <a:gd name="connsiteX14" fmla="*/ 2366963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366963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376488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388394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0300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21919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431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57449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50305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33637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33637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33637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28874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76288 w 5072063"/>
                <a:gd name="connsiteY19" fmla="*/ 19050 h 466725"/>
                <a:gd name="connsiteX20" fmla="*/ 576263 w 5072063"/>
                <a:gd name="connsiteY20" fmla="*/ 23813 h 466725"/>
                <a:gd name="connsiteX21" fmla="*/ 414338 w 5072063"/>
                <a:gd name="connsiteY21" fmla="*/ 33338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14338 w 5072063"/>
                <a:gd name="connsiteY21" fmla="*/ 33338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50057 w 5072063"/>
                <a:gd name="connsiteY21" fmla="*/ 30956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9525 h 466725"/>
                <a:gd name="connsiteX1" fmla="*/ 4763 w 5072063"/>
                <a:gd name="connsiteY1" fmla="*/ 466725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50057 w 5072063"/>
                <a:gd name="connsiteY21" fmla="*/ 30956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0 h 466725"/>
                <a:gd name="connsiteX1" fmla="*/ 4763 w 5072063"/>
                <a:gd name="connsiteY1" fmla="*/ 466725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50057 w 5072063"/>
                <a:gd name="connsiteY21" fmla="*/ 30956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573088 w 5068888"/>
                <a:gd name="connsiteY20" fmla="*/ 23813 h 466725"/>
                <a:gd name="connsiteX21" fmla="*/ 446882 w 5068888"/>
                <a:gd name="connsiteY21" fmla="*/ 30956 h 466725"/>
                <a:gd name="connsiteX22" fmla="*/ 239713 w 5068888"/>
                <a:gd name="connsiteY22" fmla="*/ 0 h 466725"/>
                <a:gd name="connsiteX23" fmla="*/ 87313 w 5068888"/>
                <a:gd name="connsiteY23" fmla="*/ 4763 h 466725"/>
                <a:gd name="connsiteX24" fmla="*/ 1588 w 5068888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573088 w 5068888"/>
                <a:gd name="connsiteY20" fmla="*/ 23813 h 466725"/>
                <a:gd name="connsiteX21" fmla="*/ 446882 w 5068888"/>
                <a:gd name="connsiteY21" fmla="*/ 30956 h 466725"/>
                <a:gd name="connsiteX22" fmla="*/ 199231 w 5068888"/>
                <a:gd name="connsiteY22" fmla="*/ 0 h 466725"/>
                <a:gd name="connsiteX23" fmla="*/ 87313 w 5068888"/>
                <a:gd name="connsiteY23" fmla="*/ 4763 h 466725"/>
                <a:gd name="connsiteX24" fmla="*/ 1588 w 5068888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594519 w 5068888"/>
                <a:gd name="connsiteY20" fmla="*/ 30957 h 466725"/>
                <a:gd name="connsiteX21" fmla="*/ 446882 w 5068888"/>
                <a:gd name="connsiteY21" fmla="*/ 30956 h 466725"/>
                <a:gd name="connsiteX22" fmla="*/ 199231 w 5068888"/>
                <a:gd name="connsiteY22" fmla="*/ 0 h 466725"/>
                <a:gd name="connsiteX23" fmla="*/ 87313 w 5068888"/>
                <a:gd name="connsiteY23" fmla="*/ 4763 h 466725"/>
                <a:gd name="connsiteX24" fmla="*/ 1588 w 5068888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87826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87826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64014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92589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228308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278314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873500 w 5068888"/>
                <a:gd name="connsiteY7" fmla="*/ 64294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959224 w 5068888"/>
                <a:gd name="connsiteY7" fmla="*/ 95250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609182 w 5068888"/>
                <a:gd name="connsiteY7" fmla="*/ 61913 h 466725"/>
                <a:gd name="connsiteX8" fmla="*/ 3354388 w 5068888"/>
                <a:gd name="connsiteY8" fmla="*/ 57150 h 466725"/>
                <a:gd name="connsiteX9" fmla="*/ 3130550 w 5068888"/>
                <a:gd name="connsiteY9" fmla="*/ 47626 h 466725"/>
                <a:gd name="connsiteX10" fmla="*/ 2849563 w 5068888"/>
                <a:gd name="connsiteY10" fmla="*/ 61913 h 466725"/>
                <a:gd name="connsiteX11" fmla="*/ 2644775 w 5068888"/>
                <a:gd name="connsiteY11" fmla="*/ 61913 h 466725"/>
                <a:gd name="connsiteX12" fmla="*/ 2130425 w 5068888"/>
                <a:gd name="connsiteY12" fmla="*/ 100013 h 466725"/>
                <a:gd name="connsiteX13" fmla="*/ 1835150 w 5068888"/>
                <a:gd name="connsiteY13" fmla="*/ 80963 h 466725"/>
                <a:gd name="connsiteX14" fmla="*/ 1520825 w 5068888"/>
                <a:gd name="connsiteY14" fmla="*/ 61913 h 466725"/>
                <a:gd name="connsiteX15" fmla="*/ 1311275 w 5068888"/>
                <a:gd name="connsiteY15" fmla="*/ 42863 h 466725"/>
                <a:gd name="connsiteX16" fmla="*/ 1092200 w 5068888"/>
                <a:gd name="connsiteY16" fmla="*/ 42863 h 466725"/>
                <a:gd name="connsiteX17" fmla="*/ 730251 w 5068888"/>
                <a:gd name="connsiteY17" fmla="*/ 0 h 466725"/>
                <a:gd name="connsiteX18" fmla="*/ 446882 w 5068888"/>
                <a:gd name="connsiteY18" fmla="*/ 30956 h 466725"/>
                <a:gd name="connsiteX19" fmla="*/ 199231 w 5068888"/>
                <a:gd name="connsiteY19" fmla="*/ 0 h 466725"/>
                <a:gd name="connsiteX20" fmla="*/ 87313 w 5068888"/>
                <a:gd name="connsiteY20" fmla="*/ 4763 h 466725"/>
                <a:gd name="connsiteX21" fmla="*/ 1588 w 5068888"/>
                <a:gd name="connsiteY21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980655 w 5068888"/>
                <a:gd name="connsiteY7" fmla="*/ 66675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021136 w 5068888"/>
                <a:gd name="connsiteY7" fmla="*/ 95250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68888" h="466725">
                  <a:moveTo>
                    <a:pt x="1588" y="0"/>
                  </a:moveTo>
                  <a:cubicBezTo>
                    <a:pt x="3176" y="152400"/>
                    <a:pt x="0" y="314325"/>
                    <a:pt x="1588" y="466725"/>
                  </a:cubicBezTo>
                  <a:lnTo>
                    <a:pt x="5068888" y="466725"/>
                  </a:lnTo>
                  <a:lnTo>
                    <a:pt x="5068888" y="66675"/>
                  </a:lnTo>
                  <a:lnTo>
                    <a:pt x="4854575" y="61913"/>
                  </a:lnTo>
                  <a:lnTo>
                    <a:pt x="4640263" y="61913"/>
                  </a:lnTo>
                  <a:lnTo>
                    <a:pt x="4383088" y="80963"/>
                  </a:lnTo>
                  <a:lnTo>
                    <a:pt x="4021136" y="95250"/>
                  </a:lnTo>
                  <a:lnTo>
                    <a:pt x="3609182" y="61913"/>
                  </a:lnTo>
                  <a:lnTo>
                    <a:pt x="3354388" y="57150"/>
                  </a:lnTo>
                  <a:lnTo>
                    <a:pt x="3130550" y="47626"/>
                  </a:lnTo>
                  <a:lnTo>
                    <a:pt x="2849563" y="61913"/>
                  </a:lnTo>
                  <a:lnTo>
                    <a:pt x="2644775" y="61913"/>
                  </a:lnTo>
                  <a:cubicBezTo>
                    <a:pt x="2524919" y="68263"/>
                    <a:pt x="2265362" y="96838"/>
                    <a:pt x="2130425" y="100013"/>
                  </a:cubicBezTo>
                  <a:lnTo>
                    <a:pt x="1835150" y="80963"/>
                  </a:lnTo>
                  <a:lnTo>
                    <a:pt x="1520825" y="61913"/>
                  </a:lnTo>
                  <a:lnTo>
                    <a:pt x="1311275" y="42863"/>
                  </a:lnTo>
                  <a:lnTo>
                    <a:pt x="1092200" y="42863"/>
                  </a:lnTo>
                  <a:lnTo>
                    <a:pt x="730251" y="0"/>
                  </a:lnTo>
                  <a:lnTo>
                    <a:pt x="446882" y="30956"/>
                  </a:lnTo>
                  <a:lnTo>
                    <a:pt x="199231" y="0"/>
                  </a:lnTo>
                  <a:lnTo>
                    <a:pt x="87313" y="4763"/>
                  </a:lnTo>
                  <a:lnTo>
                    <a:pt x="1588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1059706" y="7772046"/>
              <a:ext cx="5072064" cy="600075"/>
            </a:xfrm>
            <a:custGeom>
              <a:avLst/>
              <a:gdLst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57650 w 5067300"/>
                <a:gd name="connsiteY14" fmla="*/ 585788 h 600075"/>
                <a:gd name="connsiteX15" fmla="*/ 4424363 w 5067300"/>
                <a:gd name="connsiteY15" fmla="*/ 585788 h 600075"/>
                <a:gd name="connsiteX16" fmla="*/ 4800600 w 5067300"/>
                <a:gd name="connsiteY16" fmla="*/ 561975 h 600075"/>
                <a:gd name="connsiteX17" fmla="*/ 5067300 w 5067300"/>
                <a:gd name="connsiteY17" fmla="*/ 561975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14788 w 5067300"/>
                <a:gd name="connsiteY14" fmla="*/ 600075 h 600075"/>
                <a:gd name="connsiteX15" fmla="*/ 4424363 w 5067300"/>
                <a:gd name="connsiteY15" fmla="*/ 585788 h 600075"/>
                <a:gd name="connsiteX16" fmla="*/ 4800600 w 5067300"/>
                <a:gd name="connsiteY16" fmla="*/ 561975 h 600075"/>
                <a:gd name="connsiteX17" fmla="*/ 5067300 w 5067300"/>
                <a:gd name="connsiteY17" fmla="*/ 561975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14788 w 5067300"/>
                <a:gd name="connsiteY14" fmla="*/ 600075 h 600075"/>
                <a:gd name="connsiteX15" fmla="*/ 4424363 w 5067300"/>
                <a:gd name="connsiteY15" fmla="*/ 585788 h 600075"/>
                <a:gd name="connsiteX16" fmla="*/ 4667250 w 5067300"/>
                <a:gd name="connsiteY16" fmla="*/ 566738 h 600075"/>
                <a:gd name="connsiteX17" fmla="*/ 5067300 w 5067300"/>
                <a:gd name="connsiteY17" fmla="*/ 561975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14788 w 5067300"/>
                <a:gd name="connsiteY14" fmla="*/ 600075 h 600075"/>
                <a:gd name="connsiteX15" fmla="*/ 4424363 w 5067300"/>
                <a:gd name="connsiteY15" fmla="*/ 585788 h 600075"/>
                <a:gd name="connsiteX16" fmla="*/ 4667250 w 5067300"/>
                <a:gd name="connsiteY16" fmla="*/ 566738 h 600075"/>
                <a:gd name="connsiteX17" fmla="*/ 5067300 w 5067300"/>
                <a:gd name="connsiteY17" fmla="*/ 566737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00163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867025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867025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895600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00362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00362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6556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17031 w 5072064"/>
                <a:gd name="connsiteY31" fmla="*/ 38100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48237 w 5072064"/>
                <a:gd name="connsiteY19" fmla="*/ 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29175 w 5072064"/>
                <a:gd name="connsiteY20" fmla="*/ 66675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31556 w 5072064"/>
                <a:gd name="connsiteY20" fmla="*/ 66675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10124 w 5072064"/>
                <a:gd name="connsiteY20" fmla="*/ 66675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00588 w 5072064"/>
                <a:gd name="connsiteY20" fmla="*/ 1905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14876 w 5072064"/>
                <a:gd name="connsiteY20" fmla="*/ 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10113 w 5072064"/>
                <a:gd name="connsiteY20" fmla="*/ 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10113 w 5072064"/>
                <a:gd name="connsiteY20" fmla="*/ 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6988 h 603250"/>
                <a:gd name="connsiteX1" fmla="*/ 4763 w 5072064"/>
                <a:gd name="connsiteY1" fmla="*/ 512763 h 603250"/>
                <a:gd name="connsiteX2" fmla="*/ 200025 w 5072064"/>
                <a:gd name="connsiteY2" fmla="*/ 503238 h 603250"/>
                <a:gd name="connsiteX3" fmla="*/ 466725 w 5072064"/>
                <a:gd name="connsiteY3" fmla="*/ 536575 h 603250"/>
                <a:gd name="connsiteX4" fmla="*/ 723900 w 5072064"/>
                <a:gd name="connsiteY4" fmla="*/ 508000 h 603250"/>
                <a:gd name="connsiteX5" fmla="*/ 1009650 w 5072064"/>
                <a:gd name="connsiteY5" fmla="*/ 546100 h 603250"/>
                <a:gd name="connsiteX6" fmla="*/ 1323975 w 5072064"/>
                <a:gd name="connsiteY6" fmla="*/ 555625 h 603250"/>
                <a:gd name="connsiteX7" fmla="*/ 1681163 w 5072064"/>
                <a:gd name="connsiteY7" fmla="*/ 579438 h 603250"/>
                <a:gd name="connsiteX8" fmla="*/ 2005013 w 5072064"/>
                <a:gd name="connsiteY8" fmla="*/ 603250 h 603250"/>
                <a:gd name="connsiteX9" fmla="*/ 2262188 w 5072064"/>
                <a:gd name="connsiteY9" fmla="*/ 603250 h 603250"/>
                <a:gd name="connsiteX10" fmla="*/ 2586038 w 5072064"/>
                <a:gd name="connsiteY10" fmla="*/ 574675 h 603250"/>
                <a:gd name="connsiteX11" fmla="*/ 3043238 w 5072064"/>
                <a:gd name="connsiteY11" fmla="*/ 555625 h 603250"/>
                <a:gd name="connsiteX12" fmla="*/ 3352800 w 5072064"/>
                <a:gd name="connsiteY12" fmla="*/ 560388 h 603250"/>
                <a:gd name="connsiteX13" fmla="*/ 3700463 w 5072064"/>
                <a:gd name="connsiteY13" fmla="*/ 574675 h 603250"/>
                <a:gd name="connsiteX14" fmla="*/ 4014788 w 5072064"/>
                <a:gd name="connsiteY14" fmla="*/ 603250 h 603250"/>
                <a:gd name="connsiteX15" fmla="*/ 4424363 w 5072064"/>
                <a:gd name="connsiteY15" fmla="*/ 588963 h 603250"/>
                <a:gd name="connsiteX16" fmla="*/ 4667250 w 5072064"/>
                <a:gd name="connsiteY16" fmla="*/ 569913 h 603250"/>
                <a:gd name="connsiteX17" fmla="*/ 5072064 w 5072064"/>
                <a:gd name="connsiteY17" fmla="*/ 572294 h 603250"/>
                <a:gd name="connsiteX18" fmla="*/ 5067300 w 5072064"/>
                <a:gd name="connsiteY18" fmla="*/ 41275 h 603250"/>
                <a:gd name="connsiteX19" fmla="*/ 4957762 w 5072064"/>
                <a:gd name="connsiteY19" fmla="*/ 38894 h 603250"/>
                <a:gd name="connsiteX20" fmla="*/ 4833938 w 5072064"/>
                <a:gd name="connsiteY20" fmla="*/ 69850 h 603250"/>
                <a:gd name="connsiteX21" fmla="*/ 4710113 w 5072064"/>
                <a:gd name="connsiteY21" fmla="*/ 3175 h 603250"/>
                <a:gd name="connsiteX22" fmla="*/ 4500563 w 5072064"/>
                <a:gd name="connsiteY22" fmla="*/ 46038 h 603250"/>
                <a:gd name="connsiteX23" fmla="*/ 4252913 w 5072064"/>
                <a:gd name="connsiteY23" fmla="*/ 50800 h 603250"/>
                <a:gd name="connsiteX24" fmla="*/ 4071938 w 5072064"/>
                <a:gd name="connsiteY24" fmla="*/ 41275 h 603250"/>
                <a:gd name="connsiteX25" fmla="*/ 3910013 w 5072064"/>
                <a:gd name="connsiteY25" fmla="*/ 41275 h 603250"/>
                <a:gd name="connsiteX26" fmla="*/ 3786188 w 5072064"/>
                <a:gd name="connsiteY26" fmla="*/ 41275 h 603250"/>
                <a:gd name="connsiteX27" fmla="*/ 3617118 w 5072064"/>
                <a:gd name="connsiteY27" fmla="*/ 69850 h 603250"/>
                <a:gd name="connsiteX28" fmla="*/ 3438525 w 5072064"/>
                <a:gd name="connsiteY28" fmla="*/ 65088 h 603250"/>
                <a:gd name="connsiteX29" fmla="*/ 3200400 w 5072064"/>
                <a:gd name="connsiteY29" fmla="*/ 50800 h 603250"/>
                <a:gd name="connsiteX30" fmla="*/ 3000375 w 5072064"/>
                <a:gd name="connsiteY30" fmla="*/ 46038 h 603250"/>
                <a:gd name="connsiteX31" fmla="*/ 2924174 w 5072064"/>
                <a:gd name="connsiteY31" fmla="*/ 38893 h 603250"/>
                <a:gd name="connsiteX32" fmla="*/ 2738438 w 5072064"/>
                <a:gd name="connsiteY32" fmla="*/ 65088 h 603250"/>
                <a:gd name="connsiteX33" fmla="*/ 2476500 w 5072064"/>
                <a:gd name="connsiteY33" fmla="*/ 31750 h 603250"/>
                <a:gd name="connsiteX34" fmla="*/ 2052638 w 5072064"/>
                <a:gd name="connsiteY34" fmla="*/ 31750 h 603250"/>
                <a:gd name="connsiteX35" fmla="*/ 1804988 w 5072064"/>
                <a:gd name="connsiteY35" fmla="*/ 41275 h 603250"/>
                <a:gd name="connsiteX36" fmla="*/ 1590675 w 5072064"/>
                <a:gd name="connsiteY36" fmla="*/ 31750 h 603250"/>
                <a:gd name="connsiteX37" fmla="*/ 1428750 w 5072064"/>
                <a:gd name="connsiteY37" fmla="*/ 31750 h 603250"/>
                <a:gd name="connsiteX38" fmla="*/ 1243013 w 5072064"/>
                <a:gd name="connsiteY38" fmla="*/ 17463 h 603250"/>
                <a:gd name="connsiteX39" fmla="*/ 1028700 w 5072064"/>
                <a:gd name="connsiteY39" fmla="*/ 12700 h 603250"/>
                <a:gd name="connsiteX40" fmla="*/ 842963 w 5072064"/>
                <a:gd name="connsiteY40" fmla="*/ 31750 h 603250"/>
                <a:gd name="connsiteX41" fmla="*/ 647700 w 5072064"/>
                <a:gd name="connsiteY41" fmla="*/ 17463 h 603250"/>
                <a:gd name="connsiteX42" fmla="*/ 476250 w 5072064"/>
                <a:gd name="connsiteY42" fmla="*/ 26988 h 603250"/>
                <a:gd name="connsiteX43" fmla="*/ 352425 w 5072064"/>
                <a:gd name="connsiteY43" fmla="*/ 36513 h 603250"/>
                <a:gd name="connsiteX44" fmla="*/ 200025 w 5072064"/>
                <a:gd name="connsiteY44" fmla="*/ 3175 h 603250"/>
                <a:gd name="connsiteX45" fmla="*/ 0 w 5072064"/>
                <a:gd name="connsiteY45" fmla="*/ 26988 h 603250"/>
                <a:gd name="connsiteX0" fmla="*/ 0 w 5072064"/>
                <a:gd name="connsiteY0" fmla="*/ 26988 h 603250"/>
                <a:gd name="connsiteX1" fmla="*/ 4763 w 5072064"/>
                <a:gd name="connsiteY1" fmla="*/ 512763 h 603250"/>
                <a:gd name="connsiteX2" fmla="*/ 200025 w 5072064"/>
                <a:gd name="connsiteY2" fmla="*/ 503238 h 603250"/>
                <a:gd name="connsiteX3" fmla="*/ 466725 w 5072064"/>
                <a:gd name="connsiteY3" fmla="*/ 536575 h 603250"/>
                <a:gd name="connsiteX4" fmla="*/ 723900 w 5072064"/>
                <a:gd name="connsiteY4" fmla="*/ 508000 h 603250"/>
                <a:gd name="connsiteX5" fmla="*/ 1009650 w 5072064"/>
                <a:gd name="connsiteY5" fmla="*/ 546100 h 603250"/>
                <a:gd name="connsiteX6" fmla="*/ 1323975 w 5072064"/>
                <a:gd name="connsiteY6" fmla="*/ 555625 h 603250"/>
                <a:gd name="connsiteX7" fmla="*/ 1681163 w 5072064"/>
                <a:gd name="connsiteY7" fmla="*/ 579438 h 603250"/>
                <a:gd name="connsiteX8" fmla="*/ 2005013 w 5072064"/>
                <a:gd name="connsiteY8" fmla="*/ 603250 h 603250"/>
                <a:gd name="connsiteX9" fmla="*/ 2262188 w 5072064"/>
                <a:gd name="connsiteY9" fmla="*/ 603250 h 603250"/>
                <a:gd name="connsiteX10" fmla="*/ 2586038 w 5072064"/>
                <a:gd name="connsiteY10" fmla="*/ 574675 h 603250"/>
                <a:gd name="connsiteX11" fmla="*/ 3043238 w 5072064"/>
                <a:gd name="connsiteY11" fmla="*/ 555625 h 603250"/>
                <a:gd name="connsiteX12" fmla="*/ 3352800 w 5072064"/>
                <a:gd name="connsiteY12" fmla="*/ 560388 h 603250"/>
                <a:gd name="connsiteX13" fmla="*/ 3700463 w 5072064"/>
                <a:gd name="connsiteY13" fmla="*/ 574675 h 603250"/>
                <a:gd name="connsiteX14" fmla="*/ 4014788 w 5072064"/>
                <a:gd name="connsiteY14" fmla="*/ 603250 h 603250"/>
                <a:gd name="connsiteX15" fmla="*/ 4424363 w 5072064"/>
                <a:gd name="connsiteY15" fmla="*/ 588963 h 603250"/>
                <a:gd name="connsiteX16" fmla="*/ 4667250 w 5072064"/>
                <a:gd name="connsiteY16" fmla="*/ 569913 h 603250"/>
                <a:gd name="connsiteX17" fmla="*/ 5072064 w 5072064"/>
                <a:gd name="connsiteY17" fmla="*/ 572294 h 603250"/>
                <a:gd name="connsiteX18" fmla="*/ 5067300 w 5072064"/>
                <a:gd name="connsiteY18" fmla="*/ 41275 h 603250"/>
                <a:gd name="connsiteX19" fmla="*/ 4957762 w 5072064"/>
                <a:gd name="connsiteY19" fmla="*/ 38894 h 603250"/>
                <a:gd name="connsiteX20" fmla="*/ 4841081 w 5072064"/>
                <a:gd name="connsiteY20" fmla="*/ 69850 h 603250"/>
                <a:gd name="connsiteX21" fmla="*/ 4710113 w 5072064"/>
                <a:gd name="connsiteY21" fmla="*/ 3175 h 603250"/>
                <a:gd name="connsiteX22" fmla="*/ 4500563 w 5072064"/>
                <a:gd name="connsiteY22" fmla="*/ 46038 h 603250"/>
                <a:gd name="connsiteX23" fmla="*/ 4252913 w 5072064"/>
                <a:gd name="connsiteY23" fmla="*/ 50800 h 603250"/>
                <a:gd name="connsiteX24" fmla="*/ 4071938 w 5072064"/>
                <a:gd name="connsiteY24" fmla="*/ 41275 h 603250"/>
                <a:gd name="connsiteX25" fmla="*/ 3910013 w 5072064"/>
                <a:gd name="connsiteY25" fmla="*/ 41275 h 603250"/>
                <a:gd name="connsiteX26" fmla="*/ 3786188 w 5072064"/>
                <a:gd name="connsiteY26" fmla="*/ 41275 h 603250"/>
                <a:gd name="connsiteX27" fmla="*/ 3617118 w 5072064"/>
                <a:gd name="connsiteY27" fmla="*/ 69850 h 603250"/>
                <a:gd name="connsiteX28" fmla="*/ 3438525 w 5072064"/>
                <a:gd name="connsiteY28" fmla="*/ 65088 h 603250"/>
                <a:gd name="connsiteX29" fmla="*/ 3200400 w 5072064"/>
                <a:gd name="connsiteY29" fmla="*/ 50800 h 603250"/>
                <a:gd name="connsiteX30" fmla="*/ 3000375 w 5072064"/>
                <a:gd name="connsiteY30" fmla="*/ 46038 h 603250"/>
                <a:gd name="connsiteX31" fmla="*/ 2924174 w 5072064"/>
                <a:gd name="connsiteY31" fmla="*/ 38893 h 603250"/>
                <a:gd name="connsiteX32" fmla="*/ 2738438 w 5072064"/>
                <a:gd name="connsiteY32" fmla="*/ 65088 h 603250"/>
                <a:gd name="connsiteX33" fmla="*/ 2476500 w 5072064"/>
                <a:gd name="connsiteY33" fmla="*/ 31750 h 603250"/>
                <a:gd name="connsiteX34" fmla="*/ 2052638 w 5072064"/>
                <a:gd name="connsiteY34" fmla="*/ 31750 h 603250"/>
                <a:gd name="connsiteX35" fmla="*/ 1804988 w 5072064"/>
                <a:gd name="connsiteY35" fmla="*/ 41275 h 603250"/>
                <a:gd name="connsiteX36" fmla="*/ 1590675 w 5072064"/>
                <a:gd name="connsiteY36" fmla="*/ 31750 h 603250"/>
                <a:gd name="connsiteX37" fmla="*/ 1428750 w 5072064"/>
                <a:gd name="connsiteY37" fmla="*/ 31750 h 603250"/>
                <a:gd name="connsiteX38" fmla="*/ 1243013 w 5072064"/>
                <a:gd name="connsiteY38" fmla="*/ 17463 h 603250"/>
                <a:gd name="connsiteX39" fmla="*/ 1028700 w 5072064"/>
                <a:gd name="connsiteY39" fmla="*/ 12700 h 603250"/>
                <a:gd name="connsiteX40" fmla="*/ 842963 w 5072064"/>
                <a:gd name="connsiteY40" fmla="*/ 31750 h 603250"/>
                <a:gd name="connsiteX41" fmla="*/ 647700 w 5072064"/>
                <a:gd name="connsiteY41" fmla="*/ 17463 h 603250"/>
                <a:gd name="connsiteX42" fmla="*/ 476250 w 5072064"/>
                <a:gd name="connsiteY42" fmla="*/ 26988 h 603250"/>
                <a:gd name="connsiteX43" fmla="*/ 352425 w 5072064"/>
                <a:gd name="connsiteY43" fmla="*/ 36513 h 603250"/>
                <a:gd name="connsiteX44" fmla="*/ 200025 w 5072064"/>
                <a:gd name="connsiteY44" fmla="*/ 3175 h 603250"/>
                <a:gd name="connsiteX45" fmla="*/ 0 w 5072064"/>
                <a:gd name="connsiteY45" fmla="*/ 26988 h 603250"/>
                <a:gd name="connsiteX0" fmla="*/ 0 w 5072064"/>
                <a:gd name="connsiteY0" fmla="*/ 26988 h 603250"/>
                <a:gd name="connsiteX1" fmla="*/ 4763 w 5072064"/>
                <a:gd name="connsiteY1" fmla="*/ 512763 h 603250"/>
                <a:gd name="connsiteX2" fmla="*/ 200025 w 5072064"/>
                <a:gd name="connsiteY2" fmla="*/ 503238 h 603250"/>
                <a:gd name="connsiteX3" fmla="*/ 466725 w 5072064"/>
                <a:gd name="connsiteY3" fmla="*/ 536575 h 603250"/>
                <a:gd name="connsiteX4" fmla="*/ 723900 w 5072064"/>
                <a:gd name="connsiteY4" fmla="*/ 508000 h 603250"/>
                <a:gd name="connsiteX5" fmla="*/ 1009650 w 5072064"/>
                <a:gd name="connsiteY5" fmla="*/ 546100 h 603250"/>
                <a:gd name="connsiteX6" fmla="*/ 1323975 w 5072064"/>
                <a:gd name="connsiteY6" fmla="*/ 555625 h 603250"/>
                <a:gd name="connsiteX7" fmla="*/ 1681163 w 5072064"/>
                <a:gd name="connsiteY7" fmla="*/ 579438 h 603250"/>
                <a:gd name="connsiteX8" fmla="*/ 2005013 w 5072064"/>
                <a:gd name="connsiteY8" fmla="*/ 603250 h 603250"/>
                <a:gd name="connsiteX9" fmla="*/ 2262188 w 5072064"/>
                <a:gd name="connsiteY9" fmla="*/ 603250 h 603250"/>
                <a:gd name="connsiteX10" fmla="*/ 2586038 w 5072064"/>
                <a:gd name="connsiteY10" fmla="*/ 574675 h 603250"/>
                <a:gd name="connsiteX11" fmla="*/ 3043238 w 5072064"/>
                <a:gd name="connsiteY11" fmla="*/ 555625 h 603250"/>
                <a:gd name="connsiteX12" fmla="*/ 3352800 w 5072064"/>
                <a:gd name="connsiteY12" fmla="*/ 560388 h 603250"/>
                <a:gd name="connsiteX13" fmla="*/ 3700463 w 5072064"/>
                <a:gd name="connsiteY13" fmla="*/ 574675 h 603250"/>
                <a:gd name="connsiteX14" fmla="*/ 4014788 w 5072064"/>
                <a:gd name="connsiteY14" fmla="*/ 603250 h 603250"/>
                <a:gd name="connsiteX15" fmla="*/ 4424363 w 5072064"/>
                <a:gd name="connsiteY15" fmla="*/ 588963 h 603250"/>
                <a:gd name="connsiteX16" fmla="*/ 4667250 w 5072064"/>
                <a:gd name="connsiteY16" fmla="*/ 569913 h 603250"/>
                <a:gd name="connsiteX17" fmla="*/ 5072064 w 5072064"/>
                <a:gd name="connsiteY17" fmla="*/ 572294 h 603250"/>
                <a:gd name="connsiteX18" fmla="*/ 5067300 w 5072064"/>
                <a:gd name="connsiteY18" fmla="*/ 41275 h 603250"/>
                <a:gd name="connsiteX19" fmla="*/ 4957762 w 5072064"/>
                <a:gd name="connsiteY19" fmla="*/ 38894 h 603250"/>
                <a:gd name="connsiteX20" fmla="*/ 4841081 w 5072064"/>
                <a:gd name="connsiteY20" fmla="*/ 69850 h 603250"/>
                <a:gd name="connsiteX21" fmla="*/ 4710113 w 5072064"/>
                <a:gd name="connsiteY21" fmla="*/ 3175 h 603250"/>
                <a:gd name="connsiteX22" fmla="*/ 4500563 w 5072064"/>
                <a:gd name="connsiteY22" fmla="*/ 46038 h 603250"/>
                <a:gd name="connsiteX23" fmla="*/ 4210050 w 5072064"/>
                <a:gd name="connsiteY23" fmla="*/ 36513 h 603250"/>
                <a:gd name="connsiteX24" fmla="*/ 4071938 w 5072064"/>
                <a:gd name="connsiteY24" fmla="*/ 41275 h 603250"/>
                <a:gd name="connsiteX25" fmla="*/ 3910013 w 5072064"/>
                <a:gd name="connsiteY25" fmla="*/ 41275 h 603250"/>
                <a:gd name="connsiteX26" fmla="*/ 3786188 w 5072064"/>
                <a:gd name="connsiteY26" fmla="*/ 41275 h 603250"/>
                <a:gd name="connsiteX27" fmla="*/ 3617118 w 5072064"/>
                <a:gd name="connsiteY27" fmla="*/ 69850 h 603250"/>
                <a:gd name="connsiteX28" fmla="*/ 3438525 w 5072064"/>
                <a:gd name="connsiteY28" fmla="*/ 65088 h 603250"/>
                <a:gd name="connsiteX29" fmla="*/ 3200400 w 5072064"/>
                <a:gd name="connsiteY29" fmla="*/ 50800 h 603250"/>
                <a:gd name="connsiteX30" fmla="*/ 3000375 w 5072064"/>
                <a:gd name="connsiteY30" fmla="*/ 46038 h 603250"/>
                <a:gd name="connsiteX31" fmla="*/ 2924174 w 5072064"/>
                <a:gd name="connsiteY31" fmla="*/ 38893 h 603250"/>
                <a:gd name="connsiteX32" fmla="*/ 2738438 w 5072064"/>
                <a:gd name="connsiteY32" fmla="*/ 65088 h 603250"/>
                <a:gd name="connsiteX33" fmla="*/ 2476500 w 5072064"/>
                <a:gd name="connsiteY33" fmla="*/ 31750 h 603250"/>
                <a:gd name="connsiteX34" fmla="*/ 2052638 w 5072064"/>
                <a:gd name="connsiteY34" fmla="*/ 31750 h 603250"/>
                <a:gd name="connsiteX35" fmla="*/ 1804988 w 5072064"/>
                <a:gd name="connsiteY35" fmla="*/ 41275 h 603250"/>
                <a:gd name="connsiteX36" fmla="*/ 1590675 w 5072064"/>
                <a:gd name="connsiteY36" fmla="*/ 31750 h 603250"/>
                <a:gd name="connsiteX37" fmla="*/ 1428750 w 5072064"/>
                <a:gd name="connsiteY37" fmla="*/ 31750 h 603250"/>
                <a:gd name="connsiteX38" fmla="*/ 1243013 w 5072064"/>
                <a:gd name="connsiteY38" fmla="*/ 17463 h 603250"/>
                <a:gd name="connsiteX39" fmla="*/ 1028700 w 5072064"/>
                <a:gd name="connsiteY39" fmla="*/ 12700 h 603250"/>
                <a:gd name="connsiteX40" fmla="*/ 842963 w 5072064"/>
                <a:gd name="connsiteY40" fmla="*/ 31750 h 603250"/>
                <a:gd name="connsiteX41" fmla="*/ 647700 w 5072064"/>
                <a:gd name="connsiteY41" fmla="*/ 17463 h 603250"/>
                <a:gd name="connsiteX42" fmla="*/ 476250 w 5072064"/>
                <a:gd name="connsiteY42" fmla="*/ 26988 h 603250"/>
                <a:gd name="connsiteX43" fmla="*/ 352425 w 5072064"/>
                <a:gd name="connsiteY43" fmla="*/ 36513 h 603250"/>
                <a:gd name="connsiteX44" fmla="*/ 200025 w 5072064"/>
                <a:gd name="connsiteY44" fmla="*/ 3175 h 603250"/>
                <a:gd name="connsiteX45" fmla="*/ 0 w 5072064"/>
                <a:gd name="connsiteY45" fmla="*/ 26988 h 603250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1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1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5843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33936 w 5072064"/>
                <a:gd name="connsiteY20" fmla="*/ 38100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679156 w 5072064"/>
                <a:gd name="connsiteY21" fmla="*/ 28575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74406 w 5072064"/>
                <a:gd name="connsiteY21" fmla="*/ 30956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74406 w 5072064"/>
                <a:gd name="connsiteY21" fmla="*/ 30956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74406 w 5072064"/>
                <a:gd name="connsiteY21" fmla="*/ 30956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38699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55368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55368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55368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5049202 w 5072064"/>
                <a:gd name="connsiteY45" fmla="*/ 127159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39652 w 5072064"/>
                <a:gd name="connsiteY45" fmla="*/ 66675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46" fmla="*/ 4855368 w 5072064"/>
                <a:gd name="connsiteY46" fmla="*/ 66675 h 600075"/>
                <a:gd name="connsiteX0" fmla="*/ 4891087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46" fmla="*/ 4891087 w 5072064"/>
                <a:gd name="connsiteY46" fmla="*/ 66675 h 600075"/>
                <a:gd name="connsiteX0" fmla="*/ 4943475 w 5072064"/>
                <a:gd name="connsiteY0" fmla="*/ 38100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46" fmla="*/ 4943475 w 5072064"/>
                <a:gd name="connsiteY46" fmla="*/ 38100 h 600075"/>
                <a:gd name="connsiteX0" fmla="*/ 4943475 w 5072064"/>
                <a:gd name="connsiteY0" fmla="*/ 88503 h 650478"/>
                <a:gd name="connsiteX1" fmla="*/ 4783931 w 5072064"/>
                <a:gd name="connsiteY1" fmla="*/ 78978 h 650478"/>
                <a:gd name="connsiteX2" fmla="*/ 4679156 w 5072064"/>
                <a:gd name="connsiteY2" fmla="*/ 78978 h 650478"/>
                <a:gd name="connsiteX3" fmla="*/ 4500563 w 5072064"/>
                <a:gd name="connsiteY3" fmla="*/ 93266 h 650478"/>
                <a:gd name="connsiteX4" fmla="*/ 4210050 w 5072064"/>
                <a:gd name="connsiteY4" fmla="*/ 83741 h 650478"/>
                <a:gd name="connsiteX5" fmla="*/ 4071938 w 5072064"/>
                <a:gd name="connsiteY5" fmla="*/ 88503 h 650478"/>
                <a:gd name="connsiteX6" fmla="*/ 3910013 w 5072064"/>
                <a:gd name="connsiteY6" fmla="*/ 88503 h 650478"/>
                <a:gd name="connsiteX7" fmla="*/ 3786188 w 5072064"/>
                <a:gd name="connsiteY7" fmla="*/ 88503 h 650478"/>
                <a:gd name="connsiteX8" fmla="*/ 3617118 w 5072064"/>
                <a:gd name="connsiteY8" fmla="*/ 117078 h 650478"/>
                <a:gd name="connsiteX9" fmla="*/ 3438525 w 5072064"/>
                <a:gd name="connsiteY9" fmla="*/ 112316 h 650478"/>
                <a:gd name="connsiteX10" fmla="*/ 3200400 w 5072064"/>
                <a:gd name="connsiteY10" fmla="*/ 98028 h 650478"/>
                <a:gd name="connsiteX11" fmla="*/ 3000375 w 5072064"/>
                <a:gd name="connsiteY11" fmla="*/ 93266 h 650478"/>
                <a:gd name="connsiteX12" fmla="*/ 2924174 w 5072064"/>
                <a:gd name="connsiteY12" fmla="*/ 86121 h 650478"/>
                <a:gd name="connsiteX13" fmla="*/ 2738438 w 5072064"/>
                <a:gd name="connsiteY13" fmla="*/ 112316 h 650478"/>
                <a:gd name="connsiteX14" fmla="*/ 2476500 w 5072064"/>
                <a:gd name="connsiteY14" fmla="*/ 78978 h 650478"/>
                <a:gd name="connsiteX15" fmla="*/ 2052638 w 5072064"/>
                <a:gd name="connsiteY15" fmla="*/ 78978 h 650478"/>
                <a:gd name="connsiteX16" fmla="*/ 1804988 w 5072064"/>
                <a:gd name="connsiteY16" fmla="*/ 88503 h 650478"/>
                <a:gd name="connsiteX17" fmla="*/ 1590675 w 5072064"/>
                <a:gd name="connsiteY17" fmla="*/ 78978 h 650478"/>
                <a:gd name="connsiteX18" fmla="*/ 1428750 w 5072064"/>
                <a:gd name="connsiteY18" fmla="*/ 78978 h 650478"/>
                <a:gd name="connsiteX19" fmla="*/ 1243013 w 5072064"/>
                <a:gd name="connsiteY19" fmla="*/ 64691 h 650478"/>
                <a:gd name="connsiteX20" fmla="*/ 1028700 w 5072064"/>
                <a:gd name="connsiteY20" fmla="*/ 59928 h 650478"/>
                <a:gd name="connsiteX21" fmla="*/ 842963 w 5072064"/>
                <a:gd name="connsiteY21" fmla="*/ 78978 h 650478"/>
                <a:gd name="connsiteX22" fmla="*/ 647700 w 5072064"/>
                <a:gd name="connsiteY22" fmla="*/ 64691 h 650478"/>
                <a:gd name="connsiteX23" fmla="*/ 476250 w 5072064"/>
                <a:gd name="connsiteY23" fmla="*/ 74216 h 650478"/>
                <a:gd name="connsiteX24" fmla="*/ 352425 w 5072064"/>
                <a:gd name="connsiteY24" fmla="*/ 83741 h 650478"/>
                <a:gd name="connsiteX25" fmla="*/ 200025 w 5072064"/>
                <a:gd name="connsiteY25" fmla="*/ 50403 h 650478"/>
                <a:gd name="connsiteX26" fmla="*/ 0 w 5072064"/>
                <a:gd name="connsiteY26" fmla="*/ 74216 h 650478"/>
                <a:gd name="connsiteX27" fmla="*/ 4763 w 5072064"/>
                <a:gd name="connsiteY27" fmla="*/ 559991 h 650478"/>
                <a:gd name="connsiteX28" fmla="*/ 200025 w 5072064"/>
                <a:gd name="connsiteY28" fmla="*/ 550466 h 650478"/>
                <a:gd name="connsiteX29" fmla="*/ 466725 w 5072064"/>
                <a:gd name="connsiteY29" fmla="*/ 583803 h 650478"/>
                <a:gd name="connsiteX30" fmla="*/ 723900 w 5072064"/>
                <a:gd name="connsiteY30" fmla="*/ 555228 h 650478"/>
                <a:gd name="connsiteX31" fmla="*/ 1009650 w 5072064"/>
                <a:gd name="connsiteY31" fmla="*/ 593328 h 650478"/>
                <a:gd name="connsiteX32" fmla="*/ 1323975 w 5072064"/>
                <a:gd name="connsiteY32" fmla="*/ 602853 h 650478"/>
                <a:gd name="connsiteX33" fmla="*/ 1681163 w 5072064"/>
                <a:gd name="connsiteY33" fmla="*/ 626666 h 650478"/>
                <a:gd name="connsiteX34" fmla="*/ 2005013 w 5072064"/>
                <a:gd name="connsiteY34" fmla="*/ 650478 h 650478"/>
                <a:gd name="connsiteX35" fmla="*/ 2262188 w 5072064"/>
                <a:gd name="connsiteY35" fmla="*/ 650478 h 650478"/>
                <a:gd name="connsiteX36" fmla="*/ 2586038 w 5072064"/>
                <a:gd name="connsiteY36" fmla="*/ 621903 h 650478"/>
                <a:gd name="connsiteX37" fmla="*/ 3043238 w 5072064"/>
                <a:gd name="connsiteY37" fmla="*/ 602853 h 650478"/>
                <a:gd name="connsiteX38" fmla="*/ 3352800 w 5072064"/>
                <a:gd name="connsiteY38" fmla="*/ 607616 h 650478"/>
                <a:gd name="connsiteX39" fmla="*/ 3700463 w 5072064"/>
                <a:gd name="connsiteY39" fmla="*/ 621903 h 650478"/>
                <a:gd name="connsiteX40" fmla="*/ 4014788 w 5072064"/>
                <a:gd name="connsiteY40" fmla="*/ 650478 h 650478"/>
                <a:gd name="connsiteX41" fmla="*/ 4424363 w 5072064"/>
                <a:gd name="connsiteY41" fmla="*/ 636191 h 650478"/>
                <a:gd name="connsiteX42" fmla="*/ 4667250 w 5072064"/>
                <a:gd name="connsiteY42" fmla="*/ 617141 h 650478"/>
                <a:gd name="connsiteX43" fmla="*/ 5072064 w 5072064"/>
                <a:gd name="connsiteY43" fmla="*/ 619522 h 650478"/>
                <a:gd name="connsiteX44" fmla="*/ 5067300 w 5072064"/>
                <a:gd name="connsiteY44" fmla="*/ 88503 h 650478"/>
                <a:gd name="connsiteX45" fmla="*/ 4943475 w 5072064"/>
                <a:gd name="connsiteY45" fmla="*/ 88503 h 650478"/>
                <a:gd name="connsiteX0" fmla="*/ 4943475 w 5072064"/>
                <a:gd name="connsiteY0" fmla="*/ 38100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943475 w 5072064"/>
                <a:gd name="connsiteY45" fmla="*/ 38100 h 600075"/>
                <a:gd name="connsiteX0" fmla="*/ 4943475 w 5072064"/>
                <a:gd name="connsiteY0" fmla="*/ 38100 h 600075"/>
                <a:gd name="connsiteX1" fmla="*/ 4855369 w 5072064"/>
                <a:gd name="connsiteY1" fmla="*/ 35719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7700 w 5072064"/>
                <a:gd name="connsiteY23" fmla="*/ 14288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9688 h 601663"/>
                <a:gd name="connsiteX1" fmla="*/ 4838700 w 5072064"/>
                <a:gd name="connsiteY1" fmla="*/ 1588 h 601663"/>
                <a:gd name="connsiteX2" fmla="*/ 4783931 w 5072064"/>
                <a:gd name="connsiteY2" fmla="*/ 30163 h 601663"/>
                <a:gd name="connsiteX3" fmla="*/ 4679156 w 5072064"/>
                <a:gd name="connsiteY3" fmla="*/ 30163 h 601663"/>
                <a:gd name="connsiteX4" fmla="*/ 4500563 w 5072064"/>
                <a:gd name="connsiteY4" fmla="*/ 44451 h 601663"/>
                <a:gd name="connsiteX5" fmla="*/ 4210050 w 5072064"/>
                <a:gd name="connsiteY5" fmla="*/ 34926 h 601663"/>
                <a:gd name="connsiteX6" fmla="*/ 4071938 w 5072064"/>
                <a:gd name="connsiteY6" fmla="*/ 39688 h 601663"/>
                <a:gd name="connsiteX7" fmla="*/ 3910013 w 5072064"/>
                <a:gd name="connsiteY7" fmla="*/ 39688 h 601663"/>
                <a:gd name="connsiteX8" fmla="*/ 3786188 w 5072064"/>
                <a:gd name="connsiteY8" fmla="*/ 39688 h 601663"/>
                <a:gd name="connsiteX9" fmla="*/ 3617118 w 5072064"/>
                <a:gd name="connsiteY9" fmla="*/ 68263 h 601663"/>
                <a:gd name="connsiteX10" fmla="*/ 3438525 w 5072064"/>
                <a:gd name="connsiteY10" fmla="*/ 63501 h 601663"/>
                <a:gd name="connsiteX11" fmla="*/ 3200400 w 5072064"/>
                <a:gd name="connsiteY11" fmla="*/ 49213 h 601663"/>
                <a:gd name="connsiteX12" fmla="*/ 3000375 w 5072064"/>
                <a:gd name="connsiteY12" fmla="*/ 44451 h 601663"/>
                <a:gd name="connsiteX13" fmla="*/ 2924174 w 5072064"/>
                <a:gd name="connsiteY13" fmla="*/ 37306 h 601663"/>
                <a:gd name="connsiteX14" fmla="*/ 2738438 w 5072064"/>
                <a:gd name="connsiteY14" fmla="*/ 63501 h 601663"/>
                <a:gd name="connsiteX15" fmla="*/ 2476500 w 5072064"/>
                <a:gd name="connsiteY15" fmla="*/ 30163 h 601663"/>
                <a:gd name="connsiteX16" fmla="*/ 2052638 w 5072064"/>
                <a:gd name="connsiteY16" fmla="*/ 30163 h 601663"/>
                <a:gd name="connsiteX17" fmla="*/ 1804988 w 5072064"/>
                <a:gd name="connsiteY17" fmla="*/ 39688 h 601663"/>
                <a:gd name="connsiteX18" fmla="*/ 1590675 w 5072064"/>
                <a:gd name="connsiteY18" fmla="*/ 30163 h 601663"/>
                <a:gd name="connsiteX19" fmla="*/ 1428750 w 5072064"/>
                <a:gd name="connsiteY19" fmla="*/ 30163 h 601663"/>
                <a:gd name="connsiteX20" fmla="*/ 1243013 w 5072064"/>
                <a:gd name="connsiteY20" fmla="*/ 15876 h 601663"/>
                <a:gd name="connsiteX21" fmla="*/ 1028700 w 5072064"/>
                <a:gd name="connsiteY21" fmla="*/ 11113 h 601663"/>
                <a:gd name="connsiteX22" fmla="*/ 842963 w 5072064"/>
                <a:gd name="connsiteY22" fmla="*/ 30163 h 601663"/>
                <a:gd name="connsiteX23" fmla="*/ 647700 w 5072064"/>
                <a:gd name="connsiteY23" fmla="*/ 15876 h 601663"/>
                <a:gd name="connsiteX24" fmla="*/ 476250 w 5072064"/>
                <a:gd name="connsiteY24" fmla="*/ 25401 h 601663"/>
                <a:gd name="connsiteX25" fmla="*/ 352425 w 5072064"/>
                <a:gd name="connsiteY25" fmla="*/ 34926 h 601663"/>
                <a:gd name="connsiteX26" fmla="*/ 200025 w 5072064"/>
                <a:gd name="connsiteY26" fmla="*/ 1588 h 601663"/>
                <a:gd name="connsiteX27" fmla="*/ 0 w 5072064"/>
                <a:gd name="connsiteY27" fmla="*/ 25401 h 601663"/>
                <a:gd name="connsiteX28" fmla="*/ 4763 w 5072064"/>
                <a:gd name="connsiteY28" fmla="*/ 511176 h 601663"/>
                <a:gd name="connsiteX29" fmla="*/ 200025 w 5072064"/>
                <a:gd name="connsiteY29" fmla="*/ 501651 h 601663"/>
                <a:gd name="connsiteX30" fmla="*/ 466725 w 5072064"/>
                <a:gd name="connsiteY30" fmla="*/ 534988 h 601663"/>
                <a:gd name="connsiteX31" fmla="*/ 723900 w 5072064"/>
                <a:gd name="connsiteY31" fmla="*/ 506413 h 601663"/>
                <a:gd name="connsiteX32" fmla="*/ 1009650 w 5072064"/>
                <a:gd name="connsiteY32" fmla="*/ 544513 h 601663"/>
                <a:gd name="connsiteX33" fmla="*/ 1323975 w 5072064"/>
                <a:gd name="connsiteY33" fmla="*/ 554038 h 601663"/>
                <a:gd name="connsiteX34" fmla="*/ 1681163 w 5072064"/>
                <a:gd name="connsiteY34" fmla="*/ 577851 h 601663"/>
                <a:gd name="connsiteX35" fmla="*/ 2005013 w 5072064"/>
                <a:gd name="connsiteY35" fmla="*/ 601663 h 601663"/>
                <a:gd name="connsiteX36" fmla="*/ 2262188 w 5072064"/>
                <a:gd name="connsiteY36" fmla="*/ 601663 h 601663"/>
                <a:gd name="connsiteX37" fmla="*/ 2586038 w 5072064"/>
                <a:gd name="connsiteY37" fmla="*/ 573088 h 601663"/>
                <a:gd name="connsiteX38" fmla="*/ 3043238 w 5072064"/>
                <a:gd name="connsiteY38" fmla="*/ 554038 h 601663"/>
                <a:gd name="connsiteX39" fmla="*/ 3352800 w 5072064"/>
                <a:gd name="connsiteY39" fmla="*/ 558801 h 601663"/>
                <a:gd name="connsiteX40" fmla="*/ 3700463 w 5072064"/>
                <a:gd name="connsiteY40" fmla="*/ 573088 h 601663"/>
                <a:gd name="connsiteX41" fmla="*/ 4014788 w 5072064"/>
                <a:gd name="connsiteY41" fmla="*/ 601663 h 601663"/>
                <a:gd name="connsiteX42" fmla="*/ 4424363 w 5072064"/>
                <a:gd name="connsiteY42" fmla="*/ 587376 h 601663"/>
                <a:gd name="connsiteX43" fmla="*/ 4667250 w 5072064"/>
                <a:gd name="connsiteY43" fmla="*/ 568326 h 601663"/>
                <a:gd name="connsiteX44" fmla="*/ 5072064 w 5072064"/>
                <a:gd name="connsiteY44" fmla="*/ 570707 h 601663"/>
                <a:gd name="connsiteX45" fmla="*/ 5067300 w 5072064"/>
                <a:gd name="connsiteY45" fmla="*/ 39688 h 601663"/>
                <a:gd name="connsiteX46" fmla="*/ 4943475 w 5072064"/>
                <a:gd name="connsiteY46" fmla="*/ 39688 h 601663"/>
                <a:gd name="connsiteX0" fmla="*/ 4943475 w 5072064"/>
                <a:gd name="connsiteY0" fmla="*/ 39688 h 601663"/>
                <a:gd name="connsiteX1" fmla="*/ 4838700 w 5072064"/>
                <a:gd name="connsiteY1" fmla="*/ 1588 h 601663"/>
                <a:gd name="connsiteX2" fmla="*/ 4783931 w 5072064"/>
                <a:gd name="connsiteY2" fmla="*/ 30163 h 601663"/>
                <a:gd name="connsiteX3" fmla="*/ 4679156 w 5072064"/>
                <a:gd name="connsiteY3" fmla="*/ 30163 h 601663"/>
                <a:gd name="connsiteX4" fmla="*/ 4500563 w 5072064"/>
                <a:gd name="connsiteY4" fmla="*/ 44451 h 601663"/>
                <a:gd name="connsiteX5" fmla="*/ 4210050 w 5072064"/>
                <a:gd name="connsiteY5" fmla="*/ 34926 h 601663"/>
                <a:gd name="connsiteX6" fmla="*/ 4071938 w 5072064"/>
                <a:gd name="connsiteY6" fmla="*/ 39688 h 601663"/>
                <a:gd name="connsiteX7" fmla="*/ 3910013 w 5072064"/>
                <a:gd name="connsiteY7" fmla="*/ 39688 h 601663"/>
                <a:gd name="connsiteX8" fmla="*/ 3786188 w 5072064"/>
                <a:gd name="connsiteY8" fmla="*/ 39688 h 601663"/>
                <a:gd name="connsiteX9" fmla="*/ 3617118 w 5072064"/>
                <a:gd name="connsiteY9" fmla="*/ 68263 h 601663"/>
                <a:gd name="connsiteX10" fmla="*/ 3438525 w 5072064"/>
                <a:gd name="connsiteY10" fmla="*/ 63501 h 601663"/>
                <a:gd name="connsiteX11" fmla="*/ 3200400 w 5072064"/>
                <a:gd name="connsiteY11" fmla="*/ 49213 h 601663"/>
                <a:gd name="connsiteX12" fmla="*/ 3000375 w 5072064"/>
                <a:gd name="connsiteY12" fmla="*/ 44451 h 601663"/>
                <a:gd name="connsiteX13" fmla="*/ 2924174 w 5072064"/>
                <a:gd name="connsiteY13" fmla="*/ 37306 h 601663"/>
                <a:gd name="connsiteX14" fmla="*/ 2738438 w 5072064"/>
                <a:gd name="connsiteY14" fmla="*/ 63501 h 601663"/>
                <a:gd name="connsiteX15" fmla="*/ 2476500 w 5072064"/>
                <a:gd name="connsiteY15" fmla="*/ 30163 h 601663"/>
                <a:gd name="connsiteX16" fmla="*/ 2052638 w 5072064"/>
                <a:gd name="connsiteY16" fmla="*/ 30163 h 601663"/>
                <a:gd name="connsiteX17" fmla="*/ 1804988 w 5072064"/>
                <a:gd name="connsiteY17" fmla="*/ 39688 h 601663"/>
                <a:gd name="connsiteX18" fmla="*/ 1590675 w 5072064"/>
                <a:gd name="connsiteY18" fmla="*/ 30163 h 601663"/>
                <a:gd name="connsiteX19" fmla="*/ 1428750 w 5072064"/>
                <a:gd name="connsiteY19" fmla="*/ 30163 h 601663"/>
                <a:gd name="connsiteX20" fmla="*/ 1243013 w 5072064"/>
                <a:gd name="connsiteY20" fmla="*/ 15876 h 601663"/>
                <a:gd name="connsiteX21" fmla="*/ 1028700 w 5072064"/>
                <a:gd name="connsiteY21" fmla="*/ 11113 h 601663"/>
                <a:gd name="connsiteX22" fmla="*/ 842963 w 5072064"/>
                <a:gd name="connsiteY22" fmla="*/ 30163 h 601663"/>
                <a:gd name="connsiteX23" fmla="*/ 647700 w 5072064"/>
                <a:gd name="connsiteY23" fmla="*/ 15876 h 601663"/>
                <a:gd name="connsiteX24" fmla="*/ 476250 w 5072064"/>
                <a:gd name="connsiteY24" fmla="*/ 25401 h 601663"/>
                <a:gd name="connsiteX25" fmla="*/ 352425 w 5072064"/>
                <a:gd name="connsiteY25" fmla="*/ 34926 h 601663"/>
                <a:gd name="connsiteX26" fmla="*/ 200025 w 5072064"/>
                <a:gd name="connsiteY26" fmla="*/ 1588 h 601663"/>
                <a:gd name="connsiteX27" fmla="*/ 0 w 5072064"/>
                <a:gd name="connsiteY27" fmla="*/ 25401 h 601663"/>
                <a:gd name="connsiteX28" fmla="*/ 4763 w 5072064"/>
                <a:gd name="connsiteY28" fmla="*/ 511176 h 601663"/>
                <a:gd name="connsiteX29" fmla="*/ 200025 w 5072064"/>
                <a:gd name="connsiteY29" fmla="*/ 501651 h 601663"/>
                <a:gd name="connsiteX30" fmla="*/ 466725 w 5072064"/>
                <a:gd name="connsiteY30" fmla="*/ 534988 h 601663"/>
                <a:gd name="connsiteX31" fmla="*/ 723900 w 5072064"/>
                <a:gd name="connsiteY31" fmla="*/ 506413 h 601663"/>
                <a:gd name="connsiteX32" fmla="*/ 1009650 w 5072064"/>
                <a:gd name="connsiteY32" fmla="*/ 544513 h 601663"/>
                <a:gd name="connsiteX33" fmla="*/ 1323975 w 5072064"/>
                <a:gd name="connsiteY33" fmla="*/ 554038 h 601663"/>
                <a:gd name="connsiteX34" fmla="*/ 1681163 w 5072064"/>
                <a:gd name="connsiteY34" fmla="*/ 577851 h 601663"/>
                <a:gd name="connsiteX35" fmla="*/ 2005013 w 5072064"/>
                <a:gd name="connsiteY35" fmla="*/ 601663 h 601663"/>
                <a:gd name="connsiteX36" fmla="*/ 2262188 w 5072064"/>
                <a:gd name="connsiteY36" fmla="*/ 601663 h 601663"/>
                <a:gd name="connsiteX37" fmla="*/ 2586038 w 5072064"/>
                <a:gd name="connsiteY37" fmla="*/ 573088 h 601663"/>
                <a:gd name="connsiteX38" fmla="*/ 3043238 w 5072064"/>
                <a:gd name="connsiteY38" fmla="*/ 554038 h 601663"/>
                <a:gd name="connsiteX39" fmla="*/ 3352800 w 5072064"/>
                <a:gd name="connsiteY39" fmla="*/ 558801 h 601663"/>
                <a:gd name="connsiteX40" fmla="*/ 3700463 w 5072064"/>
                <a:gd name="connsiteY40" fmla="*/ 573088 h 601663"/>
                <a:gd name="connsiteX41" fmla="*/ 4014788 w 5072064"/>
                <a:gd name="connsiteY41" fmla="*/ 601663 h 601663"/>
                <a:gd name="connsiteX42" fmla="*/ 4424363 w 5072064"/>
                <a:gd name="connsiteY42" fmla="*/ 587376 h 601663"/>
                <a:gd name="connsiteX43" fmla="*/ 4667250 w 5072064"/>
                <a:gd name="connsiteY43" fmla="*/ 568326 h 601663"/>
                <a:gd name="connsiteX44" fmla="*/ 5072064 w 5072064"/>
                <a:gd name="connsiteY44" fmla="*/ 570707 h 601663"/>
                <a:gd name="connsiteX45" fmla="*/ 5067300 w 5072064"/>
                <a:gd name="connsiteY45" fmla="*/ 39688 h 601663"/>
                <a:gd name="connsiteX46" fmla="*/ 4943475 w 5072064"/>
                <a:gd name="connsiteY46" fmla="*/ 39688 h 601663"/>
                <a:gd name="connsiteX0" fmla="*/ 4943475 w 5072064"/>
                <a:gd name="connsiteY0" fmla="*/ 38100 h 600075"/>
                <a:gd name="connsiteX1" fmla="*/ 4838700 w 5072064"/>
                <a:gd name="connsiteY1" fmla="*/ 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7700 w 5072064"/>
                <a:gd name="connsiteY23" fmla="*/ 14288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7700 w 5072064"/>
                <a:gd name="connsiteY23" fmla="*/ 14288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5319 w 5072064"/>
                <a:gd name="connsiteY23" fmla="*/ 30957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5319 w 5072064"/>
                <a:gd name="connsiteY23" fmla="*/ 30957 h 600075"/>
                <a:gd name="connsiteX24" fmla="*/ 466725 w 5072064"/>
                <a:gd name="connsiteY24" fmla="*/ 33338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59631 w 5072064"/>
                <a:gd name="connsiteY22" fmla="*/ 28575 h 600075"/>
                <a:gd name="connsiteX23" fmla="*/ 645319 w 5072064"/>
                <a:gd name="connsiteY23" fmla="*/ 30957 h 600075"/>
                <a:gd name="connsiteX24" fmla="*/ 466725 w 5072064"/>
                <a:gd name="connsiteY24" fmla="*/ 33338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7725 w 5072064"/>
                <a:gd name="connsiteY22" fmla="*/ 30956 h 600075"/>
                <a:gd name="connsiteX23" fmla="*/ 645319 w 5072064"/>
                <a:gd name="connsiteY23" fmla="*/ 30957 h 600075"/>
                <a:gd name="connsiteX24" fmla="*/ 466725 w 5072064"/>
                <a:gd name="connsiteY24" fmla="*/ 33338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072064" h="600075">
                  <a:moveTo>
                    <a:pt x="4943475" y="38100"/>
                  </a:moveTo>
                  <a:lnTo>
                    <a:pt x="4826793" y="38100"/>
                  </a:lnTo>
                  <a:lnTo>
                    <a:pt x="4783931" y="28575"/>
                  </a:lnTo>
                  <a:cubicBezTo>
                    <a:pt x="4756944" y="27384"/>
                    <a:pt x="4724796" y="26591"/>
                    <a:pt x="4679156" y="28575"/>
                  </a:cubicBezTo>
                  <a:lnTo>
                    <a:pt x="4500563" y="42863"/>
                  </a:lnTo>
                  <a:lnTo>
                    <a:pt x="4210050" y="33338"/>
                  </a:lnTo>
                  <a:lnTo>
                    <a:pt x="4071938" y="38100"/>
                  </a:lnTo>
                  <a:lnTo>
                    <a:pt x="3910013" y="38100"/>
                  </a:lnTo>
                  <a:lnTo>
                    <a:pt x="3786188" y="38100"/>
                  </a:lnTo>
                  <a:lnTo>
                    <a:pt x="3617118" y="66675"/>
                  </a:lnTo>
                  <a:lnTo>
                    <a:pt x="3438525" y="61913"/>
                  </a:lnTo>
                  <a:lnTo>
                    <a:pt x="3200400" y="47625"/>
                  </a:lnTo>
                  <a:lnTo>
                    <a:pt x="3000375" y="42863"/>
                  </a:lnTo>
                  <a:lnTo>
                    <a:pt x="2924174" y="35718"/>
                  </a:lnTo>
                  <a:lnTo>
                    <a:pt x="2738438" y="61913"/>
                  </a:lnTo>
                  <a:lnTo>
                    <a:pt x="2476500" y="28575"/>
                  </a:lnTo>
                  <a:lnTo>
                    <a:pt x="2052638" y="28575"/>
                  </a:lnTo>
                  <a:lnTo>
                    <a:pt x="1804988" y="38100"/>
                  </a:lnTo>
                  <a:lnTo>
                    <a:pt x="1590675" y="28575"/>
                  </a:lnTo>
                  <a:lnTo>
                    <a:pt x="1428750" y="28575"/>
                  </a:lnTo>
                  <a:lnTo>
                    <a:pt x="1243013" y="14288"/>
                  </a:lnTo>
                  <a:lnTo>
                    <a:pt x="1028700" y="9525"/>
                  </a:lnTo>
                  <a:lnTo>
                    <a:pt x="847725" y="30956"/>
                  </a:lnTo>
                  <a:lnTo>
                    <a:pt x="645319" y="30957"/>
                  </a:lnTo>
                  <a:lnTo>
                    <a:pt x="466725" y="33338"/>
                  </a:lnTo>
                  <a:lnTo>
                    <a:pt x="352425" y="33338"/>
                  </a:lnTo>
                  <a:lnTo>
                    <a:pt x="200025" y="0"/>
                  </a:lnTo>
                  <a:lnTo>
                    <a:pt x="0" y="23813"/>
                  </a:lnTo>
                  <a:cubicBezTo>
                    <a:pt x="1588" y="185738"/>
                    <a:pt x="3175" y="347663"/>
                    <a:pt x="4763" y="509588"/>
                  </a:cubicBezTo>
                  <a:lnTo>
                    <a:pt x="200025" y="500063"/>
                  </a:lnTo>
                  <a:lnTo>
                    <a:pt x="466725" y="533400"/>
                  </a:lnTo>
                  <a:lnTo>
                    <a:pt x="723900" y="504825"/>
                  </a:lnTo>
                  <a:lnTo>
                    <a:pt x="1009650" y="542925"/>
                  </a:lnTo>
                  <a:lnTo>
                    <a:pt x="1323975" y="552450"/>
                  </a:lnTo>
                  <a:lnTo>
                    <a:pt x="1681163" y="576263"/>
                  </a:lnTo>
                  <a:lnTo>
                    <a:pt x="2005013" y="600075"/>
                  </a:lnTo>
                  <a:lnTo>
                    <a:pt x="2262188" y="600075"/>
                  </a:lnTo>
                  <a:lnTo>
                    <a:pt x="2586038" y="571500"/>
                  </a:lnTo>
                  <a:lnTo>
                    <a:pt x="3043238" y="552450"/>
                  </a:lnTo>
                  <a:lnTo>
                    <a:pt x="3352800" y="557213"/>
                  </a:lnTo>
                  <a:lnTo>
                    <a:pt x="3700463" y="571500"/>
                  </a:lnTo>
                  <a:lnTo>
                    <a:pt x="4014788" y="600075"/>
                  </a:lnTo>
                  <a:lnTo>
                    <a:pt x="4424363" y="585788"/>
                  </a:lnTo>
                  <a:lnTo>
                    <a:pt x="4667250" y="566738"/>
                  </a:lnTo>
                  <a:lnTo>
                    <a:pt x="5072064" y="569119"/>
                  </a:lnTo>
                  <a:lnTo>
                    <a:pt x="5067300" y="38100"/>
                  </a:lnTo>
                  <a:lnTo>
                    <a:pt x="4943475" y="3810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1057325" y="7572021"/>
              <a:ext cx="5062538" cy="266700"/>
            </a:xfrm>
            <a:custGeom>
              <a:avLst/>
              <a:gdLst>
                <a:gd name="connsiteX0" fmla="*/ 0 w 5076825"/>
                <a:gd name="connsiteY0" fmla="*/ 9525 h 266700"/>
                <a:gd name="connsiteX1" fmla="*/ 14288 w 5076825"/>
                <a:gd name="connsiteY1" fmla="*/ 223838 h 266700"/>
                <a:gd name="connsiteX2" fmla="*/ 114300 w 5076825"/>
                <a:gd name="connsiteY2" fmla="*/ 214313 h 266700"/>
                <a:gd name="connsiteX3" fmla="*/ 228600 w 5076825"/>
                <a:gd name="connsiteY3" fmla="*/ 219075 h 266700"/>
                <a:gd name="connsiteX4" fmla="*/ 361950 w 5076825"/>
                <a:gd name="connsiteY4" fmla="*/ 233363 h 266700"/>
                <a:gd name="connsiteX5" fmla="*/ 576263 w 5076825"/>
                <a:gd name="connsiteY5" fmla="*/ 223838 h 266700"/>
                <a:gd name="connsiteX6" fmla="*/ 838200 w 5076825"/>
                <a:gd name="connsiteY6" fmla="*/ 223838 h 266700"/>
                <a:gd name="connsiteX7" fmla="*/ 1033463 w 5076825"/>
                <a:gd name="connsiteY7" fmla="*/ 204788 h 266700"/>
                <a:gd name="connsiteX8" fmla="*/ 1295400 w 5076825"/>
                <a:gd name="connsiteY8" fmla="*/ 219075 h 266700"/>
                <a:gd name="connsiteX9" fmla="*/ 1476375 w 5076825"/>
                <a:gd name="connsiteY9" fmla="*/ 228600 h 266700"/>
                <a:gd name="connsiteX10" fmla="*/ 1690688 w 5076825"/>
                <a:gd name="connsiteY10" fmla="*/ 223838 h 266700"/>
                <a:gd name="connsiteX11" fmla="*/ 1933575 w 5076825"/>
                <a:gd name="connsiteY11" fmla="*/ 233363 h 266700"/>
                <a:gd name="connsiteX12" fmla="*/ 2266950 w 5076825"/>
                <a:gd name="connsiteY12" fmla="*/ 223838 h 266700"/>
                <a:gd name="connsiteX13" fmla="*/ 2471738 w 5076825"/>
                <a:gd name="connsiteY13" fmla="*/ 223838 h 266700"/>
                <a:gd name="connsiteX14" fmla="*/ 2652713 w 5076825"/>
                <a:gd name="connsiteY14" fmla="*/ 238125 h 266700"/>
                <a:gd name="connsiteX15" fmla="*/ 2800350 w 5076825"/>
                <a:gd name="connsiteY15" fmla="*/ 261938 h 266700"/>
                <a:gd name="connsiteX16" fmla="*/ 2924175 w 5076825"/>
                <a:gd name="connsiteY16" fmla="*/ 242888 h 266700"/>
                <a:gd name="connsiteX17" fmla="*/ 3190875 w 5076825"/>
                <a:gd name="connsiteY17" fmla="*/ 252413 h 266700"/>
                <a:gd name="connsiteX18" fmla="*/ 3400425 w 5076825"/>
                <a:gd name="connsiteY18" fmla="*/ 257175 h 266700"/>
                <a:gd name="connsiteX19" fmla="*/ 3614738 w 5076825"/>
                <a:gd name="connsiteY19" fmla="*/ 266700 h 266700"/>
                <a:gd name="connsiteX20" fmla="*/ 3819525 w 5076825"/>
                <a:gd name="connsiteY20" fmla="*/ 233363 h 266700"/>
                <a:gd name="connsiteX21" fmla="*/ 4086225 w 5076825"/>
                <a:gd name="connsiteY21" fmla="*/ 233363 h 266700"/>
                <a:gd name="connsiteX22" fmla="*/ 4219575 w 5076825"/>
                <a:gd name="connsiteY22" fmla="*/ 238125 h 266700"/>
                <a:gd name="connsiteX23" fmla="*/ 4333875 w 5076825"/>
                <a:gd name="connsiteY23" fmla="*/ 247650 h 266700"/>
                <a:gd name="connsiteX24" fmla="*/ 4457700 w 5076825"/>
                <a:gd name="connsiteY24" fmla="*/ 242888 h 266700"/>
                <a:gd name="connsiteX25" fmla="*/ 4576763 w 5076825"/>
                <a:gd name="connsiteY25" fmla="*/ 233363 h 266700"/>
                <a:gd name="connsiteX26" fmla="*/ 4705350 w 5076825"/>
                <a:gd name="connsiteY26" fmla="*/ 219075 h 266700"/>
                <a:gd name="connsiteX27" fmla="*/ 4757738 w 5076825"/>
                <a:gd name="connsiteY27" fmla="*/ 223838 h 266700"/>
                <a:gd name="connsiteX28" fmla="*/ 4843463 w 5076825"/>
                <a:gd name="connsiteY28" fmla="*/ 247650 h 266700"/>
                <a:gd name="connsiteX29" fmla="*/ 4962525 w 5076825"/>
                <a:gd name="connsiteY29" fmla="*/ 238125 h 266700"/>
                <a:gd name="connsiteX30" fmla="*/ 5076825 w 5076825"/>
                <a:gd name="connsiteY30" fmla="*/ 233363 h 266700"/>
                <a:gd name="connsiteX31" fmla="*/ 5076825 w 5076825"/>
                <a:gd name="connsiteY31" fmla="*/ 61913 h 266700"/>
                <a:gd name="connsiteX32" fmla="*/ 4886325 w 5076825"/>
                <a:gd name="connsiteY32" fmla="*/ 57150 h 266700"/>
                <a:gd name="connsiteX33" fmla="*/ 4591050 w 5076825"/>
                <a:gd name="connsiteY33" fmla="*/ 57150 h 266700"/>
                <a:gd name="connsiteX34" fmla="*/ 4405313 w 5076825"/>
                <a:gd name="connsiteY34" fmla="*/ 52388 h 266700"/>
                <a:gd name="connsiteX35" fmla="*/ 4257675 w 5076825"/>
                <a:gd name="connsiteY35" fmla="*/ 57150 h 266700"/>
                <a:gd name="connsiteX36" fmla="*/ 4157663 w 5076825"/>
                <a:gd name="connsiteY36" fmla="*/ 42863 h 266700"/>
                <a:gd name="connsiteX37" fmla="*/ 3871913 w 5076825"/>
                <a:gd name="connsiteY37" fmla="*/ 38100 h 266700"/>
                <a:gd name="connsiteX38" fmla="*/ 3600450 w 5076825"/>
                <a:gd name="connsiteY38" fmla="*/ 42863 h 266700"/>
                <a:gd name="connsiteX39" fmla="*/ 3300413 w 5076825"/>
                <a:gd name="connsiteY39" fmla="*/ 47625 h 266700"/>
                <a:gd name="connsiteX40" fmla="*/ 3128963 w 5076825"/>
                <a:gd name="connsiteY40" fmla="*/ 47625 h 266700"/>
                <a:gd name="connsiteX41" fmla="*/ 2976563 w 5076825"/>
                <a:gd name="connsiteY41" fmla="*/ 61913 h 266700"/>
                <a:gd name="connsiteX42" fmla="*/ 2757488 w 5076825"/>
                <a:gd name="connsiteY42" fmla="*/ 52388 h 266700"/>
                <a:gd name="connsiteX43" fmla="*/ 2547938 w 5076825"/>
                <a:gd name="connsiteY43" fmla="*/ 42863 h 266700"/>
                <a:gd name="connsiteX44" fmla="*/ 2300288 w 5076825"/>
                <a:gd name="connsiteY44" fmla="*/ 47625 h 266700"/>
                <a:gd name="connsiteX45" fmla="*/ 2133600 w 5076825"/>
                <a:gd name="connsiteY45" fmla="*/ 33338 h 266700"/>
                <a:gd name="connsiteX46" fmla="*/ 1976438 w 5076825"/>
                <a:gd name="connsiteY46" fmla="*/ 38100 h 266700"/>
                <a:gd name="connsiteX47" fmla="*/ 1824038 w 5076825"/>
                <a:gd name="connsiteY47" fmla="*/ 52388 h 266700"/>
                <a:gd name="connsiteX48" fmla="*/ 1676400 w 5076825"/>
                <a:gd name="connsiteY48" fmla="*/ 52388 h 266700"/>
                <a:gd name="connsiteX49" fmla="*/ 1476375 w 5076825"/>
                <a:gd name="connsiteY49" fmla="*/ 42863 h 266700"/>
                <a:gd name="connsiteX50" fmla="*/ 1228725 w 5076825"/>
                <a:gd name="connsiteY50" fmla="*/ 28575 h 266700"/>
                <a:gd name="connsiteX51" fmla="*/ 1057275 w 5076825"/>
                <a:gd name="connsiteY51" fmla="*/ 28575 h 266700"/>
                <a:gd name="connsiteX52" fmla="*/ 862013 w 5076825"/>
                <a:gd name="connsiteY52" fmla="*/ 23813 h 266700"/>
                <a:gd name="connsiteX53" fmla="*/ 676275 w 5076825"/>
                <a:gd name="connsiteY53" fmla="*/ 14288 h 266700"/>
                <a:gd name="connsiteX54" fmla="*/ 514350 w 5076825"/>
                <a:gd name="connsiteY54" fmla="*/ 9525 h 266700"/>
                <a:gd name="connsiteX55" fmla="*/ 395288 w 5076825"/>
                <a:gd name="connsiteY55" fmla="*/ 0 h 266700"/>
                <a:gd name="connsiteX56" fmla="*/ 247650 w 5076825"/>
                <a:gd name="connsiteY56" fmla="*/ 9525 h 266700"/>
                <a:gd name="connsiteX57" fmla="*/ 123825 w 5076825"/>
                <a:gd name="connsiteY57" fmla="*/ 14288 h 266700"/>
                <a:gd name="connsiteX58" fmla="*/ 0 w 5076825"/>
                <a:gd name="connsiteY58" fmla="*/ 9525 h 266700"/>
                <a:gd name="connsiteX0" fmla="*/ 0 w 5064124"/>
                <a:gd name="connsiteY0" fmla="*/ 0 h 266700"/>
                <a:gd name="connsiteX1" fmla="*/ 1587 w 5064124"/>
                <a:gd name="connsiteY1" fmla="*/ 223838 h 266700"/>
                <a:gd name="connsiteX2" fmla="*/ 101599 w 5064124"/>
                <a:gd name="connsiteY2" fmla="*/ 214313 h 266700"/>
                <a:gd name="connsiteX3" fmla="*/ 215899 w 5064124"/>
                <a:gd name="connsiteY3" fmla="*/ 219075 h 266700"/>
                <a:gd name="connsiteX4" fmla="*/ 349249 w 5064124"/>
                <a:gd name="connsiteY4" fmla="*/ 233363 h 266700"/>
                <a:gd name="connsiteX5" fmla="*/ 563562 w 5064124"/>
                <a:gd name="connsiteY5" fmla="*/ 223838 h 266700"/>
                <a:gd name="connsiteX6" fmla="*/ 825499 w 5064124"/>
                <a:gd name="connsiteY6" fmla="*/ 223838 h 266700"/>
                <a:gd name="connsiteX7" fmla="*/ 1020762 w 5064124"/>
                <a:gd name="connsiteY7" fmla="*/ 204788 h 266700"/>
                <a:gd name="connsiteX8" fmla="*/ 1282699 w 5064124"/>
                <a:gd name="connsiteY8" fmla="*/ 219075 h 266700"/>
                <a:gd name="connsiteX9" fmla="*/ 1463674 w 5064124"/>
                <a:gd name="connsiteY9" fmla="*/ 228600 h 266700"/>
                <a:gd name="connsiteX10" fmla="*/ 1677987 w 5064124"/>
                <a:gd name="connsiteY10" fmla="*/ 223838 h 266700"/>
                <a:gd name="connsiteX11" fmla="*/ 1920874 w 5064124"/>
                <a:gd name="connsiteY11" fmla="*/ 233363 h 266700"/>
                <a:gd name="connsiteX12" fmla="*/ 2254249 w 5064124"/>
                <a:gd name="connsiteY12" fmla="*/ 223838 h 266700"/>
                <a:gd name="connsiteX13" fmla="*/ 2459037 w 5064124"/>
                <a:gd name="connsiteY13" fmla="*/ 223838 h 266700"/>
                <a:gd name="connsiteX14" fmla="*/ 2640012 w 5064124"/>
                <a:gd name="connsiteY14" fmla="*/ 238125 h 266700"/>
                <a:gd name="connsiteX15" fmla="*/ 2787649 w 5064124"/>
                <a:gd name="connsiteY15" fmla="*/ 261938 h 266700"/>
                <a:gd name="connsiteX16" fmla="*/ 2911474 w 5064124"/>
                <a:gd name="connsiteY16" fmla="*/ 242888 h 266700"/>
                <a:gd name="connsiteX17" fmla="*/ 3178174 w 5064124"/>
                <a:gd name="connsiteY17" fmla="*/ 252413 h 266700"/>
                <a:gd name="connsiteX18" fmla="*/ 3387724 w 5064124"/>
                <a:gd name="connsiteY18" fmla="*/ 257175 h 266700"/>
                <a:gd name="connsiteX19" fmla="*/ 3602037 w 5064124"/>
                <a:gd name="connsiteY19" fmla="*/ 266700 h 266700"/>
                <a:gd name="connsiteX20" fmla="*/ 3806824 w 5064124"/>
                <a:gd name="connsiteY20" fmla="*/ 233363 h 266700"/>
                <a:gd name="connsiteX21" fmla="*/ 4073524 w 5064124"/>
                <a:gd name="connsiteY21" fmla="*/ 233363 h 266700"/>
                <a:gd name="connsiteX22" fmla="*/ 4206874 w 5064124"/>
                <a:gd name="connsiteY22" fmla="*/ 238125 h 266700"/>
                <a:gd name="connsiteX23" fmla="*/ 4321174 w 5064124"/>
                <a:gd name="connsiteY23" fmla="*/ 247650 h 266700"/>
                <a:gd name="connsiteX24" fmla="*/ 4444999 w 5064124"/>
                <a:gd name="connsiteY24" fmla="*/ 242888 h 266700"/>
                <a:gd name="connsiteX25" fmla="*/ 4564062 w 5064124"/>
                <a:gd name="connsiteY25" fmla="*/ 233363 h 266700"/>
                <a:gd name="connsiteX26" fmla="*/ 4692649 w 5064124"/>
                <a:gd name="connsiteY26" fmla="*/ 219075 h 266700"/>
                <a:gd name="connsiteX27" fmla="*/ 4745037 w 5064124"/>
                <a:gd name="connsiteY27" fmla="*/ 223838 h 266700"/>
                <a:gd name="connsiteX28" fmla="*/ 4830762 w 5064124"/>
                <a:gd name="connsiteY28" fmla="*/ 247650 h 266700"/>
                <a:gd name="connsiteX29" fmla="*/ 4949824 w 5064124"/>
                <a:gd name="connsiteY29" fmla="*/ 238125 h 266700"/>
                <a:gd name="connsiteX30" fmla="*/ 5064124 w 5064124"/>
                <a:gd name="connsiteY30" fmla="*/ 233363 h 266700"/>
                <a:gd name="connsiteX31" fmla="*/ 5064124 w 5064124"/>
                <a:gd name="connsiteY31" fmla="*/ 61913 h 266700"/>
                <a:gd name="connsiteX32" fmla="*/ 4873624 w 5064124"/>
                <a:gd name="connsiteY32" fmla="*/ 57150 h 266700"/>
                <a:gd name="connsiteX33" fmla="*/ 4578349 w 5064124"/>
                <a:gd name="connsiteY33" fmla="*/ 57150 h 266700"/>
                <a:gd name="connsiteX34" fmla="*/ 4392612 w 5064124"/>
                <a:gd name="connsiteY34" fmla="*/ 52388 h 266700"/>
                <a:gd name="connsiteX35" fmla="*/ 4244974 w 5064124"/>
                <a:gd name="connsiteY35" fmla="*/ 57150 h 266700"/>
                <a:gd name="connsiteX36" fmla="*/ 4144962 w 5064124"/>
                <a:gd name="connsiteY36" fmla="*/ 42863 h 266700"/>
                <a:gd name="connsiteX37" fmla="*/ 3859212 w 5064124"/>
                <a:gd name="connsiteY37" fmla="*/ 38100 h 266700"/>
                <a:gd name="connsiteX38" fmla="*/ 3587749 w 5064124"/>
                <a:gd name="connsiteY38" fmla="*/ 42863 h 266700"/>
                <a:gd name="connsiteX39" fmla="*/ 3287712 w 5064124"/>
                <a:gd name="connsiteY39" fmla="*/ 47625 h 266700"/>
                <a:gd name="connsiteX40" fmla="*/ 3116262 w 5064124"/>
                <a:gd name="connsiteY40" fmla="*/ 47625 h 266700"/>
                <a:gd name="connsiteX41" fmla="*/ 2963862 w 5064124"/>
                <a:gd name="connsiteY41" fmla="*/ 61913 h 266700"/>
                <a:gd name="connsiteX42" fmla="*/ 2744787 w 5064124"/>
                <a:gd name="connsiteY42" fmla="*/ 52388 h 266700"/>
                <a:gd name="connsiteX43" fmla="*/ 2535237 w 5064124"/>
                <a:gd name="connsiteY43" fmla="*/ 42863 h 266700"/>
                <a:gd name="connsiteX44" fmla="*/ 2287587 w 5064124"/>
                <a:gd name="connsiteY44" fmla="*/ 47625 h 266700"/>
                <a:gd name="connsiteX45" fmla="*/ 2120899 w 5064124"/>
                <a:gd name="connsiteY45" fmla="*/ 33338 h 266700"/>
                <a:gd name="connsiteX46" fmla="*/ 1963737 w 5064124"/>
                <a:gd name="connsiteY46" fmla="*/ 38100 h 266700"/>
                <a:gd name="connsiteX47" fmla="*/ 1811337 w 5064124"/>
                <a:gd name="connsiteY47" fmla="*/ 52388 h 266700"/>
                <a:gd name="connsiteX48" fmla="*/ 1663699 w 5064124"/>
                <a:gd name="connsiteY48" fmla="*/ 52388 h 266700"/>
                <a:gd name="connsiteX49" fmla="*/ 1463674 w 5064124"/>
                <a:gd name="connsiteY49" fmla="*/ 42863 h 266700"/>
                <a:gd name="connsiteX50" fmla="*/ 1216024 w 5064124"/>
                <a:gd name="connsiteY50" fmla="*/ 28575 h 266700"/>
                <a:gd name="connsiteX51" fmla="*/ 1044574 w 5064124"/>
                <a:gd name="connsiteY51" fmla="*/ 28575 h 266700"/>
                <a:gd name="connsiteX52" fmla="*/ 849312 w 5064124"/>
                <a:gd name="connsiteY52" fmla="*/ 23813 h 266700"/>
                <a:gd name="connsiteX53" fmla="*/ 663574 w 5064124"/>
                <a:gd name="connsiteY53" fmla="*/ 14288 h 266700"/>
                <a:gd name="connsiteX54" fmla="*/ 501649 w 5064124"/>
                <a:gd name="connsiteY54" fmla="*/ 9525 h 266700"/>
                <a:gd name="connsiteX55" fmla="*/ 382587 w 5064124"/>
                <a:gd name="connsiteY55" fmla="*/ 0 h 266700"/>
                <a:gd name="connsiteX56" fmla="*/ 234949 w 5064124"/>
                <a:gd name="connsiteY56" fmla="*/ 9525 h 266700"/>
                <a:gd name="connsiteX57" fmla="*/ 111124 w 5064124"/>
                <a:gd name="connsiteY57" fmla="*/ 14288 h 266700"/>
                <a:gd name="connsiteX58" fmla="*/ 0 w 5064124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14313 w 5062538"/>
                <a:gd name="connsiteY3" fmla="*/ 219075 h 266700"/>
                <a:gd name="connsiteX4" fmla="*/ 347663 w 5062538"/>
                <a:gd name="connsiteY4" fmla="*/ 233363 h 266700"/>
                <a:gd name="connsiteX5" fmla="*/ 561976 w 5062538"/>
                <a:gd name="connsiteY5" fmla="*/ 223838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61976 w 5062538"/>
                <a:gd name="connsiteY5" fmla="*/ 223838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8176 w 5062538"/>
                <a:gd name="connsiteY5" fmla="*/ 228601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97695 w 5062538"/>
                <a:gd name="connsiteY5" fmla="*/ 235745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90552 w 5062538"/>
                <a:gd name="connsiteY5" fmla="*/ 200025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0558 w 5062538"/>
                <a:gd name="connsiteY5" fmla="*/ 200025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0558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0558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09602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83408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478633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802732 w 5062538"/>
                <a:gd name="connsiteY15" fmla="*/ 266700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828925 w 5062538"/>
                <a:gd name="connsiteY15" fmla="*/ 266700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91063 w 5062538"/>
                <a:gd name="connsiteY25" fmla="*/ 219075 h 266700"/>
                <a:gd name="connsiteX26" fmla="*/ 4743451 w 5062538"/>
                <a:gd name="connsiteY26" fmla="*/ 223838 h 266700"/>
                <a:gd name="connsiteX27" fmla="*/ 4829176 w 5062538"/>
                <a:gd name="connsiteY27" fmla="*/ 24765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76775 w 5062538"/>
                <a:gd name="connsiteY25" fmla="*/ 238125 h 266700"/>
                <a:gd name="connsiteX26" fmla="*/ 4743451 w 5062538"/>
                <a:gd name="connsiteY26" fmla="*/ 223838 h 266700"/>
                <a:gd name="connsiteX27" fmla="*/ 4829176 w 5062538"/>
                <a:gd name="connsiteY27" fmla="*/ 24765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29176 w 5062538"/>
                <a:gd name="connsiteY27" fmla="*/ 24765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43463 w 5062538"/>
                <a:gd name="connsiteY27" fmla="*/ 26670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14888 w 5062538"/>
                <a:gd name="connsiteY27" fmla="*/ 26670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328863 w 5062538"/>
                <a:gd name="connsiteY12" fmla="*/ 200025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2939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8177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6271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8652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6271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8652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42888 w 5062538"/>
                <a:gd name="connsiteY55" fmla="*/ 0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40632 w 5062538"/>
                <a:gd name="connsiteY49" fmla="*/ 57150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42888 w 5062538"/>
                <a:gd name="connsiteY55" fmla="*/ 0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042988 w 5062538"/>
                <a:gd name="connsiteY49" fmla="*/ 28575 h 266700"/>
                <a:gd name="connsiteX50" fmla="*/ 847726 w 5062538"/>
                <a:gd name="connsiteY50" fmla="*/ 23813 h 266700"/>
                <a:gd name="connsiteX51" fmla="*/ 661988 w 5062538"/>
                <a:gd name="connsiteY51" fmla="*/ 14288 h 266700"/>
                <a:gd name="connsiteX52" fmla="*/ 500063 w 5062538"/>
                <a:gd name="connsiteY52" fmla="*/ 9525 h 266700"/>
                <a:gd name="connsiteX53" fmla="*/ 381001 w 5062538"/>
                <a:gd name="connsiteY53" fmla="*/ 0 h 266700"/>
                <a:gd name="connsiteX54" fmla="*/ 242888 w 5062538"/>
                <a:gd name="connsiteY54" fmla="*/ 0 h 266700"/>
                <a:gd name="connsiteX55" fmla="*/ 123826 w 5062538"/>
                <a:gd name="connsiteY55" fmla="*/ 0 h 266700"/>
                <a:gd name="connsiteX56" fmla="*/ 0 w 5062538"/>
                <a:gd name="connsiteY5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062538" h="266700">
                  <a:moveTo>
                    <a:pt x="0" y="0"/>
                  </a:moveTo>
                  <a:cubicBezTo>
                    <a:pt x="0" y="74613"/>
                    <a:pt x="1" y="149225"/>
                    <a:pt x="1" y="223838"/>
                  </a:cubicBezTo>
                  <a:lnTo>
                    <a:pt x="100013" y="214313"/>
                  </a:lnTo>
                  <a:lnTo>
                    <a:pt x="200025" y="200025"/>
                  </a:lnTo>
                  <a:lnTo>
                    <a:pt x="347663" y="233363"/>
                  </a:lnTo>
                  <a:lnTo>
                    <a:pt x="635796" y="228600"/>
                  </a:lnTo>
                  <a:lnTo>
                    <a:pt x="852488" y="233363"/>
                  </a:lnTo>
                  <a:lnTo>
                    <a:pt x="1019176" y="204788"/>
                  </a:lnTo>
                  <a:lnTo>
                    <a:pt x="1281113" y="219075"/>
                  </a:lnTo>
                  <a:lnTo>
                    <a:pt x="1462088" y="228600"/>
                  </a:lnTo>
                  <a:lnTo>
                    <a:pt x="1666876" y="235744"/>
                  </a:lnTo>
                  <a:lnTo>
                    <a:pt x="1919288" y="233363"/>
                  </a:lnTo>
                  <a:lnTo>
                    <a:pt x="2281238" y="230981"/>
                  </a:lnTo>
                  <a:lnTo>
                    <a:pt x="2457451" y="223838"/>
                  </a:lnTo>
                  <a:lnTo>
                    <a:pt x="2697957" y="266700"/>
                  </a:lnTo>
                  <a:lnTo>
                    <a:pt x="2919413" y="233363"/>
                  </a:lnTo>
                  <a:lnTo>
                    <a:pt x="3176588" y="252413"/>
                  </a:lnTo>
                  <a:lnTo>
                    <a:pt x="3386138" y="257175"/>
                  </a:lnTo>
                  <a:lnTo>
                    <a:pt x="3600451" y="266700"/>
                  </a:lnTo>
                  <a:lnTo>
                    <a:pt x="3826669" y="235745"/>
                  </a:lnTo>
                  <a:lnTo>
                    <a:pt x="4000501" y="233363"/>
                  </a:lnTo>
                  <a:lnTo>
                    <a:pt x="4205288" y="238125"/>
                  </a:lnTo>
                  <a:lnTo>
                    <a:pt x="4305301" y="235744"/>
                  </a:lnTo>
                  <a:lnTo>
                    <a:pt x="4443413" y="242888"/>
                  </a:lnTo>
                  <a:lnTo>
                    <a:pt x="4562476" y="233363"/>
                  </a:lnTo>
                  <a:lnTo>
                    <a:pt x="4667250" y="233363"/>
                  </a:lnTo>
                  <a:lnTo>
                    <a:pt x="4743451" y="223838"/>
                  </a:lnTo>
                  <a:lnTo>
                    <a:pt x="4836319" y="238125"/>
                  </a:lnTo>
                  <a:lnTo>
                    <a:pt x="4948238" y="238125"/>
                  </a:lnTo>
                  <a:lnTo>
                    <a:pt x="5062538" y="233363"/>
                  </a:lnTo>
                  <a:lnTo>
                    <a:pt x="5062538" y="61913"/>
                  </a:lnTo>
                  <a:lnTo>
                    <a:pt x="4872038" y="57150"/>
                  </a:lnTo>
                  <a:lnTo>
                    <a:pt x="4576763" y="57150"/>
                  </a:lnTo>
                  <a:lnTo>
                    <a:pt x="4391026" y="52388"/>
                  </a:lnTo>
                  <a:lnTo>
                    <a:pt x="4243388" y="57150"/>
                  </a:lnTo>
                  <a:lnTo>
                    <a:pt x="4143376" y="42863"/>
                  </a:lnTo>
                  <a:lnTo>
                    <a:pt x="3857626" y="38100"/>
                  </a:lnTo>
                  <a:lnTo>
                    <a:pt x="3586163" y="42863"/>
                  </a:lnTo>
                  <a:lnTo>
                    <a:pt x="3286126" y="47625"/>
                  </a:lnTo>
                  <a:lnTo>
                    <a:pt x="3114676" y="47625"/>
                  </a:lnTo>
                  <a:lnTo>
                    <a:pt x="2962276" y="61913"/>
                  </a:lnTo>
                  <a:lnTo>
                    <a:pt x="2743201" y="52388"/>
                  </a:lnTo>
                  <a:lnTo>
                    <a:pt x="2533651" y="42863"/>
                  </a:lnTo>
                  <a:lnTo>
                    <a:pt x="2286001" y="47625"/>
                  </a:lnTo>
                  <a:lnTo>
                    <a:pt x="2119313" y="33338"/>
                  </a:lnTo>
                  <a:lnTo>
                    <a:pt x="1962151" y="38100"/>
                  </a:lnTo>
                  <a:lnTo>
                    <a:pt x="1809751" y="52388"/>
                  </a:lnTo>
                  <a:lnTo>
                    <a:pt x="1662113" y="52388"/>
                  </a:lnTo>
                  <a:lnTo>
                    <a:pt x="1462088" y="42863"/>
                  </a:lnTo>
                  <a:lnTo>
                    <a:pt x="1042988" y="28575"/>
                  </a:lnTo>
                  <a:lnTo>
                    <a:pt x="847726" y="23813"/>
                  </a:lnTo>
                  <a:lnTo>
                    <a:pt x="661988" y="14288"/>
                  </a:lnTo>
                  <a:lnTo>
                    <a:pt x="500063" y="9525"/>
                  </a:lnTo>
                  <a:lnTo>
                    <a:pt x="381001" y="0"/>
                  </a:lnTo>
                  <a:lnTo>
                    <a:pt x="242888" y="0"/>
                  </a:lnTo>
                  <a:lnTo>
                    <a:pt x="1238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1052562" y="7110059"/>
              <a:ext cx="5068887" cy="519112"/>
            </a:xfrm>
            <a:custGeom>
              <a:avLst/>
              <a:gdLst>
                <a:gd name="connsiteX0" fmla="*/ 0 w 5072063"/>
                <a:gd name="connsiteY0" fmla="*/ 171450 h 519112"/>
                <a:gd name="connsiteX1" fmla="*/ 4763 w 5072063"/>
                <a:gd name="connsiteY1" fmla="*/ 471487 h 519112"/>
                <a:gd name="connsiteX2" fmla="*/ 219075 w 5072063"/>
                <a:gd name="connsiteY2" fmla="*/ 466725 h 519112"/>
                <a:gd name="connsiteX3" fmla="*/ 400050 w 5072063"/>
                <a:gd name="connsiteY3" fmla="*/ 461962 h 519112"/>
                <a:gd name="connsiteX4" fmla="*/ 571500 w 5072063"/>
                <a:gd name="connsiteY4" fmla="*/ 471487 h 519112"/>
                <a:gd name="connsiteX5" fmla="*/ 828675 w 5072063"/>
                <a:gd name="connsiteY5" fmla="*/ 485775 h 519112"/>
                <a:gd name="connsiteX6" fmla="*/ 1062038 w 5072063"/>
                <a:gd name="connsiteY6" fmla="*/ 490537 h 519112"/>
                <a:gd name="connsiteX7" fmla="*/ 1266825 w 5072063"/>
                <a:gd name="connsiteY7" fmla="*/ 500062 h 519112"/>
                <a:gd name="connsiteX8" fmla="*/ 1476375 w 5072063"/>
                <a:gd name="connsiteY8" fmla="*/ 509587 h 519112"/>
                <a:gd name="connsiteX9" fmla="*/ 1647825 w 5072063"/>
                <a:gd name="connsiteY9" fmla="*/ 514350 h 519112"/>
                <a:gd name="connsiteX10" fmla="*/ 1790700 w 5072063"/>
                <a:gd name="connsiteY10" fmla="*/ 519112 h 519112"/>
                <a:gd name="connsiteX11" fmla="*/ 1962150 w 5072063"/>
                <a:gd name="connsiteY11" fmla="*/ 500062 h 519112"/>
                <a:gd name="connsiteX12" fmla="*/ 2128838 w 5072063"/>
                <a:gd name="connsiteY12" fmla="*/ 500062 h 519112"/>
                <a:gd name="connsiteX13" fmla="*/ 2309813 w 5072063"/>
                <a:gd name="connsiteY13" fmla="*/ 504825 h 519112"/>
                <a:gd name="connsiteX14" fmla="*/ 2557463 w 5072063"/>
                <a:gd name="connsiteY14" fmla="*/ 509587 h 519112"/>
                <a:gd name="connsiteX15" fmla="*/ 2714625 w 5072063"/>
                <a:gd name="connsiteY15" fmla="*/ 514350 h 519112"/>
                <a:gd name="connsiteX16" fmla="*/ 2847975 w 5072063"/>
                <a:gd name="connsiteY16" fmla="*/ 514350 h 519112"/>
                <a:gd name="connsiteX17" fmla="*/ 2976563 w 5072063"/>
                <a:gd name="connsiteY17" fmla="*/ 519112 h 519112"/>
                <a:gd name="connsiteX18" fmla="*/ 3157538 w 5072063"/>
                <a:gd name="connsiteY18" fmla="*/ 509587 h 519112"/>
                <a:gd name="connsiteX19" fmla="*/ 3357563 w 5072063"/>
                <a:gd name="connsiteY19" fmla="*/ 504825 h 519112"/>
                <a:gd name="connsiteX20" fmla="*/ 3505200 w 5072063"/>
                <a:gd name="connsiteY20" fmla="*/ 509587 h 519112"/>
                <a:gd name="connsiteX21" fmla="*/ 3729038 w 5072063"/>
                <a:gd name="connsiteY21" fmla="*/ 500062 h 519112"/>
                <a:gd name="connsiteX22" fmla="*/ 3938588 w 5072063"/>
                <a:gd name="connsiteY22" fmla="*/ 500062 h 519112"/>
                <a:gd name="connsiteX23" fmla="*/ 4143375 w 5072063"/>
                <a:gd name="connsiteY23" fmla="*/ 500062 h 519112"/>
                <a:gd name="connsiteX24" fmla="*/ 4257675 w 5072063"/>
                <a:gd name="connsiteY24" fmla="*/ 519112 h 519112"/>
                <a:gd name="connsiteX25" fmla="*/ 4486275 w 5072063"/>
                <a:gd name="connsiteY25" fmla="*/ 509587 h 519112"/>
                <a:gd name="connsiteX26" fmla="*/ 4676775 w 5072063"/>
                <a:gd name="connsiteY26" fmla="*/ 519112 h 519112"/>
                <a:gd name="connsiteX27" fmla="*/ 4838700 w 5072063"/>
                <a:gd name="connsiteY27" fmla="*/ 519112 h 519112"/>
                <a:gd name="connsiteX28" fmla="*/ 4967288 w 5072063"/>
                <a:gd name="connsiteY28" fmla="*/ 519112 h 519112"/>
                <a:gd name="connsiteX29" fmla="*/ 5072063 w 5072063"/>
                <a:gd name="connsiteY29" fmla="*/ 519112 h 519112"/>
                <a:gd name="connsiteX30" fmla="*/ 5062538 w 5072063"/>
                <a:gd name="connsiteY30" fmla="*/ 257175 h 519112"/>
                <a:gd name="connsiteX31" fmla="*/ 4872038 w 5072063"/>
                <a:gd name="connsiteY31" fmla="*/ 271462 h 519112"/>
                <a:gd name="connsiteX32" fmla="*/ 4681538 w 5072063"/>
                <a:gd name="connsiteY32" fmla="*/ 280987 h 519112"/>
                <a:gd name="connsiteX33" fmla="*/ 4572000 w 5072063"/>
                <a:gd name="connsiteY33" fmla="*/ 280987 h 519112"/>
                <a:gd name="connsiteX34" fmla="*/ 4524375 w 5072063"/>
                <a:gd name="connsiteY34" fmla="*/ 280987 h 519112"/>
                <a:gd name="connsiteX35" fmla="*/ 4505325 w 5072063"/>
                <a:gd name="connsiteY35" fmla="*/ 333375 h 519112"/>
                <a:gd name="connsiteX36" fmla="*/ 4457700 w 5072063"/>
                <a:gd name="connsiteY36" fmla="*/ 333375 h 519112"/>
                <a:gd name="connsiteX37" fmla="*/ 4424363 w 5072063"/>
                <a:gd name="connsiteY37" fmla="*/ 304800 h 519112"/>
                <a:gd name="connsiteX38" fmla="*/ 4410075 w 5072063"/>
                <a:gd name="connsiteY38" fmla="*/ 266700 h 519112"/>
                <a:gd name="connsiteX39" fmla="*/ 4267200 w 5072063"/>
                <a:gd name="connsiteY39" fmla="*/ 285750 h 519112"/>
                <a:gd name="connsiteX40" fmla="*/ 4114800 w 5072063"/>
                <a:gd name="connsiteY40" fmla="*/ 266700 h 519112"/>
                <a:gd name="connsiteX41" fmla="*/ 3933825 w 5072063"/>
                <a:gd name="connsiteY41" fmla="*/ 242887 h 519112"/>
                <a:gd name="connsiteX42" fmla="*/ 3700463 w 5072063"/>
                <a:gd name="connsiteY42" fmla="*/ 219075 h 519112"/>
                <a:gd name="connsiteX43" fmla="*/ 3495675 w 5072063"/>
                <a:gd name="connsiteY43" fmla="*/ 185737 h 519112"/>
                <a:gd name="connsiteX44" fmla="*/ 3233738 w 5072063"/>
                <a:gd name="connsiteY44" fmla="*/ 133350 h 519112"/>
                <a:gd name="connsiteX45" fmla="*/ 3009900 w 5072063"/>
                <a:gd name="connsiteY45" fmla="*/ 90487 h 519112"/>
                <a:gd name="connsiteX46" fmla="*/ 2724150 w 5072063"/>
                <a:gd name="connsiteY46" fmla="*/ 57150 h 519112"/>
                <a:gd name="connsiteX47" fmla="*/ 2528888 w 5072063"/>
                <a:gd name="connsiteY47" fmla="*/ 38100 h 519112"/>
                <a:gd name="connsiteX48" fmla="*/ 2328863 w 5072063"/>
                <a:gd name="connsiteY48" fmla="*/ 0 h 519112"/>
                <a:gd name="connsiteX49" fmla="*/ 2109788 w 5072063"/>
                <a:gd name="connsiteY49" fmla="*/ 0 h 519112"/>
                <a:gd name="connsiteX50" fmla="*/ 1843088 w 5072063"/>
                <a:gd name="connsiteY50" fmla="*/ 0 h 519112"/>
                <a:gd name="connsiteX51" fmla="*/ 1543050 w 5072063"/>
                <a:gd name="connsiteY51" fmla="*/ 14287 h 519112"/>
                <a:gd name="connsiteX52" fmla="*/ 1323975 w 5072063"/>
                <a:gd name="connsiteY52" fmla="*/ 33337 h 519112"/>
                <a:gd name="connsiteX53" fmla="*/ 1028700 w 5072063"/>
                <a:gd name="connsiteY53" fmla="*/ 52387 h 519112"/>
                <a:gd name="connsiteX54" fmla="*/ 828675 w 5072063"/>
                <a:gd name="connsiteY54" fmla="*/ 52387 h 519112"/>
                <a:gd name="connsiteX55" fmla="*/ 633413 w 5072063"/>
                <a:gd name="connsiteY55" fmla="*/ 90487 h 519112"/>
                <a:gd name="connsiteX56" fmla="*/ 585788 w 5072063"/>
                <a:gd name="connsiteY56" fmla="*/ 114300 h 519112"/>
                <a:gd name="connsiteX57" fmla="*/ 566738 w 5072063"/>
                <a:gd name="connsiteY57" fmla="*/ 152400 h 519112"/>
                <a:gd name="connsiteX58" fmla="*/ 566738 w 5072063"/>
                <a:gd name="connsiteY58" fmla="*/ 152400 h 519112"/>
                <a:gd name="connsiteX59" fmla="*/ 509588 w 5072063"/>
                <a:gd name="connsiteY59" fmla="*/ 166687 h 519112"/>
                <a:gd name="connsiteX60" fmla="*/ 481013 w 5072063"/>
                <a:gd name="connsiteY60" fmla="*/ 133350 h 519112"/>
                <a:gd name="connsiteX61" fmla="*/ 409575 w 5072063"/>
                <a:gd name="connsiteY61" fmla="*/ 100012 h 519112"/>
                <a:gd name="connsiteX62" fmla="*/ 328613 w 5072063"/>
                <a:gd name="connsiteY62" fmla="*/ 90487 h 519112"/>
                <a:gd name="connsiteX63" fmla="*/ 100013 w 5072063"/>
                <a:gd name="connsiteY63" fmla="*/ 142875 h 519112"/>
                <a:gd name="connsiteX64" fmla="*/ 0 w 5072063"/>
                <a:gd name="connsiteY64" fmla="*/ 171450 h 519112"/>
                <a:gd name="connsiteX0" fmla="*/ 0 w 5072063"/>
                <a:gd name="connsiteY0" fmla="*/ 171450 h 519112"/>
                <a:gd name="connsiteX1" fmla="*/ 4763 w 5072063"/>
                <a:gd name="connsiteY1" fmla="*/ 471487 h 519112"/>
                <a:gd name="connsiteX2" fmla="*/ 219075 w 5072063"/>
                <a:gd name="connsiteY2" fmla="*/ 466725 h 519112"/>
                <a:gd name="connsiteX3" fmla="*/ 400050 w 5072063"/>
                <a:gd name="connsiteY3" fmla="*/ 461962 h 519112"/>
                <a:gd name="connsiteX4" fmla="*/ 571500 w 5072063"/>
                <a:gd name="connsiteY4" fmla="*/ 471487 h 519112"/>
                <a:gd name="connsiteX5" fmla="*/ 828675 w 5072063"/>
                <a:gd name="connsiteY5" fmla="*/ 485775 h 519112"/>
                <a:gd name="connsiteX6" fmla="*/ 1062038 w 5072063"/>
                <a:gd name="connsiteY6" fmla="*/ 490537 h 519112"/>
                <a:gd name="connsiteX7" fmla="*/ 1266825 w 5072063"/>
                <a:gd name="connsiteY7" fmla="*/ 500062 h 519112"/>
                <a:gd name="connsiteX8" fmla="*/ 1476375 w 5072063"/>
                <a:gd name="connsiteY8" fmla="*/ 509587 h 519112"/>
                <a:gd name="connsiteX9" fmla="*/ 1647825 w 5072063"/>
                <a:gd name="connsiteY9" fmla="*/ 514350 h 519112"/>
                <a:gd name="connsiteX10" fmla="*/ 1790700 w 5072063"/>
                <a:gd name="connsiteY10" fmla="*/ 519112 h 519112"/>
                <a:gd name="connsiteX11" fmla="*/ 1962150 w 5072063"/>
                <a:gd name="connsiteY11" fmla="*/ 500062 h 519112"/>
                <a:gd name="connsiteX12" fmla="*/ 2128838 w 5072063"/>
                <a:gd name="connsiteY12" fmla="*/ 500062 h 519112"/>
                <a:gd name="connsiteX13" fmla="*/ 2309813 w 5072063"/>
                <a:gd name="connsiteY13" fmla="*/ 504825 h 519112"/>
                <a:gd name="connsiteX14" fmla="*/ 2557463 w 5072063"/>
                <a:gd name="connsiteY14" fmla="*/ 509587 h 519112"/>
                <a:gd name="connsiteX15" fmla="*/ 2714625 w 5072063"/>
                <a:gd name="connsiteY15" fmla="*/ 514350 h 519112"/>
                <a:gd name="connsiteX16" fmla="*/ 2847975 w 5072063"/>
                <a:gd name="connsiteY16" fmla="*/ 514350 h 519112"/>
                <a:gd name="connsiteX17" fmla="*/ 2976563 w 5072063"/>
                <a:gd name="connsiteY17" fmla="*/ 519112 h 519112"/>
                <a:gd name="connsiteX18" fmla="*/ 3157538 w 5072063"/>
                <a:gd name="connsiteY18" fmla="*/ 509587 h 519112"/>
                <a:gd name="connsiteX19" fmla="*/ 3357563 w 5072063"/>
                <a:gd name="connsiteY19" fmla="*/ 504825 h 519112"/>
                <a:gd name="connsiteX20" fmla="*/ 3505200 w 5072063"/>
                <a:gd name="connsiteY20" fmla="*/ 509587 h 519112"/>
                <a:gd name="connsiteX21" fmla="*/ 3729038 w 5072063"/>
                <a:gd name="connsiteY21" fmla="*/ 500062 h 519112"/>
                <a:gd name="connsiteX22" fmla="*/ 3938588 w 5072063"/>
                <a:gd name="connsiteY22" fmla="*/ 500062 h 519112"/>
                <a:gd name="connsiteX23" fmla="*/ 4143375 w 5072063"/>
                <a:gd name="connsiteY23" fmla="*/ 500062 h 519112"/>
                <a:gd name="connsiteX24" fmla="*/ 4257675 w 5072063"/>
                <a:gd name="connsiteY24" fmla="*/ 519112 h 519112"/>
                <a:gd name="connsiteX25" fmla="*/ 4486275 w 5072063"/>
                <a:gd name="connsiteY25" fmla="*/ 509587 h 519112"/>
                <a:gd name="connsiteX26" fmla="*/ 4676775 w 5072063"/>
                <a:gd name="connsiteY26" fmla="*/ 519112 h 519112"/>
                <a:gd name="connsiteX27" fmla="*/ 4838700 w 5072063"/>
                <a:gd name="connsiteY27" fmla="*/ 519112 h 519112"/>
                <a:gd name="connsiteX28" fmla="*/ 4967288 w 5072063"/>
                <a:gd name="connsiteY28" fmla="*/ 519112 h 519112"/>
                <a:gd name="connsiteX29" fmla="*/ 5072063 w 5072063"/>
                <a:gd name="connsiteY29" fmla="*/ 519112 h 519112"/>
                <a:gd name="connsiteX30" fmla="*/ 5062538 w 5072063"/>
                <a:gd name="connsiteY30" fmla="*/ 257175 h 519112"/>
                <a:gd name="connsiteX31" fmla="*/ 4862513 w 5072063"/>
                <a:gd name="connsiteY31" fmla="*/ 276226 h 519112"/>
                <a:gd name="connsiteX32" fmla="*/ 4681538 w 5072063"/>
                <a:gd name="connsiteY32" fmla="*/ 280987 h 519112"/>
                <a:gd name="connsiteX33" fmla="*/ 4572000 w 5072063"/>
                <a:gd name="connsiteY33" fmla="*/ 280987 h 519112"/>
                <a:gd name="connsiteX34" fmla="*/ 4524375 w 5072063"/>
                <a:gd name="connsiteY34" fmla="*/ 280987 h 519112"/>
                <a:gd name="connsiteX35" fmla="*/ 4505325 w 5072063"/>
                <a:gd name="connsiteY35" fmla="*/ 333375 h 519112"/>
                <a:gd name="connsiteX36" fmla="*/ 4457700 w 5072063"/>
                <a:gd name="connsiteY36" fmla="*/ 333375 h 519112"/>
                <a:gd name="connsiteX37" fmla="*/ 4424363 w 5072063"/>
                <a:gd name="connsiteY37" fmla="*/ 304800 h 519112"/>
                <a:gd name="connsiteX38" fmla="*/ 4410075 w 5072063"/>
                <a:gd name="connsiteY38" fmla="*/ 266700 h 519112"/>
                <a:gd name="connsiteX39" fmla="*/ 4267200 w 5072063"/>
                <a:gd name="connsiteY39" fmla="*/ 285750 h 519112"/>
                <a:gd name="connsiteX40" fmla="*/ 4114800 w 5072063"/>
                <a:gd name="connsiteY40" fmla="*/ 266700 h 519112"/>
                <a:gd name="connsiteX41" fmla="*/ 3933825 w 5072063"/>
                <a:gd name="connsiteY41" fmla="*/ 242887 h 519112"/>
                <a:gd name="connsiteX42" fmla="*/ 3700463 w 5072063"/>
                <a:gd name="connsiteY42" fmla="*/ 219075 h 519112"/>
                <a:gd name="connsiteX43" fmla="*/ 3495675 w 5072063"/>
                <a:gd name="connsiteY43" fmla="*/ 185737 h 519112"/>
                <a:gd name="connsiteX44" fmla="*/ 3233738 w 5072063"/>
                <a:gd name="connsiteY44" fmla="*/ 133350 h 519112"/>
                <a:gd name="connsiteX45" fmla="*/ 3009900 w 5072063"/>
                <a:gd name="connsiteY45" fmla="*/ 90487 h 519112"/>
                <a:gd name="connsiteX46" fmla="*/ 2724150 w 5072063"/>
                <a:gd name="connsiteY46" fmla="*/ 57150 h 519112"/>
                <a:gd name="connsiteX47" fmla="*/ 2528888 w 5072063"/>
                <a:gd name="connsiteY47" fmla="*/ 38100 h 519112"/>
                <a:gd name="connsiteX48" fmla="*/ 2328863 w 5072063"/>
                <a:gd name="connsiteY48" fmla="*/ 0 h 519112"/>
                <a:gd name="connsiteX49" fmla="*/ 2109788 w 5072063"/>
                <a:gd name="connsiteY49" fmla="*/ 0 h 519112"/>
                <a:gd name="connsiteX50" fmla="*/ 1843088 w 5072063"/>
                <a:gd name="connsiteY50" fmla="*/ 0 h 519112"/>
                <a:gd name="connsiteX51" fmla="*/ 1543050 w 5072063"/>
                <a:gd name="connsiteY51" fmla="*/ 14287 h 519112"/>
                <a:gd name="connsiteX52" fmla="*/ 1323975 w 5072063"/>
                <a:gd name="connsiteY52" fmla="*/ 33337 h 519112"/>
                <a:gd name="connsiteX53" fmla="*/ 1028700 w 5072063"/>
                <a:gd name="connsiteY53" fmla="*/ 52387 h 519112"/>
                <a:gd name="connsiteX54" fmla="*/ 828675 w 5072063"/>
                <a:gd name="connsiteY54" fmla="*/ 52387 h 519112"/>
                <a:gd name="connsiteX55" fmla="*/ 633413 w 5072063"/>
                <a:gd name="connsiteY55" fmla="*/ 90487 h 519112"/>
                <a:gd name="connsiteX56" fmla="*/ 585788 w 5072063"/>
                <a:gd name="connsiteY56" fmla="*/ 114300 h 519112"/>
                <a:gd name="connsiteX57" fmla="*/ 566738 w 5072063"/>
                <a:gd name="connsiteY57" fmla="*/ 152400 h 519112"/>
                <a:gd name="connsiteX58" fmla="*/ 566738 w 5072063"/>
                <a:gd name="connsiteY58" fmla="*/ 152400 h 519112"/>
                <a:gd name="connsiteX59" fmla="*/ 509588 w 5072063"/>
                <a:gd name="connsiteY59" fmla="*/ 166687 h 519112"/>
                <a:gd name="connsiteX60" fmla="*/ 481013 w 5072063"/>
                <a:gd name="connsiteY60" fmla="*/ 133350 h 519112"/>
                <a:gd name="connsiteX61" fmla="*/ 409575 w 5072063"/>
                <a:gd name="connsiteY61" fmla="*/ 100012 h 519112"/>
                <a:gd name="connsiteX62" fmla="*/ 328613 w 5072063"/>
                <a:gd name="connsiteY62" fmla="*/ 90487 h 519112"/>
                <a:gd name="connsiteX63" fmla="*/ 100013 w 5072063"/>
                <a:gd name="connsiteY63" fmla="*/ 142875 h 519112"/>
                <a:gd name="connsiteX64" fmla="*/ 0 w 5072063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486275 w 5067300"/>
                <a:gd name="connsiteY25" fmla="*/ 509587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66738 w 5067300"/>
                <a:gd name="connsiteY58" fmla="*/ 152400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66738 w 5067300"/>
                <a:gd name="connsiteY58" fmla="*/ 152400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52400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1588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1588 w 5064125"/>
                <a:gd name="connsiteY64" fmla="*/ 180975 h 519112"/>
                <a:gd name="connsiteX0" fmla="*/ 1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1 w 5064125"/>
                <a:gd name="connsiteY64" fmla="*/ 180975 h 519112"/>
                <a:gd name="connsiteX0" fmla="*/ 1588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1588 w 5064125"/>
                <a:gd name="connsiteY64" fmla="*/ 180975 h 519112"/>
                <a:gd name="connsiteX0" fmla="*/ 0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0 w 5064125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40506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54793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38124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35742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78605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278605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230980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230980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862513 w 5067300"/>
                <a:gd name="connsiteY32" fmla="*/ 276226 h 519112"/>
                <a:gd name="connsiteX33" fmla="*/ 4681538 w 5067300"/>
                <a:gd name="connsiteY33" fmla="*/ 280987 h 519112"/>
                <a:gd name="connsiteX34" fmla="*/ 4572000 w 5067300"/>
                <a:gd name="connsiteY34" fmla="*/ 280987 h 519112"/>
                <a:gd name="connsiteX35" fmla="*/ 4524375 w 5067300"/>
                <a:gd name="connsiteY35" fmla="*/ 280987 h 519112"/>
                <a:gd name="connsiteX36" fmla="*/ 4505325 w 5067300"/>
                <a:gd name="connsiteY36" fmla="*/ 333375 h 519112"/>
                <a:gd name="connsiteX37" fmla="*/ 4457700 w 5067300"/>
                <a:gd name="connsiteY37" fmla="*/ 333375 h 519112"/>
                <a:gd name="connsiteX38" fmla="*/ 4424363 w 5067300"/>
                <a:gd name="connsiteY38" fmla="*/ 304800 h 519112"/>
                <a:gd name="connsiteX39" fmla="*/ 4410075 w 5067300"/>
                <a:gd name="connsiteY39" fmla="*/ 266700 h 519112"/>
                <a:gd name="connsiteX40" fmla="*/ 4267200 w 5067300"/>
                <a:gd name="connsiteY40" fmla="*/ 285750 h 519112"/>
                <a:gd name="connsiteX41" fmla="*/ 4114800 w 5067300"/>
                <a:gd name="connsiteY41" fmla="*/ 266700 h 519112"/>
                <a:gd name="connsiteX42" fmla="*/ 3933825 w 5067300"/>
                <a:gd name="connsiteY42" fmla="*/ 242887 h 519112"/>
                <a:gd name="connsiteX43" fmla="*/ 3700463 w 5067300"/>
                <a:gd name="connsiteY43" fmla="*/ 219075 h 519112"/>
                <a:gd name="connsiteX44" fmla="*/ 3495675 w 5067300"/>
                <a:gd name="connsiteY44" fmla="*/ 185737 h 519112"/>
                <a:gd name="connsiteX45" fmla="*/ 3233738 w 5067300"/>
                <a:gd name="connsiteY45" fmla="*/ 133350 h 519112"/>
                <a:gd name="connsiteX46" fmla="*/ 3009900 w 5067300"/>
                <a:gd name="connsiteY46" fmla="*/ 90487 h 519112"/>
                <a:gd name="connsiteX47" fmla="*/ 2724150 w 5067300"/>
                <a:gd name="connsiteY47" fmla="*/ 57150 h 519112"/>
                <a:gd name="connsiteX48" fmla="*/ 2528888 w 5067300"/>
                <a:gd name="connsiteY48" fmla="*/ 38100 h 519112"/>
                <a:gd name="connsiteX49" fmla="*/ 2328863 w 5067300"/>
                <a:gd name="connsiteY49" fmla="*/ 0 h 519112"/>
                <a:gd name="connsiteX50" fmla="*/ 2109788 w 5067300"/>
                <a:gd name="connsiteY50" fmla="*/ 0 h 519112"/>
                <a:gd name="connsiteX51" fmla="*/ 1843088 w 5067300"/>
                <a:gd name="connsiteY51" fmla="*/ 0 h 519112"/>
                <a:gd name="connsiteX52" fmla="*/ 1543050 w 5067300"/>
                <a:gd name="connsiteY52" fmla="*/ 14287 h 519112"/>
                <a:gd name="connsiteX53" fmla="*/ 1323975 w 5067300"/>
                <a:gd name="connsiteY53" fmla="*/ 33337 h 519112"/>
                <a:gd name="connsiteX54" fmla="*/ 1028700 w 5067300"/>
                <a:gd name="connsiteY54" fmla="*/ 52387 h 519112"/>
                <a:gd name="connsiteX55" fmla="*/ 828675 w 5067300"/>
                <a:gd name="connsiteY55" fmla="*/ 52387 h 519112"/>
                <a:gd name="connsiteX56" fmla="*/ 633413 w 5067300"/>
                <a:gd name="connsiteY56" fmla="*/ 90487 h 519112"/>
                <a:gd name="connsiteX57" fmla="*/ 585788 w 5067300"/>
                <a:gd name="connsiteY57" fmla="*/ 114300 h 519112"/>
                <a:gd name="connsiteX58" fmla="*/ 566738 w 5067300"/>
                <a:gd name="connsiteY58" fmla="*/ 152400 h 519112"/>
                <a:gd name="connsiteX59" fmla="*/ 557213 w 5067300"/>
                <a:gd name="connsiteY59" fmla="*/ 180975 h 519112"/>
                <a:gd name="connsiteX60" fmla="*/ 509588 w 5067300"/>
                <a:gd name="connsiteY60" fmla="*/ 166687 h 519112"/>
                <a:gd name="connsiteX61" fmla="*/ 481013 w 5067300"/>
                <a:gd name="connsiteY61" fmla="*/ 133350 h 519112"/>
                <a:gd name="connsiteX62" fmla="*/ 409575 w 5067300"/>
                <a:gd name="connsiteY62" fmla="*/ 100012 h 519112"/>
                <a:gd name="connsiteX63" fmla="*/ 328613 w 5067300"/>
                <a:gd name="connsiteY63" fmla="*/ 90487 h 519112"/>
                <a:gd name="connsiteX64" fmla="*/ 100013 w 5067300"/>
                <a:gd name="connsiteY64" fmla="*/ 142875 h 519112"/>
                <a:gd name="connsiteX65" fmla="*/ 0 w 5067300"/>
                <a:gd name="connsiteY65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862513 w 5067300"/>
                <a:gd name="connsiteY32" fmla="*/ 276226 h 519112"/>
                <a:gd name="connsiteX33" fmla="*/ 4752926 w 5067300"/>
                <a:gd name="connsiteY33" fmla="*/ 280987 h 519112"/>
                <a:gd name="connsiteX34" fmla="*/ 4681538 w 5067300"/>
                <a:gd name="connsiteY34" fmla="*/ 280987 h 519112"/>
                <a:gd name="connsiteX35" fmla="*/ 4572000 w 5067300"/>
                <a:gd name="connsiteY35" fmla="*/ 280987 h 519112"/>
                <a:gd name="connsiteX36" fmla="*/ 4524375 w 5067300"/>
                <a:gd name="connsiteY36" fmla="*/ 280987 h 519112"/>
                <a:gd name="connsiteX37" fmla="*/ 4505325 w 5067300"/>
                <a:gd name="connsiteY37" fmla="*/ 333375 h 519112"/>
                <a:gd name="connsiteX38" fmla="*/ 4457700 w 5067300"/>
                <a:gd name="connsiteY38" fmla="*/ 333375 h 519112"/>
                <a:gd name="connsiteX39" fmla="*/ 4424363 w 5067300"/>
                <a:gd name="connsiteY39" fmla="*/ 304800 h 519112"/>
                <a:gd name="connsiteX40" fmla="*/ 4410075 w 5067300"/>
                <a:gd name="connsiteY40" fmla="*/ 266700 h 519112"/>
                <a:gd name="connsiteX41" fmla="*/ 4267200 w 5067300"/>
                <a:gd name="connsiteY41" fmla="*/ 285750 h 519112"/>
                <a:gd name="connsiteX42" fmla="*/ 4114800 w 5067300"/>
                <a:gd name="connsiteY42" fmla="*/ 266700 h 519112"/>
                <a:gd name="connsiteX43" fmla="*/ 3933825 w 5067300"/>
                <a:gd name="connsiteY43" fmla="*/ 242887 h 519112"/>
                <a:gd name="connsiteX44" fmla="*/ 3700463 w 5067300"/>
                <a:gd name="connsiteY44" fmla="*/ 219075 h 519112"/>
                <a:gd name="connsiteX45" fmla="*/ 3495675 w 5067300"/>
                <a:gd name="connsiteY45" fmla="*/ 185737 h 519112"/>
                <a:gd name="connsiteX46" fmla="*/ 3233738 w 5067300"/>
                <a:gd name="connsiteY46" fmla="*/ 133350 h 519112"/>
                <a:gd name="connsiteX47" fmla="*/ 3009900 w 5067300"/>
                <a:gd name="connsiteY47" fmla="*/ 90487 h 519112"/>
                <a:gd name="connsiteX48" fmla="*/ 2724150 w 5067300"/>
                <a:gd name="connsiteY48" fmla="*/ 57150 h 519112"/>
                <a:gd name="connsiteX49" fmla="*/ 2528888 w 5067300"/>
                <a:gd name="connsiteY49" fmla="*/ 38100 h 519112"/>
                <a:gd name="connsiteX50" fmla="*/ 2328863 w 5067300"/>
                <a:gd name="connsiteY50" fmla="*/ 0 h 519112"/>
                <a:gd name="connsiteX51" fmla="*/ 2109788 w 5067300"/>
                <a:gd name="connsiteY51" fmla="*/ 0 h 519112"/>
                <a:gd name="connsiteX52" fmla="*/ 1843088 w 5067300"/>
                <a:gd name="connsiteY52" fmla="*/ 0 h 519112"/>
                <a:gd name="connsiteX53" fmla="*/ 1543050 w 5067300"/>
                <a:gd name="connsiteY53" fmla="*/ 14287 h 519112"/>
                <a:gd name="connsiteX54" fmla="*/ 1323975 w 5067300"/>
                <a:gd name="connsiteY54" fmla="*/ 33337 h 519112"/>
                <a:gd name="connsiteX55" fmla="*/ 1028700 w 5067300"/>
                <a:gd name="connsiteY55" fmla="*/ 52387 h 519112"/>
                <a:gd name="connsiteX56" fmla="*/ 828675 w 5067300"/>
                <a:gd name="connsiteY56" fmla="*/ 52387 h 519112"/>
                <a:gd name="connsiteX57" fmla="*/ 633413 w 5067300"/>
                <a:gd name="connsiteY57" fmla="*/ 90487 h 519112"/>
                <a:gd name="connsiteX58" fmla="*/ 585788 w 5067300"/>
                <a:gd name="connsiteY58" fmla="*/ 114300 h 519112"/>
                <a:gd name="connsiteX59" fmla="*/ 566738 w 5067300"/>
                <a:gd name="connsiteY59" fmla="*/ 152400 h 519112"/>
                <a:gd name="connsiteX60" fmla="*/ 557213 w 5067300"/>
                <a:gd name="connsiteY60" fmla="*/ 180975 h 519112"/>
                <a:gd name="connsiteX61" fmla="*/ 509588 w 5067300"/>
                <a:gd name="connsiteY61" fmla="*/ 166687 h 519112"/>
                <a:gd name="connsiteX62" fmla="*/ 481013 w 5067300"/>
                <a:gd name="connsiteY62" fmla="*/ 133350 h 519112"/>
                <a:gd name="connsiteX63" fmla="*/ 409575 w 5067300"/>
                <a:gd name="connsiteY63" fmla="*/ 100012 h 519112"/>
                <a:gd name="connsiteX64" fmla="*/ 328613 w 5067300"/>
                <a:gd name="connsiteY64" fmla="*/ 90487 h 519112"/>
                <a:gd name="connsiteX65" fmla="*/ 100013 w 5067300"/>
                <a:gd name="connsiteY65" fmla="*/ 142875 h 519112"/>
                <a:gd name="connsiteX66" fmla="*/ 0 w 5067300"/>
                <a:gd name="connsiteY66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862513 w 5067300"/>
                <a:gd name="connsiteY32" fmla="*/ 276226 h 519112"/>
                <a:gd name="connsiteX33" fmla="*/ 4810076 w 5067300"/>
                <a:gd name="connsiteY33" fmla="*/ 276579 h 519112"/>
                <a:gd name="connsiteX34" fmla="*/ 4752926 w 5067300"/>
                <a:gd name="connsiteY34" fmla="*/ 280987 h 519112"/>
                <a:gd name="connsiteX35" fmla="*/ 4681538 w 5067300"/>
                <a:gd name="connsiteY35" fmla="*/ 280987 h 519112"/>
                <a:gd name="connsiteX36" fmla="*/ 4572000 w 5067300"/>
                <a:gd name="connsiteY36" fmla="*/ 280987 h 519112"/>
                <a:gd name="connsiteX37" fmla="*/ 4524375 w 5067300"/>
                <a:gd name="connsiteY37" fmla="*/ 280987 h 519112"/>
                <a:gd name="connsiteX38" fmla="*/ 4505325 w 5067300"/>
                <a:gd name="connsiteY38" fmla="*/ 333375 h 519112"/>
                <a:gd name="connsiteX39" fmla="*/ 4457700 w 5067300"/>
                <a:gd name="connsiteY39" fmla="*/ 333375 h 519112"/>
                <a:gd name="connsiteX40" fmla="*/ 4424363 w 5067300"/>
                <a:gd name="connsiteY40" fmla="*/ 304800 h 519112"/>
                <a:gd name="connsiteX41" fmla="*/ 4410075 w 5067300"/>
                <a:gd name="connsiteY41" fmla="*/ 266700 h 519112"/>
                <a:gd name="connsiteX42" fmla="*/ 4267200 w 5067300"/>
                <a:gd name="connsiteY42" fmla="*/ 285750 h 519112"/>
                <a:gd name="connsiteX43" fmla="*/ 4114800 w 5067300"/>
                <a:gd name="connsiteY43" fmla="*/ 266700 h 519112"/>
                <a:gd name="connsiteX44" fmla="*/ 3933825 w 5067300"/>
                <a:gd name="connsiteY44" fmla="*/ 242887 h 519112"/>
                <a:gd name="connsiteX45" fmla="*/ 3700463 w 5067300"/>
                <a:gd name="connsiteY45" fmla="*/ 219075 h 519112"/>
                <a:gd name="connsiteX46" fmla="*/ 3495675 w 5067300"/>
                <a:gd name="connsiteY46" fmla="*/ 185737 h 519112"/>
                <a:gd name="connsiteX47" fmla="*/ 3233738 w 5067300"/>
                <a:gd name="connsiteY47" fmla="*/ 133350 h 519112"/>
                <a:gd name="connsiteX48" fmla="*/ 3009900 w 5067300"/>
                <a:gd name="connsiteY48" fmla="*/ 90487 h 519112"/>
                <a:gd name="connsiteX49" fmla="*/ 2724150 w 5067300"/>
                <a:gd name="connsiteY49" fmla="*/ 57150 h 519112"/>
                <a:gd name="connsiteX50" fmla="*/ 2528888 w 5067300"/>
                <a:gd name="connsiteY50" fmla="*/ 38100 h 519112"/>
                <a:gd name="connsiteX51" fmla="*/ 2328863 w 5067300"/>
                <a:gd name="connsiteY51" fmla="*/ 0 h 519112"/>
                <a:gd name="connsiteX52" fmla="*/ 2109788 w 5067300"/>
                <a:gd name="connsiteY52" fmla="*/ 0 h 519112"/>
                <a:gd name="connsiteX53" fmla="*/ 1843088 w 5067300"/>
                <a:gd name="connsiteY53" fmla="*/ 0 h 519112"/>
                <a:gd name="connsiteX54" fmla="*/ 1543050 w 5067300"/>
                <a:gd name="connsiteY54" fmla="*/ 14287 h 519112"/>
                <a:gd name="connsiteX55" fmla="*/ 1323975 w 5067300"/>
                <a:gd name="connsiteY55" fmla="*/ 33337 h 519112"/>
                <a:gd name="connsiteX56" fmla="*/ 1028700 w 5067300"/>
                <a:gd name="connsiteY56" fmla="*/ 52387 h 519112"/>
                <a:gd name="connsiteX57" fmla="*/ 828675 w 5067300"/>
                <a:gd name="connsiteY57" fmla="*/ 52387 h 519112"/>
                <a:gd name="connsiteX58" fmla="*/ 633413 w 5067300"/>
                <a:gd name="connsiteY58" fmla="*/ 90487 h 519112"/>
                <a:gd name="connsiteX59" fmla="*/ 585788 w 5067300"/>
                <a:gd name="connsiteY59" fmla="*/ 114300 h 519112"/>
                <a:gd name="connsiteX60" fmla="*/ 566738 w 5067300"/>
                <a:gd name="connsiteY60" fmla="*/ 152400 h 519112"/>
                <a:gd name="connsiteX61" fmla="*/ 557213 w 5067300"/>
                <a:gd name="connsiteY61" fmla="*/ 180975 h 519112"/>
                <a:gd name="connsiteX62" fmla="*/ 509588 w 5067300"/>
                <a:gd name="connsiteY62" fmla="*/ 166687 h 519112"/>
                <a:gd name="connsiteX63" fmla="*/ 481013 w 5067300"/>
                <a:gd name="connsiteY63" fmla="*/ 133350 h 519112"/>
                <a:gd name="connsiteX64" fmla="*/ 409575 w 5067300"/>
                <a:gd name="connsiteY64" fmla="*/ 100012 h 519112"/>
                <a:gd name="connsiteX65" fmla="*/ 328613 w 5067300"/>
                <a:gd name="connsiteY65" fmla="*/ 90487 h 519112"/>
                <a:gd name="connsiteX66" fmla="*/ 100013 w 5067300"/>
                <a:gd name="connsiteY66" fmla="*/ 142875 h 519112"/>
                <a:gd name="connsiteX67" fmla="*/ 0 w 5067300"/>
                <a:gd name="connsiteY67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905326 w 5067300"/>
                <a:gd name="connsiteY32" fmla="*/ 267054 h 519112"/>
                <a:gd name="connsiteX33" fmla="*/ 4862513 w 5067300"/>
                <a:gd name="connsiteY33" fmla="*/ 276226 h 519112"/>
                <a:gd name="connsiteX34" fmla="*/ 4810076 w 5067300"/>
                <a:gd name="connsiteY34" fmla="*/ 276579 h 519112"/>
                <a:gd name="connsiteX35" fmla="*/ 4752926 w 5067300"/>
                <a:gd name="connsiteY35" fmla="*/ 280987 h 519112"/>
                <a:gd name="connsiteX36" fmla="*/ 4681538 w 5067300"/>
                <a:gd name="connsiteY36" fmla="*/ 280987 h 519112"/>
                <a:gd name="connsiteX37" fmla="*/ 4572000 w 5067300"/>
                <a:gd name="connsiteY37" fmla="*/ 280987 h 519112"/>
                <a:gd name="connsiteX38" fmla="*/ 4524375 w 5067300"/>
                <a:gd name="connsiteY38" fmla="*/ 280987 h 519112"/>
                <a:gd name="connsiteX39" fmla="*/ 4505325 w 5067300"/>
                <a:gd name="connsiteY39" fmla="*/ 333375 h 519112"/>
                <a:gd name="connsiteX40" fmla="*/ 4457700 w 5067300"/>
                <a:gd name="connsiteY40" fmla="*/ 333375 h 519112"/>
                <a:gd name="connsiteX41" fmla="*/ 4424363 w 5067300"/>
                <a:gd name="connsiteY41" fmla="*/ 304800 h 519112"/>
                <a:gd name="connsiteX42" fmla="*/ 4410075 w 5067300"/>
                <a:gd name="connsiteY42" fmla="*/ 266700 h 519112"/>
                <a:gd name="connsiteX43" fmla="*/ 4267200 w 5067300"/>
                <a:gd name="connsiteY43" fmla="*/ 285750 h 519112"/>
                <a:gd name="connsiteX44" fmla="*/ 4114800 w 5067300"/>
                <a:gd name="connsiteY44" fmla="*/ 266700 h 519112"/>
                <a:gd name="connsiteX45" fmla="*/ 3933825 w 5067300"/>
                <a:gd name="connsiteY45" fmla="*/ 242887 h 519112"/>
                <a:gd name="connsiteX46" fmla="*/ 3700463 w 5067300"/>
                <a:gd name="connsiteY46" fmla="*/ 219075 h 519112"/>
                <a:gd name="connsiteX47" fmla="*/ 3495675 w 5067300"/>
                <a:gd name="connsiteY47" fmla="*/ 185737 h 519112"/>
                <a:gd name="connsiteX48" fmla="*/ 3233738 w 5067300"/>
                <a:gd name="connsiteY48" fmla="*/ 133350 h 519112"/>
                <a:gd name="connsiteX49" fmla="*/ 3009900 w 5067300"/>
                <a:gd name="connsiteY49" fmla="*/ 90487 h 519112"/>
                <a:gd name="connsiteX50" fmla="*/ 2724150 w 5067300"/>
                <a:gd name="connsiteY50" fmla="*/ 57150 h 519112"/>
                <a:gd name="connsiteX51" fmla="*/ 2528888 w 5067300"/>
                <a:gd name="connsiteY51" fmla="*/ 38100 h 519112"/>
                <a:gd name="connsiteX52" fmla="*/ 2328863 w 5067300"/>
                <a:gd name="connsiteY52" fmla="*/ 0 h 519112"/>
                <a:gd name="connsiteX53" fmla="*/ 2109788 w 5067300"/>
                <a:gd name="connsiteY53" fmla="*/ 0 h 519112"/>
                <a:gd name="connsiteX54" fmla="*/ 1843088 w 5067300"/>
                <a:gd name="connsiteY54" fmla="*/ 0 h 519112"/>
                <a:gd name="connsiteX55" fmla="*/ 1543050 w 5067300"/>
                <a:gd name="connsiteY55" fmla="*/ 14287 h 519112"/>
                <a:gd name="connsiteX56" fmla="*/ 1323975 w 5067300"/>
                <a:gd name="connsiteY56" fmla="*/ 33337 h 519112"/>
                <a:gd name="connsiteX57" fmla="*/ 1028700 w 5067300"/>
                <a:gd name="connsiteY57" fmla="*/ 52387 h 519112"/>
                <a:gd name="connsiteX58" fmla="*/ 828675 w 5067300"/>
                <a:gd name="connsiteY58" fmla="*/ 52387 h 519112"/>
                <a:gd name="connsiteX59" fmla="*/ 633413 w 5067300"/>
                <a:gd name="connsiteY59" fmla="*/ 90487 h 519112"/>
                <a:gd name="connsiteX60" fmla="*/ 585788 w 5067300"/>
                <a:gd name="connsiteY60" fmla="*/ 114300 h 519112"/>
                <a:gd name="connsiteX61" fmla="*/ 566738 w 5067300"/>
                <a:gd name="connsiteY61" fmla="*/ 152400 h 519112"/>
                <a:gd name="connsiteX62" fmla="*/ 557213 w 5067300"/>
                <a:gd name="connsiteY62" fmla="*/ 180975 h 519112"/>
                <a:gd name="connsiteX63" fmla="*/ 509588 w 5067300"/>
                <a:gd name="connsiteY63" fmla="*/ 166687 h 519112"/>
                <a:gd name="connsiteX64" fmla="*/ 481013 w 5067300"/>
                <a:gd name="connsiteY64" fmla="*/ 133350 h 519112"/>
                <a:gd name="connsiteX65" fmla="*/ 409575 w 5067300"/>
                <a:gd name="connsiteY65" fmla="*/ 100012 h 519112"/>
                <a:gd name="connsiteX66" fmla="*/ 328613 w 5067300"/>
                <a:gd name="connsiteY66" fmla="*/ 90487 h 519112"/>
                <a:gd name="connsiteX67" fmla="*/ 100013 w 5067300"/>
                <a:gd name="connsiteY67" fmla="*/ 142875 h 519112"/>
                <a:gd name="connsiteX68" fmla="*/ 0 w 5067300"/>
                <a:gd name="connsiteY68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986288 w 5067300"/>
                <a:gd name="connsiteY32" fmla="*/ 264672 h 519112"/>
                <a:gd name="connsiteX33" fmla="*/ 4905326 w 5067300"/>
                <a:gd name="connsiteY33" fmla="*/ 267054 h 519112"/>
                <a:gd name="connsiteX34" fmla="*/ 4862513 w 5067300"/>
                <a:gd name="connsiteY34" fmla="*/ 276226 h 519112"/>
                <a:gd name="connsiteX35" fmla="*/ 4810076 w 5067300"/>
                <a:gd name="connsiteY35" fmla="*/ 276579 h 519112"/>
                <a:gd name="connsiteX36" fmla="*/ 4752926 w 5067300"/>
                <a:gd name="connsiteY36" fmla="*/ 280987 h 519112"/>
                <a:gd name="connsiteX37" fmla="*/ 4681538 w 5067300"/>
                <a:gd name="connsiteY37" fmla="*/ 280987 h 519112"/>
                <a:gd name="connsiteX38" fmla="*/ 4572000 w 5067300"/>
                <a:gd name="connsiteY38" fmla="*/ 280987 h 519112"/>
                <a:gd name="connsiteX39" fmla="*/ 4524375 w 5067300"/>
                <a:gd name="connsiteY39" fmla="*/ 280987 h 519112"/>
                <a:gd name="connsiteX40" fmla="*/ 4505325 w 5067300"/>
                <a:gd name="connsiteY40" fmla="*/ 333375 h 519112"/>
                <a:gd name="connsiteX41" fmla="*/ 4457700 w 5067300"/>
                <a:gd name="connsiteY41" fmla="*/ 333375 h 519112"/>
                <a:gd name="connsiteX42" fmla="*/ 4424363 w 5067300"/>
                <a:gd name="connsiteY42" fmla="*/ 304800 h 519112"/>
                <a:gd name="connsiteX43" fmla="*/ 4410075 w 5067300"/>
                <a:gd name="connsiteY43" fmla="*/ 266700 h 519112"/>
                <a:gd name="connsiteX44" fmla="*/ 4267200 w 5067300"/>
                <a:gd name="connsiteY44" fmla="*/ 285750 h 519112"/>
                <a:gd name="connsiteX45" fmla="*/ 4114800 w 5067300"/>
                <a:gd name="connsiteY45" fmla="*/ 266700 h 519112"/>
                <a:gd name="connsiteX46" fmla="*/ 3933825 w 5067300"/>
                <a:gd name="connsiteY46" fmla="*/ 242887 h 519112"/>
                <a:gd name="connsiteX47" fmla="*/ 3700463 w 5067300"/>
                <a:gd name="connsiteY47" fmla="*/ 219075 h 519112"/>
                <a:gd name="connsiteX48" fmla="*/ 3495675 w 5067300"/>
                <a:gd name="connsiteY48" fmla="*/ 185737 h 519112"/>
                <a:gd name="connsiteX49" fmla="*/ 3233738 w 5067300"/>
                <a:gd name="connsiteY49" fmla="*/ 133350 h 519112"/>
                <a:gd name="connsiteX50" fmla="*/ 3009900 w 5067300"/>
                <a:gd name="connsiteY50" fmla="*/ 90487 h 519112"/>
                <a:gd name="connsiteX51" fmla="*/ 2724150 w 5067300"/>
                <a:gd name="connsiteY51" fmla="*/ 57150 h 519112"/>
                <a:gd name="connsiteX52" fmla="*/ 2528888 w 5067300"/>
                <a:gd name="connsiteY52" fmla="*/ 38100 h 519112"/>
                <a:gd name="connsiteX53" fmla="*/ 2328863 w 5067300"/>
                <a:gd name="connsiteY53" fmla="*/ 0 h 519112"/>
                <a:gd name="connsiteX54" fmla="*/ 2109788 w 5067300"/>
                <a:gd name="connsiteY54" fmla="*/ 0 h 519112"/>
                <a:gd name="connsiteX55" fmla="*/ 1843088 w 5067300"/>
                <a:gd name="connsiteY55" fmla="*/ 0 h 519112"/>
                <a:gd name="connsiteX56" fmla="*/ 1543050 w 5067300"/>
                <a:gd name="connsiteY56" fmla="*/ 14287 h 519112"/>
                <a:gd name="connsiteX57" fmla="*/ 1323975 w 5067300"/>
                <a:gd name="connsiteY57" fmla="*/ 33337 h 519112"/>
                <a:gd name="connsiteX58" fmla="*/ 1028700 w 5067300"/>
                <a:gd name="connsiteY58" fmla="*/ 52387 h 519112"/>
                <a:gd name="connsiteX59" fmla="*/ 828675 w 5067300"/>
                <a:gd name="connsiteY59" fmla="*/ 52387 h 519112"/>
                <a:gd name="connsiteX60" fmla="*/ 633413 w 5067300"/>
                <a:gd name="connsiteY60" fmla="*/ 90487 h 519112"/>
                <a:gd name="connsiteX61" fmla="*/ 585788 w 5067300"/>
                <a:gd name="connsiteY61" fmla="*/ 114300 h 519112"/>
                <a:gd name="connsiteX62" fmla="*/ 566738 w 5067300"/>
                <a:gd name="connsiteY62" fmla="*/ 152400 h 519112"/>
                <a:gd name="connsiteX63" fmla="*/ 557213 w 5067300"/>
                <a:gd name="connsiteY63" fmla="*/ 180975 h 519112"/>
                <a:gd name="connsiteX64" fmla="*/ 509588 w 5067300"/>
                <a:gd name="connsiteY64" fmla="*/ 166687 h 519112"/>
                <a:gd name="connsiteX65" fmla="*/ 481013 w 5067300"/>
                <a:gd name="connsiteY65" fmla="*/ 133350 h 519112"/>
                <a:gd name="connsiteX66" fmla="*/ 409575 w 5067300"/>
                <a:gd name="connsiteY66" fmla="*/ 100012 h 519112"/>
                <a:gd name="connsiteX67" fmla="*/ 328613 w 5067300"/>
                <a:gd name="connsiteY67" fmla="*/ 90487 h 519112"/>
                <a:gd name="connsiteX68" fmla="*/ 100013 w 5067300"/>
                <a:gd name="connsiteY68" fmla="*/ 142875 h 519112"/>
                <a:gd name="connsiteX69" fmla="*/ 0 w 5067300"/>
                <a:gd name="connsiteY69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52926 w 5067300"/>
                <a:gd name="connsiteY37" fmla="*/ 280987 h 519112"/>
                <a:gd name="connsiteX38" fmla="*/ 4681538 w 5067300"/>
                <a:gd name="connsiteY38" fmla="*/ 280987 h 519112"/>
                <a:gd name="connsiteX39" fmla="*/ 4572000 w 5067300"/>
                <a:gd name="connsiteY39" fmla="*/ 280987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52926 w 5067300"/>
                <a:gd name="connsiteY37" fmla="*/ 280987 h 519112"/>
                <a:gd name="connsiteX38" fmla="*/ 4681538 w 5067300"/>
                <a:gd name="connsiteY38" fmla="*/ 280987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52926 w 5067300"/>
                <a:gd name="connsiteY37" fmla="*/ 280987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33901 w 5067300"/>
                <a:gd name="connsiteY34" fmla="*/ 97985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5012482 w 5067300"/>
                <a:gd name="connsiteY33" fmla="*/ 79288 h 519112"/>
                <a:gd name="connsiteX34" fmla="*/ 4933901 w 5067300"/>
                <a:gd name="connsiteY34" fmla="*/ 97985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67300 w 5067300"/>
                <a:gd name="connsiteY32" fmla="*/ 57858 h 519112"/>
                <a:gd name="connsiteX33" fmla="*/ 5012482 w 5067300"/>
                <a:gd name="connsiteY33" fmla="*/ 79288 h 519112"/>
                <a:gd name="connsiteX34" fmla="*/ 4933901 w 5067300"/>
                <a:gd name="connsiteY34" fmla="*/ 97985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8887"/>
                <a:gd name="connsiteY0" fmla="*/ 180975 h 519112"/>
                <a:gd name="connsiteX1" fmla="*/ 4763 w 5068887"/>
                <a:gd name="connsiteY1" fmla="*/ 461962 h 519112"/>
                <a:gd name="connsiteX2" fmla="*/ 190500 w 5068887"/>
                <a:gd name="connsiteY2" fmla="*/ 461962 h 519112"/>
                <a:gd name="connsiteX3" fmla="*/ 230980 w 5068887"/>
                <a:gd name="connsiteY3" fmla="*/ 461962 h 519112"/>
                <a:gd name="connsiteX4" fmla="*/ 400050 w 5068887"/>
                <a:gd name="connsiteY4" fmla="*/ 461962 h 519112"/>
                <a:gd name="connsiteX5" fmla="*/ 571500 w 5068887"/>
                <a:gd name="connsiteY5" fmla="*/ 471487 h 519112"/>
                <a:gd name="connsiteX6" fmla="*/ 828675 w 5068887"/>
                <a:gd name="connsiteY6" fmla="*/ 485775 h 519112"/>
                <a:gd name="connsiteX7" fmla="*/ 1062038 w 5068887"/>
                <a:gd name="connsiteY7" fmla="*/ 490537 h 519112"/>
                <a:gd name="connsiteX8" fmla="*/ 1266825 w 5068887"/>
                <a:gd name="connsiteY8" fmla="*/ 500062 h 519112"/>
                <a:gd name="connsiteX9" fmla="*/ 1476375 w 5068887"/>
                <a:gd name="connsiteY9" fmla="*/ 509587 h 519112"/>
                <a:gd name="connsiteX10" fmla="*/ 1647825 w 5068887"/>
                <a:gd name="connsiteY10" fmla="*/ 514350 h 519112"/>
                <a:gd name="connsiteX11" fmla="*/ 1790700 w 5068887"/>
                <a:gd name="connsiteY11" fmla="*/ 519112 h 519112"/>
                <a:gd name="connsiteX12" fmla="*/ 1962150 w 5068887"/>
                <a:gd name="connsiteY12" fmla="*/ 500062 h 519112"/>
                <a:gd name="connsiteX13" fmla="*/ 2128838 w 5068887"/>
                <a:gd name="connsiteY13" fmla="*/ 500062 h 519112"/>
                <a:gd name="connsiteX14" fmla="*/ 2309813 w 5068887"/>
                <a:gd name="connsiteY14" fmla="*/ 504825 h 519112"/>
                <a:gd name="connsiteX15" fmla="*/ 2557463 w 5068887"/>
                <a:gd name="connsiteY15" fmla="*/ 509587 h 519112"/>
                <a:gd name="connsiteX16" fmla="*/ 2714625 w 5068887"/>
                <a:gd name="connsiteY16" fmla="*/ 514350 h 519112"/>
                <a:gd name="connsiteX17" fmla="*/ 2847975 w 5068887"/>
                <a:gd name="connsiteY17" fmla="*/ 514350 h 519112"/>
                <a:gd name="connsiteX18" fmla="*/ 2976563 w 5068887"/>
                <a:gd name="connsiteY18" fmla="*/ 519112 h 519112"/>
                <a:gd name="connsiteX19" fmla="*/ 3157538 w 5068887"/>
                <a:gd name="connsiteY19" fmla="*/ 509587 h 519112"/>
                <a:gd name="connsiteX20" fmla="*/ 3357563 w 5068887"/>
                <a:gd name="connsiteY20" fmla="*/ 504825 h 519112"/>
                <a:gd name="connsiteX21" fmla="*/ 3505200 w 5068887"/>
                <a:gd name="connsiteY21" fmla="*/ 509587 h 519112"/>
                <a:gd name="connsiteX22" fmla="*/ 3729038 w 5068887"/>
                <a:gd name="connsiteY22" fmla="*/ 500062 h 519112"/>
                <a:gd name="connsiteX23" fmla="*/ 3938588 w 5068887"/>
                <a:gd name="connsiteY23" fmla="*/ 500062 h 519112"/>
                <a:gd name="connsiteX24" fmla="*/ 4143375 w 5068887"/>
                <a:gd name="connsiteY24" fmla="*/ 500062 h 519112"/>
                <a:gd name="connsiteX25" fmla="*/ 4257675 w 5068887"/>
                <a:gd name="connsiteY25" fmla="*/ 519112 h 519112"/>
                <a:gd name="connsiteX26" fmla="*/ 4533900 w 5068887"/>
                <a:gd name="connsiteY26" fmla="*/ 519112 h 519112"/>
                <a:gd name="connsiteX27" fmla="*/ 4676775 w 5068887"/>
                <a:gd name="connsiteY27" fmla="*/ 519112 h 519112"/>
                <a:gd name="connsiteX28" fmla="*/ 4838700 w 5068887"/>
                <a:gd name="connsiteY28" fmla="*/ 519112 h 519112"/>
                <a:gd name="connsiteX29" fmla="*/ 4967288 w 5068887"/>
                <a:gd name="connsiteY29" fmla="*/ 519112 h 519112"/>
                <a:gd name="connsiteX30" fmla="*/ 5067300 w 5068887"/>
                <a:gd name="connsiteY30" fmla="*/ 519112 h 519112"/>
                <a:gd name="connsiteX31" fmla="*/ 5067300 w 5068887"/>
                <a:gd name="connsiteY31" fmla="*/ 247650 h 519112"/>
                <a:gd name="connsiteX32" fmla="*/ 5067300 w 5068887"/>
                <a:gd name="connsiteY32" fmla="*/ 57858 h 519112"/>
                <a:gd name="connsiteX33" fmla="*/ 5012482 w 5068887"/>
                <a:gd name="connsiteY33" fmla="*/ 79288 h 519112"/>
                <a:gd name="connsiteX34" fmla="*/ 4933901 w 5068887"/>
                <a:gd name="connsiteY34" fmla="*/ 97985 h 519112"/>
                <a:gd name="connsiteX35" fmla="*/ 4862463 w 5068887"/>
                <a:gd name="connsiteY35" fmla="*/ 121445 h 519112"/>
                <a:gd name="connsiteX36" fmla="*/ 4836269 w 5068887"/>
                <a:gd name="connsiteY36" fmla="*/ 145963 h 519112"/>
                <a:gd name="connsiteX37" fmla="*/ 4748163 w 5068887"/>
                <a:gd name="connsiteY37" fmla="*/ 180975 h 519112"/>
                <a:gd name="connsiteX38" fmla="*/ 4679581 w 5068887"/>
                <a:gd name="connsiteY38" fmla="*/ 247650 h 519112"/>
                <a:gd name="connsiteX39" fmla="*/ 4533900 w 5068887"/>
                <a:gd name="connsiteY39" fmla="*/ 247650 h 519112"/>
                <a:gd name="connsiteX40" fmla="*/ 4524375 w 5068887"/>
                <a:gd name="connsiteY40" fmla="*/ 280987 h 519112"/>
                <a:gd name="connsiteX41" fmla="*/ 4505325 w 5068887"/>
                <a:gd name="connsiteY41" fmla="*/ 333375 h 519112"/>
                <a:gd name="connsiteX42" fmla="*/ 4457700 w 5068887"/>
                <a:gd name="connsiteY42" fmla="*/ 333375 h 519112"/>
                <a:gd name="connsiteX43" fmla="*/ 4424363 w 5068887"/>
                <a:gd name="connsiteY43" fmla="*/ 304800 h 519112"/>
                <a:gd name="connsiteX44" fmla="*/ 4410075 w 5068887"/>
                <a:gd name="connsiteY44" fmla="*/ 266700 h 519112"/>
                <a:gd name="connsiteX45" fmla="*/ 4267200 w 5068887"/>
                <a:gd name="connsiteY45" fmla="*/ 285750 h 519112"/>
                <a:gd name="connsiteX46" fmla="*/ 4114800 w 5068887"/>
                <a:gd name="connsiteY46" fmla="*/ 266700 h 519112"/>
                <a:gd name="connsiteX47" fmla="*/ 3933825 w 5068887"/>
                <a:gd name="connsiteY47" fmla="*/ 242887 h 519112"/>
                <a:gd name="connsiteX48" fmla="*/ 3700463 w 5068887"/>
                <a:gd name="connsiteY48" fmla="*/ 219075 h 519112"/>
                <a:gd name="connsiteX49" fmla="*/ 3495675 w 5068887"/>
                <a:gd name="connsiteY49" fmla="*/ 185737 h 519112"/>
                <a:gd name="connsiteX50" fmla="*/ 3233738 w 5068887"/>
                <a:gd name="connsiteY50" fmla="*/ 133350 h 519112"/>
                <a:gd name="connsiteX51" fmla="*/ 3009900 w 5068887"/>
                <a:gd name="connsiteY51" fmla="*/ 90487 h 519112"/>
                <a:gd name="connsiteX52" fmla="*/ 2724150 w 5068887"/>
                <a:gd name="connsiteY52" fmla="*/ 57150 h 519112"/>
                <a:gd name="connsiteX53" fmla="*/ 2528888 w 5068887"/>
                <a:gd name="connsiteY53" fmla="*/ 38100 h 519112"/>
                <a:gd name="connsiteX54" fmla="*/ 2328863 w 5068887"/>
                <a:gd name="connsiteY54" fmla="*/ 0 h 519112"/>
                <a:gd name="connsiteX55" fmla="*/ 2109788 w 5068887"/>
                <a:gd name="connsiteY55" fmla="*/ 0 h 519112"/>
                <a:gd name="connsiteX56" fmla="*/ 1843088 w 5068887"/>
                <a:gd name="connsiteY56" fmla="*/ 0 h 519112"/>
                <a:gd name="connsiteX57" fmla="*/ 1543050 w 5068887"/>
                <a:gd name="connsiteY57" fmla="*/ 14287 h 519112"/>
                <a:gd name="connsiteX58" fmla="*/ 1323975 w 5068887"/>
                <a:gd name="connsiteY58" fmla="*/ 33337 h 519112"/>
                <a:gd name="connsiteX59" fmla="*/ 1028700 w 5068887"/>
                <a:gd name="connsiteY59" fmla="*/ 52387 h 519112"/>
                <a:gd name="connsiteX60" fmla="*/ 828675 w 5068887"/>
                <a:gd name="connsiteY60" fmla="*/ 52387 h 519112"/>
                <a:gd name="connsiteX61" fmla="*/ 633413 w 5068887"/>
                <a:gd name="connsiteY61" fmla="*/ 90487 h 519112"/>
                <a:gd name="connsiteX62" fmla="*/ 585788 w 5068887"/>
                <a:gd name="connsiteY62" fmla="*/ 114300 h 519112"/>
                <a:gd name="connsiteX63" fmla="*/ 566738 w 5068887"/>
                <a:gd name="connsiteY63" fmla="*/ 152400 h 519112"/>
                <a:gd name="connsiteX64" fmla="*/ 557213 w 5068887"/>
                <a:gd name="connsiteY64" fmla="*/ 180975 h 519112"/>
                <a:gd name="connsiteX65" fmla="*/ 509588 w 5068887"/>
                <a:gd name="connsiteY65" fmla="*/ 166687 h 519112"/>
                <a:gd name="connsiteX66" fmla="*/ 481013 w 5068887"/>
                <a:gd name="connsiteY66" fmla="*/ 133350 h 519112"/>
                <a:gd name="connsiteX67" fmla="*/ 409575 w 5068887"/>
                <a:gd name="connsiteY67" fmla="*/ 100012 h 519112"/>
                <a:gd name="connsiteX68" fmla="*/ 328613 w 5068887"/>
                <a:gd name="connsiteY68" fmla="*/ 90487 h 519112"/>
                <a:gd name="connsiteX69" fmla="*/ 100013 w 5068887"/>
                <a:gd name="connsiteY69" fmla="*/ 142875 h 519112"/>
                <a:gd name="connsiteX70" fmla="*/ 0 w 5068887"/>
                <a:gd name="connsiteY70" fmla="*/ 180975 h 519112"/>
                <a:gd name="connsiteX0" fmla="*/ 0 w 5068887"/>
                <a:gd name="connsiteY0" fmla="*/ 180975 h 519112"/>
                <a:gd name="connsiteX1" fmla="*/ 4763 w 5068887"/>
                <a:gd name="connsiteY1" fmla="*/ 461962 h 519112"/>
                <a:gd name="connsiteX2" fmla="*/ 190500 w 5068887"/>
                <a:gd name="connsiteY2" fmla="*/ 461962 h 519112"/>
                <a:gd name="connsiteX3" fmla="*/ 230980 w 5068887"/>
                <a:gd name="connsiteY3" fmla="*/ 461962 h 519112"/>
                <a:gd name="connsiteX4" fmla="*/ 400050 w 5068887"/>
                <a:gd name="connsiteY4" fmla="*/ 461962 h 519112"/>
                <a:gd name="connsiteX5" fmla="*/ 571500 w 5068887"/>
                <a:gd name="connsiteY5" fmla="*/ 471487 h 519112"/>
                <a:gd name="connsiteX6" fmla="*/ 828675 w 5068887"/>
                <a:gd name="connsiteY6" fmla="*/ 485775 h 519112"/>
                <a:gd name="connsiteX7" fmla="*/ 1062038 w 5068887"/>
                <a:gd name="connsiteY7" fmla="*/ 490537 h 519112"/>
                <a:gd name="connsiteX8" fmla="*/ 1266825 w 5068887"/>
                <a:gd name="connsiteY8" fmla="*/ 500062 h 519112"/>
                <a:gd name="connsiteX9" fmla="*/ 1476375 w 5068887"/>
                <a:gd name="connsiteY9" fmla="*/ 509587 h 519112"/>
                <a:gd name="connsiteX10" fmla="*/ 1647825 w 5068887"/>
                <a:gd name="connsiteY10" fmla="*/ 514350 h 519112"/>
                <a:gd name="connsiteX11" fmla="*/ 1790700 w 5068887"/>
                <a:gd name="connsiteY11" fmla="*/ 519112 h 519112"/>
                <a:gd name="connsiteX12" fmla="*/ 1962150 w 5068887"/>
                <a:gd name="connsiteY12" fmla="*/ 500062 h 519112"/>
                <a:gd name="connsiteX13" fmla="*/ 2128838 w 5068887"/>
                <a:gd name="connsiteY13" fmla="*/ 500062 h 519112"/>
                <a:gd name="connsiteX14" fmla="*/ 2309813 w 5068887"/>
                <a:gd name="connsiteY14" fmla="*/ 504825 h 519112"/>
                <a:gd name="connsiteX15" fmla="*/ 2557463 w 5068887"/>
                <a:gd name="connsiteY15" fmla="*/ 509587 h 519112"/>
                <a:gd name="connsiteX16" fmla="*/ 2714625 w 5068887"/>
                <a:gd name="connsiteY16" fmla="*/ 514350 h 519112"/>
                <a:gd name="connsiteX17" fmla="*/ 2847975 w 5068887"/>
                <a:gd name="connsiteY17" fmla="*/ 514350 h 519112"/>
                <a:gd name="connsiteX18" fmla="*/ 2976563 w 5068887"/>
                <a:gd name="connsiteY18" fmla="*/ 519112 h 519112"/>
                <a:gd name="connsiteX19" fmla="*/ 3157538 w 5068887"/>
                <a:gd name="connsiteY19" fmla="*/ 509587 h 519112"/>
                <a:gd name="connsiteX20" fmla="*/ 3357563 w 5068887"/>
                <a:gd name="connsiteY20" fmla="*/ 504825 h 519112"/>
                <a:gd name="connsiteX21" fmla="*/ 3505200 w 5068887"/>
                <a:gd name="connsiteY21" fmla="*/ 509587 h 519112"/>
                <a:gd name="connsiteX22" fmla="*/ 3729038 w 5068887"/>
                <a:gd name="connsiteY22" fmla="*/ 500062 h 519112"/>
                <a:gd name="connsiteX23" fmla="*/ 3938588 w 5068887"/>
                <a:gd name="connsiteY23" fmla="*/ 500062 h 519112"/>
                <a:gd name="connsiteX24" fmla="*/ 4143375 w 5068887"/>
                <a:gd name="connsiteY24" fmla="*/ 500062 h 519112"/>
                <a:gd name="connsiteX25" fmla="*/ 4257675 w 5068887"/>
                <a:gd name="connsiteY25" fmla="*/ 519112 h 519112"/>
                <a:gd name="connsiteX26" fmla="*/ 4533900 w 5068887"/>
                <a:gd name="connsiteY26" fmla="*/ 519112 h 519112"/>
                <a:gd name="connsiteX27" fmla="*/ 4676775 w 5068887"/>
                <a:gd name="connsiteY27" fmla="*/ 519112 h 519112"/>
                <a:gd name="connsiteX28" fmla="*/ 4838700 w 5068887"/>
                <a:gd name="connsiteY28" fmla="*/ 519112 h 519112"/>
                <a:gd name="connsiteX29" fmla="*/ 4967288 w 5068887"/>
                <a:gd name="connsiteY29" fmla="*/ 519112 h 519112"/>
                <a:gd name="connsiteX30" fmla="*/ 5067300 w 5068887"/>
                <a:gd name="connsiteY30" fmla="*/ 519112 h 519112"/>
                <a:gd name="connsiteX31" fmla="*/ 5067300 w 5068887"/>
                <a:gd name="connsiteY31" fmla="*/ 247650 h 519112"/>
                <a:gd name="connsiteX32" fmla="*/ 5067300 w 5068887"/>
                <a:gd name="connsiteY32" fmla="*/ 57858 h 519112"/>
                <a:gd name="connsiteX33" fmla="*/ 5012482 w 5068887"/>
                <a:gd name="connsiteY33" fmla="*/ 79288 h 519112"/>
                <a:gd name="connsiteX34" fmla="*/ 4933901 w 5068887"/>
                <a:gd name="connsiteY34" fmla="*/ 97985 h 519112"/>
                <a:gd name="connsiteX35" fmla="*/ 4862463 w 5068887"/>
                <a:gd name="connsiteY35" fmla="*/ 121445 h 519112"/>
                <a:gd name="connsiteX36" fmla="*/ 4798169 w 5068887"/>
                <a:gd name="connsiteY36" fmla="*/ 148345 h 519112"/>
                <a:gd name="connsiteX37" fmla="*/ 4748163 w 5068887"/>
                <a:gd name="connsiteY37" fmla="*/ 180975 h 519112"/>
                <a:gd name="connsiteX38" fmla="*/ 4679581 w 5068887"/>
                <a:gd name="connsiteY38" fmla="*/ 247650 h 519112"/>
                <a:gd name="connsiteX39" fmla="*/ 4533900 w 5068887"/>
                <a:gd name="connsiteY39" fmla="*/ 247650 h 519112"/>
                <a:gd name="connsiteX40" fmla="*/ 4524375 w 5068887"/>
                <a:gd name="connsiteY40" fmla="*/ 280987 h 519112"/>
                <a:gd name="connsiteX41" fmla="*/ 4505325 w 5068887"/>
                <a:gd name="connsiteY41" fmla="*/ 333375 h 519112"/>
                <a:gd name="connsiteX42" fmla="*/ 4457700 w 5068887"/>
                <a:gd name="connsiteY42" fmla="*/ 333375 h 519112"/>
                <a:gd name="connsiteX43" fmla="*/ 4424363 w 5068887"/>
                <a:gd name="connsiteY43" fmla="*/ 304800 h 519112"/>
                <a:gd name="connsiteX44" fmla="*/ 4410075 w 5068887"/>
                <a:gd name="connsiteY44" fmla="*/ 266700 h 519112"/>
                <a:gd name="connsiteX45" fmla="*/ 4267200 w 5068887"/>
                <a:gd name="connsiteY45" fmla="*/ 285750 h 519112"/>
                <a:gd name="connsiteX46" fmla="*/ 4114800 w 5068887"/>
                <a:gd name="connsiteY46" fmla="*/ 266700 h 519112"/>
                <a:gd name="connsiteX47" fmla="*/ 3933825 w 5068887"/>
                <a:gd name="connsiteY47" fmla="*/ 242887 h 519112"/>
                <a:gd name="connsiteX48" fmla="*/ 3700463 w 5068887"/>
                <a:gd name="connsiteY48" fmla="*/ 219075 h 519112"/>
                <a:gd name="connsiteX49" fmla="*/ 3495675 w 5068887"/>
                <a:gd name="connsiteY49" fmla="*/ 185737 h 519112"/>
                <a:gd name="connsiteX50" fmla="*/ 3233738 w 5068887"/>
                <a:gd name="connsiteY50" fmla="*/ 133350 h 519112"/>
                <a:gd name="connsiteX51" fmla="*/ 3009900 w 5068887"/>
                <a:gd name="connsiteY51" fmla="*/ 90487 h 519112"/>
                <a:gd name="connsiteX52" fmla="*/ 2724150 w 5068887"/>
                <a:gd name="connsiteY52" fmla="*/ 57150 h 519112"/>
                <a:gd name="connsiteX53" fmla="*/ 2528888 w 5068887"/>
                <a:gd name="connsiteY53" fmla="*/ 38100 h 519112"/>
                <a:gd name="connsiteX54" fmla="*/ 2328863 w 5068887"/>
                <a:gd name="connsiteY54" fmla="*/ 0 h 519112"/>
                <a:gd name="connsiteX55" fmla="*/ 2109788 w 5068887"/>
                <a:gd name="connsiteY55" fmla="*/ 0 h 519112"/>
                <a:gd name="connsiteX56" fmla="*/ 1843088 w 5068887"/>
                <a:gd name="connsiteY56" fmla="*/ 0 h 519112"/>
                <a:gd name="connsiteX57" fmla="*/ 1543050 w 5068887"/>
                <a:gd name="connsiteY57" fmla="*/ 14287 h 519112"/>
                <a:gd name="connsiteX58" fmla="*/ 1323975 w 5068887"/>
                <a:gd name="connsiteY58" fmla="*/ 33337 h 519112"/>
                <a:gd name="connsiteX59" fmla="*/ 1028700 w 5068887"/>
                <a:gd name="connsiteY59" fmla="*/ 52387 h 519112"/>
                <a:gd name="connsiteX60" fmla="*/ 828675 w 5068887"/>
                <a:gd name="connsiteY60" fmla="*/ 52387 h 519112"/>
                <a:gd name="connsiteX61" fmla="*/ 633413 w 5068887"/>
                <a:gd name="connsiteY61" fmla="*/ 90487 h 519112"/>
                <a:gd name="connsiteX62" fmla="*/ 585788 w 5068887"/>
                <a:gd name="connsiteY62" fmla="*/ 114300 h 519112"/>
                <a:gd name="connsiteX63" fmla="*/ 566738 w 5068887"/>
                <a:gd name="connsiteY63" fmla="*/ 152400 h 519112"/>
                <a:gd name="connsiteX64" fmla="*/ 557213 w 5068887"/>
                <a:gd name="connsiteY64" fmla="*/ 180975 h 519112"/>
                <a:gd name="connsiteX65" fmla="*/ 509588 w 5068887"/>
                <a:gd name="connsiteY65" fmla="*/ 166687 h 519112"/>
                <a:gd name="connsiteX66" fmla="*/ 481013 w 5068887"/>
                <a:gd name="connsiteY66" fmla="*/ 133350 h 519112"/>
                <a:gd name="connsiteX67" fmla="*/ 409575 w 5068887"/>
                <a:gd name="connsiteY67" fmla="*/ 100012 h 519112"/>
                <a:gd name="connsiteX68" fmla="*/ 328613 w 5068887"/>
                <a:gd name="connsiteY68" fmla="*/ 90487 h 519112"/>
                <a:gd name="connsiteX69" fmla="*/ 100013 w 5068887"/>
                <a:gd name="connsiteY69" fmla="*/ 142875 h 519112"/>
                <a:gd name="connsiteX70" fmla="*/ 0 w 5068887"/>
                <a:gd name="connsiteY70" fmla="*/ 180975 h 519112"/>
                <a:gd name="connsiteX0" fmla="*/ 0 w 5068887"/>
                <a:gd name="connsiteY0" fmla="*/ 180975 h 519112"/>
                <a:gd name="connsiteX1" fmla="*/ 4763 w 5068887"/>
                <a:gd name="connsiteY1" fmla="*/ 461962 h 519112"/>
                <a:gd name="connsiteX2" fmla="*/ 190500 w 5068887"/>
                <a:gd name="connsiteY2" fmla="*/ 461962 h 519112"/>
                <a:gd name="connsiteX3" fmla="*/ 230980 w 5068887"/>
                <a:gd name="connsiteY3" fmla="*/ 461962 h 519112"/>
                <a:gd name="connsiteX4" fmla="*/ 400050 w 5068887"/>
                <a:gd name="connsiteY4" fmla="*/ 461962 h 519112"/>
                <a:gd name="connsiteX5" fmla="*/ 571500 w 5068887"/>
                <a:gd name="connsiteY5" fmla="*/ 471487 h 519112"/>
                <a:gd name="connsiteX6" fmla="*/ 828675 w 5068887"/>
                <a:gd name="connsiteY6" fmla="*/ 485775 h 519112"/>
                <a:gd name="connsiteX7" fmla="*/ 1062038 w 5068887"/>
                <a:gd name="connsiteY7" fmla="*/ 490537 h 519112"/>
                <a:gd name="connsiteX8" fmla="*/ 1266825 w 5068887"/>
                <a:gd name="connsiteY8" fmla="*/ 500062 h 519112"/>
                <a:gd name="connsiteX9" fmla="*/ 1476375 w 5068887"/>
                <a:gd name="connsiteY9" fmla="*/ 509587 h 519112"/>
                <a:gd name="connsiteX10" fmla="*/ 1647825 w 5068887"/>
                <a:gd name="connsiteY10" fmla="*/ 514350 h 519112"/>
                <a:gd name="connsiteX11" fmla="*/ 1790700 w 5068887"/>
                <a:gd name="connsiteY11" fmla="*/ 519112 h 519112"/>
                <a:gd name="connsiteX12" fmla="*/ 1962150 w 5068887"/>
                <a:gd name="connsiteY12" fmla="*/ 500062 h 519112"/>
                <a:gd name="connsiteX13" fmla="*/ 2128838 w 5068887"/>
                <a:gd name="connsiteY13" fmla="*/ 500062 h 519112"/>
                <a:gd name="connsiteX14" fmla="*/ 2309813 w 5068887"/>
                <a:gd name="connsiteY14" fmla="*/ 504825 h 519112"/>
                <a:gd name="connsiteX15" fmla="*/ 2557463 w 5068887"/>
                <a:gd name="connsiteY15" fmla="*/ 509587 h 519112"/>
                <a:gd name="connsiteX16" fmla="*/ 2714625 w 5068887"/>
                <a:gd name="connsiteY16" fmla="*/ 514350 h 519112"/>
                <a:gd name="connsiteX17" fmla="*/ 2847975 w 5068887"/>
                <a:gd name="connsiteY17" fmla="*/ 514350 h 519112"/>
                <a:gd name="connsiteX18" fmla="*/ 2976563 w 5068887"/>
                <a:gd name="connsiteY18" fmla="*/ 519112 h 519112"/>
                <a:gd name="connsiteX19" fmla="*/ 3157538 w 5068887"/>
                <a:gd name="connsiteY19" fmla="*/ 509587 h 519112"/>
                <a:gd name="connsiteX20" fmla="*/ 3357563 w 5068887"/>
                <a:gd name="connsiteY20" fmla="*/ 504825 h 519112"/>
                <a:gd name="connsiteX21" fmla="*/ 3505200 w 5068887"/>
                <a:gd name="connsiteY21" fmla="*/ 509587 h 519112"/>
                <a:gd name="connsiteX22" fmla="*/ 3729038 w 5068887"/>
                <a:gd name="connsiteY22" fmla="*/ 500062 h 519112"/>
                <a:gd name="connsiteX23" fmla="*/ 3938588 w 5068887"/>
                <a:gd name="connsiteY23" fmla="*/ 500062 h 519112"/>
                <a:gd name="connsiteX24" fmla="*/ 4143375 w 5068887"/>
                <a:gd name="connsiteY24" fmla="*/ 500062 h 519112"/>
                <a:gd name="connsiteX25" fmla="*/ 4257675 w 5068887"/>
                <a:gd name="connsiteY25" fmla="*/ 519112 h 519112"/>
                <a:gd name="connsiteX26" fmla="*/ 4533900 w 5068887"/>
                <a:gd name="connsiteY26" fmla="*/ 519112 h 519112"/>
                <a:gd name="connsiteX27" fmla="*/ 4676775 w 5068887"/>
                <a:gd name="connsiteY27" fmla="*/ 519112 h 519112"/>
                <a:gd name="connsiteX28" fmla="*/ 4838700 w 5068887"/>
                <a:gd name="connsiteY28" fmla="*/ 519112 h 519112"/>
                <a:gd name="connsiteX29" fmla="*/ 4967288 w 5068887"/>
                <a:gd name="connsiteY29" fmla="*/ 519112 h 519112"/>
                <a:gd name="connsiteX30" fmla="*/ 5067300 w 5068887"/>
                <a:gd name="connsiteY30" fmla="*/ 519112 h 519112"/>
                <a:gd name="connsiteX31" fmla="*/ 5067300 w 5068887"/>
                <a:gd name="connsiteY31" fmla="*/ 247650 h 519112"/>
                <a:gd name="connsiteX32" fmla="*/ 5067300 w 5068887"/>
                <a:gd name="connsiteY32" fmla="*/ 57858 h 519112"/>
                <a:gd name="connsiteX33" fmla="*/ 5012482 w 5068887"/>
                <a:gd name="connsiteY33" fmla="*/ 79288 h 519112"/>
                <a:gd name="connsiteX34" fmla="*/ 4933901 w 5068887"/>
                <a:gd name="connsiteY34" fmla="*/ 97985 h 519112"/>
                <a:gd name="connsiteX35" fmla="*/ 4862463 w 5068887"/>
                <a:gd name="connsiteY35" fmla="*/ 121445 h 519112"/>
                <a:gd name="connsiteX36" fmla="*/ 4836269 w 5068887"/>
                <a:gd name="connsiteY36" fmla="*/ 139175 h 519112"/>
                <a:gd name="connsiteX37" fmla="*/ 4748163 w 5068887"/>
                <a:gd name="connsiteY37" fmla="*/ 180975 h 519112"/>
                <a:gd name="connsiteX38" fmla="*/ 4679581 w 5068887"/>
                <a:gd name="connsiteY38" fmla="*/ 247650 h 519112"/>
                <a:gd name="connsiteX39" fmla="*/ 4533900 w 5068887"/>
                <a:gd name="connsiteY39" fmla="*/ 247650 h 519112"/>
                <a:gd name="connsiteX40" fmla="*/ 4524375 w 5068887"/>
                <a:gd name="connsiteY40" fmla="*/ 280987 h 519112"/>
                <a:gd name="connsiteX41" fmla="*/ 4505325 w 5068887"/>
                <a:gd name="connsiteY41" fmla="*/ 333375 h 519112"/>
                <a:gd name="connsiteX42" fmla="*/ 4457700 w 5068887"/>
                <a:gd name="connsiteY42" fmla="*/ 333375 h 519112"/>
                <a:gd name="connsiteX43" fmla="*/ 4424363 w 5068887"/>
                <a:gd name="connsiteY43" fmla="*/ 304800 h 519112"/>
                <a:gd name="connsiteX44" fmla="*/ 4410075 w 5068887"/>
                <a:gd name="connsiteY44" fmla="*/ 266700 h 519112"/>
                <a:gd name="connsiteX45" fmla="*/ 4267200 w 5068887"/>
                <a:gd name="connsiteY45" fmla="*/ 285750 h 519112"/>
                <a:gd name="connsiteX46" fmla="*/ 4114800 w 5068887"/>
                <a:gd name="connsiteY46" fmla="*/ 266700 h 519112"/>
                <a:gd name="connsiteX47" fmla="*/ 3933825 w 5068887"/>
                <a:gd name="connsiteY47" fmla="*/ 242887 h 519112"/>
                <a:gd name="connsiteX48" fmla="*/ 3700463 w 5068887"/>
                <a:gd name="connsiteY48" fmla="*/ 219075 h 519112"/>
                <a:gd name="connsiteX49" fmla="*/ 3495675 w 5068887"/>
                <a:gd name="connsiteY49" fmla="*/ 185737 h 519112"/>
                <a:gd name="connsiteX50" fmla="*/ 3233738 w 5068887"/>
                <a:gd name="connsiteY50" fmla="*/ 133350 h 519112"/>
                <a:gd name="connsiteX51" fmla="*/ 3009900 w 5068887"/>
                <a:gd name="connsiteY51" fmla="*/ 90487 h 519112"/>
                <a:gd name="connsiteX52" fmla="*/ 2724150 w 5068887"/>
                <a:gd name="connsiteY52" fmla="*/ 57150 h 519112"/>
                <a:gd name="connsiteX53" fmla="*/ 2528888 w 5068887"/>
                <a:gd name="connsiteY53" fmla="*/ 38100 h 519112"/>
                <a:gd name="connsiteX54" fmla="*/ 2328863 w 5068887"/>
                <a:gd name="connsiteY54" fmla="*/ 0 h 519112"/>
                <a:gd name="connsiteX55" fmla="*/ 2109788 w 5068887"/>
                <a:gd name="connsiteY55" fmla="*/ 0 h 519112"/>
                <a:gd name="connsiteX56" fmla="*/ 1843088 w 5068887"/>
                <a:gd name="connsiteY56" fmla="*/ 0 h 519112"/>
                <a:gd name="connsiteX57" fmla="*/ 1543050 w 5068887"/>
                <a:gd name="connsiteY57" fmla="*/ 14287 h 519112"/>
                <a:gd name="connsiteX58" fmla="*/ 1323975 w 5068887"/>
                <a:gd name="connsiteY58" fmla="*/ 33337 h 519112"/>
                <a:gd name="connsiteX59" fmla="*/ 1028700 w 5068887"/>
                <a:gd name="connsiteY59" fmla="*/ 52387 h 519112"/>
                <a:gd name="connsiteX60" fmla="*/ 828675 w 5068887"/>
                <a:gd name="connsiteY60" fmla="*/ 52387 h 519112"/>
                <a:gd name="connsiteX61" fmla="*/ 633413 w 5068887"/>
                <a:gd name="connsiteY61" fmla="*/ 90487 h 519112"/>
                <a:gd name="connsiteX62" fmla="*/ 585788 w 5068887"/>
                <a:gd name="connsiteY62" fmla="*/ 114300 h 519112"/>
                <a:gd name="connsiteX63" fmla="*/ 566738 w 5068887"/>
                <a:gd name="connsiteY63" fmla="*/ 152400 h 519112"/>
                <a:gd name="connsiteX64" fmla="*/ 557213 w 5068887"/>
                <a:gd name="connsiteY64" fmla="*/ 180975 h 519112"/>
                <a:gd name="connsiteX65" fmla="*/ 509588 w 5068887"/>
                <a:gd name="connsiteY65" fmla="*/ 166687 h 519112"/>
                <a:gd name="connsiteX66" fmla="*/ 481013 w 5068887"/>
                <a:gd name="connsiteY66" fmla="*/ 133350 h 519112"/>
                <a:gd name="connsiteX67" fmla="*/ 409575 w 5068887"/>
                <a:gd name="connsiteY67" fmla="*/ 100012 h 519112"/>
                <a:gd name="connsiteX68" fmla="*/ 328613 w 5068887"/>
                <a:gd name="connsiteY68" fmla="*/ 90487 h 519112"/>
                <a:gd name="connsiteX69" fmla="*/ 100013 w 5068887"/>
                <a:gd name="connsiteY69" fmla="*/ 142875 h 519112"/>
                <a:gd name="connsiteX70" fmla="*/ 0 w 5068887"/>
                <a:gd name="connsiteY70" fmla="*/ 180975 h 51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068887" h="519112">
                  <a:moveTo>
                    <a:pt x="0" y="180975"/>
                  </a:moveTo>
                  <a:cubicBezTo>
                    <a:pt x="1588" y="280987"/>
                    <a:pt x="3175" y="361950"/>
                    <a:pt x="4763" y="461962"/>
                  </a:cubicBezTo>
                  <a:lnTo>
                    <a:pt x="190500" y="461962"/>
                  </a:lnTo>
                  <a:lnTo>
                    <a:pt x="230980" y="461962"/>
                  </a:lnTo>
                  <a:lnTo>
                    <a:pt x="400050" y="461962"/>
                  </a:lnTo>
                  <a:lnTo>
                    <a:pt x="571500" y="471487"/>
                  </a:lnTo>
                  <a:lnTo>
                    <a:pt x="828675" y="485775"/>
                  </a:lnTo>
                  <a:lnTo>
                    <a:pt x="1062038" y="490537"/>
                  </a:lnTo>
                  <a:lnTo>
                    <a:pt x="1266825" y="500062"/>
                  </a:lnTo>
                  <a:lnTo>
                    <a:pt x="1476375" y="509587"/>
                  </a:lnTo>
                  <a:lnTo>
                    <a:pt x="1647825" y="514350"/>
                  </a:lnTo>
                  <a:lnTo>
                    <a:pt x="1790700" y="519112"/>
                  </a:lnTo>
                  <a:lnTo>
                    <a:pt x="1962150" y="500062"/>
                  </a:lnTo>
                  <a:lnTo>
                    <a:pt x="2128838" y="500062"/>
                  </a:lnTo>
                  <a:lnTo>
                    <a:pt x="2309813" y="504825"/>
                  </a:lnTo>
                  <a:lnTo>
                    <a:pt x="2557463" y="509587"/>
                  </a:lnTo>
                  <a:lnTo>
                    <a:pt x="2714625" y="514350"/>
                  </a:lnTo>
                  <a:lnTo>
                    <a:pt x="2847975" y="514350"/>
                  </a:lnTo>
                  <a:lnTo>
                    <a:pt x="2976563" y="519112"/>
                  </a:lnTo>
                  <a:lnTo>
                    <a:pt x="3157538" y="509587"/>
                  </a:lnTo>
                  <a:lnTo>
                    <a:pt x="3357563" y="504825"/>
                  </a:lnTo>
                  <a:lnTo>
                    <a:pt x="3505200" y="509587"/>
                  </a:lnTo>
                  <a:lnTo>
                    <a:pt x="3729038" y="500062"/>
                  </a:lnTo>
                  <a:lnTo>
                    <a:pt x="3938588" y="500062"/>
                  </a:lnTo>
                  <a:lnTo>
                    <a:pt x="4143375" y="500062"/>
                  </a:lnTo>
                  <a:lnTo>
                    <a:pt x="4257675" y="519112"/>
                  </a:lnTo>
                  <a:lnTo>
                    <a:pt x="4533900" y="519112"/>
                  </a:lnTo>
                  <a:lnTo>
                    <a:pt x="4676775" y="519112"/>
                  </a:lnTo>
                  <a:lnTo>
                    <a:pt x="4838700" y="519112"/>
                  </a:lnTo>
                  <a:lnTo>
                    <a:pt x="4967288" y="519112"/>
                  </a:lnTo>
                  <a:lnTo>
                    <a:pt x="5067300" y="519112"/>
                  </a:lnTo>
                  <a:cubicBezTo>
                    <a:pt x="5065713" y="431800"/>
                    <a:pt x="5068887" y="334962"/>
                    <a:pt x="5067300" y="247650"/>
                  </a:cubicBezTo>
                  <a:lnTo>
                    <a:pt x="5067300" y="57858"/>
                  </a:lnTo>
                  <a:lnTo>
                    <a:pt x="5012482" y="79288"/>
                  </a:lnTo>
                  <a:lnTo>
                    <a:pt x="4933901" y="97985"/>
                  </a:lnTo>
                  <a:lnTo>
                    <a:pt x="4862463" y="121445"/>
                  </a:lnTo>
                  <a:lnTo>
                    <a:pt x="4836269" y="139175"/>
                  </a:lnTo>
                  <a:lnTo>
                    <a:pt x="4748163" y="180975"/>
                  </a:lnTo>
                  <a:lnTo>
                    <a:pt x="4679581" y="247650"/>
                  </a:lnTo>
                  <a:lnTo>
                    <a:pt x="4533900" y="247650"/>
                  </a:lnTo>
                  <a:lnTo>
                    <a:pt x="4524375" y="280987"/>
                  </a:lnTo>
                  <a:lnTo>
                    <a:pt x="4505325" y="333375"/>
                  </a:lnTo>
                  <a:lnTo>
                    <a:pt x="4457700" y="333375"/>
                  </a:lnTo>
                  <a:lnTo>
                    <a:pt x="4424363" y="304800"/>
                  </a:lnTo>
                  <a:lnTo>
                    <a:pt x="4410075" y="266700"/>
                  </a:lnTo>
                  <a:lnTo>
                    <a:pt x="4267200" y="285750"/>
                  </a:lnTo>
                  <a:lnTo>
                    <a:pt x="4114800" y="266700"/>
                  </a:lnTo>
                  <a:lnTo>
                    <a:pt x="3933825" y="242887"/>
                  </a:lnTo>
                  <a:lnTo>
                    <a:pt x="3700463" y="219075"/>
                  </a:lnTo>
                  <a:lnTo>
                    <a:pt x="3495675" y="185737"/>
                  </a:lnTo>
                  <a:lnTo>
                    <a:pt x="3233738" y="133350"/>
                  </a:lnTo>
                  <a:lnTo>
                    <a:pt x="3009900" y="90487"/>
                  </a:lnTo>
                  <a:lnTo>
                    <a:pt x="2724150" y="57150"/>
                  </a:lnTo>
                  <a:lnTo>
                    <a:pt x="2528888" y="38100"/>
                  </a:lnTo>
                  <a:lnTo>
                    <a:pt x="2328863" y="0"/>
                  </a:lnTo>
                  <a:lnTo>
                    <a:pt x="2109788" y="0"/>
                  </a:lnTo>
                  <a:lnTo>
                    <a:pt x="1843088" y="0"/>
                  </a:lnTo>
                  <a:lnTo>
                    <a:pt x="1543050" y="14287"/>
                  </a:lnTo>
                  <a:lnTo>
                    <a:pt x="1323975" y="33337"/>
                  </a:lnTo>
                  <a:lnTo>
                    <a:pt x="1028700" y="52387"/>
                  </a:lnTo>
                  <a:lnTo>
                    <a:pt x="828675" y="52387"/>
                  </a:lnTo>
                  <a:lnTo>
                    <a:pt x="633413" y="90487"/>
                  </a:lnTo>
                  <a:lnTo>
                    <a:pt x="585788" y="114300"/>
                  </a:lnTo>
                  <a:lnTo>
                    <a:pt x="566738" y="152400"/>
                  </a:lnTo>
                  <a:lnTo>
                    <a:pt x="557213" y="180975"/>
                  </a:lnTo>
                  <a:lnTo>
                    <a:pt x="509588" y="166687"/>
                  </a:lnTo>
                  <a:lnTo>
                    <a:pt x="481013" y="133350"/>
                  </a:lnTo>
                  <a:lnTo>
                    <a:pt x="409575" y="100012"/>
                  </a:lnTo>
                  <a:lnTo>
                    <a:pt x="328613" y="90487"/>
                  </a:lnTo>
                  <a:lnTo>
                    <a:pt x="100013" y="142875"/>
                  </a:lnTo>
                  <a:lnTo>
                    <a:pt x="0" y="180975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1052562" y="6962421"/>
              <a:ext cx="4414838" cy="428625"/>
            </a:xfrm>
            <a:custGeom>
              <a:avLst/>
              <a:gdLst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33650 w 4414838"/>
                <a:gd name="connsiteY9" fmla="*/ 19050 h 428625"/>
                <a:gd name="connsiteX10" fmla="*/ 2890838 w 4414838"/>
                <a:gd name="connsiteY10" fmla="*/ 95250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33650 w 4414838"/>
                <a:gd name="connsiteY9" fmla="*/ 19050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76513 w 4414838"/>
                <a:gd name="connsiteY9" fmla="*/ 28575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71751 w 4414838"/>
                <a:gd name="connsiteY9" fmla="*/ 28575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78895 w 4414838"/>
                <a:gd name="connsiteY9" fmla="*/ 33338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66737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61974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826294 w 4414838"/>
                <a:gd name="connsiteY30" fmla="*/ 20002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8148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60056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14838 w 4414838"/>
                <a:gd name="connsiteY17" fmla="*/ 395288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14838 w 4414838"/>
                <a:gd name="connsiteY17" fmla="*/ 404813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14838 w 4414838"/>
                <a:gd name="connsiteY17" fmla="*/ 404813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28613 h 428625"/>
                <a:gd name="connsiteX40" fmla="*/ 4763 w 4414838"/>
                <a:gd name="connsiteY40" fmla="*/ 247650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414838" h="428625">
                  <a:moveTo>
                    <a:pt x="4763" y="247650"/>
                  </a:moveTo>
                  <a:lnTo>
                    <a:pt x="157163" y="219075"/>
                  </a:lnTo>
                  <a:lnTo>
                    <a:pt x="300038" y="200025"/>
                  </a:lnTo>
                  <a:lnTo>
                    <a:pt x="466725" y="152400"/>
                  </a:lnTo>
                  <a:lnTo>
                    <a:pt x="695325" y="119063"/>
                  </a:lnTo>
                  <a:lnTo>
                    <a:pt x="1052513" y="66675"/>
                  </a:lnTo>
                  <a:lnTo>
                    <a:pt x="1462088" y="42863"/>
                  </a:lnTo>
                  <a:lnTo>
                    <a:pt x="1828800" y="19050"/>
                  </a:lnTo>
                  <a:lnTo>
                    <a:pt x="2224088" y="0"/>
                  </a:lnTo>
                  <a:lnTo>
                    <a:pt x="2612232" y="30957"/>
                  </a:lnTo>
                  <a:lnTo>
                    <a:pt x="2928938" y="111919"/>
                  </a:lnTo>
                  <a:lnTo>
                    <a:pt x="3124200" y="161925"/>
                  </a:lnTo>
                  <a:lnTo>
                    <a:pt x="3257550" y="180975"/>
                  </a:lnTo>
                  <a:lnTo>
                    <a:pt x="3457575" y="242888"/>
                  </a:lnTo>
                  <a:lnTo>
                    <a:pt x="3719513" y="304800"/>
                  </a:lnTo>
                  <a:lnTo>
                    <a:pt x="4119563" y="371475"/>
                  </a:lnTo>
                  <a:lnTo>
                    <a:pt x="4338638" y="390525"/>
                  </a:lnTo>
                  <a:lnTo>
                    <a:pt x="4414838" y="404813"/>
                  </a:lnTo>
                  <a:lnTo>
                    <a:pt x="4414838" y="414338"/>
                  </a:lnTo>
                  <a:lnTo>
                    <a:pt x="4267200" y="428625"/>
                  </a:lnTo>
                  <a:lnTo>
                    <a:pt x="3929063" y="390525"/>
                  </a:lnTo>
                  <a:lnTo>
                    <a:pt x="3576638" y="347663"/>
                  </a:lnTo>
                  <a:lnTo>
                    <a:pt x="3028951" y="240506"/>
                  </a:lnTo>
                  <a:lnTo>
                    <a:pt x="2724150" y="204788"/>
                  </a:lnTo>
                  <a:lnTo>
                    <a:pt x="2357438" y="157163"/>
                  </a:lnTo>
                  <a:lnTo>
                    <a:pt x="2081213" y="142875"/>
                  </a:lnTo>
                  <a:lnTo>
                    <a:pt x="1828800" y="152400"/>
                  </a:lnTo>
                  <a:lnTo>
                    <a:pt x="1533525" y="161925"/>
                  </a:lnTo>
                  <a:lnTo>
                    <a:pt x="1209675" y="185738"/>
                  </a:lnTo>
                  <a:lnTo>
                    <a:pt x="1045369" y="202407"/>
                  </a:lnTo>
                  <a:lnTo>
                    <a:pt x="826294" y="200025"/>
                  </a:lnTo>
                  <a:lnTo>
                    <a:pt x="659607" y="230981"/>
                  </a:lnTo>
                  <a:lnTo>
                    <a:pt x="576263" y="266700"/>
                  </a:lnTo>
                  <a:lnTo>
                    <a:pt x="552449" y="328613"/>
                  </a:lnTo>
                  <a:lnTo>
                    <a:pt x="514350" y="319088"/>
                  </a:lnTo>
                  <a:lnTo>
                    <a:pt x="471488" y="271463"/>
                  </a:lnTo>
                  <a:lnTo>
                    <a:pt x="395288" y="242888"/>
                  </a:lnTo>
                  <a:lnTo>
                    <a:pt x="333375" y="240507"/>
                  </a:lnTo>
                  <a:lnTo>
                    <a:pt x="80963" y="295275"/>
                  </a:lnTo>
                  <a:lnTo>
                    <a:pt x="0" y="328613"/>
                  </a:lnTo>
                  <a:lnTo>
                    <a:pt x="4763" y="24765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9" name="Freeform 138"/>
            <p:cNvSpPr/>
            <p:nvPr/>
          </p:nvSpPr>
          <p:spPr>
            <a:xfrm>
              <a:off x="5800726" y="7079454"/>
              <a:ext cx="323902" cy="211579"/>
            </a:xfrm>
            <a:custGeom>
              <a:avLst/>
              <a:gdLst>
                <a:gd name="connsiteX0" fmla="*/ 0 w 528637"/>
                <a:gd name="connsiteY0" fmla="*/ 90487 h 95250"/>
                <a:gd name="connsiteX1" fmla="*/ 0 w 528637"/>
                <a:gd name="connsiteY1" fmla="*/ 66675 h 95250"/>
                <a:gd name="connsiteX2" fmla="*/ 295275 w 528637"/>
                <a:gd name="connsiteY2" fmla="*/ 33337 h 95250"/>
                <a:gd name="connsiteX3" fmla="*/ 528637 w 528637"/>
                <a:gd name="connsiteY3" fmla="*/ 0 h 95250"/>
                <a:gd name="connsiteX4" fmla="*/ 523875 w 528637"/>
                <a:gd name="connsiteY4" fmla="*/ 80962 h 95250"/>
                <a:gd name="connsiteX5" fmla="*/ 328612 w 528637"/>
                <a:gd name="connsiteY5" fmla="*/ 95250 h 95250"/>
                <a:gd name="connsiteX6" fmla="*/ 128587 w 528637"/>
                <a:gd name="connsiteY6" fmla="*/ 90487 h 95250"/>
                <a:gd name="connsiteX7" fmla="*/ 0 w 528637"/>
                <a:gd name="connsiteY7" fmla="*/ 90487 h 95250"/>
                <a:gd name="connsiteX0" fmla="*/ 0 w 528637"/>
                <a:gd name="connsiteY0" fmla="*/ 90487 h 100012"/>
                <a:gd name="connsiteX1" fmla="*/ 0 w 528637"/>
                <a:gd name="connsiteY1" fmla="*/ 66675 h 100012"/>
                <a:gd name="connsiteX2" fmla="*/ 295275 w 528637"/>
                <a:gd name="connsiteY2" fmla="*/ 33337 h 100012"/>
                <a:gd name="connsiteX3" fmla="*/ 528637 w 528637"/>
                <a:gd name="connsiteY3" fmla="*/ 0 h 100012"/>
                <a:gd name="connsiteX4" fmla="*/ 523875 w 528637"/>
                <a:gd name="connsiteY4" fmla="*/ 80962 h 100012"/>
                <a:gd name="connsiteX5" fmla="*/ 328612 w 528637"/>
                <a:gd name="connsiteY5" fmla="*/ 95250 h 100012"/>
                <a:gd name="connsiteX6" fmla="*/ 130968 w 528637"/>
                <a:gd name="connsiteY6" fmla="*/ 100012 h 100012"/>
                <a:gd name="connsiteX7" fmla="*/ 0 w 528637"/>
                <a:gd name="connsiteY7" fmla="*/ 90487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300038 w 533400"/>
                <a:gd name="connsiteY2" fmla="*/ 33337 h 100012"/>
                <a:gd name="connsiteX3" fmla="*/ 533400 w 533400"/>
                <a:gd name="connsiteY3" fmla="*/ 0 h 100012"/>
                <a:gd name="connsiteX4" fmla="*/ 528638 w 533400"/>
                <a:gd name="connsiteY4" fmla="*/ 80962 h 100012"/>
                <a:gd name="connsiteX5" fmla="*/ 333375 w 533400"/>
                <a:gd name="connsiteY5" fmla="*/ 95250 h 100012"/>
                <a:gd name="connsiteX6" fmla="*/ 135731 w 533400"/>
                <a:gd name="connsiteY6" fmla="*/ 100012 h 100012"/>
                <a:gd name="connsiteX7" fmla="*/ 0 w 533400"/>
                <a:gd name="connsiteY7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300038 w 533400"/>
                <a:gd name="connsiteY2" fmla="*/ 33337 h 100012"/>
                <a:gd name="connsiteX3" fmla="*/ 533400 w 533400"/>
                <a:gd name="connsiteY3" fmla="*/ 0 h 100012"/>
                <a:gd name="connsiteX4" fmla="*/ 533400 w 533400"/>
                <a:gd name="connsiteY4" fmla="*/ 76200 h 100012"/>
                <a:gd name="connsiteX5" fmla="*/ 333375 w 533400"/>
                <a:gd name="connsiteY5" fmla="*/ 95250 h 100012"/>
                <a:gd name="connsiteX6" fmla="*/ 135731 w 533400"/>
                <a:gd name="connsiteY6" fmla="*/ 100012 h 100012"/>
                <a:gd name="connsiteX7" fmla="*/ 0 w 533400"/>
                <a:gd name="connsiteY7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300038 w 533400"/>
                <a:gd name="connsiteY3" fmla="*/ 33337 h 100012"/>
                <a:gd name="connsiteX4" fmla="*/ 533400 w 533400"/>
                <a:gd name="connsiteY4" fmla="*/ 0 h 100012"/>
                <a:gd name="connsiteX5" fmla="*/ 533400 w 533400"/>
                <a:gd name="connsiteY5" fmla="*/ 76200 h 100012"/>
                <a:gd name="connsiteX6" fmla="*/ 333375 w 533400"/>
                <a:gd name="connsiteY6" fmla="*/ 95250 h 100012"/>
                <a:gd name="connsiteX7" fmla="*/ 135731 w 533400"/>
                <a:gd name="connsiteY7" fmla="*/ 100012 h 100012"/>
                <a:gd name="connsiteX8" fmla="*/ 0 w 533400"/>
                <a:gd name="connsiteY8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300038 w 533400"/>
                <a:gd name="connsiteY3" fmla="*/ 33337 h 100012"/>
                <a:gd name="connsiteX4" fmla="*/ 357138 w 533400"/>
                <a:gd name="connsiteY4" fmla="*/ 24166 h 100012"/>
                <a:gd name="connsiteX5" fmla="*/ 533400 w 533400"/>
                <a:gd name="connsiteY5" fmla="*/ 0 h 100012"/>
                <a:gd name="connsiteX6" fmla="*/ 533400 w 533400"/>
                <a:gd name="connsiteY6" fmla="*/ 76200 h 100012"/>
                <a:gd name="connsiteX7" fmla="*/ 333375 w 533400"/>
                <a:gd name="connsiteY7" fmla="*/ 95250 h 100012"/>
                <a:gd name="connsiteX8" fmla="*/ 135731 w 533400"/>
                <a:gd name="connsiteY8" fmla="*/ 100012 h 100012"/>
                <a:gd name="connsiteX9" fmla="*/ 0 w 533400"/>
                <a:gd name="connsiteY9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300038 w 533400"/>
                <a:gd name="connsiteY3" fmla="*/ 33337 h 100012"/>
                <a:gd name="connsiteX4" fmla="*/ 357138 w 533400"/>
                <a:gd name="connsiteY4" fmla="*/ 24166 h 100012"/>
                <a:gd name="connsiteX5" fmla="*/ 447626 w 533400"/>
                <a:gd name="connsiteY5" fmla="*/ 12260 h 100012"/>
                <a:gd name="connsiteX6" fmla="*/ 533400 w 533400"/>
                <a:gd name="connsiteY6" fmla="*/ 0 h 100012"/>
                <a:gd name="connsiteX7" fmla="*/ 533400 w 533400"/>
                <a:gd name="connsiteY7" fmla="*/ 76200 h 100012"/>
                <a:gd name="connsiteX8" fmla="*/ 333375 w 533400"/>
                <a:gd name="connsiteY8" fmla="*/ 95250 h 100012"/>
                <a:gd name="connsiteX9" fmla="*/ 135731 w 533400"/>
                <a:gd name="connsiteY9" fmla="*/ 100012 h 100012"/>
                <a:gd name="connsiteX10" fmla="*/ 0 w 533400"/>
                <a:gd name="connsiteY10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261888 w 533400"/>
                <a:gd name="connsiteY3" fmla="*/ 38454 h 100012"/>
                <a:gd name="connsiteX4" fmla="*/ 300038 w 533400"/>
                <a:gd name="connsiteY4" fmla="*/ 33337 h 100012"/>
                <a:gd name="connsiteX5" fmla="*/ 357138 w 533400"/>
                <a:gd name="connsiteY5" fmla="*/ 24166 h 100012"/>
                <a:gd name="connsiteX6" fmla="*/ 447626 w 533400"/>
                <a:gd name="connsiteY6" fmla="*/ 12260 h 100012"/>
                <a:gd name="connsiteX7" fmla="*/ 533400 w 533400"/>
                <a:gd name="connsiteY7" fmla="*/ 0 h 100012"/>
                <a:gd name="connsiteX8" fmla="*/ 533400 w 533400"/>
                <a:gd name="connsiteY8" fmla="*/ 76200 h 100012"/>
                <a:gd name="connsiteX9" fmla="*/ 333375 w 533400"/>
                <a:gd name="connsiteY9" fmla="*/ 95250 h 100012"/>
                <a:gd name="connsiteX10" fmla="*/ 135731 w 533400"/>
                <a:gd name="connsiteY10" fmla="*/ 100012 h 100012"/>
                <a:gd name="connsiteX11" fmla="*/ 0 w 533400"/>
                <a:gd name="connsiteY11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114251 w 533400"/>
                <a:gd name="connsiteY2" fmla="*/ 62266 h 100012"/>
                <a:gd name="connsiteX3" fmla="*/ 209501 w 533400"/>
                <a:gd name="connsiteY3" fmla="*/ 47979 h 100012"/>
                <a:gd name="connsiteX4" fmla="*/ 261888 w 533400"/>
                <a:gd name="connsiteY4" fmla="*/ 38454 h 100012"/>
                <a:gd name="connsiteX5" fmla="*/ 300038 w 533400"/>
                <a:gd name="connsiteY5" fmla="*/ 33337 h 100012"/>
                <a:gd name="connsiteX6" fmla="*/ 357138 w 533400"/>
                <a:gd name="connsiteY6" fmla="*/ 24166 h 100012"/>
                <a:gd name="connsiteX7" fmla="*/ 447626 w 533400"/>
                <a:gd name="connsiteY7" fmla="*/ 12260 h 100012"/>
                <a:gd name="connsiteX8" fmla="*/ 533400 w 533400"/>
                <a:gd name="connsiteY8" fmla="*/ 0 h 100012"/>
                <a:gd name="connsiteX9" fmla="*/ 533400 w 533400"/>
                <a:gd name="connsiteY9" fmla="*/ 76200 h 100012"/>
                <a:gd name="connsiteX10" fmla="*/ 333375 w 533400"/>
                <a:gd name="connsiteY10" fmla="*/ 95250 h 100012"/>
                <a:gd name="connsiteX11" fmla="*/ 135731 w 533400"/>
                <a:gd name="connsiteY11" fmla="*/ 100012 h 100012"/>
                <a:gd name="connsiteX12" fmla="*/ 0 w 533400"/>
                <a:gd name="connsiteY12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42813 w 533400"/>
                <a:gd name="connsiteY2" fmla="*/ 62266 h 100012"/>
                <a:gd name="connsiteX3" fmla="*/ 114251 w 533400"/>
                <a:gd name="connsiteY3" fmla="*/ 62266 h 100012"/>
                <a:gd name="connsiteX4" fmla="*/ 209501 w 533400"/>
                <a:gd name="connsiteY4" fmla="*/ 47979 h 100012"/>
                <a:gd name="connsiteX5" fmla="*/ 261888 w 533400"/>
                <a:gd name="connsiteY5" fmla="*/ 38454 h 100012"/>
                <a:gd name="connsiteX6" fmla="*/ 300038 w 533400"/>
                <a:gd name="connsiteY6" fmla="*/ 33337 h 100012"/>
                <a:gd name="connsiteX7" fmla="*/ 357138 w 533400"/>
                <a:gd name="connsiteY7" fmla="*/ 24166 h 100012"/>
                <a:gd name="connsiteX8" fmla="*/ 447626 w 533400"/>
                <a:gd name="connsiteY8" fmla="*/ 12260 h 100012"/>
                <a:gd name="connsiteX9" fmla="*/ 533400 w 533400"/>
                <a:gd name="connsiteY9" fmla="*/ 0 h 100012"/>
                <a:gd name="connsiteX10" fmla="*/ 533400 w 533400"/>
                <a:gd name="connsiteY10" fmla="*/ 76200 h 100012"/>
                <a:gd name="connsiteX11" fmla="*/ 333375 w 533400"/>
                <a:gd name="connsiteY11" fmla="*/ 95250 h 100012"/>
                <a:gd name="connsiteX12" fmla="*/ 135731 w 533400"/>
                <a:gd name="connsiteY12" fmla="*/ 100012 h 100012"/>
                <a:gd name="connsiteX13" fmla="*/ 0 w 533400"/>
                <a:gd name="connsiteY13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42813 w 533400"/>
                <a:gd name="connsiteY2" fmla="*/ 62266 h 100012"/>
                <a:gd name="connsiteX3" fmla="*/ 145681 w 533400"/>
                <a:gd name="connsiteY3" fmla="*/ 66675 h 100012"/>
                <a:gd name="connsiteX4" fmla="*/ 209501 w 533400"/>
                <a:gd name="connsiteY4" fmla="*/ 47979 h 100012"/>
                <a:gd name="connsiteX5" fmla="*/ 261888 w 533400"/>
                <a:gd name="connsiteY5" fmla="*/ 38454 h 100012"/>
                <a:gd name="connsiteX6" fmla="*/ 300038 w 533400"/>
                <a:gd name="connsiteY6" fmla="*/ 33337 h 100012"/>
                <a:gd name="connsiteX7" fmla="*/ 357138 w 533400"/>
                <a:gd name="connsiteY7" fmla="*/ 24166 h 100012"/>
                <a:gd name="connsiteX8" fmla="*/ 447626 w 533400"/>
                <a:gd name="connsiteY8" fmla="*/ 12260 h 100012"/>
                <a:gd name="connsiteX9" fmla="*/ 533400 w 533400"/>
                <a:gd name="connsiteY9" fmla="*/ 0 h 100012"/>
                <a:gd name="connsiteX10" fmla="*/ 533400 w 533400"/>
                <a:gd name="connsiteY10" fmla="*/ 76200 h 100012"/>
                <a:gd name="connsiteX11" fmla="*/ 333375 w 533400"/>
                <a:gd name="connsiteY11" fmla="*/ 95250 h 100012"/>
                <a:gd name="connsiteX12" fmla="*/ 135731 w 533400"/>
                <a:gd name="connsiteY12" fmla="*/ 100012 h 100012"/>
                <a:gd name="connsiteX13" fmla="*/ 0 w 533400"/>
                <a:gd name="connsiteY13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42813 w 533400"/>
                <a:gd name="connsiteY2" fmla="*/ 62266 h 100012"/>
                <a:gd name="connsiteX3" fmla="*/ 145681 w 533400"/>
                <a:gd name="connsiteY3" fmla="*/ 66675 h 100012"/>
                <a:gd name="connsiteX4" fmla="*/ 219026 w 533400"/>
                <a:gd name="connsiteY4" fmla="*/ 0 h 100012"/>
                <a:gd name="connsiteX5" fmla="*/ 261888 w 533400"/>
                <a:gd name="connsiteY5" fmla="*/ 38454 h 100012"/>
                <a:gd name="connsiteX6" fmla="*/ 300038 w 533400"/>
                <a:gd name="connsiteY6" fmla="*/ 33337 h 100012"/>
                <a:gd name="connsiteX7" fmla="*/ 357138 w 533400"/>
                <a:gd name="connsiteY7" fmla="*/ 24166 h 100012"/>
                <a:gd name="connsiteX8" fmla="*/ 447626 w 533400"/>
                <a:gd name="connsiteY8" fmla="*/ 12260 h 100012"/>
                <a:gd name="connsiteX9" fmla="*/ 533400 w 533400"/>
                <a:gd name="connsiteY9" fmla="*/ 0 h 100012"/>
                <a:gd name="connsiteX10" fmla="*/ 533400 w 533400"/>
                <a:gd name="connsiteY10" fmla="*/ 76200 h 100012"/>
                <a:gd name="connsiteX11" fmla="*/ 333375 w 533400"/>
                <a:gd name="connsiteY11" fmla="*/ 95250 h 100012"/>
                <a:gd name="connsiteX12" fmla="*/ 135731 w 533400"/>
                <a:gd name="connsiteY12" fmla="*/ 100012 h 100012"/>
                <a:gd name="connsiteX13" fmla="*/ 0 w 533400"/>
                <a:gd name="connsiteY13" fmla="*/ 100012 h 100012"/>
                <a:gd name="connsiteX0" fmla="*/ 0 w 533400"/>
                <a:gd name="connsiteY0" fmla="*/ 154426 h 154426"/>
                <a:gd name="connsiteX1" fmla="*/ 4763 w 533400"/>
                <a:gd name="connsiteY1" fmla="*/ 121089 h 154426"/>
                <a:gd name="connsiteX2" fmla="*/ 42813 w 533400"/>
                <a:gd name="connsiteY2" fmla="*/ 116680 h 154426"/>
                <a:gd name="connsiteX3" fmla="*/ 145681 w 533400"/>
                <a:gd name="connsiteY3" fmla="*/ 121089 h 154426"/>
                <a:gd name="connsiteX4" fmla="*/ 219026 w 533400"/>
                <a:gd name="connsiteY4" fmla="*/ 54414 h 154426"/>
                <a:gd name="connsiteX5" fmla="*/ 242838 w 533400"/>
                <a:gd name="connsiteY5" fmla="*/ 0 h 154426"/>
                <a:gd name="connsiteX6" fmla="*/ 300038 w 533400"/>
                <a:gd name="connsiteY6" fmla="*/ 87751 h 154426"/>
                <a:gd name="connsiteX7" fmla="*/ 357138 w 533400"/>
                <a:gd name="connsiteY7" fmla="*/ 78580 h 154426"/>
                <a:gd name="connsiteX8" fmla="*/ 447626 w 533400"/>
                <a:gd name="connsiteY8" fmla="*/ 66674 h 154426"/>
                <a:gd name="connsiteX9" fmla="*/ 533400 w 533400"/>
                <a:gd name="connsiteY9" fmla="*/ 54414 h 154426"/>
                <a:gd name="connsiteX10" fmla="*/ 533400 w 533400"/>
                <a:gd name="connsiteY10" fmla="*/ 130614 h 154426"/>
                <a:gd name="connsiteX11" fmla="*/ 333375 w 533400"/>
                <a:gd name="connsiteY11" fmla="*/ 149664 h 154426"/>
                <a:gd name="connsiteX12" fmla="*/ 135731 w 533400"/>
                <a:gd name="connsiteY12" fmla="*/ 154426 h 154426"/>
                <a:gd name="connsiteX13" fmla="*/ 0 w 533400"/>
                <a:gd name="connsiteY13" fmla="*/ 154426 h 154426"/>
                <a:gd name="connsiteX0" fmla="*/ 0 w 533400"/>
                <a:gd name="connsiteY0" fmla="*/ 190500 h 190500"/>
                <a:gd name="connsiteX1" fmla="*/ 4763 w 533400"/>
                <a:gd name="connsiteY1" fmla="*/ 157163 h 190500"/>
                <a:gd name="connsiteX2" fmla="*/ 42813 w 533400"/>
                <a:gd name="connsiteY2" fmla="*/ 152754 h 190500"/>
                <a:gd name="connsiteX3" fmla="*/ 145681 w 533400"/>
                <a:gd name="connsiteY3" fmla="*/ 157163 h 190500"/>
                <a:gd name="connsiteX4" fmla="*/ 219026 w 533400"/>
                <a:gd name="connsiteY4" fmla="*/ 90488 h 190500"/>
                <a:gd name="connsiteX5" fmla="*/ 242838 w 533400"/>
                <a:gd name="connsiteY5" fmla="*/ 36074 h 190500"/>
                <a:gd name="connsiteX6" fmla="*/ 257176 w 533400"/>
                <a:gd name="connsiteY6" fmla="*/ 0 h 190500"/>
                <a:gd name="connsiteX7" fmla="*/ 357138 w 533400"/>
                <a:gd name="connsiteY7" fmla="*/ 114654 h 190500"/>
                <a:gd name="connsiteX8" fmla="*/ 447626 w 533400"/>
                <a:gd name="connsiteY8" fmla="*/ 102748 h 190500"/>
                <a:gd name="connsiteX9" fmla="*/ 533400 w 533400"/>
                <a:gd name="connsiteY9" fmla="*/ 90488 h 190500"/>
                <a:gd name="connsiteX10" fmla="*/ 533400 w 533400"/>
                <a:gd name="connsiteY10" fmla="*/ 166688 h 190500"/>
                <a:gd name="connsiteX11" fmla="*/ 333375 w 533400"/>
                <a:gd name="connsiteY11" fmla="*/ 185738 h 190500"/>
                <a:gd name="connsiteX12" fmla="*/ 135731 w 533400"/>
                <a:gd name="connsiteY12" fmla="*/ 190500 h 190500"/>
                <a:gd name="connsiteX13" fmla="*/ 0 w 533400"/>
                <a:gd name="connsiteY13" fmla="*/ 190500 h 190500"/>
                <a:gd name="connsiteX0" fmla="*/ 0 w 533400"/>
                <a:gd name="connsiteY0" fmla="*/ 223484 h 223484"/>
                <a:gd name="connsiteX1" fmla="*/ 4763 w 533400"/>
                <a:gd name="connsiteY1" fmla="*/ 190147 h 223484"/>
                <a:gd name="connsiteX2" fmla="*/ 42813 w 533400"/>
                <a:gd name="connsiteY2" fmla="*/ 185738 h 223484"/>
                <a:gd name="connsiteX3" fmla="*/ 145681 w 533400"/>
                <a:gd name="connsiteY3" fmla="*/ 190147 h 223484"/>
                <a:gd name="connsiteX4" fmla="*/ 219026 w 533400"/>
                <a:gd name="connsiteY4" fmla="*/ 123472 h 223484"/>
                <a:gd name="connsiteX5" fmla="*/ 242838 w 533400"/>
                <a:gd name="connsiteY5" fmla="*/ 69058 h 223484"/>
                <a:gd name="connsiteX6" fmla="*/ 257176 w 533400"/>
                <a:gd name="connsiteY6" fmla="*/ 32984 h 223484"/>
                <a:gd name="connsiteX7" fmla="*/ 328563 w 533400"/>
                <a:gd name="connsiteY7" fmla="*/ 0 h 223484"/>
                <a:gd name="connsiteX8" fmla="*/ 447626 w 533400"/>
                <a:gd name="connsiteY8" fmla="*/ 135732 h 223484"/>
                <a:gd name="connsiteX9" fmla="*/ 533400 w 533400"/>
                <a:gd name="connsiteY9" fmla="*/ 123472 h 223484"/>
                <a:gd name="connsiteX10" fmla="*/ 533400 w 533400"/>
                <a:gd name="connsiteY10" fmla="*/ 199672 h 223484"/>
                <a:gd name="connsiteX11" fmla="*/ 333375 w 533400"/>
                <a:gd name="connsiteY11" fmla="*/ 218722 h 223484"/>
                <a:gd name="connsiteX12" fmla="*/ 135731 w 533400"/>
                <a:gd name="connsiteY12" fmla="*/ 223484 h 223484"/>
                <a:gd name="connsiteX13" fmla="*/ 0 w 533400"/>
                <a:gd name="connsiteY13" fmla="*/ 223484 h 223484"/>
                <a:gd name="connsiteX0" fmla="*/ 0 w 533400"/>
                <a:gd name="connsiteY0" fmla="*/ 223484 h 223484"/>
                <a:gd name="connsiteX1" fmla="*/ 4763 w 533400"/>
                <a:gd name="connsiteY1" fmla="*/ 190147 h 223484"/>
                <a:gd name="connsiteX2" fmla="*/ 42813 w 533400"/>
                <a:gd name="connsiteY2" fmla="*/ 185738 h 223484"/>
                <a:gd name="connsiteX3" fmla="*/ 145681 w 533400"/>
                <a:gd name="connsiteY3" fmla="*/ 190147 h 223484"/>
                <a:gd name="connsiteX4" fmla="*/ 219026 w 533400"/>
                <a:gd name="connsiteY4" fmla="*/ 123472 h 223484"/>
                <a:gd name="connsiteX5" fmla="*/ 242838 w 533400"/>
                <a:gd name="connsiteY5" fmla="*/ 69058 h 223484"/>
                <a:gd name="connsiteX6" fmla="*/ 257176 w 533400"/>
                <a:gd name="connsiteY6" fmla="*/ 32984 h 223484"/>
                <a:gd name="connsiteX7" fmla="*/ 328563 w 533400"/>
                <a:gd name="connsiteY7" fmla="*/ 0 h 223484"/>
                <a:gd name="connsiteX8" fmla="*/ 433339 w 533400"/>
                <a:gd name="connsiteY8" fmla="*/ 0 h 223484"/>
                <a:gd name="connsiteX9" fmla="*/ 533400 w 533400"/>
                <a:gd name="connsiteY9" fmla="*/ 123472 h 223484"/>
                <a:gd name="connsiteX10" fmla="*/ 533400 w 533400"/>
                <a:gd name="connsiteY10" fmla="*/ 199672 h 223484"/>
                <a:gd name="connsiteX11" fmla="*/ 333375 w 533400"/>
                <a:gd name="connsiteY11" fmla="*/ 218722 h 223484"/>
                <a:gd name="connsiteX12" fmla="*/ 135731 w 533400"/>
                <a:gd name="connsiteY12" fmla="*/ 223484 h 223484"/>
                <a:gd name="connsiteX13" fmla="*/ 0 w 533400"/>
                <a:gd name="connsiteY13" fmla="*/ 223484 h 223484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9026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33339 w 533401"/>
                <a:gd name="connsiteY8" fmla="*/ 57503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33375 w 533401"/>
                <a:gd name="connsiteY11" fmla="*/ 276225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9026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52389 w 533401"/>
                <a:gd name="connsiteY8" fmla="*/ 31310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33375 w 533401"/>
                <a:gd name="connsiteY11" fmla="*/ 276225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1882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52389 w 533401"/>
                <a:gd name="connsiteY8" fmla="*/ 31310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33375 w 533401"/>
                <a:gd name="connsiteY11" fmla="*/ 276225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1882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52389 w 533401"/>
                <a:gd name="connsiteY8" fmla="*/ 31310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11894 w 533401"/>
                <a:gd name="connsiteY11" fmla="*/ 180976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311894 w 533401"/>
                <a:gd name="connsiteY11" fmla="*/ 202054 h 302065"/>
                <a:gd name="connsiteX12" fmla="*/ 135731 w 533401"/>
                <a:gd name="connsiteY12" fmla="*/ 302065 h 302065"/>
                <a:gd name="connsiteX13" fmla="*/ 0 w 533401"/>
                <a:gd name="connsiteY13" fmla="*/ 302065 h 302065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447626 w 533401"/>
                <a:gd name="connsiteY11" fmla="*/ 123826 h 302065"/>
                <a:gd name="connsiteX12" fmla="*/ 135731 w 533401"/>
                <a:gd name="connsiteY12" fmla="*/ 302065 h 302065"/>
                <a:gd name="connsiteX13" fmla="*/ 0 w 533401"/>
                <a:gd name="connsiteY13" fmla="*/ 302065 h 302065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447626 w 533401"/>
                <a:gd name="connsiteY11" fmla="*/ 123826 h 302065"/>
                <a:gd name="connsiteX12" fmla="*/ 135731 w 533401"/>
                <a:gd name="connsiteY12" fmla="*/ 302065 h 302065"/>
                <a:gd name="connsiteX13" fmla="*/ 328563 w 533401"/>
                <a:gd name="connsiteY13" fmla="*/ 136088 h 302065"/>
                <a:gd name="connsiteX14" fmla="*/ 0 w 533401"/>
                <a:gd name="connsiteY14" fmla="*/ 302065 h 302065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447626 w 533401"/>
                <a:gd name="connsiteY11" fmla="*/ 123826 h 302065"/>
                <a:gd name="connsiteX12" fmla="*/ 380526 w 533401"/>
                <a:gd name="connsiteY12" fmla="*/ 135732 h 302065"/>
                <a:gd name="connsiteX13" fmla="*/ 328563 w 533401"/>
                <a:gd name="connsiteY13" fmla="*/ 136088 h 302065"/>
                <a:gd name="connsiteX14" fmla="*/ 0 w 533401"/>
                <a:gd name="connsiteY14" fmla="*/ 302065 h 302065"/>
                <a:gd name="connsiteX0" fmla="*/ 304750 w 528638"/>
                <a:gd name="connsiteY0" fmla="*/ 166688 h 268728"/>
                <a:gd name="connsiteX1" fmla="*/ 0 w 528638"/>
                <a:gd name="connsiteY1" fmla="*/ 268728 h 268728"/>
                <a:gd name="connsiteX2" fmla="*/ 38050 w 528638"/>
                <a:gd name="connsiteY2" fmla="*/ 264319 h 268728"/>
                <a:gd name="connsiteX3" fmla="*/ 140918 w 528638"/>
                <a:gd name="connsiteY3" fmla="*/ 268728 h 268728"/>
                <a:gd name="connsiteX4" fmla="*/ 207119 w 528638"/>
                <a:gd name="connsiteY4" fmla="*/ 202053 h 268728"/>
                <a:gd name="connsiteX5" fmla="*/ 238075 w 528638"/>
                <a:gd name="connsiteY5" fmla="*/ 147639 h 268728"/>
                <a:gd name="connsiteX6" fmla="*/ 252413 w 528638"/>
                <a:gd name="connsiteY6" fmla="*/ 111565 h 268728"/>
                <a:gd name="connsiteX7" fmla="*/ 323800 w 528638"/>
                <a:gd name="connsiteY7" fmla="*/ 78581 h 268728"/>
                <a:gd name="connsiteX8" fmla="*/ 447626 w 528638"/>
                <a:gd name="connsiteY8" fmla="*/ 52388 h 268728"/>
                <a:gd name="connsiteX9" fmla="*/ 528638 w 528638"/>
                <a:gd name="connsiteY9" fmla="*/ 21078 h 268728"/>
                <a:gd name="connsiteX10" fmla="*/ 528637 w 528638"/>
                <a:gd name="connsiteY10" fmla="*/ 85725 h 268728"/>
                <a:gd name="connsiteX11" fmla="*/ 442863 w 528638"/>
                <a:gd name="connsiteY11" fmla="*/ 123826 h 268728"/>
                <a:gd name="connsiteX12" fmla="*/ 375763 w 528638"/>
                <a:gd name="connsiteY12" fmla="*/ 135732 h 268728"/>
                <a:gd name="connsiteX13" fmla="*/ 323800 w 528638"/>
                <a:gd name="connsiteY13" fmla="*/ 136088 h 268728"/>
                <a:gd name="connsiteX14" fmla="*/ 304750 w 528638"/>
                <a:gd name="connsiteY14" fmla="*/ 166688 h 268728"/>
                <a:gd name="connsiteX0" fmla="*/ 266700 w 490588"/>
                <a:gd name="connsiteY0" fmla="*/ 166688 h 268728"/>
                <a:gd name="connsiteX1" fmla="*/ 259555 w 490588"/>
                <a:gd name="connsiteY1" fmla="*/ 268728 h 268728"/>
                <a:gd name="connsiteX2" fmla="*/ 0 w 490588"/>
                <a:gd name="connsiteY2" fmla="*/ 264319 h 268728"/>
                <a:gd name="connsiteX3" fmla="*/ 102868 w 490588"/>
                <a:gd name="connsiteY3" fmla="*/ 268728 h 268728"/>
                <a:gd name="connsiteX4" fmla="*/ 169069 w 490588"/>
                <a:gd name="connsiteY4" fmla="*/ 202053 h 268728"/>
                <a:gd name="connsiteX5" fmla="*/ 200025 w 490588"/>
                <a:gd name="connsiteY5" fmla="*/ 147639 h 268728"/>
                <a:gd name="connsiteX6" fmla="*/ 214363 w 490588"/>
                <a:gd name="connsiteY6" fmla="*/ 111565 h 268728"/>
                <a:gd name="connsiteX7" fmla="*/ 285750 w 490588"/>
                <a:gd name="connsiteY7" fmla="*/ 78581 h 268728"/>
                <a:gd name="connsiteX8" fmla="*/ 409576 w 490588"/>
                <a:gd name="connsiteY8" fmla="*/ 52388 h 268728"/>
                <a:gd name="connsiteX9" fmla="*/ 490588 w 490588"/>
                <a:gd name="connsiteY9" fmla="*/ 21078 h 268728"/>
                <a:gd name="connsiteX10" fmla="*/ 490587 w 490588"/>
                <a:gd name="connsiteY10" fmla="*/ 85725 h 268728"/>
                <a:gd name="connsiteX11" fmla="*/ 404813 w 490588"/>
                <a:gd name="connsiteY11" fmla="*/ 123826 h 268728"/>
                <a:gd name="connsiteX12" fmla="*/ 337713 w 490588"/>
                <a:gd name="connsiteY12" fmla="*/ 135732 h 268728"/>
                <a:gd name="connsiteX13" fmla="*/ 285750 w 490588"/>
                <a:gd name="connsiteY13" fmla="*/ 136088 h 268728"/>
                <a:gd name="connsiteX14" fmla="*/ 266700 w 490588"/>
                <a:gd name="connsiteY14" fmla="*/ 166688 h 268728"/>
                <a:gd name="connsiteX0" fmla="*/ 163832 w 387720"/>
                <a:gd name="connsiteY0" fmla="*/ 166688 h 297305"/>
                <a:gd name="connsiteX1" fmla="*/ 156687 w 387720"/>
                <a:gd name="connsiteY1" fmla="*/ 268728 h 297305"/>
                <a:gd name="connsiteX2" fmla="*/ 75725 w 387720"/>
                <a:gd name="connsiteY2" fmla="*/ 297305 h 297305"/>
                <a:gd name="connsiteX3" fmla="*/ 0 w 387720"/>
                <a:gd name="connsiteY3" fmla="*/ 268728 h 297305"/>
                <a:gd name="connsiteX4" fmla="*/ 66201 w 387720"/>
                <a:gd name="connsiteY4" fmla="*/ 202053 h 297305"/>
                <a:gd name="connsiteX5" fmla="*/ 97157 w 387720"/>
                <a:gd name="connsiteY5" fmla="*/ 147639 h 297305"/>
                <a:gd name="connsiteX6" fmla="*/ 111495 w 387720"/>
                <a:gd name="connsiteY6" fmla="*/ 111565 h 297305"/>
                <a:gd name="connsiteX7" fmla="*/ 182882 w 387720"/>
                <a:gd name="connsiteY7" fmla="*/ 78581 h 297305"/>
                <a:gd name="connsiteX8" fmla="*/ 306708 w 387720"/>
                <a:gd name="connsiteY8" fmla="*/ 52388 h 297305"/>
                <a:gd name="connsiteX9" fmla="*/ 387720 w 387720"/>
                <a:gd name="connsiteY9" fmla="*/ 21078 h 297305"/>
                <a:gd name="connsiteX10" fmla="*/ 387719 w 387720"/>
                <a:gd name="connsiteY10" fmla="*/ 85725 h 297305"/>
                <a:gd name="connsiteX11" fmla="*/ 301945 w 387720"/>
                <a:gd name="connsiteY11" fmla="*/ 123826 h 297305"/>
                <a:gd name="connsiteX12" fmla="*/ 234845 w 387720"/>
                <a:gd name="connsiteY12" fmla="*/ 135732 h 297305"/>
                <a:gd name="connsiteX13" fmla="*/ 182882 w 387720"/>
                <a:gd name="connsiteY13" fmla="*/ 136088 h 297305"/>
                <a:gd name="connsiteX14" fmla="*/ 163832 w 387720"/>
                <a:gd name="connsiteY14" fmla="*/ 166688 h 297305"/>
                <a:gd name="connsiteX0" fmla="*/ 97631 w 321519"/>
                <a:gd name="connsiteY0" fmla="*/ 166688 h 297305"/>
                <a:gd name="connsiteX1" fmla="*/ 90486 w 321519"/>
                <a:gd name="connsiteY1" fmla="*/ 268728 h 297305"/>
                <a:gd name="connsiteX2" fmla="*/ 9524 w 321519"/>
                <a:gd name="connsiteY2" fmla="*/ 297305 h 297305"/>
                <a:gd name="connsiteX3" fmla="*/ 30955 w 321519"/>
                <a:gd name="connsiteY3" fmla="*/ 202054 h 297305"/>
                <a:gd name="connsiteX4" fmla="*/ 0 w 321519"/>
                <a:gd name="connsiteY4" fmla="*/ 202053 h 297305"/>
                <a:gd name="connsiteX5" fmla="*/ 30956 w 321519"/>
                <a:gd name="connsiteY5" fmla="*/ 147639 h 297305"/>
                <a:gd name="connsiteX6" fmla="*/ 45294 w 321519"/>
                <a:gd name="connsiteY6" fmla="*/ 111565 h 297305"/>
                <a:gd name="connsiteX7" fmla="*/ 116681 w 321519"/>
                <a:gd name="connsiteY7" fmla="*/ 78581 h 297305"/>
                <a:gd name="connsiteX8" fmla="*/ 240507 w 321519"/>
                <a:gd name="connsiteY8" fmla="*/ 52388 h 297305"/>
                <a:gd name="connsiteX9" fmla="*/ 321519 w 321519"/>
                <a:gd name="connsiteY9" fmla="*/ 21078 h 297305"/>
                <a:gd name="connsiteX10" fmla="*/ 321518 w 321519"/>
                <a:gd name="connsiteY10" fmla="*/ 85725 h 297305"/>
                <a:gd name="connsiteX11" fmla="*/ 235744 w 321519"/>
                <a:gd name="connsiteY11" fmla="*/ 123826 h 297305"/>
                <a:gd name="connsiteX12" fmla="*/ 168644 w 321519"/>
                <a:gd name="connsiteY12" fmla="*/ 135732 h 297305"/>
                <a:gd name="connsiteX13" fmla="*/ 116681 w 321519"/>
                <a:gd name="connsiteY13" fmla="*/ 136088 h 297305"/>
                <a:gd name="connsiteX14" fmla="*/ 97631 w 321519"/>
                <a:gd name="connsiteY14" fmla="*/ 166688 h 297305"/>
                <a:gd name="connsiteX0" fmla="*/ 97631 w 321519"/>
                <a:gd name="connsiteY0" fmla="*/ 166688 h 297305"/>
                <a:gd name="connsiteX1" fmla="*/ 90486 w 321519"/>
                <a:gd name="connsiteY1" fmla="*/ 268728 h 297305"/>
                <a:gd name="connsiteX2" fmla="*/ 9524 w 321519"/>
                <a:gd name="connsiteY2" fmla="*/ 297305 h 297305"/>
                <a:gd name="connsiteX3" fmla="*/ 30955 w 321519"/>
                <a:gd name="connsiteY3" fmla="*/ 202054 h 297305"/>
                <a:gd name="connsiteX4" fmla="*/ 0 w 321519"/>
                <a:gd name="connsiteY4" fmla="*/ 202053 h 297305"/>
                <a:gd name="connsiteX5" fmla="*/ 30956 w 321519"/>
                <a:gd name="connsiteY5" fmla="*/ 147639 h 297305"/>
                <a:gd name="connsiteX6" fmla="*/ 45294 w 321519"/>
                <a:gd name="connsiteY6" fmla="*/ 111565 h 297305"/>
                <a:gd name="connsiteX7" fmla="*/ 116681 w 321519"/>
                <a:gd name="connsiteY7" fmla="*/ 78581 h 297305"/>
                <a:gd name="connsiteX8" fmla="*/ 240507 w 321519"/>
                <a:gd name="connsiteY8" fmla="*/ 52388 h 297305"/>
                <a:gd name="connsiteX9" fmla="*/ 321519 w 321519"/>
                <a:gd name="connsiteY9" fmla="*/ 21078 h 297305"/>
                <a:gd name="connsiteX10" fmla="*/ 321518 w 321519"/>
                <a:gd name="connsiteY10" fmla="*/ 85725 h 297305"/>
                <a:gd name="connsiteX11" fmla="*/ 292894 w 321519"/>
                <a:gd name="connsiteY11" fmla="*/ 88107 h 297305"/>
                <a:gd name="connsiteX12" fmla="*/ 168644 w 321519"/>
                <a:gd name="connsiteY12" fmla="*/ 135732 h 297305"/>
                <a:gd name="connsiteX13" fmla="*/ 116681 w 321519"/>
                <a:gd name="connsiteY13" fmla="*/ 136088 h 297305"/>
                <a:gd name="connsiteX14" fmla="*/ 97631 w 321519"/>
                <a:gd name="connsiteY14" fmla="*/ 166688 h 297305"/>
                <a:gd name="connsiteX0" fmla="*/ 97631 w 326281"/>
                <a:gd name="connsiteY0" fmla="*/ 176213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168644 w 326281"/>
                <a:gd name="connsiteY12" fmla="*/ 145257 h 306830"/>
                <a:gd name="connsiteX13" fmla="*/ 116681 w 326281"/>
                <a:gd name="connsiteY13" fmla="*/ 145613 h 306830"/>
                <a:gd name="connsiteX14" fmla="*/ 97631 w 326281"/>
                <a:gd name="connsiteY14" fmla="*/ 176213 h 306830"/>
                <a:gd name="connsiteX0" fmla="*/ 97631 w 326281"/>
                <a:gd name="connsiteY0" fmla="*/ 176213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228176 w 326281"/>
                <a:gd name="connsiteY12" fmla="*/ 119063 h 306830"/>
                <a:gd name="connsiteX13" fmla="*/ 116681 w 326281"/>
                <a:gd name="connsiteY13" fmla="*/ 145613 h 306830"/>
                <a:gd name="connsiteX14" fmla="*/ 97631 w 326281"/>
                <a:gd name="connsiteY14" fmla="*/ 176213 h 306830"/>
                <a:gd name="connsiteX0" fmla="*/ 97631 w 326281"/>
                <a:gd name="connsiteY0" fmla="*/ 176213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228176 w 326281"/>
                <a:gd name="connsiteY12" fmla="*/ 119063 h 306830"/>
                <a:gd name="connsiteX13" fmla="*/ 166687 w 326281"/>
                <a:gd name="connsiteY13" fmla="*/ 136088 h 306830"/>
                <a:gd name="connsiteX14" fmla="*/ 97631 w 326281"/>
                <a:gd name="connsiteY14" fmla="*/ 176213 h 306830"/>
                <a:gd name="connsiteX0" fmla="*/ 114299 w 326281"/>
                <a:gd name="connsiteY0" fmla="*/ 154782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228176 w 326281"/>
                <a:gd name="connsiteY12" fmla="*/ 119063 h 306830"/>
                <a:gd name="connsiteX13" fmla="*/ 166687 w 326281"/>
                <a:gd name="connsiteY13" fmla="*/ 136088 h 306830"/>
                <a:gd name="connsiteX14" fmla="*/ 114299 w 326281"/>
                <a:gd name="connsiteY14" fmla="*/ 154782 h 306830"/>
                <a:gd name="connsiteX0" fmla="*/ 114299 w 326281"/>
                <a:gd name="connsiteY0" fmla="*/ 154782 h 306830"/>
                <a:gd name="connsiteX1" fmla="*/ 9524 w 326281"/>
                <a:gd name="connsiteY1" fmla="*/ 306830 h 306830"/>
                <a:gd name="connsiteX2" fmla="*/ 30955 w 326281"/>
                <a:gd name="connsiteY2" fmla="*/ 211579 h 306830"/>
                <a:gd name="connsiteX3" fmla="*/ 0 w 326281"/>
                <a:gd name="connsiteY3" fmla="*/ 211578 h 306830"/>
                <a:gd name="connsiteX4" fmla="*/ 30956 w 326281"/>
                <a:gd name="connsiteY4" fmla="*/ 157164 h 306830"/>
                <a:gd name="connsiteX5" fmla="*/ 45294 w 326281"/>
                <a:gd name="connsiteY5" fmla="*/ 121090 h 306830"/>
                <a:gd name="connsiteX6" fmla="*/ 116681 w 326281"/>
                <a:gd name="connsiteY6" fmla="*/ 88106 h 306830"/>
                <a:gd name="connsiteX7" fmla="*/ 240507 w 326281"/>
                <a:gd name="connsiteY7" fmla="*/ 61913 h 306830"/>
                <a:gd name="connsiteX8" fmla="*/ 321519 w 326281"/>
                <a:gd name="connsiteY8" fmla="*/ 30603 h 306830"/>
                <a:gd name="connsiteX9" fmla="*/ 326281 w 326281"/>
                <a:gd name="connsiteY9" fmla="*/ 85725 h 306830"/>
                <a:gd name="connsiteX10" fmla="*/ 292894 w 326281"/>
                <a:gd name="connsiteY10" fmla="*/ 97632 h 306830"/>
                <a:gd name="connsiteX11" fmla="*/ 228176 w 326281"/>
                <a:gd name="connsiteY11" fmla="*/ 119063 h 306830"/>
                <a:gd name="connsiteX12" fmla="*/ 166687 w 326281"/>
                <a:gd name="connsiteY12" fmla="*/ 136088 h 306830"/>
                <a:gd name="connsiteX13" fmla="*/ 114299 w 326281"/>
                <a:gd name="connsiteY13" fmla="*/ 154782 h 306830"/>
                <a:gd name="connsiteX0" fmla="*/ 114299 w 326281"/>
                <a:gd name="connsiteY0" fmla="*/ 154782 h 211579"/>
                <a:gd name="connsiteX1" fmla="*/ 30955 w 326281"/>
                <a:gd name="connsiteY1" fmla="*/ 211579 h 211579"/>
                <a:gd name="connsiteX2" fmla="*/ 0 w 326281"/>
                <a:gd name="connsiteY2" fmla="*/ 211578 h 211579"/>
                <a:gd name="connsiteX3" fmla="*/ 30956 w 326281"/>
                <a:gd name="connsiteY3" fmla="*/ 157164 h 211579"/>
                <a:gd name="connsiteX4" fmla="*/ 45294 w 326281"/>
                <a:gd name="connsiteY4" fmla="*/ 121090 h 211579"/>
                <a:gd name="connsiteX5" fmla="*/ 116681 w 326281"/>
                <a:gd name="connsiteY5" fmla="*/ 88106 h 211579"/>
                <a:gd name="connsiteX6" fmla="*/ 240507 w 326281"/>
                <a:gd name="connsiteY6" fmla="*/ 61913 h 211579"/>
                <a:gd name="connsiteX7" fmla="*/ 321519 w 326281"/>
                <a:gd name="connsiteY7" fmla="*/ 30603 h 211579"/>
                <a:gd name="connsiteX8" fmla="*/ 326281 w 326281"/>
                <a:gd name="connsiteY8" fmla="*/ 85725 h 211579"/>
                <a:gd name="connsiteX9" fmla="*/ 292894 w 326281"/>
                <a:gd name="connsiteY9" fmla="*/ 97632 h 211579"/>
                <a:gd name="connsiteX10" fmla="*/ 228176 w 326281"/>
                <a:gd name="connsiteY10" fmla="*/ 119063 h 211579"/>
                <a:gd name="connsiteX11" fmla="*/ 166687 w 326281"/>
                <a:gd name="connsiteY11" fmla="*/ 136088 h 211579"/>
                <a:gd name="connsiteX12" fmla="*/ 114299 w 326281"/>
                <a:gd name="connsiteY12" fmla="*/ 154782 h 211579"/>
                <a:gd name="connsiteX0" fmla="*/ 114299 w 326281"/>
                <a:gd name="connsiteY0" fmla="*/ 154782 h 211578"/>
                <a:gd name="connsiteX1" fmla="*/ 90486 w 326281"/>
                <a:gd name="connsiteY1" fmla="*/ 159546 h 211578"/>
                <a:gd name="connsiteX2" fmla="*/ 0 w 326281"/>
                <a:gd name="connsiteY2" fmla="*/ 211578 h 211578"/>
                <a:gd name="connsiteX3" fmla="*/ 30956 w 326281"/>
                <a:gd name="connsiteY3" fmla="*/ 157164 h 211578"/>
                <a:gd name="connsiteX4" fmla="*/ 45294 w 326281"/>
                <a:gd name="connsiteY4" fmla="*/ 121090 h 211578"/>
                <a:gd name="connsiteX5" fmla="*/ 116681 w 326281"/>
                <a:gd name="connsiteY5" fmla="*/ 88106 h 211578"/>
                <a:gd name="connsiteX6" fmla="*/ 240507 w 326281"/>
                <a:gd name="connsiteY6" fmla="*/ 61913 h 211578"/>
                <a:gd name="connsiteX7" fmla="*/ 321519 w 326281"/>
                <a:gd name="connsiteY7" fmla="*/ 30603 h 211578"/>
                <a:gd name="connsiteX8" fmla="*/ 326281 w 326281"/>
                <a:gd name="connsiteY8" fmla="*/ 85725 h 211578"/>
                <a:gd name="connsiteX9" fmla="*/ 292894 w 326281"/>
                <a:gd name="connsiteY9" fmla="*/ 97632 h 211578"/>
                <a:gd name="connsiteX10" fmla="*/ 228176 w 326281"/>
                <a:gd name="connsiteY10" fmla="*/ 119063 h 211578"/>
                <a:gd name="connsiteX11" fmla="*/ 166687 w 326281"/>
                <a:gd name="connsiteY11" fmla="*/ 136088 h 211578"/>
                <a:gd name="connsiteX12" fmla="*/ 114299 w 326281"/>
                <a:gd name="connsiteY12" fmla="*/ 154782 h 211578"/>
                <a:gd name="connsiteX0" fmla="*/ 114299 w 326281"/>
                <a:gd name="connsiteY0" fmla="*/ 154782 h 211578"/>
                <a:gd name="connsiteX1" fmla="*/ 90486 w 326281"/>
                <a:gd name="connsiteY1" fmla="*/ 159546 h 211578"/>
                <a:gd name="connsiteX2" fmla="*/ 0 w 326281"/>
                <a:gd name="connsiteY2" fmla="*/ 211578 h 211578"/>
                <a:gd name="connsiteX3" fmla="*/ 30956 w 326281"/>
                <a:gd name="connsiteY3" fmla="*/ 157164 h 211578"/>
                <a:gd name="connsiteX4" fmla="*/ 45294 w 326281"/>
                <a:gd name="connsiteY4" fmla="*/ 121090 h 211578"/>
                <a:gd name="connsiteX5" fmla="*/ 116681 w 326281"/>
                <a:gd name="connsiteY5" fmla="*/ 88106 h 211578"/>
                <a:gd name="connsiteX6" fmla="*/ 240507 w 326281"/>
                <a:gd name="connsiteY6" fmla="*/ 61913 h 211578"/>
                <a:gd name="connsiteX7" fmla="*/ 321519 w 326281"/>
                <a:gd name="connsiteY7" fmla="*/ 30603 h 211578"/>
                <a:gd name="connsiteX8" fmla="*/ 326281 w 326281"/>
                <a:gd name="connsiteY8" fmla="*/ 85725 h 211578"/>
                <a:gd name="connsiteX9" fmla="*/ 292894 w 326281"/>
                <a:gd name="connsiteY9" fmla="*/ 97632 h 211578"/>
                <a:gd name="connsiteX10" fmla="*/ 228176 w 326281"/>
                <a:gd name="connsiteY10" fmla="*/ 119063 h 211578"/>
                <a:gd name="connsiteX11" fmla="*/ 166687 w 326281"/>
                <a:gd name="connsiteY11" fmla="*/ 136088 h 211578"/>
                <a:gd name="connsiteX12" fmla="*/ 114299 w 326281"/>
                <a:gd name="connsiteY12" fmla="*/ 154782 h 211578"/>
                <a:gd name="connsiteX0" fmla="*/ 83343 w 295325"/>
                <a:gd name="connsiteY0" fmla="*/ 154782 h 159546"/>
                <a:gd name="connsiteX1" fmla="*/ 59530 w 295325"/>
                <a:gd name="connsiteY1" fmla="*/ 159546 h 159546"/>
                <a:gd name="connsiteX2" fmla="*/ 0 w 295325"/>
                <a:gd name="connsiteY2" fmla="*/ 157164 h 159546"/>
                <a:gd name="connsiteX3" fmla="*/ 14338 w 295325"/>
                <a:gd name="connsiteY3" fmla="*/ 121090 h 159546"/>
                <a:gd name="connsiteX4" fmla="*/ 85725 w 295325"/>
                <a:gd name="connsiteY4" fmla="*/ 88106 h 159546"/>
                <a:gd name="connsiteX5" fmla="*/ 209551 w 295325"/>
                <a:gd name="connsiteY5" fmla="*/ 61913 h 159546"/>
                <a:gd name="connsiteX6" fmla="*/ 290563 w 295325"/>
                <a:gd name="connsiteY6" fmla="*/ 30603 h 159546"/>
                <a:gd name="connsiteX7" fmla="*/ 295325 w 295325"/>
                <a:gd name="connsiteY7" fmla="*/ 85725 h 159546"/>
                <a:gd name="connsiteX8" fmla="*/ 261938 w 295325"/>
                <a:gd name="connsiteY8" fmla="*/ 97632 h 159546"/>
                <a:gd name="connsiteX9" fmla="*/ 197220 w 295325"/>
                <a:gd name="connsiteY9" fmla="*/ 119063 h 159546"/>
                <a:gd name="connsiteX10" fmla="*/ 135731 w 295325"/>
                <a:gd name="connsiteY10" fmla="*/ 136088 h 159546"/>
                <a:gd name="connsiteX11" fmla="*/ 83343 w 295325"/>
                <a:gd name="connsiteY11" fmla="*/ 154782 h 159546"/>
                <a:gd name="connsiteX0" fmla="*/ 83343 w 295325"/>
                <a:gd name="connsiteY0" fmla="*/ 154782 h 159546"/>
                <a:gd name="connsiteX1" fmla="*/ 59530 w 295325"/>
                <a:gd name="connsiteY1" fmla="*/ 159546 h 159546"/>
                <a:gd name="connsiteX2" fmla="*/ 0 w 295325"/>
                <a:gd name="connsiteY2" fmla="*/ 159546 h 159546"/>
                <a:gd name="connsiteX3" fmla="*/ 14338 w 295325"/>
                <a:gd name="connsiteY3" fmla="*/ 121090 h 159546"/>
                <a:gd name="connsiteX4" fmla="*/ 85725 w 295325"/>
                <a:gd name="connsiteY4" fmla="*/ 88106 h 159546"/>
                <a:gd name="connsiteX5" fmla="*/ 209551 w 295325"/>
                <a:gd name="connsiteY5" fmla="*/ 61913 h 159546"/>
                <a:gd name="connsiteX6" fmla="*/ 290563 w 295325"/>
                <a:gd name="connsiteY6" fmla="*/ 30603 h 159546"/>
                <a:gd name="connsiteX7" fmla="*/ 295325 w 295325"/>
                <a:gd name="connsiteY7" fmla="*/ 85725 h 159546"/>
                <a:gd name="connsiteX8" fmla="*/ 261938 w 295325"/>
                <a:gd name="connsiteY8" fmla="*/ 97632 h 159546"/>
                <a:gd name="connsiteX9" fmla="*/ 197220 w 295325"/>
                <a:gd name="connsiteY9" fmla="*/ 119063 h 159546"/>
                <a:gd name="connsiteX10" fmla="*/ 135731 w 295325"/>
                <a:gd name="connsiteY10" fmla="*/ 136088 h 159546"/>
                <a:gd name="connsiteX11" fmla="*/ 83343 w 295325"/>
                <a:gd name="connsiteY11" fmla="*/ 154782 h 159546"/>
                <a:gd name="connsiteX0" fmla="*/ 83343 w 295325"/>
                <a:gd name="connsiteY0" fmla="*/ 154782 h 159546"/>
                <a:gd name="connsiteX1" fmla="*/ 59530 w 295325"/>
                <a:gd name="connsiteY1" fmla="*/ 159546 h 159546"/>
                <a:gd name="connsiteX2" fmla="*/ 0 w 295325"/>
                <a:gd name="connsiteY2" fmla="*/ 159546 h 159546"/>
                <a:gd name="connsiteX3" fmla="*/ 14338 w 295325"/>
                <a:gd name="connsiteY3" fmla="*/ 121090 h 159546"/>
                <a:gd name="connsiteX4" fmla="*/ 85725 w 295325"/>
                <a:gd name="connsiteY4" fmla="*/ 88106 h 159546"/>
                <a:gd name="connsiteX5" fmla="*/ 209551 w 295325"/>
                <a:gd name="connsiteY5" fmla="*/ 61913 h 159546"/>
                <a:gd name="connsiteX6" fmla="*/ 290563 w 295325"/>
                <a:gd name="connsiteY6" fmla="*/ 30603 h 159546"/>
                <a:gd name="connsiteX7" fmla="*/ 295325 w 295325"/>
                <a:gd name="connsiteY7" fmla="*/ 85725 h 159546"/>
                <a:gd name="connsiteX8" fmla="*/ 261938 w 295325"/>
                <a:gd name="connsiteY8" fmla="*/ 97632 h 159546"/>
                <a:gd name="connsiteX9" fmla="*/ 197220 w 295325"/>
                <a:gd name="connsiteY9" fmla="*/ 119063 h 159546"/>
                <a:gd name="connsiteX10" fmla="*/ 135731 w 295325"/>
                <a:gd name="connsiteY10" fmla="*/ 136088 h 159546"/>
                <a:gd name="connsiteX11" fmla="*/ 83343 w 295325"/>
                <a:gd name="connsiteY11" fmla="*/ 154782 h 159546"/>
                <a:gd name="connsiteX0" fmla="*/ 111919 w 323901"/>
                <a:gd name="connsiteY0" fmla="*/ 154782 h 211579"/>
                <a:gd name="connsiteX1" fmla="*/ 0 w 323901"/>
                <a:gd name="connsiteY1" fmla="*/ 211579 h 211579"/>
                <a:gd name="connsiteX2" fmla="*/ 28576 w 323901"/>
                <a:gd name="connsiteY2" fmla="*/ 159546 h 211579"/>
                <a:gd name="connsiteX3" fmla="*/ 42914 w 323901"/>
                <a:gd name="connsiteY3" fmla="*/ 121090 h 211579"/>
                <a:gd name="connsiteX4" fmla="*/ 114301 w 323901"/>
                <a:gd name="connsiteY4" fmla="*/ 88106 h 211579"/>
                <a:gd name="connsiteX5" fmla="*/ 238127 w 323901"/>
                <a:gd name="connsiteY5" fmla="*/ 61913 h 211579"/>
                <a:gd name="connsiteX6" fmla="*/ 319139 w 323901"/>
                <a:gd name="connsiteY6" fmla="*/ 30603 h 211579"/>
                <a:gd name="connsiteX7" fmla="*/ 323901 w 323901"/>
                <a:gd name="connsiteY7" fmla="*/ 85725 h 211579"/>
                <a:gd name="connsiteX8" fmla="*/ 290514 w 323901"/>
                <a:gd name="connsiteY8" fmla="*/ 97632 h 211579"/>
                <a:gd name="connsiteX9" fmla="*/ 225796 w 323901"/>
                <a:gd name="connsiteY9" fmla="*/ 119063 h 211579"/>
                <a:gd name="connsiteX10" fmla="*/ 164307 w 323901"/>
                <a:gd name="connsiteY10" fmla="*/ 136088 h 211579"/>
                <a:gd name="connsiteX11" fmla="*/ 111919 w 323901"/>
                <a:gd name="connsiteY11" fmla="*/ 154782 h 211579"/>
                <a:gd name="connsiteX0" fmla="*/ 111919 w 323902"/>
                <a:gd name="connsiteY0" fmla="*/ 154782 h 211579"/>
                <a:gd name="connsiteX1" fmla="*/ 0 w 323902"/>
                <a:gd name="connsiteY1" fmla="*/ 211579 h 211579"/>
                <a:gd name="connsiteX2" fmla="*/ 28576 w 323902"/>
                <a:gd name="connsiteY2" fmla="*/ 159546 h 211579"/>
                <a:gd name="connsiteX3" fmla="*/ 42914 w 323902"/>
                <a:gd name="connsiteY3" fmla="*/ 121090 h 211579"/>
                <a:gd name="connsiteX4" fmla="*/ 114301 w 323902"/>
                <a:gd name="connsiteY4" fmla="*/ 88106 h 211579"/>
                <a:gd name="connsiteX5" fmla="*/ 238127 w 323902"/>
                <a:gd name="connsiteY5" fmla="*/ 61913 h 211579"/>
                <a:gd name="connsiteX6" fmla="*/ 323902 w 323902"/>
                <a:gd name="connsiteY6" fmla="*/ 30605 h 211579"/>
                <a:gd name="connsiteX7" fmla="*/ 323901 w 323902"/>
                <a:gd name="connsiteY7" fmla="*/ 85725 h 211579"/>
                <a:gd name="connsiteX8" fmla="*/ 290514 w 323902"/>
                <a:gd name="connsiteY8" fmla="*/ 97632 h 211579"/>
                <a:gd name="connsiteX9" fmla="*/ 225796 w 323902"/>
                <a:gd name="connsiteY9" fmla="*/ 119063 h 211579"/>
                <a:gd name="connsiteX10" fmla="*/ 164307 w 323902"/>
                <a:gd name="connsiteY10" fmla="*/ 136088 h 211579"/>
                <a:gd name="connsiteX11" fmla="*/ 111919 w 323902"/>
                <a:gd name="connsiteY11" fmla="*/ 154782 h 211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3902" h="211579">
                  <a:moveTo>
                    <a:pt x="111919" y="154782"/>
                  </a:moveTo>
                  <a:lnTo>
                    <a:pt x="0" y="211579"/>
                  </a:lnTo>
                  <a:lnTo>
                    <a:pt x="28576" y="159546"/>
                  </a:lnTo>
                  <a:lnTo>
                    <a:pt x="42914" y="121090"/>
                  </a:lnTo>
                  <a:lnTo>
                    <a:pt x="114301" y="88106"/>
                  </a:lnTo>
                  <a:lnTo>
                    <a:pt x="238127" y="61913"/>
                  </a:lnTo>
                  <a:lnTo>
                    <a:pt x="323902" y="30605"/>
                  </a:lnTo>
                  <a:cubicBezTo>
                    <a:pt x="323902" y="116330"/>
                    <a:pt x="323901" y="0"/>
                    <a:pt x="323901" y="85725"/>
                  </a:cubicBezTo>
                  <a:lnTo>
                    <a:pt x="290514" y="97632"/>
                  </a:lnTo>
                  <a:lnTo>
                    <a:pt x="225796" y="119063"/>
                  </a:lnTo>
                  <a:lnTo>
                    <a:pt x="164307" y="136088"/>
                  </a:lnTo>
                  <a:lnTo>
                    <a:pt x="111919" y="154782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0" name="Freeform 139"/>
            <p:cNvSpPr/>
            <p:nvPr/>
          </p:nvSpPr>
          <p:spPr>
            <a:xfrm>
              <a:off x="4929237" y="6643335"/>
              <a:ext cx="657225" cy="742950"/>
            </a:xfrm>
            <a:custGeom>
              <a:avLst/>
              <a:gdLst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495300 w 657225"/>
                <a:gd name="connsiteY4" fmla="*/ 481012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3825 h 738187"/>
                <a:gd name="connsiteX12" fmla="*/ 42863 w 657225"/>
                <a:gd name="connsiteY12" fmla="*/ 90487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495300 w 657225"/>
                <a:gd name="connsiteY4" fmla="*/ 481012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3825 h 738187"/>
                <a:gd name="connsiteX12" fmla="*/ 52388 w 657225"/>
                <a:gd name="connsiteY12" fmla="*/ 83343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495300 w 657225"/>
                <a:gd name="connsiteY4" fmla="*/ 481012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1444 h 738187"/>
                <a:gd name="connsiteX12" fmla="*/ 52388 w 657225"/>
                <a:gd name="connsiteY12" fmla="*/ 83343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502444 w 657225"/>
                <a:gd name="connsiteY4" fmla="*/ 466725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1444 h 738187"/>
                <a:gd name="connsiteX12" fmla="*/ 52388 w 657225"/>
                <a:gd name="connsiteY12" fmla="*/ 83343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81025 w 657225"/>
                <a:gd name="connsiteY23" fmla="*/ 481012 h 742950"/>
                <a:gd name="connsiteX24" fmla="*/ 619125 w 657225"/>
                <a:gd name="connsiteY24" fmla="*/ 547687 h 742950"/>
                <a:gd name="connsiteX25" fmla="*/ 647700 w 657225"/>
                <a:gd name="connsiteY25" fmla="*/ 638175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81025 w 657225"/>
                <a:gd name="connsiteY23" fmla="*/ 481012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90550 w 657225"/>
                <a:gd name="connsiteY23" fmla="*/ 497680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28588 w 657225"/>
                <a:gd name="connsiteY15" fmla="*/ 78581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33338 w 657225"/>
                <a:gd name="connsiteY12" fmla="*/ 57149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04838 w 657225"/>
                <a:gd name="connsiteY22" fmla="*/ 466724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07206 w 657225"/>
                <a:gd name="connsiteY5" fmla="*/ 414338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07206 w 657225"/>
                <a:gd name="connsiteY5" fmla="*/ 414338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42950 h 742950"/>
                <a:gd name="connsiteX29" fmla="*/ 538163 w 657225"/>
                <a:gd name="connsiteY29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7225" h="742950">
                  <a:moveTo>
                    <a:pt x="538163" y="742950"/>
                  </a:moveTo>
                  <a:lnTo>
                    <a:pt x="552450" y="638175"/>
                  </a:lnTo>
                  <a:lnTo>
                    <a:pt x="538163" y="581025"/>
                  </a:lnTo>
                  <a:lnTo>
                    <a:pt x="504825" y="523875"/>
                  </a:lnTo>
                  <a:cubicBezTo>
                    <a:pt x="504031" y="504825"/>
                    <a:pt x="503238" y="485775"/>
                    <a:pt x="502444" y="466725"/>
                  </a:cubicBezTo>
                  <a:lnTo>
                    <a:pt x="507206" y="414338"/>
                  </a:lnTo>
                  <a:lnTo>
                    <a:pt x="495300" y="342900"/>
                  </a:lnTo>
                  <a:lnTo>
                    <a:pt x="438150" y="285750"/>
                  </a:lnTo>
                  <a:lnTo>
                    <a:pt x="357188" y="247650"/>
                  </a:lnTo>
                  <a:lnTo>
                    <a:pt x="276225" y="214312"/>
                  </a:lnTo>
                  <a:lnTo>
                    <a:pt x="180975" y="171450"/>
                  </a:lnTo>
                  <a:lnTo>
                    <a:pt x="85725" y="121444"/>
                  </a:lnTo>
                  <a:lnTo>
                    <a:pt x="28575" y="52387"/>
                  </a:lnTo>
                  <a:lnTo>
                    <a:pt x="0" y="0"/>
                  </a:lnTo>
                  <a:lnTo>
                    <a:pt x="85725" y="0"/>
                  </a:lnTo>
                  <a:lnTo>
                    <a:pt x="119063" y="73819"/>
                  </a:lnTo>
                  <a:lnTo>
                    <a:pt x="214313" y="109537"/>
                  </a:lnTo>
                  <a:lnTo>
                    <a:pt x="304800" y="152400"/>
                  </a:lnTo>
                  <a:lnTo>
                    <a:pt x="400050" y="209550"/>
                  </a:lnTo>
                  <a:lnTo>
                    <a:pt x="519113" y="280987"/>
                  </a:lnTo>
                  <a:lnTo>
                    <a:pt x="576263" y="328612"/>
                  </a:lnTo>
                  <a:lnTo>
                    <a:pt x="628650" y="385762"/>
                  </a:lnTo>
                  <a:lnTo>
                    <a:pt x="621507" y="438149"/>
                  </a:lnTo>
                  <a:lnTo>
                    <a:pt x="590550" y="466724"/>
                  </a:lnTo>
                  <a:lnTo>
                    <a:pt x="619125" y="547687"/>
                  </a:lnTo>
                  <a:lnTo>
                    <a:pt x="657225" y="614362"/>
                  </a:lnTo>
                  <a:lnTo>
                    <a:pt x="652463" y="690562"/>
                  </a:lnTo>
                  <a:lnTo>
                    <a:pt x="657225" y="733425"/>
                  </a:lnTo>
                  <a:lnTo>
                    <a:pt x="657225" y="742950"/>
                  </a:lnTo>
                  <a:lnTo>
                    <a:pt x="538163" y="74295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5014963" y="6519509"/>
              <a:ext cx="1109664" cy="838200"/>
            </a:xfrm>
            <a:custGeom>
              <a:avLst/>
              <a:gdLst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057275 w 1109663"/>
                <a:gd name="connsiteY2" fmla="*/ 790575 h 838200"/>
                <a:gd name="connsiteX3" fmla="*/ 1109663 w 1109663"/>
                <a:gd name="connsiteY3" fmla="*/ 771525 h 838200"/>
                <a:gd name="connsiteX4" fmla="*/ 1009650 w 1109663"/>
                <a:gd name="connsiteY4" fmla="*/ 600075 h 838200"/>
                <a:gd name="connsiteX5" fmla="*/ 952500 w 1109663"/>
                <a:gd name="connsiteY5" fmla="*/ 476250 h 838200"/>
                <a:gd name="connsiteX6" fmla="*/ 766763 w 1109663"/>
                <a:gd name="connsiteY6" fmla="*/ 228600 h 838200"/>
                <a:gd name="connsiteX7" fmla="*/ 671513 w 1109663"/>
                <a:gd name="connsiteY7" fmla="*/ 119062 h 838200"/>
                <a:gd name="connsiteX8" fmla="*/ 604838 w 1109663"/>
                <a:gd name="connsiteY8" fmla="*/ 0 h 838200"/>
                <a:gd name="connsiteX9" fmla="*/ 447675 w 1109663"/>
                <a:gd name="connsiteY9" fmla="*/ 19050 h 838200"/>
                <a:gd name="connsiteX10" fmla="*/ 280988 w 1109663"/>
                <a:gd name="connsiteY10" fmla="*/ 57150 h 838200"/>
                <a:gd name="connsiteX11" fmla="*/ 119063 w 1109663"/>
                <a:gd name="connsiteY11" fmla="*/ 71437 h 838200"/>
                <a:gd name="connsiteX12" fmla="*/ 0 w 1109663"/>
                <a:gd name="connsiteY12" fmla="*/ 114300 h 838200"/>
                <a:gd name="connsiteX13" fmla="*/ 19050 w 1109663"/>
                <a:gd name="connsiteY13" fmla="*/ 161925 h 838200"/>
                <a:gd name="connsiteX14" fmla="*/ 23813 w 1109663"/>
                <a:gd name="connsiteY14" fmla="*/ 195262 h 838200"/>
                <a:gd name="connsiteX15" fmla="*/ 166688 w 1109663"/>
                <a:gd name="connsiteY15" fmla="*/ 252412 h 838200"/>
                <a:gd name="connsiteX16" fmla="*/ 338138 w 1109663"/>
                <a:gd name="connsiteY16" fmla="*/ 342900 h 838200"/>
                <a:gd name="connsiteX17" fmla="*/ 452438 w 1109663"/>
                <a:gd name="connsiteY17" fmla="*/ 423862 h 838200"/>
                <a:gd name="connsiteX18" fmla="*/ 538163 w 1109663"/>
                <a:gd name="connsiteY18" fmla="*/ 500062 h 838200"/>
                <a:gd name="connsiteX19" fmla="*/ 547688 w 1109663"/>
                <a:gd name="connsiteY19" fmla="*/ 552450 h 838200"/>
                <a:gd name="connsiteX20" fmla="*/ 514350 w 1109663"/>
                <a:gd name="connsiteY20" fmla="*/ 600075 h 838200"/>
                <a:gd name="connsiteX21" fmla="*/ 528638 w 1109663"/>
                <a:gd name="connsiteY21" fmla="*/ 652462 h 838200"/>
                <a:gd name="connsiteX22" fmla="*/ 566738 w 1109663"/>
                <a:gd name="connsiteY22" fmla="*/ 752475 h 838200"/>
                <a:gd name="connsiteX23" fmla="*/ 571500 w 1109663"/>
                <a:gd name="connsiteY23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028700 w 1109663"/>
                <a:gd name="connsiteY2" fmla="*/ 771525 h 838200"/>
                <a:gd name="connsiteX3" fmla="*/ 1109663 w 1109663"/>
                <a:gd name="connsiteY3" fmla="*/ 771525 h 838200"/>
                <a:gd name="connsiteX4" fmla="*/ 1009650 w 1109663"/>
                <a:gd name="connsiteY4" fmla="*/ 600075 h 838200"/>
                <a:gd name="connsiteX5" fmla="*/ 952500 w 1109663"/>
                <a:gd name="connsiteY5" fmla="*/ 476250 h 838200"/>
                <a:gd name="connsiteX6" fmla="*/ 766763 w 1109663"/>
                <a:gd name="connsiteY6" fmla="*/ 228600 h 838200"/>
                <a:gd name="connsiteX7" fmla="*/ 671513 w 1109663"/>
                <a:gd name="connsiteY7" fmla="*/ 119062 h 838200"/>
                <a:gd name="connsiteX8" fmla="*/ 604838 w 1109663"/>
                <a:gd name="connsiteY8" fmla="*/ 0 h 838200"/>
                <a:gd name="connsiteX9" fmla="*/ 447675 w 1109663"/>
                <a:gd name="connsiteY9" fmla="*/ 19050 h 838200"/>
                <a:gd name="connsiteX10" fmla="*/ 280988 w 1109663"/>
                <a:gd name="connsiteY10" fmla="*/ 57150 h 838200"/>
                <a:gd name="connsiteX11" fmla="*/ 119063 w 1109663"/>
                <a:gd name="connsiteY11" fmla="*/ 71437 h 838200"/>
                <a:gd name="connsiteX12" fmla="*/ 0 w 1109663"/>
                <a:gd name="connsiteY12" fmla="*/ 114300 h 838200"/>
                <a:gd name="connsiteX13" fmla="*/ 19050 w 1109663"/>
                <a:gd name="connsiteY13" fmla="*/ 161925 h 838200"/>
                <a:gd name="connsiteX14" fmla="*/ 23813 w 1109663"/>
                <a:gd name="connsiteY14" fmla="*/ 195262 h 838200"/>
                <a:gd name="connsiteX15" fmla="*/ 166688 w 1109663"/>
                <a:gd name="connsiteY15" fmla="*/ 252412 h 838200"/>
                <a:gd name="connsiteX16" fmla="*/ 338138 w 1109663"/>
                <a:gd name="connsiteY16" fmla="*/ 342900 h 838200"/>
                <a:gd name="connsiteX17" fmla="*/ 452438 w 1109663"/>
                <a:gd name="connsiteY17" fmla="*/ 423862 h 838200"/>
                <a:gd name="connsiteX18" fmla="*/ 538163 w 1109663"/>
                <a:gd name="connsiteY18" fmla="*/ 500062 h 838200"/>
                <a:gd name="connsiteX19" fmla="*/ 547688 w 1109663"/>
                <a:gd name="connsiteY19" fmla="*/ 552450 h 838200"/>
                <a:gd name="connsiteX20" fmla="*/ 514350 w 1109663"/>
                <a:gd name="connsiteY20" fmla="*/ 600075 h 838200"/>
                <a:gd name="connsiteX21" fmla="*/ 528638 w 1109663"/>
                <a:gd name="connsiteY21" fmla="*/ 652462 h 838200"/>
                <a:gd name="connsiteX22" fmla="*/ 566738 w 1109663"/>
                <a:gd name="connsiteY22" fmla="*/ 752475 h 838200"/>
                <a:gd name="connsiteX23" fmla="*/ 571500 w 1109663"/>
                <a:gd name="connsiteY23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988219 w 1109663"/>
                <a:gd name="connsiteY2" fmla="*/ 771525 h 838200"/>
                <a:gd name="connsiteX3" fmla="*/ 1109663 w 1109663"/>
                <a:gd name="connsiteY3" fmla="*/ 771525 h 838200"/>
                <a:gd name="connsiteX4" fmla="*/ 1009650 w 1109663"/>
                <a:gd name="connsiteY4" fmla="*/ 600075 h 838200"/>
                <a:gd name="connsiteX5" fmla="*/ 952500 w 1109663"/>
                <a:gd name="connsiteY5" fmla="*/ 476250 h 838200"/>
                <a:gd name="connsiteX6" fmla="*/ 766763 w 1109663"/>
                <a:gd name="connsiteY6" fmla="*/ 228600 h 838200"/>
                <a:gd name="connsiteX7" fmla="*/ 671513 w 1109663"/>
                <a:gd name="connsiteY7" fmla="*/ 119062 h 838200"/>
                <a:gd name="connsiteX8" fmla="*/ 604838 w 1109663"/>
                <a:gd name="connsiteY8" fmla="*/ 0 h 838200"/>
                <a:gd name="connsiteX9" fmla="*/ 447675 w 1109663"/>
                <a:gd name="connsiteY9" fmla="*/ 19050 h 838200"/>
                <a:gd name="connsiteX10" fmla="*/ 280988 w 1109663"/>
                <a:gd name="connsiteY10" fmla="*/ 57150 h 838200"/>
                <a:gd name="connsiteX11" fmla="*/ 119063 w 1109663"/>
                <a:gd name="connsiteY11" fmla="*/ 71437 h 838200"/>
                <a:gd name="connsiteX12" fmla="*/ 0 w 1109663"/>
                <a:gd name="connsiteY12" fmla="*/ 114300 h 838200"/>
                <a:gd name="connsiteX13" fmla="*/ 19050 w 1109663"/>
                <a:gd name="connsiteY13" fmla="*/ 161925 h 838200"/>
                <a:gd name="connsiteX14" fmla="*/ 23813 w 1109663"/>
                <a:gd name="connsiteY14" fmla="*/ 195262 h 838200"/>
                <a:gd name="connsiteX15" fmla="*/ 166688 w 1109663"/>
                <a:gd name="connsiteY15" fmla="*/ 252412 h 838200"/>
                <a:gd name="connsiteX16" fmla="*/ 338138 w 1109663"/>
                <a:gd name="connsiteY16" fmla="*/ 342900 h 838200"/>
                <a:gd name="connsiteX17" fmla="*/ 452438 w 1109663"/>
                <a:gd name="connsiteY17" fmla="*/ 423862 h 838200"/>
                <a:gd name="connsiteX18" fmla="*/ 538163 w 1109663"/>
                <a:gd name="connsiteY18" fmla="*/ 500062 h 838200"/>
                <a:gd name="connsiteX19" fmla="*/ 547688 w 1109663"/>
                <a:gd name="connsiteY19" fmla="*/ 552450 h 838200"/>
                <a:gd name="connsiteX20" fmla="*/ 514350 w 1109663"/>
                <a:gd name="connsiteY20" fmla="*/ 600075 h 838200"/>
                <a:gd name="connsiteX21" fmla="*/ 528638 w 1109663"/>
                <a:gd name="connsiteY21" fmla="*/ 652462 h 838200"/>
                <a:gd name="connsiteX22" fmla="*/ 566738 w 1109663"/>
                <a:gd name="connsiteY22" fmla="*/ 752475 h 838200"/>
                <a:gd name="connsiteX23" fmla="*/ 571500 w 1109663"/>
                <a:gd name="connsiteY23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66738 w 1109663"/>
                <a:gd name="connsiteY21" fmla="*/ 75247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3342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3342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3342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02444 w 1109663"/>
                <a:gd name="connsiteY19" fmla="*/ 621506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04825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07206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0544 w 1109663"/>
                <a:gd name="connsiteY18" fmla="*/ 561975 h 838200"/>
                <a:gd name="connsiteX19" fmla="*/ 507206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0544 w 1109663"/>
                <a:gd name="connsiteY18" fmla="*/ 561975 h 838200"/>
                <a:gd name="connsiteX19" fmla="*/ 507206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09650 w 1109664"/>
                <a:gd name="connsiteY3" fmla="*/ 600075 h 838200"/>
                <a:gd name="connsiteX4" fmla="*/ 952500 w 1109664"/>
                <a:gd name="connsiteY4" fmla="*/ 476250 h 838200"/>
                <a:gd name="connsiteX5" fmla="*/ 766763 w 1109664"/>
                <a:gd name="connsiteY5" fmla="*/ 228600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52500 w 1109664"/>
                <a:gd name="connsiteY4" fmla="*/ 476250 h 838200"/>
                <a:gd name="connsiteX5" fmla="*/ 766763 w 1109664"/>
                <a:gd name="connsiteY5" fmla="*/ 228600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66763 w 1109664"/>
                <a:gd name="connsiteY5" fmla="*/ 228600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461 w 1109664"/>
                <a:gd name="connsiteY6" fmla="*/ 64024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671461 w 1109664"/>
                <a:gd name="connsiteY1" fmla="*/ 724254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461 w 1109664"/>
                <a:gd name="connsiteY6" fmla="*/ 64024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461 w 1109664"/>
                <a:gd name="connsiteY6" fmla="*/ 64024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1109664 w 1109664"/>
                <a:gd name="connsiteY3" fmla="*/ 590550 h 838200"/>
                <a:gd name="connsiteX4" fmla="*/ 1016794 w 1109664"/>
                <a:gd name="connsiteY4" fmla="*/ 481366 h 838200"/>
                <a:gd name="connsiteX5" fmla="*/ 947738 w 1109664"/>
                <a:gd name="connsiteY5" fmla="*/ 372095 h 838200"/>
                <a:gd name="connsiteX6" fmla="*/ 771525 w 1109664"/>
                <a:gd name="connsiteY6" fmla="*/ 190993 h 838200"/>
                <a:gd name="connsiteX7" fmla="*/ 671461 w 1109664"/>
                <a:gd name="connsiteY7" fmla="*/ 64024 h 838200"/>
                <a:gd name="connsiteX8" fmla="*/ 604838 w 1109664"/>
                <a:gd name="connsiteY8" fmla="*/ 0 h 838200"/>
                <a:gd name="connsiteX9" fmla="*/ 447675 w 1109664"/>
                <a:gd name="connsiteY9" fmla="*/ 19050 h 838200"/>
                <a:gd name="connsiteX10" fmla="*/ 280988 w 1109664"/>
                <a:gd name="connsiteY10" fmla="*/ 57150 h 838200"/>
                <a:gd name="connsiteX11" fmla="*/ 119063 w 1109664"/>
                <a:gd name="connsiteY11" fmla="*/ 71437 h 838200"/>
                <a:gd name="connsiteX12" fmla="*/ 0 w 1109664"/>
                <a:gd name="connsiteY12" fmla="*/ 114300 h 838200"/>
                <a:gd name="connsiteX13" fmla="*/ 19050 w 1109664"/>
                <a:gd name="connsiteY13" fmla="*/ 161925 h 838200"/>
                <a:gd name="connsiteX14" fmla="*/ 23813 w 1109664"/>
                <a:gd name="connsiteY14" fmla="*/ 195262 h 838200"/>
                <a:gd name="connsiteX15" fmla="*/ 166688 w 1109664"/>
                <a:gd name="connsiteY15" fmla="*/ 252412 h 838200"/>
                <a:gd name="connsiteX16" fmla="*/ 338138 w 1109664"/>
                <a:gd name="connsiteY16" fmla="*/ 342900 h 838200"/>
                <a:gd name="connsiteX17" fmla="*/ 452438 w 1109664"/>
                <a:gd name="connsiteY17" fmla="*/ 423862 h 838200"/>
                <a:gd name="connsiteX18" fmla="*/ 538163 w 1109664"/>
                <a:gd name="connsiteY18" fmla="*/ 500062 h 838200"/>
                <a:gd name="connsiteX19" fmla="*/ 540544 w 1109664"/>
                <a:gd name="connsiteY19" fmla="*/ 561975 h 838200"/>
                <a:gd name="connsiteX20" fmla="*/ 507206 w 1109664"/>
                <a:gd name="connsiteY20" fmla="*/ 590550 h 838200"/>
                <a:gd name="connsiteX21" fmla="*/ 528638 w 1109664"/>
                <a:gd name="connsiteY21" fmla="*/ 652462 h 838200"/>
                <a:gd name="connsiteX22" fmla="*/ 571500 w 1109664"/>
                <a:gd name="connsiteY22" fmla="*/ 742949 h 838200"/>
                <a:gd name="connsiteX23" fmla="*/ 571500 w 1109664"/>
                <a:gd name="connsiteY23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109664 w 1109664"/>
                <a:gd name="connsiteY4" fmla="*/ 590550 h 838200"/>
                <a:gd name="connsiteX5" fmla="*/ 1016794 w 1109664"/>
                <a:gd name="connsiteY5" fmla="*/ 481366 h 838200"/>
                <a:gd name="connsiteX6" fmla="*/ 947738 w 1109664"/>
                <a:gd name="connsiteY6" fmla="*/ 372095 h 838200"/>
                <a:gd name="connsiteX7" fmla="*/ 771525 w 1109664"/>
                <a:gd name="connsiteY7" fmla="*/ 190993 h 838200"/>
                <a:gd name="connsiteX8" fmla="*/ 671461 w 1109664"/>
                <a:gd name="connsiteY8" fmla="*/ 64024 h 838200"/>
                <a:gd name="connsiteX9" fmla="*/ 604838 w 1109664"/>
                <a:gd name="connsiteY9" fmla="*/ 0 h 838200"/>
                <a:gd name="connsiteX10" fmla="*/ 447675 w 1109664"/>
                <a:gd name="connsiteY10" fmla="*/ 19050 h 838200"/>
                <a:gd name="connsiteX11" fmla="*/ 280988 w 1109664"/>
                <a:gd name="connsiteY11" fmla="*/ 57150 h 838200"/>
                <a:gd name="connsiteX12" fmla="*/ 119063 w 1109664"/>
                <a:gd name="connsiteY12" fmla="*/ 71437 h 838200"/>
                <a:gd name="connsiteX13" fmla="*/ 0 w 1109664"/>
                <a:gd name="connsiteY13" fmla="*/ 114300 h 838200"/>
                <a:gd name="connsiteX14" fmla="*/ 19050 w 1109664"/>
                <a:gd name="connsiteY14" fmla="*/ 161925 h 838200"/>
                <a:gd name="connsiteX15" fmla="*/ 23813 w 1109664"/>
                <a:gd name="connsiteY15" fmla="*/ 195262 h 838200"/>
                <a:gd name="connsiteX16" fmla="*/ 166688 w 1109664"/>
                <a:gd name="connsiteY16" fmla="*/ 252412 h 838200"/>
                <a:gd name="connsiteX17" fmla="*/ 338138 w 1109664"/>
                <a:gd name="connsiteY17" fmla="*/ 342900 h 838200"/>
                <a:gd name="connsiteX18" fmla="*/ 452438 w 1109664"/>
                <a:gd name="connsiteY18" fmla="*/ 423862 h 838200"/>
                <a:gd name="connsiteX19" fmla="*/ 538163 w 1109664"/>
                <a:gd name="connsiteY19" fmla="*/ 500062 h 838200"/>
                <a:gd name="connsiteX20" fmla="*/ 540544 w 1109664"/>
                <a:gd name="connsiteY20" fmla="*/ 561975 h 838200"/>
                <a:gd name="connsiteX21" fmla="*/ 507206 w 1109664"/>
                <a:gd name="connsiteY21" fmla="*/ 590550 h 838200"/>
                <a:gd name="connsiteX22" fmla="*/ 528638 w 1109664"/>
                <a:gd name="connsiteY22" fmla="*/ 652462 h 838200"/>
                <a:gd name="connsiteX23" fmla="*/ 571500 w 1109664"/>
                <a:gd name="connsiteY23" fmla="*/ 742949 h 838200"/>
                <a:gd name="connsiteX24" fmla="*/ 571500 w 1109664"/>
                <a:gd name="connsiteY24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109664 w 1109664"/>
                <a:gd name="connsiteY4" fmla="*/ 590550 h 838200"/>
                <a:gd name="connsiteX5" fmla="*/ 1011981 w 1109664"/>
                <a:gd name="connsiteY5" fmla="*/ 633766 h 838200"/>
                <a:gd name="connsiteX6" fmla="*/ 1016794 w 1109664"/>
                <a:gd name="connsiteY6" fmla="*/ 481366 h 838200"/>
                <a:gd name="connsiteX7" fmla="*/ 947738 w 1109664"/>
                <a:gd name="connsiteY7" fmla="*/ 372095 h 838200"/>
                <a:gd name="connsiteX8" fmla="*/ 771525 w 1109664"/>
                <a:gd name="connsiteY8" fmla="*/ 190993 h 838200"/>
                <a:gd name="connsiteX9" fmla="*/ 671461 w 1109664"/>
                <a:gd name="connsiteY9" fmla="*/ 64024 h 838200"/>
                <a:gd name="connsiteX10" fmla="*/ 604838 w 1109664"/>
                <a:gd name="connsiteY10" fmla="*/ 0 h 838200"/>
                <a:gd name="connsiteX11" fmla="*/ 447675 w 1109664"/>
                <a:gd name="connsiteY11" fmla="*/ 19050 h 838200"/>
                <a:gd name="connsiteX12" fmla="*/ 280988 w 1109664"/>
                <a:gd name="connsiteY12" fmla="*/ 57150 h 838200"/>
                <a:gd name="connsiteX13" fmla="*/ 119063 w 1109664"/>
                <a:gd name="connsiteY13" fmla="*/ 71437 h 838200"/>
                <a:gd name="connsiteX14" fmla="*/ 0 w 1109664"/>
                <a:gd name="connsiteY14" fmla="*/ 114300 h 838200"/>
                <a:gd name="connsiteX15" fmla="*/ 19050 w 1109664"/>
                <a:gd name="connsiteY15" fmla="*/ 161925 h 838200"/>
                <a:gd name="connsiteX16" fmla="*/ 23813 w 1109664"/>
                <a:gd name="connsiteY16" fmla="*/ 195262 h 838200"/>
                <a:gd name="connsiteX17" fmla="*/ 166688 w 1109664"/>
                <a:gd name="connsiteY17" fmla="*/ 252412 h 838200"/>
                <a:gd name="connsiteX18" fmla="*/ 338138 w 1109664"/>
                <a:gd name="connsiteY18" fmla="*/ 342900 h 838200"/>
                <a:gd name="connsiteX19" fmla="*/ 452438 w 1109664"/>
                <a:gd name="connsiteY19" fmla="*/ 423862 h 838200"/>
                <a:gd name="connsiteX20" fmla="*/ 538163 w 1109664"/>
                <a:gd name="connsiteY20" fmla="*/ 500062 h 838200"/>
                <a:gd name="connsiteX21" fmla="*/ 540544 w 1109664"/>
                <a:gd name="connsiteY21" fmla="*/ 561975 h 838200"/>
                <a:gd name="connsiteX22" fmla="*/ 507206 w 1109664"/>
                <a:gd name="connsiteY22" fmla="*/ 590550 h 838200"/>
                <a:gd name="connsiteX23" fmla="*/ 528638 w 1109664"/>
                <a:gd name="connsiteY23" fmla="*/ 652462 h 838200"/>
                <a:gd name="connsiteX24" fmla="*/ 571500 w 1109664"/>
                <a:gd name="connsiteY24" fmla="*/ 742949 h 838200"/>
                <a:gd name="connsiteX25" fmla="*/ 571500 w 1109664"/>
                <a:gd name="connsiteY25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109664 w 1109664"/>
                <a:gd name="connsiteY4" fmla="*/ 590550 h 838200"/>
                <a:gd name="connsiteX5" fmla="*/ 1104899 w 1109664"/>
                <a:gd name="connsiteY5" fmla="*/ 590550 h 838200"/>
                <a:gd name="connsiteX6" fmla="*/ 1016794 w 1109664"/>
                <a:gd name="connsiteY6" fmla="*/ 481366 h 838200"/>
                <a:gd name="connsiteX7" fmla="*/ 947738 w 1109664"/>
                <a:gd name="connsiteY7" fmla="*/ 372095 h 838200"/>
                <a:gd name="connsiteX8" fmla="*/ 771525 w 1109664"/>
                <a:gd name="connsiteY8" fmla="*/ 190993 h 838200"/>
                <a:gd name="connsiteX9" fmla="*/ 671461 w 1109664"/>
                <a:gd name="connsiteY9" fmla="*/ 64024 h 838200"/>
                <a:gd name="connsiteX10" fmla="*/ 604838 w 1109664"/>
                <a:gd name="connsiteY10" fmla="*/ 0 h 838200"/>
                <a:gd name="connsiteX11" fmla="*/ 447675 w 1109664"/>
                <a:gd name="connsiteY11" fmla="*/ 19050 h 838200"/>
                <a:gd name="connsiteX12" fmla="*/ 280988 w 1109664"/>
                <a:gd name="connsiteY12" fmla="*/ 57150 h 838200"/>
                <a:gd name="connsiteX13" fmla="*/ 119063 w 1109664"/>
                <a:gd name="connsiteY13" fmla="*/ 71437 h 838200"/>
                <a:gd name="connsiteX14" fmla="*/ 0 w 1109664"/>
                <a:gd name="connsiteY14" fmla="*/ 114300 h 838200"/>
                <a:gd name="connsiteX15" fmla="*/ 19050 w 1109664"/>
                <a:gd name="connsiteY15" fmla="*/ 161925 h 838200"/>
                <a:gd name="connsiteX16" fmla="*/ 23813 w 1109664"/>
                <a:gd name="connsiteY16" fmla="*/ 195262 h 838200"/>
                <a:gd name="connsiteX17" fmla="*/ 166688 w 1109664"/>
                <a:gd name="connsiteY17" fmla="*/ 252412 h 838200"/>
                <a:gd name="connsiteX18" fmla="*/ 338138 w 1109664"/>
                <a:gd name="connsiteY18" fmla="*/ 342900 h 838200"/>
                <a:gd name="connsiteX19" fmla="*/ 452438 w 1109664"/>
                <a:gd name="connsiteY19" fmla="*/ 423862 h 838200"/>
                <a:gd name="connsiteX20" fmla="*/ 538163 w 1109664"/>
                <a:gd name="connsiteY20" fmla="*/ 500062 h 838200"/>
                <a:gd name="connsiteX21" fmla="*/ 540544 w 1109664"/>
                <a:gd name="connsiteY21" fmla="*/ 561975 h 838200"/>
                <a:gd name="connsiteX22" fmla="*/ 507206 w 1109664"/>
                <a:gd name="connsiteY22" fmla="*/ 590550 h 838200"/>
                <a:gd name="connsiteX23" fmla="*/ 528638 w 1109664"/>
                <a:gd name="connsiteY23" fmla="*/ 652462 h 838200"/>
                <a:gd name="connsiteX24" fmla="*/ 571500 w 1109664"/>
                <a:gd name="connsiteY24" fmla="*/ 742949 h 838200"/>
                <a:gd name="connsiteX25" fmla="*/ 571500 w 1109664"/>
                <a:gd name="connsiteY25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028650 w 1109664"/>
                <a:gd name="connsiteY4" fmla="*/ 633766 h 838200"/>
                <a:gd name="connsiteX5" fmla="*/ 1109664 w 1109664"/>
                <a:gd name="connsiteY5" fmla="*/ 590550 h 838200"/>
                <a:gd name="connsiteX6" fmla="*/ 1104899 w 1109664"/>
                <a:gd name="connsiteY6" fmla="*/ 590550 h 838200"/>
                <a:gd name="connsiteX7" fmla="*/ 1016794 w 1109664"/>
                <a:gd name="connsiteY7" fmla="*/ 481366 h 838200"/>
                <a:gd name="connsiteX8" fmla="*/ 947738 w 1109664"/>
                <a:gd name="connsiteY8" fmla="*/ 372095 h 838200"/>
                <a:gd name="connsiteX9" fmla="*/ 771525 w 1109664"/>
                <a:gd name="connsiteY9" fmla="*/ 190993 h 838200"/>
                <a:gd name="connsiteX10" fmla="*/ 671461 w 1109664"/>
                <a:gd name="connsiteY10" fmla="*/ 64024 h 838200"/>
                <a:gd name="connsiteX11" fmla="*/ 604838 w 1109664"/>
                <a:gd name="connsiteY11" fmla="*/ 0 h 838200"/>
                <a:gd name="connsiteX12" fmla="*/ 447675 w 1109664"/>
                <a:gd name="connsiteY12" fmla="*/ 19050 h 838200"/>
                <a:gd name="connsiteX13" fmla="*/ 280988 w 1109664"/>
                <a:gd name="connsiteY13" fmla="*/ 57150 h 838200"/>
                <a:gd name="connsiteX14" fmla="*/ 119063 w 1109664"/>
                <a:gd name="connsiteY14" fmla="*/ 71437 h 838200"/>
                <a:gd name="connsiteX15" fmla="*/ 0 w 1109664"/>
                <a:gd name="connsiteY15" fmla="*/ 114300 h 838200"/>
                <a:gd name="connsiteX16" fmla="*/ 19050 w 1109664"/>
                <a:gd name="connsiteY16" fmla="*/ 161925 h 838200"/>
                <a:gd name="connsiteX17" fmla="*/ 23813 w 1109664"/>
                <a:gd name="connsiteY17" fmla="*/ 195262 h 838200"/>
                <a:gd name="connsiteX18" fmla="*/ 166688 w 1109664"/>
                <a:gd name="connsiteY18" fmla="*/ 252412 h 838200"/>
                <a:gd name="connsiteX19" fmla="*/ 338138 w 1109664"/>
                <a:gd name="connsiteY19" fmla="*/ 342900 h 838200"/>
                <a:gd name="connsiteX20" fmla="*/ 452438 w 1109664"/>
                <a:gd name="connsiteY20" fmla="*/ 423862 h 838200"/>
                <a:gd name="connsiteX21" fmla="*/ 538163 w 1109664"/>
                <a:gd name="connsiteY21" fmla="*/ 500062 h 838200"/>
                <a:gd name="connsiteX22" fmla="*/ 540544 w 1109664"/>
                <a:gd name="connsiteY22" fmla="*/ 561975 h 838200"/>
                <a:gd name="connsiteX23" fmla="*/ 507206 w 1109664"/>
                <a:gd name="connsiteY23" fmla="*/ 590550 h 838200"/>
                <a:gd name="connsiteX24" fmla="*/ 528638 w 1109664"/>
                <a:gd name="connsiteY24" fmla="*/ 652462 h 838200"/>
                <a:gd name="connsiteX25" fmla="*/ 571500 w 1109664"/>
                <a:gd name="connsiteY25" fmla="*/ 742949 h 838200"/>
                <a:gd name="connsiteX26" fmla="*/ 571500 w 1109664"/>
                <a:gd name="connsiteY26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57200 w 1109664"/>
                <a:gd name="connsiteY2" fmla="*/ 707585 h 838200"/>
                <a:gd name="connsiteX3" fmla="*/ 897681 w 1109664"/>
                <a:gd name="connsiteY3" fmla="*/ 690916 h 838200"/>
                <a:gd name="connsiteX4" fmla="*/ 945306 w 1109664"/>
                <a:gd name="connsiteY4" fmla="*/ 664722 h 838200"/>
                <a:gd name="connsiteX5" fmla="*/ 1028650 w 1109664"/>
                <a:gd name="connsiteY5" fmla="*/ 633766 h 838200"/>
                <a:gd name="connsiteX6" fmla="*/ 1109664 w 1109664"/>
                <a:gd name="connsiteY6" fmla="*/ 590550 h 838200"/>
                <a:gd name="connsiteX7" fmla="*/ 1104899 w 1109664"/>
                <a:gd name="connsiteY7" fmla="*/ 590550 h 838200"/>
                <a:gd name="connsiteX8" fmla="*/ 1016794 w 1109664"/>
                <a:gd name="connsiteY8" fmla="*/ 481366 h 838200"/>
                <a:gd name="connsiteX9" fmla="*/ 947738 w 1109664"/>
                <a:gd name="connsiteY9" fmla="*/ 372095 h 838200"/>
                <a:gd name="connsiteX10" fmla="*/ 771525 w 1109664"/>
                <a:gd name="connsiteY10" fmla="*/ 190993 h 838200"/>
                <a:gd name="connsiteX11" fmla="*/ 671461 w 1109664"/>
                <a:gd name="connsiteY11" fmla="*/ 64024 h 838200"/>
                <a:gd name="connsiteX12" fmla="*/ 604838 w 1109664"/>
                <a:gd name="connsiteY12" fmla="*/ 0 h 838200"/>
                <a:gd name="connsiteX13" fmla="*/ 447675 w 1109664"/>
                <a:gd name="connsiteY13" fmla="*/ 19050 h 838200"/>
                <a:gd name="connsiteX14" fmla="*/ 280988 w 1109664"/>
                <a:gd name="connsiteY14" fmla="*/ 57150 h 838200"/>
                <a:gd name="connsiteX15" fmla="*/ 119063 w 1109664"/>
                <a:gd name="connsiteY15" fmla="*/ 71437 h 838200"/>
                <a:gd name="connsiteX16" fmla="*/ 0 w 1109664"/>
                <a:gd name="connsiteY16" fmla="*/ 114300 h 838200"/>
                <a:gd name="connsiteX17" fmla="*/ 19050 w 1109664"/>
                <a:gd name="connsiteY17" fmla="*/ 161925 h 838200"/>
                <a:gd name="connsiteX18" fmla="*/ 23813 w 1109664"/>
                <a:gd name="connsiteY18" fmla="*/ 195262 h 838200"/>
                <a:gd name="connsiteX19" fmla="*/ 166688 w 1109664"/>
                <a:gd name="connsiteY19" fmla="*/ 252412 h 838200"/>
                <a:gd name="connsiteX20" fmla="*/ 338138 w 1109664"/>
                <a:gd name="connsiteY20" fmla="*/ 342900 h 838200"/>
                <a:gd name="connsiteX21" fmla="*/ 452438 w 1109664"/>
                <a:gd name="connsiteY21" fmla="*/ 423862 h 838200"/>
                <a:gd name="connsiteX22" fmla="*/ 538163 w 1109664"/>
                <a:gd name="connsiteY22" fmla="*/ 500062 h 838200"/>
                <a:gd name="connsiteX23" fmla="*/ 540544 w 1109664"/>
                <a:gd name="connsiteY23" fmla="*/ 561975 h 838200"/>
                <a:gd name="connsiteX24" fmla="*/ 507206 w 1109664"/>
                <a:gd name="connsiteY24" fmla="*/ 590550 h 838200"/>
                <a:gd name="connsiteX25" fmla="*/ 528638 w 1109664"/>
                <a:gd name="connsiteY25" fmla="*/ 652462 h 838200"/>
                <a:gd name="connsiteX26" fmla="*/ 571500 w 1109664"/>
                <a:gd name="connsiteY26" fmla="*/ 742949 h 838200"/>
                <a:gd name="connsiteX27" fmla="*/ 571500 w 1109664"/>
                <a:gd name="connsiteY27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897681 w 1109664"/>
                <a:gd name="connsiteY5" fmla="*/ 657579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897681 w 1109664"/>
                <a:gd name="connsiteY5" fmla="*/ 657579 h 838200"/>
                <a:gd name="connsiteX6" fmla="*/ 995313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81000 w 1109664"/>
                <a:gd name="connsiteY2" fmla="*/ 771525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897681 w 1109664"/>
                <a:gd name="connsiteY5" fmla="*/ 657579 h 838200"/>
                <a:gd name="connsiteX6" fmla="*/ 995313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09664" h="838200">
                  <a:moveTo>
                    <a:pt x="571500" y="838200"/>
                  </a:moveTo>
                  <a:lnTo>
                    <a:pt x="717180" y="838200"/>
                  </a:lnTo>
                  <a:lnTo>
                    <a:pt x="781000" y="771525"/>
                  </a:lnTo>
                  <a:lnTo>
                    <a:pt x="807194" y="724254"/>
                  </a:lnTo>
                  <a:lnTo>
                    <a:pt x="833387" y="686154"/>
                  </a:lnTo>
                  <a:lnTo>
                    <a:pt x="897681" y="657579"/>
                  </a:lnTo>
                  <a:lnTo>
                    <a:pt x="995313" y="633766"/>
                  </a:lnTo>
                  <a:lnTo>
                    <a:pt x="1109664" y="590550"/>
                  </a:lnTo>
                  <a:lnTo>
                    <a:pt x="1104899" y="590550"/>
                  </a:lnTo>
                  <a:lnTo>
                    <a:pt x="1016794" y="481366"/>
                  </a:lnTo>
                  <a:lnTo>
                    <a:pt x="947738" y="372095"/>
                  </a:lnTo>
                  <a:lnTo>
                    <a:pt x="771525" y="190993"/>
                  </a:lnTo>
                  <a:lnTo>
                    <a:pt x="671461" y="64024"/>
                  </a:lnTo>
                  <a:lnTo>
                    <a:pt x="604838" y="0"/>
                  </a:lnTo>
                  <a:lnTo>
                    <a:pt x="447675" y="19050"/>
                  </a:lnTo>
                  <a:lnTo>
                    <a:pt x="280988" y="57150"/>
                  </a:lnTo>
                  <a:lnTo>
                    <a:pt x="119063" y="71437"/>
                  </a:lnTo>
                  <a:lnTo>
                    <a:pt x="0" y="114300"/>
                  </a:lnTo>
                  <a:lnTo>
                    <a:pt x="19050" y="161925"/>
                  </a:lnTo>
                  <a:lnTo>
                    <a:pt x="23813" y="195262"/>
                  </a:lnTo>
                  <a:lnTo>
                    <a:pt x="166688" y="252412"/>
                  </a:lnTo>
                  <a:lnTo>
                    <a:pt x="338138" y="342900"/>
                  </a:lnTo>
                  <a:lnTo>
                    <a:pt x="452438" y="423862"/>
                  </a:lnTo>
                  <a:lnTo>
                    <a:pt x="538163" y="500062"/>
                  </a:lnTo>
                  <a:cubicBezTo>
                    <a:pt x="538957" y="520700"/>
                    <a:pt x="539750" y="541337"/>
                    <a:pt x="540544" y="561975"/>
                  </a:cubicBezTo>
                  <a:lnTo>
                    <a:pt x="507206" y="590550"/>
                  </a:lnTo>
                  <a:lnTo>
                    <a:pt x="528638" y="652462"/>
                  </a:lnTo>
                  <a:lnTo>
                    <a:pt x="571500" y="742949"/>
                  </a:lnTo>
                  <a:lnTo>
                    <a:pt x="571500" y="83820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1057325" y="6381396"/>
              <a:ext cx="4419600" cy="985838"/>
            </a:xfrm>
            <a:custGeom>
              <a:avLst/>
              <a:gdLst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971925 w 4419600"/>
                <a:gd name="connsiteY24" fmla="*/ 261938 h 985838"/>
                <a:gd name="connsiteX25" fmla="*/ 3971925 w 4419600"/>
                <a:gd name="connsiteY25" fmla="*/ 242888 h 985838"/>
                <a:gd name="connsiteX26" fmla="*/ 3895725 w 4419600"/>
                <a:gd name="connsiteY26" fmla="*/ 319088 h 985838"/>
                <a:gd name="connsiteX27" fmla="*/ 3981450 w 4419600"/>
                <a:gd name="connsiteY27" fmla="*/ 400050 h 985838"/>
                <a:gd name="connsiteX28" fmla="*/ 4110037 w 4419600"/>
                <a:gd name="connsiteY28" fmla="*/ 461963 h 985838"/>
                <a:gd name="connsiteX29" fmla="*/ 4200525 w 4419600"/>
                <a:gd name="connsiteY29" fmla="*/ 504825 h 985838"/>
                <a:gd name="connsiteX30" fmla="*/ 4314825 w 4419600"/>
                <a:gd name="connsiteY30" fmla="*/ 552450 h 985838"/>
                <a:gd name="connsiteX31" fmla="*/ 4386262 w 4419600"/>
                <a:gd name="connsiteY31" fmla="*/ 638175 h 985838"/>
                <a:gd name="connsiteX32" fmla="*/ 4386262 w 4419600"/>
                <a:gd name="connsiteY32" fmla="*/ 709613 h 985838"/>
                <a:gd name="connsiteX33" fmla="*/ 4371975 w 4419600"/>
                <a:gd name="connsiteY33" fmla="*/ 762000 h 985838"/>
                <a:gd name="connsiteX34" fmla="*/ 4410075 w 4419600"/>
                <a:gd name="connsiteY34" fmla="*/ 847725 h 985838"/>
                <a:gd name="connsiteX35" fmla="*/ 4419600 w 4419600"/>
                <a:gd name="connsiteY35" fmla="*/ 933450 h 985838"/>
                <a:gd name="connsiteX36" fmla="*/ 4405312 w 4419600"/>
                <a:gd name="connsiteY36" fmla="*/ 985838 h 985838"/>
                <a:gd name="connsiteX37" fmla="*/ 4100512 w 4419600"/>
                <a:gd name="connsiteY37" fmla="*/ 938213 h 985838"/>
                <a:gd name="connsiteX38" fmla="*/ 3757612 w 4419600"/>
                <a:gd name="connsiteY38" fmla="*/ 890588 h 985838"/>
                <a:gd name="connsiteX39" fmla="*/ 3543300 w 4419600"/>
                <a:gd name="connsiteY39" fmla="*/ 842963 h 985838"/>
                <a:gd name="connsiteX40" fmla="*/ 3390900 w 4419600"/>
                <a:gd name="connsiteY40" fmla="*/ 804863 h 985838"/>
                <a:gd name="connsiteX41" fmla="*/ 3286125 w 4419600"/>
                <a:gd name="connsiteY41" fmla="*/ 766763 h 985838"/>
                <a:gd name="connsiteX42" fmla="*/ 3143250 w 4419600"/>
                <a:gd name="connsiteY42" fmla="*/ 738188 h 985838"/>
                <a:gd name="connsiteX43" fmla="*/ 3095625 w 4419600"/>
                <a:gd name="connsiteY43" fmla="*/ 738188 h 985838"/>
                <a:gd name="connsiteX44" fmla="*/ 2967037 w 4419600"/>
                <a:gd name="connsiteY44" fmla="*/ 709613 h 985838"/>
                <a:gd name="connsiteX45" fmla="*/ 2724150 w 4419600"/>
                <a:gd name="connsiteY45" fmla="*/ 638175 h 985838"/>
                <a:gd name="connsiteX46" fmla="*/ 2562225 w 4419600"/>
                <a:gd name="connsiteY46" fmla="*/ 600075 h 985838"/>
                <a:gd name="connsiteX47" fmla="*/ 2266950 w 4419600"/>
                <a:gd name="connsiteY47" fmla="*/ 581025 h 985838"/>
                <a:gd name="connsiteX48" fmla="*/ 1971675 w 4419600"/>
                <a:gd name="connsiteY48" fmla="*/ 590550 h 985838"/>
                <a:gd name="connsiteX49" fmla="*/ 1700212 w 4419600"/>
                <a:gd name="connsiteY49" fmla="*/ 604838 h 985838"/>
                <a:gd name="connsiteX50" fmla="*/ 1281112 w 4419600"/>
                <a:gd name="connsiteY50" fmla="*/ 633413 h 985838"/>
                <a:gd name="connsiteX51" fmla="*/ 1042987 w 4419600"/>
                <a:gd name="connsiteY51" fmla="*/ 657225 h 985838"/>
                <a:gd name="connsiteX52" fmla="*/ 790575 w 4419600"/>
                <a:gd name="connsiteY52" fmla="*/ 676275 h 985838"/>
                <a:gd name="connsiteX53" fmla="*/ 590550 w 4419600"/>
                <a:gd name="connsiteY53" fmla="*/ 723900 h 985838"/>
                <a:gd name="connsiteX54" fmla="*/ 409575 w 4419600"/>
                <a:gd name="connsiteY54" fmla="*/ 752475 h 985838"/>
                <a:gd name="connsiteX55" fmla="*/ 285750 w 4419600"/>
                <a:gd name="connsiteY55" fmla="*/ 785813 h 985838"/>
                <a:gd name="connsiteX56" fmla="*/ 104775 w 4419600"/>
                <a:gd name="connsiteY56" fmla="*/ 804863 h 985838"/>
                <a:gd name="connsiteX57" fmla="*/ 0 w 4419600"/>
                <a:gd name="connsiteY57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978572 w 4419600"/>
                <a:gd name="connsiteY24" fmla="*/ 273968 h 985838"/>
                <a:gd name="connsiteX25" fmla="*/ 3971925 w 4419600"/>
                <a:gd name="connsiteY25" fmla="*/ 242888 h 985838"/>
                <a:gd name="connsiteX26" fmla="*/ 3895725 w 4419600"/>
                <a:gd name="connsiteY26" fmla="*/ 319088 h 985838"/>
                <a:gd name="connsiteX27" fmla="*/ 3981450 w 4419600"/>
                <a:gd name="connsiteY27" fmla="*/ 400050 h 985838"/>
                <a:gd name="connsiteX28" fmla="*/ 4110037 w 4419600"/>
                <a:gd name="connsiteY28" fmla="*/ 461963 h 985838"/>
                <a:gd name="connsiteX29" fmla="*/ 4200525 w 4419600"/>
                <a:gd name="connsiteY29" fmla="*/ 504825 h 985838"/>
                <a:gd name="connsiteX30" fmla="*/ 4314825 w 4419600"/>
                <a:gd name="connsiteY30" fmla="*/ 552450 h 985838"/>
                <a:gd name="connsiteX31" fmla="*/ 4386262 w 4419600"/>
                <a:gd name="connsiteY31" fmla="*/ 638175 h 985838"/>
                <a:gd name="connsiteX32" fmla="*/ 4386262 w 4419600"/>
                <a:gd name="connsiteY32" fmla="*/ 709613 h 985838"/>
                <a:gd name="connsiteX33" fmla="*/ 4371975 w 4419600"/>
                <a:gd name="connsiteY33" fmla="*/ 762000 h 985838"/>
                <a:gd name="connsiteX34" fmla="*/ 4410075 w 4419600"/>
                <a:gd name="connsiteY34" fmla="*/ 847725 h 985838"/>
                <a:gd name="connsiteX35" fmla="*/ 4419600 w 4419600"/>
                <a:gd name="connsiteY35" fmla="*/ 933450 h 985838"/>
                <a:gd name="connsiteX36" fmla="*/ 4405312 w 4419600"/>
                <a:gd name="connsiteY36" fmla="*/ 985838 h 985838"/>
                <a:gd name="connsiteX37" fmla="*/ 4100512 w 4419600"/>
                <a:gd name="connsiteY37" fmla="*/ 938213 h 985838"/>
                <a:gd name="connsiteX38" fmla="*/ 3757612 w 4419600"/>
                <a:gd name="connsiteY38" fmla="*/ 890588 h 985838"/>
                <a:gd name="connsiteX39" fmla="*/ 3543300 w 4419600"/>
                <a:gd name="connsiteY39" fmla="*/ 842963 h 985838"/>
                <a:gd name="connsiteX40" fmla="*/ 3390900 w 4419600"/>
                <a:gd name="connsiteY40" fmla="*/ 804863 h 985838"/>
                <a:gd name="connsiteX41" fmla="*/ 3286125 w 4419600"/>
                <a:gd name="connsiteY41" fmla="*/ 766763 h 985838"/>
                <a:gd name="connsiteX42" fmla="*/ 3143250 w 4419600"/>
                <a:gd name="connsiteY42" fmla="*/ 738188 h 985838"/>
                <a:gd name="connsiteX43" fmla="*/ 3095625 w 4419600"/>
                <a:gd name="connsiteY43" fmla="*/ 738188 h 985838"/>
                <a:gd name="connsiteX44" fmla="*/ 2967037 w 4419600"/>
                <a:gd name="connsiteY44" fmla="*/ 709613 h 985838"/>
                <a:gd name="connsiteX45" fmla="*/ 2724150 w 4419600"/>
                <a:gd name="connsiteY45" fmla="*/ 638175 h 985838"/>
                <a:gd name="connsiteX46" fmla="*/ 2562225 w 4419600"/>
                <a:gd name="connsiteY46" fmla="*/ 600075 h 985838"/>
                <a:gd name="connsiteX47" fmla="*/ 2266950 w 4419600"/>
                <a:gd name="connsiteY47" fmla="*/ 581025 h 985838"/>
                <a:gd name="connsiteX48" fmla="*/ 1971675 w 4419600"/>
                <a:gd name="connsiteY48" fmla="*/ 590550 h 985838"/>
                <a:gd name="connsiteX49" fmla="*/ 1700212 w 4419600"/>
                <a:gd name="connsiteY49" fmla="*/ 604838 h 985838"/>
                <a:gd name="connsiteX50" fmla="*/ 1281112 w 4419600"/>
                <a:gd name="connsiteY50" fmla="*/ 633413 h 985838"/>
                <a:gd name="connsiteX51" fmla="*/ 1042987 w 4419600"/>
                <a:gd name="connsiteY51" fmla="*/ 657225 h 985838"/>
                <a:gd name="connsiteX52" fmla="*/ 790575 w 4419600"/>
                <a:gd name="connsiteY52" fmla="*/ 676275 h 985838"/>
                <a:gd name="connsiteX53" fmla="*/ 590550 w 4419600"/>
                <a:gd name="connsiteY53" fmla="*/ 723900 h 985838"/>
                <a:gd name="connsiteX54" fmla="*/ 409575 w 4419600"/>
                <a:gd name="connsiteY54" fmla="*/ 752475 h 985838"/>
                <a:gd name="connsiteX55" fmla="*/ 285750 w 4419600"/>
                <a:gd name="connsiteY55" fmla="*/ 785813 h 985838"/>
                <a:gd name="connsiteX56" fmla="*/ 104775 w 4419600"/>
                <a:gd name="connsiteY56" fmla="*/ 804863 h 985838"/>
                <a:gd name="connsiteX57" fmla="*/ 0 w 4419600"/>
                <a:gd name="connsiteY57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971925 w 4419600"/>
                <a:gd name="connsiteY24" fmla="*/ 242888 h 985838"/>
                <a:gd name="connsiteX25" fmla="*/ 3895725 w 4419600"/>
                <a:gd name="connsiteY25" fmla="*/ 319088 h 985838"/>
                <a:gd name="connsiteX26" fmla="*/ 3981450 w 4419600"/>
                <a:gd name="connsiteY26" fmla="*/ 400050 h 985838"/>
                <a:gd name="connsiteX27" fmla="*/ 4110037 w 4419600"/>
                <a:gd name="connsiteY27" fmla="*/ 461963 h 985838"/>
                <a:gd name="connsiteX28" fmla="*/ 4200525 w 4419600"/>
                <a:gd name="connsiteY28" fmla="*/ 504825 h 985838"/>
                <a:gd name="connsiteX29" fmla="*/ 4314825 w 4419600"/>
                <a:gd name="connsiteY29" fmla="*/ 552450 h 985838"/>
                <a:gd name="connsiteX30" fmla="*/ 4386262 w 4419600"/>
                <a:gd name="connsiteY30" fmla="*/ 638175 h 985838"/>
                <a:gd name="connsiteX31" fmla="*/ 4386262 w 4419600"/>
                <a:gd name="connsiteY31" fmla="*/ 709613 h 985838"/>
                <a:gd name="connsiteX32" fmla="*/ 4371975 w 4419600"/>
                <a:gd name="connsiteY32" fmla="*/ 762000 h 985838"/>
                <a:gd name="connsiteX33" fmla="*/ 4410075 w 4419600"/>
                <a:gd name="connsiteY33" fmla="*/ 847725 h 985838"/>
                <a:gd name="connsiteX34" fmla="*/ 4419600 w 4419600"/>
                <a:gd name="connsiteY34" fmla="*/ 933450 h 985838"/>
                <a:gd name="connsiteX35" fmla="*/ 4405312 w 4419600"/>
                <a:gd name="connsiteY35" fmla="*/ 985838 h 985838"/>
                <a:gd name="connsiteX36" fmla="*/ 4100512 w 4419600"/>
                <a:gd name="connsiteY36" fmla="*/ 938213 h 985838"/>
                <a:gd name="connsiteX37" fmla="*/ 3757612 w 4419600"/>
                <a:gd name="connsiteY37" fmla="*/ 890588 h 985838"/>
                <a:gd name="connsiteX38" fmla="*/ 3543300 w 4419600"/>
                <a:gd name="connsiteY38" fmla="*/ 842963 h 985838"/>
                <a:gd name="connsiteX39" fmla="*/ 3390900 w 4419600"/>
                <a:gd name="connsiteY39" fmla="*/ 804863 h 985838"/>
                <a:gd name="connsiteX40" fmla="*/ 3286125 w 4419600"/>
                <a:gd name="connsiteY40" fmla="*/ 766763 h 985838"/>
                <a:gd name="connsiteX41" fmla="*/ 3143250 w 4419600"/>
                <a:gd name="connsiteY41" fmla="*/ 738188 h 985838"/>
                <a:gd name="connsiteX42" fmla="*/ 3095625 w 4419600"/>
                <a:gd name="connsiteY42" fmla="*/ 738188 h 985838"/>
                <a:gd name="connsiteX43" fmla="*/ 2967037 w 4419600"/>
                <a:gd name="connsiteY43" fmla="*/ 709613 h 985838"/>
                <a:gd name="connsiteX44" fmla="*/ 2724150 w 4419600"/>
                <a:gd name="connsiteY44" fmla="*/ 638175 h 985838"/>
                <a:gd name="connsiteX45" fmla="*/ 2562225 w 4419600"/>
                <a:gd name="connsiteY45" fmla="*/ 600075 h 985838"/>
                <a:gd name="connsiteX46" fmla="*/ 2266950 w 4419600"/>
                <a:gd name="connsiteY46" fmla="*/ 581025 h 985838"/>
                <a:gd name="connsiteX47" fmla="*/ 1971675 w 4419600"/>
                <a:gd name="connsiteY47" fmla="*/ 590550 h 985838"/>
                <a:gd name="connsiteX48" fmla="*/ 1700212 w 4419600"/>
                <a:gd name="connsiteY48" fmla="*/ 604838 h 985838"/>
                <a:gd name="connsiteX49" fmla="*/ 1281112 w 4419600"/>
                <a:gd name="connsiteY49" fmla="*/ 633413 h 985838"/>
                <a:gd name="connsiteX50" fmla="*/ 1042987 w 4419600"/>
                <a:gd name="connsiteY50" fmla="*/ 657225 h 985838"/>
                <a:gd name="connsiteX51" fmla="*/ 790575 w 4419600"/>
                <a:gd name="connsiteY51" fmla="*/ 676275 h 985838"/>
                <a:gd name="connsiteX52" fmla="*/ 590550 w 4419600"/>
                <a:gd name="connsiteY52" fmla="*/ 723900 h 985838"/>
                <a:gd name="connsiteX53" fmla="*/ 409575 w 4419600"/>
                <a:gd name="connsiteY53" fmla="*/ 752475 h 985838"/>
                <a:gd name="connsiteX54" fmla="*/ 285750 w 4419600"/>
                <a:gd name="connsiteY54" fmla="*/ 785813 h 985838"/>
                <a:gd name="connsiteX55" fmla="*/ 104775 w 4419600"/>
                <a:gd name="connsiteY55" fmla="*/ 804863 h 985838"/>
                <a:gd name="connsiteX56" fmla="*/ 0 w 4419600"/>
                <a:gd name="connsiteY56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895725 w 4419600"/>
                <a:gd name="connsiteY24" fmla="*/ 319088 h 985838"/>
                <a:gd name="connsiteX25" fmla="*/ 3981450 w 4419600"/>
                <a:gd name="connsiteY25" fmla="*/ 400050 h 985838"/>
                <a:gd name="connsiteX26" fmla="*/ 4110037 w 4419600"/>
                <a:gd name="connsiteY26" fmla="*/ 461963 h 985838"/>
                <a:gd name="connsiteX27" fmla="*/ 4200525 w 4419600"/>
                <a:gd name="connsiteY27" fmla="*/ 504825 h 985838"/>
                <a:gd name="connsiteX28" fmla="*/ 4314825 w 4419600"/>
                <a:gd name="connsiteY28" fmla="*/ 552450 h 985838"/>
                <a:gd name="connsiteX29" fmla="*/ 4386262 w 4419600"/>
                <a:gd name="connsiteY29" fmla="*/ 638175 h 985838"/>
                <a:gd name="connsiteX30" fmla="*/ 4386262 w 4419600"/>
                <a:gd name="connsiteY30" fmla="*/ 709613 h 985838"/>
                <a:gd name="connsiteX31" fmla="*/ 4371975 w 4419600"/>
                <a:gd name="connsiteY31" fmla="*/ 762000 h 985838"/>
                <a:gd name="connsiteX32" fmla="*/ 4410075 w 4419600"/>
                <a:gd name="connsiteY32" fmla="*/ 847725 h 985838"/>
                <a:gd name="connsiteX33" fmla="*/ 4419600 w 4419600"/>
                <a:gd name="connsiteY33" fmla="*/ 933450 h 985838"/>
                <a:gd name="connsiteX34" fmla="*/ 4405312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6564 w 4419600"/>
                <a:gd name="connsiteY23" fmla="*/ 273968 h 985838"/>
                <a:gd name="connsiteX24" fmla="*/ 3895725 w 4419600"/>
                <a:gd name="connsiteY24" fmla="*/ 319088 h 985838"/>
                <a:gd name="connsiteX25" fmla="*/ 3981450 w 4419600"/>
                <a:gd name="connsiteY25" fmla="*/ 400050 h 985838"/>
                <a:gd name="connsiteX26" fmla="*/ 4110037 w 4419600"/>
                <a:gd name="connsiteY26" fmla="*/ 461963 h 985838"/>
                <a:gd name="connsiteX27" fmla="*/ 4200525 w 4419600"/>
                <a:gd name="connsiteY27" fmla="*/ 504825 h 985838"/>
                <a:gd name="connsiteX28" fmla="*/ 4314825 w 4419600"/>
                <a:gd name="connsiteY28" fmla="*/ 552450 h 985838"/>
                <a:gd name="connsiteX29" fmla="*/ 4386262 w 4419600"/>
                <a:gd name="connsiteY29" fmla="*/ 638175 h 985838"/>
                <a:gd name="connsiteX30" fmla="*/ 4386262 w 4419600"/>
                <a:gd name="connsiteY30" fmla="*/ 709613 h 985838"/>
                <a:gd name="connsiteX31" fmla="*/ 4371975 w 4419600"/>
                <a:gd name="connsiteY31" fmla="*/ 762000 h 985838"/>
                <a:gd name="connsiteX32" fmla="*/ 4410075 w 4419600"/>
                <a:gd name="connsiteY32" fmla="*/ 847725 h 985838"/>
                <a:gd name="connsiteX33" fmla="*/ 4419600 w 4419600"/>
                <a:gd name="connsiteY33" fmla="*/ 933450 h 985838"/>
                <a:gd name="connsiteX34" fmla="*/ 4405312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9593 w 4419600"/>
                <a:gd name="connsiteY29" fmla="*/ 654844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715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5 w 4419600"/>
                <a:gd name="connsiteY29" fmla="*/ 762000 h 985838"/>
                <a:gd name="connsiteX30" fmla="*/ 4410075 w 4419600"/>
                <a:gd name="connsiteY30" fmla="*/ 847725 h 985838"/>
                <a:gd name="connsiteX31" fmla="*/ 4419600 w 4419600"/>
                <a:gd name="connsiteY31" fmla="*/ 933450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57687 w 4419600"/>
                <a:gd name="connsiteY29" fmla="*/ 673894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9118 w 4419600"/>
                <a:gd name="connsiteY29" fmla="*/ 673894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83419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5 w 4419600"/>
                <a:gd name="connsiteY29" fmla="*/ 762000 h 985838"/>
                <a:gd name="connsiteX30" fmla="*/ 4410075 w 4419600"/>
                <a:gd name="connsiteY30" fmla="*/ 847725 h 985838"/>
                <a:gd name="connsiteX31" fmla="*/ 4419600 w 4419600"/>
                <a:gd name="connsiteY31" fmla="*/ 933450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33450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4 w 4419600"/>
                <a:gd name="connsiteY29" fmla="*/ 783431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4 w 4419600"/>
                <a:gd name="connsiteY29" fmla="*/ 783431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4 w 4419600"/>
                <a:gd name="connsiteY29" fmla="*/ 783431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2450 w 4419600"/>
                <a:gd name="connsiteY29" fmla="*/ 738188 h 985838"/>
                <a:gd name="connsiteX30" fmla="*/ 4371974 w 4419600"/>
                <a:gd name="connsiteY30" fmla="*/ 783431 h 985838"/>
                <a:gd name="connsiteX31" fmla="*/ 4410075 w 4419600"/>
                <a:gd name="connsiteY31" fmla="*/ 847725 h 985838"/>
                <a:gd name="connsiteX32" fmla="*/ 4419600 w 4419600"/>
                <a:gd name="connsiteY32" fmla="*/ 909638 h 985838"/>
                <a:gd name="connsiteX33" fmla="*/ 4410075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4356 w 4419600"/>
                <a:gd name="connsiteY29" fmla="*/ 728663 h 985838"/>
                <a:gd name="connsiteX30" fmla="*/ 4371974 w 4419600"/>
                <a:gd name="connsiteY30" fmla="*/ 783431 h 985838"/>
                <a:gd name="connsiteX31" fmla="*/ 4410075 w 4419600"/>
                <a:gd name="connsiteY31" fmla="*/ 847725 h 985838"/>
                <a:gd name="connsiteX32" fmla="*/ 4419600 w 4419600"/>
                <a:gd name="connsiteY32" fmla="*/ 909638 h 985838"/>
                <a:gd name="connsiteX33" fmla="*/ 4410075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4356 w 4419600"/>
                <a:gd name="connsiteY29" fmla="*/ 728663 h 985838"/>
                <a:gd name="connsiteX30" fmla="*/ 4371974 w 4419600"/>
                <a:gd name="connsiteY30" fmla="*/ 783431 h 985838"/>
                <a:gd name="connsiteX31" fmla="*/ 4410075 w 4419600"/>
                <a:gd name="connsiteY31" fmla="*/ 847725 h 985838"/>
                <a:gd name="connsiteX32" fmla="*/ 4419600 w 4419600"/>
                <a:gd name="connsiteY32" fmla="*/ 909638 h 985838"/>
                <a:gd name="connsiteX33" fmla="*/ 4410075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2450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81500 w 4419600"/>
                <a:gd name="connsiteY29" fmla="*/ 671512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500 w 4419600"/>
                <a:gd name="connsiteY29" fmla="*/ 671512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60068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86213 w 4419600"/>
                <a:gd name="connsiteY24" fmla="*/ 388144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90875 w 4419600"/>
                <a:gd name="connsiteY40" fmla="*/ 764381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309938 w 4419600"/>
                <a:gd name="connsiteY39" fmla="*/ 778669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45356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309938 w 4419600"/>
                <a:gd name="connsiteY39" fmla="*/ 778669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45356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309938 w 4419600"/>
                <a:gd name="connsiteY39" fmla="*/ 778669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74356 w 4419600"/>
                <a:gd name="connsiteY31" fmla="*/ 728663 h 985838"/>
                <a:gd name="connsiteX32" fmla="*/ 4371974 w 4419600"/>
                <a:gd name="connsiteY32" fmla="*/ 783431 h 985838"/>
                <a:gd name="connsiteX33" fmla="*/ 4410075 w 4419600"/>
                <a:gd name="connsiteY33" fmla="*/ 847725 h 985838"/>
                <a:gd name="connsiteX34" fmla="*/ 4419600 w 4419600"/>
                <a:gd name="connsiteY34" fmla="*/ 909638 h 985838"/>
                <a:gd name="connsiteX35" fmla="*/ 4410075 w 4419600"/>
                <a:gd name="connsiteY35" fmla="*/ 985838 h 985838"/>
                <a:gd name="connsiteX36" fmla="*/ 4100512 w 4419600"/>
                <a:gd name="connsiteY36" fmla="*/ 945356 h 985838"/>
                <a:gd name="connsiteX37" fmla="*/ 3757612 w 4419600"/>
                <a:gd name="connsiteY37" fmla="*/ 890588 h 985838"/>
                <a:gd name="connsiteX38" fmla="*/ 3543300 w 4419600"/>
                <a:gd name="connsiteY38" fmla="*/ 842963 h 985838"/>
                <a:gd name="connsiteX39" fmla="*/ 3390900 w 4419600"/>
                <a:gd name="connsiteY39" fmla="*/ 804863 h 985838"/>
                <a:gd name="connsiteX40" fmla="*/ 3309938 w 4419600"/>
                <a:gd name="connsiteY40" fmla="*/ 778669 h 985838"/>
                <a:gd name="connsiteX41" fmla="*/ 3238500 w 4419600"/>
                <a:gd name="connsiteY41" fmla="*/ 757238 h 985838"/>
                <a:gd name="connsiteX42" fmla="*/ 3095625 w 4419600"/>
                <a:gd name="connsiteY42" fmla="*/ 738188 h 985838"/>
                <a:gd name="connsiteX43" fmla="*/ 2967037 w 4419600"/>
                <a:gd name="connsiteY43" fmla="*/ 709613 h 985838"/>
                <a:gd name="connsiteX44" fmla="*/ 2724150 w 4419600"/>
                <a:gd name="connsiteY44" fmla="*/ 638175 h 985838"/>
                <a:gd name="connsiteX45" fmla="*/ 2562225 w 4419600"/>
                <a:gd name="connsiteY45" fmla="*/ 600075 h 985838"/>
                <a:gd name="connsiteX46" fmla="*/ 2266950 w 4419600"/>
                <a:gd name="connsiteY46" fmla="*/ 581025 h 985838"/>
                <a:gd name="connsiteX47" fmla="*/ 1971675 w 4419600"/>
                <a:gd name="connsiteY47" fmla="*/ 590550 h 985838"/>
                <a:gd name="connsiteX48" fmla="*/ 1700212 w 4419600"/>
                <a:gd name="connsiteY48" fmla="*/ 604838 h 985838"/>
                <a:gd name="connsiteX49" fmla="*/ 1281112 w 4419600"/>
                <a:gd name="connsiteY49" fmla="*/ 633413 h 985838"/>
                <a:gd name="connsiteX50" fmla="*/ 1042987 w 4419600"/>
                <a:gd name="connsiteY50" fmla="*/ 657225 h 985838"/>
                <a:gd name="connsiteX51" fmla="*/ 802481 w 4419600"/>
                <a:gd name="connsiteY51" fmla="*/ 688181 h 985838"/>
                <a:gd name="connsiteX52" fmla="*/ 531019 w 4419600"/>
                <a:gd name="connsiteY52" fmla="*/ 728663 h 985838"/>
                <a:gd name="connsiteX53" fmla="*/ 409575 w 4419600"/>
                <a:gd name="connsiteY53" fmla="*/ 752475 h 985838"/>
                <a:gd name="connsiteX54" fmla="*/ 285750 w 4419600"/>
                <a:gd name="connsiteY54" fmla="*/ 785813 h 985838"/>
                <a:gd name="connsiteX55" fmla="*/ 104775 w 4419600"/>
                <a:gd name="connsiteY55" fmla="*/ 804863 h 985838"/>
                <a:gd name="connsiteX56" fmla="*/ 0 w 4419600"/>
                <a:gd name="connsiteY56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4 w 4419600"/>
                <a:gd name="connsiteY33" fmla="*/ 783431 h 985838"/>
                <a:gd name="connsiteX34" fmla="*/ 4410075 w 4419600"/>
                <a:gd name="connsiteY34" fmla="*/ 847725 h 985838"/>
                <a:gd name="connsiteX35" fmla="*/ 4419600 w 4419600"/>
                <a:gd name="connsiteY35" fmla="*/ 909638 h 985838"/>
                <a:gd name="connsiteX36" fmla="*/ 4410075 w 4419600"/>
                <a:gd name="connsiteY36" fmla="*/ 985838 h 985838"/>
                <a:gd name="connsiteX37" fmla="*/ 4100512 w 4419600"/>
                <a:gd name="connsiteY37" fmla="*/ 945356 h 985838"/>
                <a:gd name="connsiteX38" fmla="*/ 3757612 w 4419600"/>
                <a:gd name="connsiteY38" fmla="*/ 890588 h 985838"/>
                <a:gd name="connsiteX39" fmla="*/ 3543300 w 4419600"/>
                <a:gd name="connsiteY39" fmla="*/ 842963 h 985838"/>
                <a:gd name="connsiteX40" fmla="*/ 3390900 w 4419600"/>
                <a:gd name="connsiteY40" fmla="*/ 804863 h 985838"/>
                <a:gd name="connsiteX41" fmla="*/ 3309938 w 4419600"/>
                <a:gd name="connsiteY41" fmla="*/ 778669 h 985838"/>
                <a:gd name="connsiteX42" fmla="*/ 3238500 w 4419600"/>
                <a:gd name="connsiteY42" fmla="*/ 757238 h 985838"/>
                <a:gd name="connsiteX43" fmla="*/ 3095625 w 4419600"/>
                <a:gd name="connsiteY43" fmla="*/ 738188 h 985838"/>
                <a:gd name="connsiteX44" fmla="*/ 2967037 w 4419600"/>
                <a:gd name="connsiteY44" fmla="*/ 709613 h 985838"/>
                <a:gd name="connsiteX45" fmla="*/ 2724150 w 4419600"/>
                <a:gd name="connsiteY45" fmla="*/ 638175 h 985838"/>
                <a:gd name="connsiteX46" fmla="*/ 2562225 w 4419600"/>
                <a:gd name="connsiteY46" fmla="*/ 600075 h 985838"/>
                <a:gd name="connsiteX47" fmla="*/ 2266950 w 4419600"/>
                <a:gd name="connsiteY47" fmla="*/ 581025 h 985838"/>
                <a:gd name="connsiteX48" fmla="*/ 1971675 w 4419600"/>
                <a:gd name="connsiteY48" fmla="*/ 590550 h 985838"/>
                <a:gd name="connsiteX49" fmla="*/ 1700212 w 4419600"/>
                <a:gd name="connsiteY49" fmla="*/ 604838 h 985838"/>
                <a:gd name="connsiteX50" fmla="*/ 1281112 w 4419600"/>
                <a:gd name="connsiteY50" fmla="*/ 633413 h 985838"/>
                <a:gd name="connsiteX51" fmla="*/ 1042987 w 4419600"/>
                <a:gd name="connsiteY51" fmla="*/ 657225 h 985838"/>
                <a:gd name="connsiteX52" fmla="*/ 802481 w 4419600"/>
                <a:gd name="connsiteY52" fmla="*/ 688181 h 985838"/>
                <a:gd name="connsiteX53" fmla="*/ 531019 w 4419600"/>
                <a:gd name="connsiteY53" fmla="*/ 728663 h 985838"/>
                <a:gd name="connsiteX54" fmla="*/ 409575 w 4419600"/>
                <a:gd name="connsiteY54" fmla="*/ 752475 h 985838"/>
                <a:gd name="connsiteX55" fmla="*/ 285750 w 4419600"/>
                <a:gd name="connsiteY55" fmla="*/ 785813 h 985838"/>
                <a:gd name="connsiteX56" fmla="*/ 104775 w 4419600"/>
                <a:gd name="connsiteY56" fmla="*/ 804863 h 985838"/>
                <a:gd name="connsiteX57" fmla="*/ 0 w 4419600"/>
                <a:gd name="connsiteY57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410075 w 4419600"/>
                <a:gd name="connsiteY30" fmla="*/ 673894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410075 w 4419600"/>
                <a:gd name="connsiteY30" fmla="*/ 673894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500 w 4419600"/>
                <a:gd name="connsiteY30" fmla="*/ 704850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57225 h 985838"/>
                <a:gd name="connsiteX30" fmla="*/ 4381500 w 4419600"/>
                <a:gd name="connsiteY30" fmla="*/ 704850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81500 w 4419600"/>
                <a:gd name="connsiteY30" fmla="*/ 704850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67212 w 4419600"/>
                <a:gd name="connsiteY30" fmla="*/ 652462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81500 w 4419600"/>
                <a:gd name="connsiteY30" fmla="*/ 683418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76737 w 4419600"/>
                <a:gd name="connsiteY30" fmla="*/ 664369 h 985838"/>
                <a:gd name="connsiteX31" fmla="*/ 4381500 w 4419600"/>
                <a:gd name="connsiteY31" fmla="*/ 683418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69132 h 985838"/>
                <a:gd name="connsiteX31" fmla="*/ 4381500 w 4419600"/>
                <a:gd name="connsiteY31" fmla="*/ 683418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69132 h 985838"/>
                <a:gd name="connsiteX31" fmla="*/ 4381500 w 4419600"/>
                <a:gd name="connsiteY31" fmla="*/ 695325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71513 h 985838"/>
                <a:gd name="connsiteX31" fmla="*/ 4381500 w 4419600"/>
                <a:gd name="connsiteY31" fmla="*/ 695325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71513 h 985838"/>
                <a:gd name="connsiteX31" fmla="*/ 4381500 w 4419600"/>
                <a:gd name="connsiteY31" fmla="*/ 695325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60068 w 4419600"/>
                <a:gd name="connsiteY29" fmla="*/ 659606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59606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61988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500 w 4419600"/>
                <a:gd name="connsiteY29" fmla="*/ 664369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19600" h="985838">
                  <a:moveTo>
                    <a:pt x="0" y="823913"/>
                  </a:moveTo>
                  <a:lnTo>
                    <a:pt x="76200" y="671513"/>
                  </a:lnTo>
                  <a:lnTo>
                    <a:pt x="223837" y="495300"/>
                  </a:lnTo>
                  <a:lnTo>
                    <a:pt x="342900" y="366713"/>
                  </a:lnTo>
                  <a:lnTo>
                    <a:pt x="409575" y="271463"/>
                  </a:lnTo>
                  <a:lnTo>
                    <a:pt x="471487" y="233363"/>
                  </a:lnTo>
                  <a:lnTo>
                    <a:pt x="619125" y="204788"/>
                  </a:lnTo>
                  <a:lnTo>
                    <a:pt x="776287" y="200025"/>
                  </a:lnTo>
                  <a:lnTo>
                    <a:pt x="890587" y="190500"/>
                  </a:lnTo>
                  <a:lnTo>
                    <a:pt x="1233487" y="142875"/>
                  </a:lnTo>
                  <a:lnTo>
                    <a:pt x="1281112" y="138113"/>
                  </a:lnTo>
                  <a:lnTo>
                    <a:pt x="1519237" y="76200"/>
                  </a:lnTo>
                  <a:lnTo>
                    <a:pt x="1762125" y="42863"/>
                  </a:lnTo>
                  <a:lnTo>
                    <a:pt x="2024062" y="19050"/>
                  </a:lnTo>
                  <a:lnTo>
                    <a:pt x="2395537" y="0"/>
                  </a:lnTo>
                  <a:lnTo>
                    <a:pt x="2647950" y="14288"/>
                  </a:lnTo>
                  <a:lnTo>
                    <a:pt x="2938462" y="28575"/>
                  </a:lnTo>
                  <a:lnTo>
                    <a:pt x="3258492" y="57944"/>
                  </a:lnTo>
                  <a:cubicBezTo>
                    <a:pt x="3324274" y="75861"/>
                    <a:pt x="3369419" y="105114"/>
                    <a:pt x="3402508" y="129952"/>
                  </a:cubicBezTo>
                  <a:lnTo>
                    <a:pt x="3557587" y="185738"/>
                  </a:lnTo>
                  <a:lnTo>
                    <a:pt x="3709987" y="219075"/>
                  </a:lnTo>
                  <a:lnTo>
                    <a:pt x="3814762" y="238125"/>
                  </a:lnTo>
                  <a:lnTo>
                    <a:pt x="3862387" y="238125"/>
                  </a:lnTo>
                  <a:lnTo>
                    <a:pt x="3905250" y="311944"/>
                  </a:lnTo>
                  <a:cubicBezTo>
                    <a:pt x="3923506" y="348457"/>
                    <a:pt x="3932237" y="361156"/>
                    <a:pt x="3957637" y="390525"/>
                  </a:cubicBezTo>
                  <a:lnTo>
                    <a:pt x="4110037" y="461963"/>
                  </a:lnTo>
                  <a:lnTo>
                    <a:pt x="4207668" y="500063"/>
                  </a:lnTo>
                  <a:lnTo>
                    <a:pt x="4314825" y="552450"/>
                  </a:lnTo>
                  <a:lnTo>
                    <a:pt x="4369592" y="611981"/>
                  </a:lnTo>
                  <a:cubicBezTo>
                    <a:pt x="4379514" y="627856"/>
                    <a:pt x="4379515" y="652463"/>
                    <a:pt x="4381500" y="664369"/>
                  </a:cubicBezTo>
                  <a:cubicBezTo>
                    <a:pt x="4383485" y="678260"/>
                    <a:pt x="4382691" y="684610"/>
                    <a:pt x="4381500" y="695325"/>
                  </a:cubicBezTo>
                  <a:cubicBezTo>
                    <a:pt x="4380309" y="706040"/>
                    <a:pt x="4375944" y="718741"/>
                    <a:pt x="4374356" y="728663"/>
                  </a:cubicBezTo>
                  <a:cubicBezTo>
                    <a:pt x="4372768" y="738585"/>
                    <a:pt x="4372372" y="745728"/>
                    <a:pt x="4371975" y="754856"/>
                  </a:cubicBezTo>
                  <a:cubicBezTo>
                    <a:pt x="4371578" y="763984"/>
                    <a:pt x="4368799" y="773906"/>
                    <a:pt x="4371974" y="783431"/>
                  </a:cubicBezTo>
                  <a:lnTo>
                    <a:pt x="4391025" y="812006"/>
                  </a:lnTo>
                  <a:lnTo>
                    <a:pt x="4410075" y="847725"/>
                  </a:lnTo>
                  <a:lnTo>
                    <a:pt x="4419600" y="909638"/>
                  </a:lnTo>
                  <a:lnTo>
                    <a:pt x="4410075" y="985838"/>
                  </a:lnTo>
                  <a:lnTo>
                    <a:pt x="4100512" y="945356"/>
                  </a:lnTo>
                  <a:lnTo>
                    <a:pt x="3757612" y="890588"/>
                  </a:lnTo>
                  <a:lnTo>
                    <a:pt x="3543300" y="842963"/>
                  </a:lnTo>
                  <a:lnTo>
                    <a:pt x="3390900" y="804863"/>
                  </a:lnTo>
                  <a:lnTo>
                    <a:pt x="3309938" y="778669"/>
                  </a:lnTo>
                  <a:lnTo>
                    <a:pt x="3238500" y="757238"/>
                  </a:lnTo>
                  <a:lnTo>
                    <a:pt x="3095625" y="738188"/>
                  </a:lnTo>
                  <a:lnTo>
                    <a:pt x="2967037" y="709613"/>
                  </a:lnTo>
                  <a:lnTo>
                    <a:pt x="2724150" y="638175"/>
                  </a:lnTo>
                  <a:lnTo>
                    <a:pt x="2562225" y="600075"/>
                  </a:lnTo>
                  <a:lnTo>
                    <a:pt x="2266950" y="581025"/>
                  </a:lnTo>
                  <a:lnTo>
                    <a:pt x="1971675" y="590550"/>
                  </a:lnTo>
                  <a:lnTo>
                    <a:pt x="1700212" y="604838"/>
                  </a:lnTo>
                  <a:lnTo>
                    <a:pt x="1281112" y="633413"/>
                  </a:lnTo>
                  <a:lnTo>
                    <a:pt x="1042987" y="657225"/>
                  </a:lnTo>
                  <a:lnTo>
                    <a:pt x="802481" y="688181"/>
                  </a:lnTo>
                  <a:lnTo>
                    <a:pt x="531019" y="728663"/>
                  </a:lnTo>
                  <a:lnTo>
                    <a:pt x="409575" y="752475"/>
                  </a:lnTo>
                  <a:lnTo>
                    <a:pt x="285750" y="785813"/>
                  </a:lnTo>
                  <a:lnTo>
                    <a:pt x="104775" y="804863"/>
                  </a:lnTo>
                  <a:lnTo>
                    <a:pt x="0" y="823913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3" name="Freeform 142"/>
            <p:cNvSpPr/>
            <p:nvPr/>
          </p:nvSpPr>
          <p:spPr>
            <a:xfrm>
              <a:off x="5469781" y="7381875"/>
              <a:ext cx="109488" cy="59532"/>
            </a:xfrm>
            <a:custGeom>
              <a:avLst/>
              <a:gdLst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0 w 107157"/>
                <a:gd name="connsiteY4" fmla="*/ 0 h 59532"/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19050 w 107157"/>
                <a:gd name="connsiteY4" fmla="*/ 28575 h 59532"/>
                <a:gd name="connsiteX5" fmla="*/ 0 w 107157"/>
                <a:gd name="connsiteY5" fmla="*/ 0 h 59532"/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7194 w 107157"/>
                <a:gd name="connsiteY4" fmla="*/ 59532 h 59532"/>
                <a:gd name="connsiteX5" fmla="*/ 0 w 107157"/>
                <a:gd name="connsiteY5" fmla="*/ 0 h 59532"/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7194 w 107157"/>
                <a:gd name="connsiteY4" fmla="*/ 59532 h 59532"/>
                <a:gd name="connsiteX5" fmla="*/ 0 w 107157"/>
                <a:gd name="connsiteY5" fmla="*/ 0 h 59532"/>
                <a:gd name="connsiteX0" fmla="*/ 0 w 117367"/>
                <a:gd name="connsiteY0" fmla="*/ 0 h 59532"/>
                <a:gd name="connsiteX1" fmla="*/ 117367 w 117367"/>
                <a:gd name="connsiteY1" fmla="*/ 9525 h 59532"/>
                <a:gd name="connsiteX2" fmla="*/ 98317 w 117367"/>
                <a:gd name="connsiteY2" fmla="*/ 59532 h 59532"/>
                <a:gd name="connsiteX3" fmla="*/ 53073 w 117367"/>
                <a:gd name="connsiteY3" fmla="*/ 59532 h 59532"/>
                <a:gd name="connsiteX4" fmla="*/ 17404 w 117367"/>
                <a:gd name="connsiteY4" fmla="*/ 59532 h 59532"/>
                <a:gd name="connsiteX5" fmla="*/ 0 w 117367"/>
                <a:gd name="connsiteY5" fmla="*/ 0 h 5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367" h="59532">
                  <a:moveTo>
                    <a:pt x="0" y="0"/>
                  </a:moveTo>
                  <a:lnTo>
                    <a:pt x="117367" y="9525"/>
                  </a:lnTo>
                  <a:lnTo>
                    <a:pt x="98317" y="59532"/>
                  </a:lnTo>
                  <a:lnTo>
                    <a:pt x="53073" y="59532"/>
                  </a:lnTo>
                  <a:lnTo>
                    <a:pt x="17404" y="59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4" name="Rectangle 23"/>
            <p:cNvSpPr>
              <a:spLocks noChangeArrowheads="1"/>
            </p:cNvSpPr>
            <p:nvPr/>
          </p:nvSpPr>
          <p:spPr bwMode="auto">
            <a:xfrm>
              <a:off x="1565327" y="7291033"/>
              <a:ext cx="45719" cy="3381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Rectangle 24"/>
            <p:cNvSpPr>
              <a:spLocks noChangeArrowheads="1"/>
            </p:cNvSpPr>
            <p:nvPr/>
          </p:nvSpPr>
          <p:spPr bwMode="auto">
            <a:xfrm>
              <a:off x="1566129" y="7000875"/>
              <a:ext cx="45719" cy="29015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6" name="Group 145"/>
            <p:cNvGrpSpPr>
              <a:grpSpLocks noChangeAspect="1"/>
            </p:cNvGrpSpPr>
            <p:nvPr/>
          </p:nvGrpSpPr>
          <p:grpSpPr>
            <a:xfrm>
              <a:off x="1426301" y="6151446"/>
              <a:ext cx="501476" cy="919036"/>
              <a:chOff x="1327378" y="5592381"/>
              <a:chExt cx="808832" cy="1482313"/>
            </a:xfrm>
          </p:grpSpPr>
          <p:sp>
            <p:nvSpPr>
              <p:cNvPr id="204" name="Line 400"/>
              <p:cNvSpPr>
                <a:spLocks noChangeShapeType="1"/>
              </p:cNvSpPr>
              <p:nvPr/>
            </p:nvSpPr>
            <p:spPr bwMode="auto">
              <a:xfrm flipH="1" flipV="1">
                <a:off x="1455172" y="6790944"/>
                <a:ext cx="304800" cy="12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grpSp>
            <p:nvGrpSpPr>
              <p:cNvPr id="205" name="Group 204"/>
              <p:cNvGrpSpPr/>
              <p:nvPr/>
            </p:nvGrpSpPr>
            <p:grpSpPr>
              <a:xfrm>
                <a:off x="1327378" y="5592381"/>
                <a:ext cx="808832" cy="1482313"/>
                <a:chOff x="1327378" y="5592381"/>
                <a:chExt cx="808832" cy="1482313"/>
              </a:xfrm>
            </p:grpSpPr>
            <p:sp>
              <p:nvSpPr>
                <p:cNvPr id="206" name="Freeform 375"/>
                <p:cNvSpPr>
                  <a:spLocks/>
                </p:cNvSpPr>
                <p:nvPr/>
              </p:nvSpPr>
              <p:spPr bwMode="auto">
                <a:xfrm>
                  <a:off x="1505972" y="5593969"/>
                  <a:ext cx="9207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07" name="Freeform 376"/>
                <p:cNvSpPr>
                  <a:spLocks/>
                </p:cNvSpPr>
                <p:nvPr/>
              </p:nvSpPr>
              <p:spPr bwMode="auto">
                <a:xfrm rot="20265059">
                  <a:off x="1425009" y="5633656"/>
                  <a:ext cx="92075" cy="146050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08" name="Freeform 377"/>
                <p:cNvSpPr>
                  <a:spLocks/>
                </p:cNvSpPr>
                <p:nvPr/>
              </p:nvSpPr>
              <p:spPr bwMode="auto">
                <a:xfrm rot="17761775">
                  <a:off x="1385321" y="5722556"/>
                  <a:ext cx="9207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09" name="Freeform 378"/>
                <p:cNvSpPr>
                  <a:spLocks/>
                </p:cNvSpPr>
                <p:nvPr/>
              </p:nvSpPr>
              <p:spPr bwMode="auto">
                <a:xfrm rot="15980867">
                  <a:off x="1374209" y="5789231"/>
                  <a:ext cx="92075" cy="1857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0" name="Freeform 379"/>
                <p:cNvSpPr>
                  <a:spLocks/>
                </p:cNvSpPr>
                <p:nvPr/>
              </p:nvSpPr>
              <p:spPr bwMode="auto">
                <a:xfrm rot="14178596">
                  <a:off x="1413896" y="5870194"/>
                  <a:ext cx="92075" cy="190500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1" name="Freeform 380"/>
                <p:cNvSpPr>
                  <a:spLocks/>
                </p:cNvSpPr>
                <p:nvPr/>
              </p:nvSpPr>
              <p:spPr bwMode="auto">
                <a:xfrm rot="11998987">
                  <a:off x="1485334" y="5914644"/>
                  <a:ext cx="76200" cy="187325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2" name="Freeform 381"/>
                <p:cNvSpPr>
                  <a:spLocks/>
                </p:cNvSpPr>
                <p:nvPr/>
              </p:nvSpPr>
              <p:spPr bwMode="auto">
                <a:xfrm rot="10208051">
                  <a:off x="1564709" y="5922581"/>
                  <a:ext cx="68263" cy="1889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3" name="Freeform 382"/>
                <p:cNvSpPr>
                  <a:spLocks/>
                </p:cNvSpPr>
                <p:nvPr/>
              </p:nvSpPr>
              <p:spPr bwMode="auto">
                <a:xfrm rot="9580726">
                  <a:off x="1629797" y="5927344"/>
                  <a:ext cx="6667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4" name="Freeform 383"/>
                <p:cNvSpPr>
                  <a:spLocks/>
                </p:cNvSpPr>
                <p:nvPr/>
              </p:nvSpPr>
              <p:spPr bwMode="auto">
                <a:xfrm rot="7941447">
                  <a:off x="1669484" y="5887656"/>
                  <a:ext cx="74613" cy="1381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5" name="Freeform 384"/>
                <p:cNvSpPr>
                  <a:spLocks/>
                </p:cNvSpPr>
                <p:nvPr/>
              </p:nvSpPr>
              <p:spPr bwMode="auto">
                <a:xfrm rot="832863">
                  <a:off x="1599634" y="5592381"/>
                  <a:ext cx="50800" cy="149225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6" name="Freeform 385"/>
                <p:cNvSpPr>
                  <a:spLocks/>
                </p:cNvSpPr>
                <p:nvPr/>
              </p:nvSpPr>
              <p:spPr bwMode="auto">
                <a:xfrm rot="3340187">
                  <a:off x="1637734" y="5633656"/>
                  <a:ext cx="88900" cy="1127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7" name="Freeform 386"/>
                <p:cNvSpPr>
                  <a:spLocks/>
                </p:cNvSpPr>
                <p:nvPr/>
              </p:nvSpPr>
              <p:spPr bwMode="auto">
                <a:xfrm rot="4571866">
                  <a:off x="1699646" y="5670169"/>
                  <a:ext cx="57150" cy="1381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8" name="Freeform 387"/>
                <p:cNvSpPr>
                  <a:spLocks/>
                </p:cNvSpPr>
                <p:nvPr/>
              </p:nvSpPr>
              <p:spPr bwMode="auto">
                <a:xfrm rot="5772207">
                  <a:off x="1715521" y="5724144"/>
                  <a:ext cx="58738" cy="130175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19" name="Freeform 388"/>
                <p:cNvSpPr>
                  <a:spLocks/>
                </p:cNvSpPr>
                <p:nvPr/>
              </p:nvSpPr>
              <p:spPr bwMode="auto">
                <a:xfrm rot="7027278">
                  <a:off x="1717109" y="5779706"/>
                  <a:ext cx="57150" cy="127000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0" name="Freeform 389"/>
                <p:cNvSpPr>
                  <a:spLocks/>
                </p:cNvSpPr>
                <p:nvPr/>
              </p:nvSpPr>
              <p:spPr bwMode="auto">
                <a:xfrm rot="7458310">
                  <a:off x="1713934" y="5827331"/>
                  <a:ext cx="6032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1" name="AutoShape 390"/>
                <p:cNvSpPr>
                  <a:spLocks noChangeArrowheads="1"/>
                </p:cNvSpPr>
                <p:nvPr/>
              </p:nvSpPr>
              <p:spPr bwMode="auto">
                <a:xfrm>
                  <a:off x="1486922" y="5722556"/>
                  <a:ext cx="207963" cy="228600"/>
                </a:xfrm>
                <a:custGeom>
                  <a:avLst/>
                  <a:gdLst>
                    <a:gd name="T0" fmla="*/ 66 w 21600"/>
                    <a:gd name="T1" fmla="*/ 0 h 21600"/>
                    <a:gd name="T2" fmla="*/ 19 w 21600"/>
                    <a:gd name="T3" fmla="*/ 21 h 21600"/>
                    <a:gd name="T4" fmla="*/ 0 w 21600"/>
                    <a:gd name="T5" fmla="*/ 72 h 21600"/>
                    <a:gd name="T6" fmla="*/ 19 w 21600"/>
                    <a:gd name="T7" fmla="*/ 123 h 21600"/>
                    <a:gd name="T8" fmla="*/ 66 w 21600"/>
                    <a:gd name="T9" fmla="*/ 144 h 21600"/>
                    <a:gd name="T10" fmla="*/ 112 w 21600"/>
                    <a:gd name="T11" fmla="*/ 123 h 21600"/>
                    <a:gd name="T12" fmla="*/ 131 w 21600"/>
                    <a:gd name="T13" fmla="*/ 72 h 21600"/>
                    <a:gd name="T14" fmla="*/ 112 w 21600"/>
                    <a:gd name="T15" fmla="*/ 21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133 w 21600"/>
                    <a:gd name="T25" fmla="*/ 3150 h 21600"/>
                    <a:gd name="T26" fmla="*/ 18467 w 21600"/>
                    <a:gd name="T27" fmla="*/ 1845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5400" y="10800"/>
                      </a:moveTo>
                      <a:cubicBezTo>
                        <a:pt x="5400" y="13782"/>
                        <a:pt x="7818" y="16200"/>
                        <a:pt x="10800" y="16200"/>
                      </a:cubicBezTo>
                      <a:cubicBezTo>
                        <a:pt x="13782" y="16200"/>
                        <a:pt x="16200" y="13782"/>
                        <a:pt x="16200" y="10800"/>
                      </a:cubicBezTo>
                      <a:cubicBezTo>
                        <a:pt x="16200" y="7818"/>
                        <a:pt x="13782" y="5400"/>
                        <a:pt x="10800" y="5400"/>
                      </a:cubicBezTo>
                      <a:cubicBezTo>
                        <a:pt x="7818" y="5400"/>
                        <a:pt x="5400" y="7818"/>
                        <a:pt x="5400" y="1080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  <p:sp>
              <p:nvSpPr>
                <p:cNvPr id="222" name="Freeform 392"/>
                <p:cNvSpPr>
                  <a:spLocks/>
                </p:cNvSpPr>
                <p:nvPr/>
              </p:nvSpPr>
              <p:spPr bwMode="auto">
                <a:xfrm>
                  <a:off x="1788547" y="5740019"/>
                  <a:ext cx="347663" cy="161925"/>
                </a:xfrm>
                <a:custGeom>
                  <a:avLst/>
                  <a:gdLst>
                    <a:gd name="T0" fmla="*/ 3 w 219"/>
                    <a:gd name="T1" fmla="*/ 89 h 102"/>
                    <a:gd name="T2" fmla="*/ 67 w 219"/>
                    <a:gd name="T3" fmla="*/ 69 h 102"/>
                    <a:gd name="T4" fmla="*/ 85 w 219"/>
                    <a:gd name="T5" fmla="*/ 86 h 102"/>
                    <a:gd name="T6" fmla="*/ 208 w 219"/>
                    <a:gd name="T7" fmla="*/ 102 h 102"/>
                    <a:gd name="T8" fmla="*/ 174 w 219"/>
                    <a:gd name="T9" fmla="*/ 53 h 102"/>
                    <a:gd name="T10" fmla="*/ 219 w 219"/>
                    <a:gd name="T11" fmla="*/ 0 h 102"/>
                    <a:gd name="T12" fmla="*/ 90 w 219"/>
                    <a:gd name="T13" fmla="*/ 20 h 102"/>
                    <a:gd name="T14" fmla="*/ 64 w 219"/>
                    <a:gd name="T15" fmla="*/ 39 h 102"/>
                    <a:gd name="T16" fmla="*/ 0 w 219"/>
                    <a:gd name="T17" fmla="*/ 63 h 10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19"/>
                    <a:gd name="T28" fmla="*/ 0 h 102"/>
                    <a:gd name="T29" fmla="*/ 219 w 219"/>
                    <a:gd name="T30" fmla="*/ 102 h 102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19" h="102">
                      <a:moveTo>
                        <a:pt x="3" y="89"/>
                      </a:moveTo>
                      <a:lnTo>
                        <a:pt x="67" y="69"/>
                      </a:lnTo>
                      <a:lnTo>
                        <a:pt x="85" y="86"/>
                      </a:lnTo>
                      <a:lnTo>
                        <a:pt x="208" y="102"/>
                      </a:lnTo>
                      <a:lnTo>
                        <a:pt x="174" y="53"/>
                      </a:lnTo>
                      <a:lnTo>
                        <a:pt x="219" y="0"/>
                      </a:lnTo>
                      <a:lnTo>
                        <a:pt x="90" y="20"/>
                      </a:lnTo>
                      <a:lnTo>
                        <a:pt x="64" y="39"/>
                      </a:lnTo>
                      <a:lnTo>
                        <a:pt x="0" y="6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3" name="Line 393"/>
                <p:cNvSpPr>
                  <a:spLocks noChangeShapeType="1"/>
                </p:cNvSpPr>
                <p:nvPr/>
              </p:nvSpPr>
              <p:spPr bwMode="auto">
                <a:xfrm flipH="1">
                  <a:off x="1397842" y="6108319"/>
                  <a:ext cx="184329" cy="9663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4" name="Line 394"/>
                <p:cNvSpPr>
                  <a:spLocks noChangeShapeType="1"/>
                </p:cNvSpPr>
                <p:nvPr/>
              </p:nvSpPr>
              <p:spPr bwMode="auto">
                <a:xfrm>
                  <a:off x="1626622" y="6103556"/>
                  <a:ext cx="188607" cy="971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5" name="Line 395"/>
                <p:cNvSpPr>
                  <a:spLocks noChangeShapeType="1"/>
                </p:cNvSpPr>
                <p:nvPr/>
              </p:nvSpPr>
              <p:spPr bwMode="auto">
                <a:xfrm flipV="1">
                  <a:off x="1548834" y="6289294"/>
                  <a:ext cx="119063" cy="15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6" name="Line 396"/>
                <p:cNvSpPr>
                  <a:spLocks noChangeShapeType="1"/>
                </p:cNvSpPr>
                <p:nvPr/>
              </p:nvSpPr>
              <p:spPr bwMode="auto">
                <a:xfrm>
                  <a:off x="1550422" y="6289294"/>
                  <a:ext cx="150813" cy="2159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7" name="Line 397"/>
                <p:cNvSpPr>
                  <a:spLocks noChangeShapeType="1"/>
                </p:cNvSpPr>
                <p:nvPr/>
              </p:nvSpPr>
              <p:spPr bwMode="auto">
                <a:xfrm flipH="1">
                  <a:off x="1505972" y="6503606"/>
                  <a:ext cx="1905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8" name="Line 398"/>
                <p:cNvSpPr>
                  <a:spLocks noChangeShapeType="1"/>
                </p:cNvSpPr>
                <p:nvPr/>
              </p:nvSpPr>
              <p:spPr bwMode="auto">
                <a:xfrm flipH="1">
                  <a:off x="1453584" y="6509956"/>
                  <a:ext cx="242888" cy="276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29" name="Line 399"/>
                <p:cNvSpPr>
                  <a:spLocks noChangeShapeType="1"/>
                </p:cNvSpPr>
                <p:nvPr/>
              </p:nvSpPr>
              <p:spPr bwMode="auto">
                <a:xfrm>
                  <a:off x="1505972" y="6503606"/>
                  <a:ext cx="252413" cy="2968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30" name="Line 401"/>
                <p:cNvSpPr>
                  <a:spLocks noChangeShapeType="1"/>
                </p:cNvSpPr>
                <p:nvPr/>
              </p:nvSpPr>
              <p:spPr bwMode="auto">
                <a:xfrm>
                  <a:off x="1459934" y="6794119"/>
                  <a:ext cx="341313" cy="2381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31" name="Line 402"/>
                <p:cNvSpPr>
                  <a:spLocks noChangeShapeType="1"/>
                </p:cNvSpPr>
                <p:nvPr/>
              </p:nvSpPr>
              <p:spPr bwMode="auto">
                <a:xfrm flipH="1">
                  <a:off x="1405959" y="6808406"/>
                  <a:ext cx="354013" cy="2095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32" name="Line 403"/>
                <p:cNvSpPr>
                  <a:spLocks noChangeShapeType="1"/>
                </p:cNvSpPr>
                <p:nvPr/>
              </p:nvSpPr>
              <p:spPr bwMode="auto">
                <a:xfrm>
                  <a:off x="1415484" y="7019544"/>
                  <a:ext cx="387350" cy="190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33" name="Line 404"/>
                <p:cNvSpPr>
                  <a:spLocks noChangeShapeType="1"/>
                </p:cNvSpPr>
                <p:nvPr/>
              </p:nvSpPr>
              <p:spPr bwMode="auto">
                <a:xfrm flipH="1">
                  <a:off x="1512322" y="6289294"/>
                  <a:ext cx="152400" cy="2047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234" name="Line 405"/>
                <p:cNvSpPr>
                  <a:spLocks noChangeShapeType="1"/>
                </p:cNvSpPr>
                <p:nvPr/>
              </p:nvSpPr>
              <p:spPr bwMode="auto">
                <a:xfrm flipV="1">
                  <a:off x="1591697" y="6103556"/>
                  <a:ext cx="11113" cy="8921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/>
                </a:p>
              </p:txBody>
            </p:sp>
          </p:grpSp>
        </p:grpSp>
        <p:sp>
          <p:nvSpPr>
            <p:cNvPr id="147" name="Freeform 146"/>
            <p:cNvSpPr/>
            <p:nvPr/>
          </p:nvSpPr>
          <p:spPr>
            <a:xfrm>
              <a:off x="5379244" y="6862763"/>
              <a:ext cx="469106" cy="335756"/>
            </a:xfrm>
            <a:custGeom>
              <a:avLst/>
              <a:gdLst>
                <a:gd name="connsiteX0" fmla="*/ 469106 w 469106"/>
                <a:gd name="connsiteY0" fmla="*/ 335756 h 335756"/>
                <a:gd name="connsiteX1" fmla="*/ 411956 w 469106"/>
                <a:gd name="connsiteY1" fmla="*/ 297656 h 335756"/>
                <a:gd name="connsiteX2" fmla="*/ 364331 w 469106"/>
                <a:gd name="connsiteY2" fmla="*/ 252412 h 335756"/>
                <a:gd name="connsiteX3" fmla="*/ 311944 w 469106"/>
                <a:gd name="connsiteY3" fmla="*/ 214312 h 335756"/>
                <a:gd name="connsiteX4" fmla="*/ 254794 w 469106"/>
                <a:gd name="connsiteY4" fmla="*/ 154781 h 335756"/>
                <a:gd name="connsiteX5" fmla="*/ 223837 w 469106"/>
                <a:gd name="connsiteY5" fmla="*/ 109537 h 335756"/>
                <a:gd name="connsiteX6" fmla="*/ 147637 w 469106"/>
                <a:gd name="connsiteY6" fmla="*/ 71437 h 335756"/>
                <a:gd name="connsiteX7" fmla="*/ 52387 w 469106"/>
                <a:gd name="connsiteY7" fmla="*/ 23812 h 335756"/>
                <a:gd name="connsiteX8" fmla="*/ 0 w 469106"/>
                <a:gd name="connsiteY8" fmla="*/ 0 h 33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106" h="335756">
                  <a:moveTo>
                    <a:pt x="469106" y="335756"/>
                  </a:moveTo>
                  <a:cubicBezTo>
                    <a:pt x="449262" y="323651"/>
                    <a:pt x="429418" y="311547"/>
                    <a:pt x="411956" y="297656"/>
                  </a:cubicBezTo>
                  <a:cubicBezTo>
                    <a:pt x="394494" y="283765"/>
                    <a:pt x="380999" y="266303"/>
                    <a:pt x="364331" y="252412"/>
                  </a:cubicBezTo>
                  <a:cubicBezTo>
                    <a:pt x="347663" y="238521"/>
                    <a:pt x="330200" y="230584"/>
                    <a:pt x="311944" y="214312"/>
                  </a:cubicBezTo>
                  <a:cubicBezTo>
                    <a:pt x="293688" y="198040"/>
                    <a:pt x="269478" y="172243"/>
                    <a:pt x="254794" y="154781"/>
                  </a:cubicBezTo>
                  <a:cubicBezTo>
                    <a:pt x="240110" y="137319"/>
                    <a:pt x="241696" y="123428"/>
                    <a:pt x="223837" y="109537"/>
                  </a:cubicBezTo>
                  <a:cubicBezTo>
                    <a:pt x="205978" y="95646"/>
                    <a:pt x="147637" y="71437"/>
                    <a:pt x="147637" y="71437"/>
                  </a:cubicBezTo>
                  <a:lnTo>
                    <a:pt x="52387" y="23812"/>
                  </a:lnTo>
                  <a:cubicBezTo>
                    <a:pt x="27781" y="11906"/>
                    <a:pt x="13890" y="5953"/>
                    <a:pt x="0" y="0"/>
                  </a:cubicBezTo>
                </a:path>
              </a:pathLst>
            </a:cu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5669756" y="7205663"/>
              <a:ext cx="126207" cy="80962"/>
            </a:xfrm>
            <a:custGeom>
              <a:avLst/>
              <a:gdLst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50007 w 126207"/>
                <a:gd name="connsiteY5" fmla="*/ 38100 h 80962"/>
                <a:gd name="connsiteX6" fmla="*/ 71438 w 126207"/>
                <a:gd name="connsiteY6" fmla="*/ 50006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71438 w 126207"/>
                <a:gd name="connsiteY6" fmla="*/ 50006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80962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80962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207" h="80962">
                  <a:moveTo>
                    <a:pt x="126207" y="80962"/>
                  </a:moveTo>
                  <a:lnTo>
                    <a:pt x="66675" y="28575"/>
                  </a:lnTo>
                  <a:lnTo>
                    <a:pt x="23813" y="9525"/>
                  </a:lnTo>
                  <a:lnTo>
                    <a:pt x="0" y="0"/>
                  </a:lnTo>
                  <a:lnTo>
                    <a:pt x="23813" y="14287"/>
                  </a:lnTo>
                  <a:lnTo>
                    <a:pt x="45244" y="42091"/>
                  </a:lnTo>
                  <a:lnTo>
                    <a:pt x="82153" y="56379"/>
                  </a:lnTo>
                  <a:lnTo>
                    <a:pt x="126207" y="80962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5822156" y="7208044"/>
              <a:ext cx="269875" cy="141684"/>
            </a:xfrm>
            <a:custGeom>
              <a:avLst/>
              <a:gdLst>
                <a:gd name="connsiteX0" fmla="*/ 269082 w 269875"/>
                <a:gd name="connsiteY0" fmla="*/ 0 h 141684"/>
                <a:gd name="connsiteX1" fmla="*/ 235744 w 269875"/>
                <a:gd name="connsiteY1" fmla="*/ 119062 h 141684"/>
                <a:gd name="connsiteX2" fmla="*/ 64294 w 269875"/>
                <a:gd name="connsiteY2" fmla="*/ 135731 h 141684"/>
                <a:gd name="connsiteX3" fmla="*/ 0 w 269875"/>
                <a:gd name="connsiteY3" fmla="*/ 104775 h 141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875" h="141684">
                  <a:moveTo>
                    <a:pt x="269082" y="0"/>
                  </a:moveTo>
                  <a:cubicBezTo>
                    <a:pt x="269478" y="48220"/>
                    <a:pt x="269875" y="96440"/>
                    <a:pt x="235744" y="119062"/>
                  </a:cubicBezTo>
                  <a:cubicBezTo>
                    <a:pt x="201613" y="141684"/>
                    <a:pt x="103585" y="138112"/>
                    <a:pt x="64294" y="135731"/>
                  </a:cubicBezTo>
                  <a:cubicBezTo>
                    <a:pt x="25003" y="133350"/>
                    <a:pt x="12501" y="119062"/>
                    <a:pt x="0" y="104775"/>
                  </a:cubicBezTo>
                </a:path>
              </a:pathLst>
            </a:custGeom>
            <a:ln w="19050">
              <a:headEnd type="none" w="med" len="sm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5634038" y="7422356"/>
              <a:ext cx="473868" cy="140891"/>
            </a:xfrm>
            <a:custGeom>
              <a:avLst/>
              <a:gdLst>
                <a:gd name="connsiteX0" fmla="*/ 473868 w 473868"/>
                <a:gd name="connsiteY0" fmla="*/ 0 h 140891"/>
                <a:gd name="connsiteX1" fmla="*/ 352425 w 473868"/>
                <a:gd name="connsiteY1" fmla="*/ 121444 h 140891"/>
                <a:gd name="connsiteX2" fmla="*/ 121443 w 473868"/>
                <a:gd name="connsiteY2" fmla="*/ 116682 h 140891"/>
                <a:gd name="connsiteX3" fmla="*/ 0 w 473868"/>
                <a:gd name="connsiteY3" fmla="*/ 50007 h 140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868" h="140891">
                  <a:moveTo>
                    <a:pt x="473868" y="0"/>
                  </a:moveTo>
                  <a:cubicBezTo>
                    <a:pt x="442515" y="50998"/>
                    <a:pt x="411162" y="101997"/>
                    <a:pt x="352425" y="121444"/>
                  </a:cubicBezTo>
                  <a:cubicBezTo>
                    <a:pt x="293688" y="140891"/>
                    <a:pt x="180181" y="128588"/>
                    <a:pt x="121443" y="116682"/>
                  </a:cubicBezTo>
                  <a:cubicBezTo>
                    <a:pt x="62706" y="104776"/>
                    <a:pt x="31353" y="77391"/>
                    <a:pt x="0" y="50007"/>
                  </a:cubicBezTo>
                </a:path>
              </a:pathLst>
            </a:custGeom>
            <a:ln w="19050"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51" name="Group 150"/>
            <p:cNvGrpSpPr/>
            <p:nvPr/>
          </p:nvGrpSpPr>
          <p:grpSpPr>
            <a:xfrm>
              <a:off x="1062833" y="7116785"/>
              <a:ext cx="5043487" cy="1633537"/>
              <a:chOff x="900113" y="3319462"/>
              <a:chExt cx="5043487" cy="1633537"/>
            </a:xfrm>
          </p:grpSpPr>
          <p:sp>
            <p:nvSpPr>
              <p:cNvPr id="192" name="Freeform 191"/>
              <p:cNvSpPr/>
              <p:nvPr/>
            </p:nvSpPr>
            <p:spPr>
              <a:xfrm>
                <a:off x="1514475" y="3376613"/>
                <a:ext cx="481013" cy="379015"/>
              </a:xfrm>
              <a:custGeom>
                <a:avLst/>
                <a:gdLst>
                  <a:gd name="connsiteX0" fmla="*/ 423863 w 423863"/>
                  <a:gd name="connsiteY0" fmla="*/ 0 h 380603"/>
                  <a:gd name="connsiteX1" fmla="*/ 359569 w 423863"/>
                  <a:gd name="connsiteY1" fmla="*/ 142875 h 380603"/>
                  <a:gd name="connsiteX2" fmla="*/ 266700 w 423863"/>
                  <a:gd name="connsiteY2" fmla="*/ 252412 h 380603"/>
                  <a:gd name="connsiteX3" fmla="*/ 183356 w 423863"/>
                  <a:gd name="connsiteY3" fmla="*/ 333375 h 380603"/>
                  <a:gd name="connsiteX4" fmla="*/ 71438 w 423863"/>
                  <a:gd name="connsiteY4" fmla="*/ 373856 h 380603"/>
                  <a:gd name="connsiteX5" fmla="*/ 0 w 423863"/>
                  <a:gd name="connsiteY5" fmla="*/ 373856 h 380603"/>
                  <a:gd name="connsiteX0" fmla="*/ 423863 w 423863"/>
                  <a:gd name="connsiteY0" fmla="*/ 0 h 380603"/>
                  <a:gd name="connsiteX1" fmla="*/ 359569 w 423863"/>
                  <a:gd name="connsiteY1" fmla="*/ 142875 h 380603"/>
                  <a:gd name="connsiteX2" fmla="*/ 279290 w 423863"/>
                  <a:gd name="connsiteY2" fmla="*/ 264319 h 380603"/>
                  <a:gd name="connsiteX3" fmla="*/ 183356 w 423863"/>
                  <a:gd name="connsiteY3" fmla="*/ 333375 h 380603"/>
                  <a:gd name="connsiteX4" fmla="*/ 71438 w 423863"/>
                  <a:gd name="connsiteY4" fmla="*/ 373856 h 380603"/>
                  <a:gd name="connsiteX5" fmla="*/ 0 w 423863"/>
                  <a:gd name="connsiteY5" fmla="*/ 373856 h 380603"/>
                  <a:gd name="connsiteX0" fmla="*/ 423863 w 423863"/>
                  <a:gd name="connsiteY0" fmla="*/ 0 h 379015"/>
                  <a:gd name="connsiteX1" fmla="*/ 359569 w 423863"/>
                  <a:gd name="connsiteY1" fmla="*/ 142875 h 379015"/>
                  <a:gd name="connsiteX2" fmla="*/ 279290 w 423863"/>
                  <a:gd name="connsiteY2" fmla="*/ 264319 h 379015"/>
                  <a:gd name="connsiteX3" fmla="*/ 185454 w 423863"/>
                  <a:gd name="connsiteY3" fmla="*/ 342900 h 379015"/>
                  <a:gd name="connsiteX4" fmla="*/ 71438 w 423863"/>
                  <a:gd name="connsiteY4" fmla="*/ 373856 h 379015"/>
                  <a:gd name="connsiteX5" fmla="*/ 0 w 423863"/>
                  <a:gd name="connsiteY5" fmla="*/ 373856 h 379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3863" h="379015">
                    <a:moveTo>
                      <a:pt x="423863" y="0"/>
                    </a:moveTo>
                    <a:cubicBezTo>
                      <a:pt x="404813" y="50403"/>
                      <a:pt x="383664" y="98822"/>
                      <a:pt x="359569" y="142875"/>
                    </a:cubicBezTo>
                    <a:cubicBezTo>
                      <a:pt x="335474" y="186928"/>
                      <a:pt x="308309" y="230982"/>
                      <a:pt x="279290" y="264319"/>
                    </a:cubicBezTo>
                    <a:cubicBezTo>
                      <a:pt x="250271" y="297656"/>
                      <a:pt x="220096" y="324644"/>
                      <a:pt x="185454" y="342900"/>
                    </a:cubicBezTo>
                    <a:cubicBezTo>
                      <a:pt x="150812" y="361156"/>
                      <a:pt x="102347" y="368697"/>
                      <a:pt x="71438" y="373856"/>
                    </a:cubicBezTo>
                    <a:cubicBezTo>
                      <a:pt x="40529" y="379015"/>
                      <a:pt x="20439" y="377229"/>
                      <a:pt x="0" y="373856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3" name="Freeform 192"/>
              <p:cNvSpPr/>
              <p:nvPr/>
            </p:nvSpPr>
            <p:spPr>
              <a:xfrm>
                <a:off x="1469231" y="3393281"/>
                <a:ext cx="226219" cy="247650"/>
              </a:xfrm>
              <a:custGeom>
                <a:avLst/>
                <a:gdLst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07157 w 197644"/>
                  <a:gd name="connsiteY3" fmla="*/ 202407 h 247650"/>
                  <a:gd name="connsiteX4" fmla="*/ 61913 w 197644"/>
                  <a:gd name="connsiteY4" fmla="*/ 223838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61913 w 197644"/>
                  <a:gd name="connsiteY4" fmla="*/ 223838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88959 w 197644"/>
                  <a:gd name="connsiteY4" fmla="*/ 207169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88959 w 197644"/>
                  <a:gd name="connsiteY4" fmla="*/ 207169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88959 w 197644"/>
                  <a:gd name="connsiteY4" fmla="*/ 207169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0 w 197644"/>
                  <a:gd name="connsiteY4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7644" h="247650">
                    <a:moveTo>
                      <a:pt x="197644" y="0"/>
                    </a:moveTo>
                    <a:cubicBezTo>
                      <a:pt x="192286" y="30757"/>
                      <a:pt x="186928" y="61515"/>
                      <a:pt x="180975" y="85725"/>
                    </a:cubicBezTo>
                    <a:cubicBezTo>
                      <a:pt x="175022" y="109935"/>
                      <a:pt x="172841" y="125016"/>
                      <a:pt x="161925" y="145257"/>
                    </a:cubicBezTo>
                    <a:cubicBezTo>
                      <a:pt x="151009" y="165498"/>
                      <a:pt x="142467" y="190104"/>
                      <a:pt x="115479" y="207169"/>
                    </a:cubicBezTo>
                    <a:cubicBezTo>
                      <a:pt x="88492" y="224235"/>
                      <a:pt x="24058" y="239217"/>
                      <a:pt x="0" y="24765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4" name="Freeform 193"/>
              <p:cNvSpPr/>
              <p:nvPr/>
            </p:nvSpPr>
            <p:spPr>
              <a:xfrm>
                <a:off x="1173956" y="3433763"/>
                <a:ext cx="192882" cy="209550"/>
              </a:xfrm>
              <a:custGeom>
                <a:avLst/>
                <a:gdLst>
                  <a:gd name="connsiteX0" fmla="*/ 0 w 192882"/>
                  <a:gd name="connsiteY0" fmla="*/ 0 h 209550"/>
                  <a:gd name="connsiteX1" fmla="*/ 7144 w 192882"/>
                  <a:gd name="connsiteY1" fmla="*/ 80962 h 209550"/>
                  <a:gd name="connsiteX2" fmla="*/ 35719 w 192882"/>
                  <a:gd name="connsiteY2" fmla="*/ 142875 h 209550"/>
                  <a:gd name="connsiteX3" fmla="*/ 92869 w 192882"/>
                  <a:gd name="connsiteY3" fmla="*/ 178593 h 209550"/>
                  <a:gd name="connsiteX4" fmla="*/ 192882 w 192882"/>
                  <a:gd name="connsiteY4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882" h="209550">
                    <a:moveTo>
                      <a:pt x="0" y="0"/>
                    </a:moveTo>
                    <a:cubicBezTo>
                      <a:pt x="595" y="28575"/>
                      <a:pt x="1191" y="57150"/>
                      <a:pt x="7144" y="80962"/>
                    </a:cubicBezTo>
                    <a:cubicBezTo>
                      <a:pt x="13097" y="104774"/>
                      <a:pt x="21432" y="126603"/>
                      <a:pt x="35719" y="142875"/>
                    </a:cubicBezTo>
                    <a:cubicBezTo>
                      <a:pt x="50006" y="159147"/>
                      <a:pt x="66675" y="167481"/>
                      <a:pt x="92869" y="178593"/>
                    </a:cubicBezTo>
                    <a:cubicBezTo>
                      <a:pt x="119063" y="189705"/>
                      <a:pt x="155972" y="199627"/>
                      <a:pt x="192882" y="20955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5" name="Freeform 194"/>
              <p:cNvSpPr/>
              <p:nvPr/>
            </p:nvSpPr>
            <p:spPr>
              <a:xfrm>
                <a:off x="900113" y="3567113"/>
                <a:ext cx="438150" cy="188118"/>
              </a:xfrm>
              <a:custGeom>
                <a:avLst/>
                <a:gdLst>
                  <a:gd name="connsiteX0" fmla="*/ 0 w 438150"/>
                  <a:gd name="connsiteY0" fmla="*/ 0 h 188118"/>
                  <a:gd name="connsiteX1" fmla="*/ 54768 w 438150"/>
                  <a:gd name="connsiteY1" fmla="*/ 61912 h 188118"/>
                  <a:gd name="connsiteX2" fmla="*/ 159543 w 438150"/>
                  <a:gd name="connsiteY2" fmla="*/ 126206 h 188118"/>
                  <a:gd name="connsiteX3" fmla="*/ 252412 w 438150"/>
                  <a:gd name="connsiteY3" fmla="*/ 169068 h 188118"/>
                  <a:gd name="connsiteX4" fmla="*/ 354806 w 438150"/>
                  <a:gd name="connsiteY4" fmla="*/ 185737 h 188118"/>
                  <a:gd name="connsiteX5" fmla="*/ 438150 w 438150"/>
                  <a:gd name="connsiteY5" fmla="*/ 183356 h 188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150" h="188118">
                    <a:moveTo>
                      <a:pt x="0" y="0"/>
                    </a:moveTo>
                    <a:cubicBezTo>
                      <a:pt x="14089" y="20439"/>
                      <a:pt x="28178" y="40878"/>
                      <a:pt x="54768" y="61912"/>
                    </a:cubicBezTo>
                    <a:cubicBezTo>
                      <a:pt x="81358" y="82946"/>
                      <a:pt x="126602" y="108347"/>
                      <a:pt x="159543" y="126206"/>
                    </a:cubicBezTo>
                    <a:cubicBezTo>
                      <a:pt x="192484" y="144065"/>
                      <a:pt x="219868" y="159146"/>
                      <a:pt x="252412" y="169068"/>
                    </a:cubicBezTo>
                    <a:cubicBezTo>
                      <a:pt x="284956" y="178990"/>
                      <a:pt x="323850" y="183356"/>
                      <a:pt x="354806" y="185737"/>
                    </a:cubicBezTo>
                    <a:cubicBezTo>
                      <a:pt x="385762" y="188118"/>
                      <a:pt x="411956" y="185737"/>
                      <a:pt x="438150" y="183356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6" name="Freeform 195"/>
              <p:cNvSpPr/>
              <p:nvPr/>
            </p:nvSpPr>
            <p:spPr>
              <a:xfrm>
                <a:off x="988219" y="3352800"/>
                <a:ext cx="1381125" cy="1010841"/>
              </a:xfrm>
              <a:custGeom>
                <a:avLst/>
                <a:gdLst>
                  <a:gd name="connsiteX0" fmla="*/ 1381125 w 1381125"/>
                  <a:gd name="connsiteY0" fmla="*/ 0 h 1010841"/>
                  <a:gd name="connsiteX1" fmla="*/ 1362075 w 1381125"/>
                  <a:gd name="connsiteY1" fmla="*/ 54769 h 1010841"/>
                  <a:gd name="connsiteX2" fmla="*/ 1328737 w 1381125"/>
                  <a:gd name="connsiteY2" fmla="*/ 128588 h 1010841"/>
                  <a:gd name="connsiteX3" fmla="*/ 1285875 w 1381125"/>
                  <a:gd name="connsiteY3" fmla="*/ 200025 h 1010841"/>
                  <a:gd name="connsiteX4" fmla="*/ 1240631 w 1381125"/>
                  <a:gd name="connsiteY4" fmla="*/ 257175 h 1010841"/>
                  <a:gd name="connsiteX5" fmla="*/ 1193006 w 1381125"/>
                  <a:gd name="connsiteY5" fmla="*/ 309563 h 1010841"/>
                  <a:gd name="connsiteX6" fmla="*/ 1133475 w 1381125"/>
                  <a:gd name="connsiteY6" fmla="*/ 376238 h 1010841"/>
                  <a:gd name="connsiteX7" fmla="*/ 1073944 w 1381125"/>
                  <a:gd name="connsiteY7" fmla="*/ 426244 h 1010841"/>
                  <a:gd name="connsiteX8" fmla="*/ 1042987 w 1381125"/>
                  <a:gd name="connsiteY8" fmla="*/ 457200 h 1010841"/>
                  <a:gd name="connsiteX9" fmla="*/ 1035844 w 1381125"/>
                  <a:gd name="connsiteY9" fmla="*/ 552450 h 1010841"/>
                  <a:gd name="connsiteX10" fmla="*/ 1028700 w 1381125"/>
                  <a:gd name="connsiteY10" fmla="*/ 631031 h 1010841"/>
                  <a:gd name="connsiteX11" fmla="*/ 1009650 w 1381125"/>
                  <a:gd name="connsiteY11" fmla="*/ 714375 h 1010841"/>
                  <a:gd name="connsiteX12" fmla="*/ 964406 w 1381125"/>
                  <a:gd name="connsiteY12" fmla="*/ 795338 h 1010841"/>
                  <a:gd name="connsiteX13" fmla="*/ 892969 w 1381125"/>
                  <a:gd name="connsiteY13" fmla="*/ 857250 h 1010841"/>
                  <a:gd name="connsiteX14" fmla="*/ 835819 w 1381125"/>
                  <a:gd name="connsiteY14" fmla="*/ 902494 h 1010841"/>
                  <a:gd name="connsiteX15" fmla="*/ 757237 w 1381125"/>
                  <a:gd name="connsiteY15" fmla="*/ 935831 h 1010841"/>
                  <a:gd name="connsiteX16" fmla="*/ 657225 w 1381125"/>
                  <a:gd name="connsiteY16" fmla="*/ 969169 h 1010841"/>
                  <a:gd name="connsiteX17" fmla="*/ 559594 w 1381125"/>
                  <a:gd name="connsiteY17" fmla="*/ 990600 h 1010841"/>
                  <a:gd name="connsiteX18" fmla="*/ 450056 w 1381125"/>
                  <a:gd name="connsiteY18" fmla="*/ 1002506 h 1010841"/>
                  <a:gd name="connsiteX19" fmla="*/ 357187 w 1381125"/>
                  <a:gd name="connsiteY19" fmla="*/ 1007269 h 1010841"/>
                  <a:gd name="connsiteX20" fmla="*/ 254794 w 1381125"/>
                  <a:gd name="connsiteY20" fmla="*/ 1009650 h 1010841"/>
                  <a:gd name="connsiteX21" fmla="*/ 164306 w 1381125"/>
                  <a:gd name="connsiteY21" fmla="*/ 1000125 h 1010841"/>
                  <a:gd name="connsiteX22" fmla="*/ 73819 w 1381125"/>
                  <a:gd name="connsiteY22" fmla="*/ 992981 h 1010841"/>
                  <a:gd name="connsiteX23" fmla="*/ 0 w 1381125"/>
                  <a:gd name="connsiteY23" fmla="*/ 971550 h 1010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381125" h="1010841">
                    <a:moveTo>
                      <a:pt x="1381125" y="0"/>
                    </a:moveTo>
                    <a:cubicBezTo>
                      <a:pt x="1375965" y="16669"/>
                      <a:pt x="1370806" y="33338"/>
                      <a:pt x="1362075" y="54769"/>
                    </a:cubicBezTo>
                    <a:cubicBezTo>
                      <a:pt x="1353344" y="76200"/>
                      <a:pt x="1341437" y="104379"/>
                      <a:pt x="1328737" y="128588"/>
                    </a:cubicBezTo>
                    <a:cubicBezTo>
                      <a:pt x="1316037" y="152797"/>
                      <a:pt x="1300559" y="178594"/>
                      <a:pt x="1285875" y="200025"/>
                    </a:cubicBezTo>
                    <a:cubicBezTo>
                      <a:pt x="1271191" y="221456"/>
                      <a:pt x="1256109" y="238919"/>
                      <a:pt x="1240631" y="257175"/>
                    </a:cubicBezTo>
                    <a:cubicBezTo>
                      <a:pt x="1225153" y="275431"/>
                      <a:pt x="1193006" y="309563"/>
                      <a:pt x="1193006" y="309563"/>
                    </a:cubicBezTo>
                    <a:cubicBezTo>
                      <a:pt x="1175147" y="329407"/>
                      <a:pt x="1153319" y="356791"/>
                      <a:pt x="1133475" y="376238"/>
                    </a:cubicBezTo>
                    <a:cubicBezTo>
                      <a:pt x="1113631" y="395685"/>
                      <a:pt x="1089025" y="412750"/>
                      <a:pt x="1073944" y="426244"/>
                    </a:cubicBezTo>
                    <a:cubicBezTo>
                      <a:pt x="1058863" y="439738"/>
                      <a:pt x="1049337" y="436166"/>
                      <a:pt x="1042987" y="457200"/>
                    </a:cubicBezTo>
                    <a:cubicBezTo>
                      <a:pt x="1036637" y="478234"/>
                      <a:pt x="1038225" y="523478"/>
                      <a:pt x="1035844" y="552450"/>
                    </a:cubicBezTo>
                    <a:cubicBezTo>
                      <a:pt x="1033463" y="581422"/>
                      <a:pt x="1033066" y="604044"/>
                      <a:pt x="1028700" y="631031"/>
                    </a:cubicBezTo>
                    <a:cubicBezTo>
                      <a:pt x="1024334" y="658018"/>
                      <a:pt x="1020366" y="686991"/>
                      <a:pt x="1009650" y="714375"/>
                    </a:cubicBezTo>
                    <a:cubicBezTo>
                      <a:pt x="998934" y="741759"/>
                      <a:pt x="983853" y="771525"/>
                      <a:pt x="964406" y="795338"/>
                    </a:cubicBezTo>
                    <a:cubicBezTo>
                      <a:pt x="944959" y="819151"/>
                      <a:pt x="914400" y="839391"/>
                      <a:pt x="892969" y="857250"/>
                    </a:cubicBezTo>
                    <a:cubicBezTo>
                      <a:pt x="871538" y="875109"/>
                      <a:pt x="858441" y="889397"/>
                      <a:pt x="835819" y="902494"/>
                    </a:cubicBezTo>
                    <a:cubicBezTo>
                      <a:pt x="813197" y="915591"/>
                      <a:pt x="787003" y="924719"/>
                      <a:pt x="757237" y="935831"/>
                    </a:cubicBezTo>
                    <a:cubicBezTo>
                      <a:pt x="727471" y="946943"/>
                      <a:pt x="690166" y="960041"/>
                      <a:pt x="657225" y="969169"/>
                    </a:cubicBezTo>
                    <a:cubicBezTo>
                      <a:pt x="624285" y="978297"/>
                      <a:pt x="594122" y="985044"/>
                      <a:pt x="559594" y="990600"/>
                    </a:cubicBezTo>
                    <a:cubicBezTo>
                      <a:pt x="525066" y="996156"/>
                      <a:pt x="483791" y="999728"/>
                      <a:pt x="450056" y="1002506"/>
                    </a:cubicBezTo>
                    <a:cubicBezTo>
                      <a:pt x="416322" y="1005284"/>
                      <a:pt x="389731" y="1006078"/>
                      <a:pt x="357187" y="1007269"/>
                    </a:cubicBezTo>
                    <a:cubicBezTo>
                      <a:pt x="324643" y="1008460"/>
                      <a:pt x="286941" y="1010841"/>
                      <a:pt x="254794" y="1009650"/>
                    </a:cubicBezTo>
                    <a:cubicBezTo>
                      <a:pt x="222647" y="1008459"/>
                      <a:pt x="194468" y="1002903"/>
                      <a:pt x="164306" y="1000125"/>
                    </a:cubicBezTo>
                    <a:cubicBezTo>
                      <a:pt x="134144" y="997347"/>
                      <a:pt x="101203" y="997744"/>
                      <a:pt x="73819" y="992981"/>
                    </a:cubicBezTo>
                    <a:cubicBezTo>
                      <a:pt x="46435" y="988218"/>
                      <a:pt x="23217" y="979884"/>
                      <a:pt x="0" y="97155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7" name="Freeform 196"/>
              <p:cNvSpPr/>
              <p:nvPr/>
            </p:nvSpPr>
            <p:spPr>
              <a:xfrm>
                <a:off x="1562100" y="3331369"/>
                <a:ext cx="1185863" cy="1604962"/>
              </a:xfrm>
              <a:custGeom>
                <a:avLst/>
                <a:gdLst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4450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0975 w 1185863"/>
                  <a:gd name="connsiteY20" fmla="*/ 1535906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85863" h="1604962">
                    <a:moveTo>
                      <a:pt x="1185863" y="0"/>
                    </a:moveTo>
                    <a:cubicBezTo>
                      <a:pt x="1180703" y="36909"/>
                      <a:pt x="1175544" y="73819"/>
                      <a:pt x="1162050" y="114300"/>
                    </a:cubicBezTo>
                    <a:cubicBezTo>
                      <a:pt x="1148556" y="154781"/>
                      <a:pt x="1126728" y="202406"/>
                      <a:pt x="1104900" y="242887"/>
                    </a:cubicBezTo>
                    <a:cubicBezTo>
                      <a:pt x="1083072" y="283368"/>
                      <a:pt x="1053306" y="325834"/>
                      <a:pt x="1031081" y="357187"/>
                    </a:cubicBezTo>
                    <a:cubicBezTo>
                      <a:pt x="1008856" y="388540"/>
                      <a:pt x="989409" y="407987"/>
                      <a:pt x="971550" y="431006"/>
                    </a:cubicBezTo>
                    <a:cubicBezTo>
                      <a:pt x="953691" y="454025"/>
                      <a:pt x="933450" y="472281"/>
                      <a:pt x="923925" y="495300"/>
                    </a:cubicBezTo>
                    <a:cubicBezTo>
                      <a:pt x="914400" y="518319"/>
                      <a:pt x="916384" y="547688"/>
                      <a:pt x="914400" y="569119"/>
                    </a:cubicBezTo>
                    <a:cubicBezTo>
                      <a:pt x="912416" y="590550"/>
                      <a:pt x="914003" y="606028"/>
                      <a:pt x="912019" y="623887"/>
                    </a:cubicBezTo>
                    <a:cubicBezTo>
                      <a:pt x="910035" y="641746"/>
                      <a:pt x="908447" y="649684"/>
                      <a:pt x="902494" y="676275"/>
                    </a:cubicBezTo>
                    <a:cubicBezTo>
                      <a:pt x="896541" y="702866"/>
                      <a:pt x="887016" y="751284"/>
                      <a:pt x="876300" y="783431"/>
                    </a:cubicBezTo>
                    <a:cubicBezTo>
                      <a:pt x="865584" y="815578"/>
                      <a:pt x="850900" y="841375"/>
                      <a:pt x="838200" y="869156"/>
                    </a:cubicBezTo>
                    <a:cubicBezTo>
                      <a:pt x="825500" y="896937"/>
                      <a:pt x="816769" y="921544"/>
                      <a:pt x="800100" y="950119"/>
                    </a:cubicBezTo>
                    <a:cubicBezTo>
                      <a:pt x="783431" y="978694"/>
                      <a:pt x="757238" y="1014809"/>
                      <a:pt x="738188" y="1040606"/>
                    </a:cubicBezTo>
                    <a:cubicBezTo>
                      <a:pt x="719138" y="1066403"/>
                      <a:pt x="706437" y="1085850"/>
                      <a:pt x="685800" y="1104900"/>
                    </a:cubicBezTo>
                    <a:cubicBezTo>
                      <a:pt x="665163" y="1123950"/>
                      <a:pt x="639366" y="1140619"/>
                      <a:pt x="614363" y="1154906"/>
                    </a:cubicBezTo>
                    <a:cubicBezTo>
                      <a:pt x="589360" y="1169193"/>
                      <a:pt x="554434" y="1182291"/>
                      <a:pt x="535781" y="1190625"/>
                    </a:cubicBezTo>
                    <a:cubicBezTo>
                      <a:pt x="517128" y="1198959"/>
                      <a:pt x="519509" y="1183878"/>
                      <a:pt x="502444" y="1204912"/>
                    </a:cubicBezTo>
                    <a:cubicBezTo>
                      <a:pt x="485379" y="1225946"/>
                      <a:pt x="456804" y="1284287"/>
                      <a:pt x="433388" y="1316831"/>
                    </a:cubicBezTo>
                    <a:cubicBezTo>
                      <a:pt x="409972" y="1349375"/>
                      <a:pt x="388938" y="1374378"/>
                      <a:pt x="361950" y="1400175"/>
                    </a:cubicBezTo>
                    <a:cubicBezTo>
                      <a:pt x="334962" y="1425972"/>
                      <a:pt x="301624" y="1448990"/>
                      <a:pt x="271462" y="1471612"/>
                    </a:cubicBezTo>
                    <a:cubicBezTo>
                      <a:pt x="241300" y="1494234"/>
                      <a:pt x="217091" y="1516062"/>
                      <a:pt x="180975" y="1535906"/>
                    </a:cubicBezTo>
                    <a:cubicBezTo>
                      <a:pt x="144859" y="1555750"/>
                      <a:pt x="84931" y="1579166"/>
                      <a:pt x="54769" y="1590675"/>
                    </a:cubicBezTo>
                    <a:cubicBezTo>
                      <a:pt x="24607" y="1602184"/>
                      <a:pt x="11906" y="1602779"/>
                      <a:pt x="0" y="1604962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8" name="Freeform 197"/>
              <p:cNvSpPr/>
              <p:nvPr/>
            </p:nvSpPr>
            <p:spPr>
              <a:xfrm flipH="1">
                <a:off x="3021805" y="3319462"/>
                <a:ext cx="1185863" cy="1633537"/>
              </a:xfrm>
              <a:custGeom>
                <a:avLst/>
                <a:gdLst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4450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0975 w 1185863"/>
                  <a:gd name="connsiteY20" fmla="*/ 1535906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33537"/>
                  <a:gd name="connsiteX1" fmla="*/ 1162050 w 1185863"/>
                  <a:gd name="connsiteY1" fmla="*/ 142875 h 1633537"/>
                  <a:gd name="connsiteX2" fmla="*/ 1104900 w 1185863"/>
                  <a:gd name="connsiteY2" fmla="*/ 271462 h 1633537"/>
                  <a:gd name="connsiteX3" fmla="*/ 1031081 w 1185863"/>
                  <a:gd name="connsiteY3" fmla="*/ 385762 h 1633537"/>
                  <a:gd name="connsiteX4" fmla="*/ 971550 w 1185863"/>
                  <a:gd name="connsiteY4" fmla="*/ 459581 h 1633537"/>
                  <a:gd name="connsiteX5" fmla="*/ 923925 w 1185863"/>
                  <a:gd name="connsiteY5" fmla="*/ 523875 h 1633537"/>
                  <a:gd name="connsiteX6" fmla="*/ 914400 w 1185863"/>
                  <a:gd name="connsiteY6" fmla="*/ 597694 h 1633537"/>
                  <a:gd name="connsiteX7" fmla="*/ 912019 w 1185863"/>
                  <a:gd name="connsiteY7" fmla="*/ 652462 h 1633537"/>
                  <a:gd name="connsiteX8" fmla="*/ 902494 w 1185863"/>
                  <a:gd name="connsiteY8" fmla="*/ 704850 h 1633537"/>
                  <a:gd name="connsiteX9" fmla="*/ 876300 w 1185863"/>
                  <a:gd name="connsiteY9" fmla="*/ 812006 h 1633537"/>
                  <a:gd name="connsiteX10" fmla="*/ 838200 w 1185863"/>
                  <a:gd name="connsiteY10" fmla="*/ 897731 h 1633537"/>
                  <a:gd name="connsiteX11" fmla="*/ 800100 w 1185863"/>
                  <a:gd name="connsiteY11" fmla="*/ 978694 h 1633537"/>
                  <a:gd name="connsiteX12" fmla="*/ 738188 w 1185863"/>
                  <a:gd name="connsiteY12" fmla="*/ 1069181 h 1633537"/>
                  <a:gd name="connsiteX13" fmla="*/ 685800 w 1185863"/>
                  <a:gd name="connsiteY13" fmla="*/ 1133475 h 1633537"/>
                  <a:gd name="connsiteX14" fmla="*/ 614363 w 1185863"/>
                  <a:gd name="connsiteY14" fmla="*/ 1183481 h 1633537"/>
                  <a:gd name="connsiteX15" fmla="*/ 535781 w 1185863"/>
                  <a:gd name="connsiteY15" fmla="*/ 1219200 h 1633537"/>
                  <a:gd name="connsiteX16" fmla="*/ 502444 w 1185863"/>
                  <a:gd name="connsiteY16" fmla="*/ 1233487 h 1633537"/>
                  <a:gd name="connsiteX17" fmla="*/ 433388 w 1185863"/>
                  <a:gd name="connsiteY17" fmla="*/ 1345406 h 1633537"/>
                  <a:gd name="connsiteX18" fmla="*/ 361950 w 1185863"/>
                  <a:gd name="connsiteY18" fmla="*/ 1428750 h 1633537"/>
                  <a:gd name="connsiteX19" fmla="*/ 271462 w 1185863"/>
                  <a:gd name="connsiteY19" fmla="*/ 1500187 h 1633537"/>
                  <a:gd name="connsiteX20" fmla="*/ 180975 w 1185863"/>
                  <a:gd name="connsiteY20" fmla="*/ 1564481 h 1633537"/>
                  <a:gd name="connsiteX21" fmla="*/ 54769 w 1185863"/>
                  <a:gd name="connsiteY21" fmla="*/ 1619250 h 1633537"/>
                  <a:gd name="connsiteX22" fmla="*/ 0 w 1185863"/>
                  <a:gd name="connsiteY22" fmla="*/ 1633537 h 1633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85863" h="1633537">
                    <a:moveTo>
                      <a:pt x="1185863" y="0"/>
                    </a:moveTo>
                    <a:cubicBezTo>
                      <a:pt x="1180703" y="36909"/>
                      <a:pt x="1175544" y="97631"/>
                      <a:pt x="1162050" y="142875"/>
                    </a:cubicBezTo>
                    <a:cubicBezTo>
                      <a:pt x="1148556" y="188119"/>
                      <a:pt x="1126728" y="230981"/>
                      <a:pt x="1104900" y="271462"/>
                    </a:cubicBezTo>
                    <a:cubicBezTo>
                      <a:pt x="1083072" y="311943"/>
                      <a:pt x="1053306" y="354409"/>
                      <a:pt x="1031081" y="385762"/>
                    </a:cubicBezTo>
                    <a:cubicBezTo>
                      <a:pt x="1008856" y="417115"/>
                      <a:pt x="989409" y="436562"/>
                      <a:pt x="971550" y="459581"/>
                    </a:cubicBezTo>
                    <a:cubicBezTo>
                      <a:pt x="953691" y="482600"/>
                      <a:pt x="933450" y="500856"/>
                      <a:pt x="923925" y="523875"/>
                    </a:cubicBezTo>
                    <a:cubicBezTo>
                      <a:pt x="914400" y="546894"/>
                      <a:pt x="916384" y="576263"/>
                      <a:pt x="914400" y="597694"/>
                    </a:cubicBezTo>
                    <a:cubicBezTo>
                      <a:pt x="912416" y="619125"/>
                      <a:pt x="914003" y="634603"/>
                      <a:pt x="912019" y="652462"/>
                    </a:cubicBezTo>
                    <a:cubicBezTo>
                      <a:pt x="910035" y="670321"/>
                      <a:pt x="908447" y="678259"/>
                      <a:pt x="902494" y="704850"/>
                    </a:cubicBezTo>
                    <a:cubicBezTo>
                      <a:pt x="896541" y="731441"/>
                      <a:pt x="887016" y="779859"/>
                      <a:pt x="876300" y="812006"/>
                    </a:cubicBezTo>
                    <a:cubicBezTo>
                      <a:pt x="865584" y="844153"/>
                      <a:pt x="850900" y="869950"/>
                      <a:pt x="838200" y="897731"/>
                    </a:cubicBezTo>
                    <a:cubicBezTo>
                      <a:pt x="825500" y="925512"/>
                      <a:pt x="816769" y="950119"/>
                      <a:pt x="800100" y="978694"/>
                    </a:cubicBezTo>
                    <a:cubicBezTo>
                      <a:pt x="783431" y="1007269"/>
                      <a:pt x="757238" y="1043384"/>
                      <a:pt x="738188" y="1069181"/>
                    </a:cubicBezTo>
                    <a:cubicBezTo>
                      <a:pt x="719138" y="1094978"/>
                      <a:pt x="706437" y="1114425"/>
                      <a:pt x="685800" y="1133475"/>
                    </a:cubicBezTo>
                    <a:cubicBezTo>
                      <a:pt x="665163" y="1152525"/>
                      <a:pt x="639366" y="1169194"/>
                      <a:pt x="614363" y="1183481"/>
                    </a:cubicBezTo>
                    <a:cubicBezTo>
                      <a:pt x="589360" y="1197768"/>
                      <a:pt x="554434" y="1210866"/>
                      <a:pt x="535781" y="1219200"/>
                    </a:cubicBezTo>
                    <a:cubicBezTo>
                      <a:pt x="517128" y="1227534"/>
                      <a:pt x="519509" y="1212453"/>
                      <a:pt x="502444" y="1233487"/>
                    </a:cubicBezTo>
                    <a:cubicBezTo>
                      <a:pt x="485379" y="1254521"/>
                      <a:pt x="456804" y="1312862"/>
                      <a:pt x="433388" y="1345406"/>
                    </a:cubicBezTo>
                    <a:cubicBezTo>
                      <a:pt x="409972" y="1377950"/>
                      <a:pt x="388938" y="1402953"/>
                      <a:pt x="361950" y="1428750"/>
                    </a:cubicBezTo>
                    <a:cubicBezTo>
                      <a:pt x="334962" y="1454547"/>
                      <a:pt x="301624" y="1477565"/>
                      <a:pt x="271462" y="1500187"/>
                    </a:cubicBezTo>
                    <a:cubicBezTo>
                      <a:pt x="241300" y="1522809"/>
                      <a:pt x="217091" y="1544637"/>
                      <a:pt x="180975" y="1564481"/>
                    </a:cubicBezTo>
                    <a:cubicBezTo>
                      <a:pt x="144859" y="1584325"/>
                      <a:pt x="84931" y="1607741"/>
                      <a:pt x="54769" y="1619250"/>
                    </a:cubicBezTo>
                    <a:cubicBezTo>
                      <a:pt x="24607" y="1630759"/>
                      <a:pt x="11906" y="1631354"/>
                      <a:pt x="0" y="1633537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9" name="Freeform 198"/>
              <p:cNvSpPr/>
              <p:nvPr/>
            </p:nvSpPr>
            <p:spPr>
              <a:xfrm>
                <a:off x="3502819" y="3376613"/>
                <a:ext cx="1754981" cy="1065609"/>
              </a:xfrm>
              <a:custGeom>
                <a:avLst/>
                <a:gdLst>
                  <a:gd name="connsiteX0" fmla="*/ 0 w 1754981"/>
                  <a:gd name="connsiteY0" fmla="*/ 0 h 1065609"/>
                  <a:gd name="connsiteX1" fmla="*/ 9525 w 1754981"/>
                  <a:gd name="connsiteY1" fmla="*/ 88106 h 1065609"/>
                  <a:gd name="connsiteX2" fmla="*/ 23812 w 1754981"/>
                  <a:gd name="connsiteY2" fmla="*/ 157162 h 1065609"/>
                  <a:gd name="connsiteX3" fmla="*/ 52387 w 1754981"/>
                  <a:gd name="connsiteY3" fmla="*/ 235743 h 1065609"/>
                  <a:gd name="connsiteX4" fmla="*/ 109537 w 1754981"/>
                  <a:gd name="connsiteY4" fmla="*/ 311943 h 1065609"/>
                  <a:gd name="connsiteX5" fmla="*/ 166687 w 1754981"/>
                  <a:gd name="connsiteY5" fmla="*/ 383381 h 1065609"/>
                  <a:gd name="connsiteX6" fmla="*/ 209550 w 1754981"/>
                  <a:gd name="connsiteY6" fmla="*/ 433387 h 1065609"/>
                  <a:gd name="connsiteX7" fmla="*/ 226219 w 1754981"/>
                  <a:gd name="connsiteY7" fmla="*/ 461962 h 1065609"/>
                  <a:gd name="connsiteX8" fmla="*/ 247650 w 1754981"/>
                  <a:gd name="connsiteY8" fmla="*/ 557212 h 1065609"/>
                  <a:gd name="connsiteX9" fmla="*/ 254794 w 1754981"/>
                  <a:gd name="connsiteY9" fmla="*/ 645318 h 1065609"/>
                  <a:gd name="connsiteX10" fmla="*/ 264319 w 1754981"/>
                  <a:gd name="connsiteY10" fmla="*/ 704850 h 1065609"/>
                  <a:gd name="connsiteX11" fmla="*/ 290512 w 1754981"/>
                  <a:gd name="connsiteY11" fmla="*/ 766762 h 1065609"/>
                  <a:gd name="connsiteX12" fmla="*/ 335756 w 1754981"/>
                  <a:gd name="connsiteY12" fmla="*/ 835818 h 1065609"/>
                  <a:gd name="connsiteX13" fmla="*/ 414337 w 1754981"/>
                  <a:gd name="connsiteY13" fmla="*/ 897731 h 1065609"/>
                  <a:gd name="connsiteX14" fmla="*/ 511969 w 1754981"/>
                  <a:gd name="connsiteY14" fmla="*/ 954881 h 1065609"/>
                  <a:gd name="connsiteX15" fmla="*/ 626269 w 1754981"/>
                  <a:gd name="connsiteY15" fmla="*/ 1004887 h 1065609"/>
                  <a:gd name="connsiteX16" fmla="*/ 733425 w 1754981"/>
                  <a:gd name="connsiteY16" fmla="*/ 1035843 h 1065609"/>
                  <a:gd name="connsiteX17" fmla="*/ 833437 w 1754981"/>
                  <a:gd name="connsiteY17" fmla="*/ 1050131 h 1065609"/>
                  <a:gd name="connsiteX18" fmla="*/ 966787 w 1754981"/>
                  <a:gd name="connsiteY18" fmla="*/ 1064418 h 1065609"/>
                  <a:gd name="connsiteX19" fmla="*/ 1071562 w 1754981"/>
                  <a:gd name="connsiteY19" fmla="*/ 1057275 h 1065609"/>
                  <a:gd name="connsiteX20" fmla="*/ 1183481 w 1754981"/>
                  <a:gd name="connsiteY20" fmla="*/ 1038225 h 1065609"/>
                  <a:gd name="connsiteX21" fmla="*/ 1278731 w 1754981"/>
                  <a:gd name="connsiteY21" fmla="*/ 1014412 h 1065609"/>
                  <a:gd name="connsiteX22" fmla="*/ 1371600 w 1754981"/>
                  <a:gd name="connsiteY22" fmla="*/ 966787 h 1065609"/>
                  <a:gd name="connsiteX23" fmla="*/ 1459706 w 1754981"/>
                  <a:gd name="connsiteY23" fmla="*/ 900112 h 1065609"/>
                  <a:gd name="connsiteX24" fmla="*/ 1531144 w 1754981"/>
                  <a:gd name="connsiteY24" fmla="*/ 816768 h 1065609"/>
                  <a:gd name="connsiteX25" fmla="*/ 1581150 w 1754981"/>
                  <a:gd name="connsiteY25" fmla="*/ 728662 h 1065609"/>
                  <a:gd name="connsiteX26" fmla="*/ 1616869 w 1754981"/>
                  <a:gd name="connsiteY26" fmla="*/ 652462 h 1065609"/>
                  <a:gd name="connsiteX27" fmla="*/ 1624012 w 1754981"/>
                  <a:gd name="connsiteY27" fmla="*/ 588168 h 1065609"/>
                  <a:gd name="connsiteX28" fmla="*/ 1635919 w 1754981"/>
                  <a:gd name="connsiteY28" fmla="*/ 466725 h 1065609"/>
                  <a:gd name="connsiteX29" fmla="*/ 1650206 w 1754981"/>
                  <a:gd name="connsiteY29" fmla="*/ 440531 h 1065609"/>
                  <a:gd name="connsiteX30" fmla="*/ 1688306 w 1754981"/>
                  <a:gd name="connsiteY30" fmla="*/ 388143 h 1065609"/>
                  <a:gd name="connsiteX31" fmla="*/ 1754981 w 1754981"/>
                  <a:gd name="connsiteY31" fmla="*/ 316706 h 1065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54981" h="1065609">
                    <a:moveTo>
                      <a:pt x="0" y="0"/>
                    </a:moveTo>
                    <a:cubicBezTo>
                      <a:pt x="2778" y="30956"/>
                      <a:pt x="5556" y="61912"/>
                      <a:pt x="9525" y="88106"/>
                    </a:cubicBezTo>
                    <a:cubicBezTo>
                      <a:pt x="13494" y="114300"/>
                      <a:pt x="16668" y="132556"/>
                      <a:pt x="23812" y="157162"/>
                    </a:cubicBezTo>
                    <a:cubicBezTo>
                      <a:pt x="30956" y="181768"/>
                      <a:pt x="38100" y="209946"/>
                      <a:pt x="52387" y="235743"/>
                    </a:cubicBezTo>
                    <a:cubicBezTo>
                      <a:pt x="66674" y="261540"/>
                      <a:pt x="90487" y="287337"/>
                      <a:pt x="109537" y="311943"/>
                    </a:cubicBezTo>
                    <a:cubicBezTo>
                      <a:pt x="128587" y="336549"/>
                      <a:pt x="150018" y="363140"/>
                      <a:pt x="166687" y="383381"/>
                    </a:cubicBezTo>
                    <a:cubicBezTo>
                      <a:pt x="183356" y="403622"/>
                      <a:pt x="199628" y="420290"/>
                      <a:pt x="209550" y="433387"/>
                    </a:cubicBezTo>
                    <a:cubicBezTo>
                      <a:pt x="219472" y="446484"/>
                      <a:pt x="219869" y="441325"/>
                      <a:pt x="226219" y="461962"/>
                    </a:cubicBezTo>
                    <a:cubicBezTo>
                      <a:pt x="232569" y="482599"/>
                      <a:pt x="242888" y="526653"/>
                      <a:pt x="247650" y="557212"/>
                    </a:cubicBezTo>
                    <a:cubicBezTo>
                      <a:pt x="252413" y="587771"/>
                      <a:pt x="252016" y="620712"/>
                      <a:pt x="254794" y="645318"/>
                    </a:cubicBezTo>
                    <a:cubicBezTo>
                      <a:pt x="257572" y="669924"/>
                      <a:pt x="258366" y="684609"/>
                      <a:pt x="264319" y="704850"/>
                    </a:cubicBezTo>
                    <a:cubicBezTo>
                      <a:pt x="270272" y="725091"/>
                      <a:pt x="278606" y="744934"/>
                      <a:pt x="290512" y="766762"/>
                    </a:cubicBezTo>
                    <a:cubicBezTo>
                      <a:pt x="302418" y="788590"/>
                      <a:pt x="315119" y="813990"/>
                      <a:pt x="335756" y="835818"/>
                    </a:cubicBezTo>
                    <a:cubicBezTo>
                      <a:pt x="356393" y="857646"/>
                      <a:pt x="384968" y="877887"/>
                      <a:pt x="414337" y="897731"/>
                    </a:cubicBezTo>
                    <a:cubicBezTo>
                      <a:pt x="443706" y="917575"/>
                      <a:pt x="476647" y="937022"/>
                      <a:pt x="511969" y="954881"/>
                    </a:cubicBezTo>
                    <a:cubicBezTo>
                      <a:pt x="547291" y="972740"/>
                      <a:pt x="589360" y="991393"/>
                      <a:pt x="626269" y="1004887"/>
                    </a:cubicBezTo>
                    <a:cubicBezTo>
                      <a:pt x="663178" y="1018381"/>
                      <a:pt x="698897" y="1028302"/>
                      <a:pt x="733425" y="1035843"/>
                    </a:cubicBezTo>
                    <a:cubicBezTo>
                      <a:pt x="767953" y="1043384"/>
                      <a:pt x="794543" y="1045369"/>
                      <a:pt x="833437" y="1050131"/>
                    </a:cubicBezTo>
                    <a:cubicBezTo>
                      <a:pt x="872331" y="1054893"/>
                      <a:pt x="927100" y="1063227"/>
                      <a:pt x="966787" y="1064418"/>
                    </a:cubicBezTo>
                    <a:cubicBezTo>
                      <a:pt x="1006474" y="1065609"/>
                      <a:pt x="1035446" y="1061640"/>
                      <a:pt x="1071562" y="1057275"/>
                    </a:cubicBezTo>
                    <a:cubicBezTo>
                      <a:pt x="1107678" y="1052910"/>
                      <a:pt x="1148953" y="1045369"/>
                      <a:pt x="1183481" y="1038225"/>
                    </a:cubicBezTo>
                    <a:cubicBezTo>
                      <a:pt x="1218009" y="1031081"/>
                      <a:pt x="1247378" y="1026318"/>
                      <a:pt x="1278731" y="1014412"/>
                    </a:cubicBezTo>
                    <a:cubicBezTo>
                      <a:pt x="1310084" y="1002506"/>
                      <a:pt x="1341438" y="985837"/>
                      <a:pt x="1371600" y="966787"/>
                    </a:cubicBezTo>
                    <a:cubicBezTo>
                      <a:pt x="1401763" y="947737"/>
                      <a:pt x="1433115" y="925115"/>
                      <a:pt x="1459706" y="900112"/>
                    </a:cubicBezTo>
                    <a:cubicBezTo>
                      <a:pt x="1486297" y="875109"/>
                      <a:pt x="1510903" y="845343"/>
                      <a:pt x="1531144" y="816768"/>
                    </a:cubicBezTo>
                    <a:cubicBezTo>
                      <a:pt x="1551385" y="788193"/>
                      <a:pt x="1566863" y="756046"/>
                      <a:pt x="1581150" y="728662"/>
                    </a:cubicBezTo>
                    <a:cubicBezTo>
                      <a:pt x="1595437" y="701278"/>
                      <a:pt x="1609725" y="675878"/>
                      <a:pt x="1616869" y="652462"/>
                    </a:cubicBezTo>
                    <a:cubicBezTo>
                      <a:pt x="1624013" y="629046"/>
                      <a:pt x="1620837" y="619124"/>
                      <a:pt x="1624012" y="588168"/>
                    </a:cubicBezTo>
                    <a:cubicBezTo>
                      <a:pt x="1627187" y="557212"/>
                      <a:pt x="1631553" y="491331"/>
                      <a:pt x="1635919" y="466725"/>
                    </a:cubicBezTo>
                    <a:cubicBezTo>
                      <a:pt x="1640285" y="442119"/>
                      <a:pt x="1641475" y="453628"/>
                      <a:pt x="1650206" y="440531"/>
                    </a:cubicBezTo>
                    <a:cubicBezTo>
                      <a:pt x="1658937" y="427434"/>
                      <a:pt x="1670844" y="408780"/>
                      <a:pt x="1688306" y="388143"/>
                    </a:cubicBezTo>
                    <a:cubicBezTo>
                      <a:pt x="1705768" y="367506"/>
                      <a:pt x="1730374" y="342106"/>
                      <a:pt x="1754981" y="316706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0" name="Freeform 199"/>
              <p:cNvSpPr/>
              <p:nvPr/>
            </p:nvSpPr>
            <p:spPr>
              <a:xfrm>
                <a:off x="4033838" y="3450431"/>
                <a:ext cx="1138237" cy="332185"/>
              </a:xfrm>
              <a:custGeom>
                <a:avLst/>
                <a:gdLst>
                  <a:gd name="connsiteX0" fmla="*/ 0 w 1138237"/>
                  <a:gd name="connsiteY0" fmla="*/ 0 h 332185"/>
                  <a:gd name="connsiteX1" fmla="*/ 33337 w 1138237"/>
                  <a:gd name="connsiteY1" fmla="*/ 92869 h 332185"/>
                  <a:gd name="connsiteX2" fmla="*/ 88106 w 1138237"/>
                  <a:gd name="connsiteY2" fmla="*/ 157163 h 332185"/>
                  <a:gd name="connsiteX3" fmla="*/ 176212 w 1138237"/>
                  <a:gd name="connsiteY3" fmla="*/ 219075 h 332185"/>
                  <a:gd name="connsiteX4" fmla="*/ 292893 w 1138237"/>
                  <a:gd name="connsiteY4" fmla="*/ 273844 h 332185"/>
                  <a:gd name="connsiteX5" fmla="*/ 390525 w 1138237"/>
                  <a:gd name="connsiteY5" fmla="*/ 304800 h 332185"/>
                  <a:gd name="connsiteX6" fmla="*/ 509587 w 1138237"/>
                  <a:gd name="connsiteY6" fmla="*/ 326232 h 332185"/>
                  <a:gd name="connsiteX7" fmla="*/ 657225 w 1138237"/>
                  <a:gd name="connsiteY7" fmla="*/ 330994 h 332185"/>
                  <a:gd name="connsiteX8" fmla="*/ 807243 w 1138237"/>
                  <a:gd name="connsiteY8" fmla="*/ 319088 h 332185"/>
                  <a:gd name="connsiteX9" fmla="*/ 928687 w 1138237"/>
                  <a:gd name="connsiteY9" fmla="*/ 307182 h 332185"/>
                  <a:gd name="connsiteX10" fmla="*/ 1012031 w 1138237"/>
                  <a:gd name="connsiteY10" fmla="*/ 292894 h 332185"/>
                  <a:gd name="connsiteX11" fmla="*/ 1138237 w 1138237"/>
                  <a:gd name="connsiteY11" fmla="*/ 254794 h 332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38237" h="332185">
                    <a:moveTo>
                      <a:pt x="0" y="0"/>
                    </a:moveTo>
                    <a:cubicBezTo>
                      <a:pt x="9326" y="33337"/>
                      <a:pt x="18653" y="66675"/>
                      <a:pt x="33337" y="92869"/>
                    </a:cubicBezTo>
                    <a:cubicBezTo>
                      <a:pt x="48021" y="119063"/>
                      <a:pt x="64294" y="136129"/>
                      <a:pt x="88106" y="157163"/>
                    </a:cubicBezTo>
                    <a:cubicBezTo>
                      <a:pt x="111918" y="178197"/>
                      <a:pt x="142081" y="199628"/>
                      <a:pt x="176212" y="219075"/>
                    </a:cubicBezTo>
                    <a:cubicBezTo>
                      <a:pt x="210343" y="238522"/>
                      <a:pt x="257174" y="259557"/>
                      <a:pt x="292893" y="273844"/>
                    </a:cubicBezTo>
                    <a:cubicBezTo>
                      <a:pt x="328612" y="288131"/>
                      <a:pt x="354409" y="296069"/>
                      <a:pt x="390525" y="304800"/>
                    </a:cubicBezTo>
                    <a:cubicBezTo>
                      <a:pt x="426641" y="313531"/>
                      <a:pt x="465137" y="321866"/>
                      <a:pt x="509587" y="326232"/>
                    </a:cubicBezTo>
                    <a:cubicBezTo>
                      <a:pt x="554037" y="330598"/>
                      <a:pt x="607616" y="332185"/>
                      <a:pt x="657225" y="330994"/>
                    </a:cubicBezTo>
                    <a:cubicBezTo>
                      <a:pt x="706834" y="329803"/>
                      <a:pt x="761999" y="323057"/>
                      <a:pt x="807243" y="319088"/>
                    </a:cubicBezTo>
                    <a:cubicBezTo>
                      <a:pt x="852487" y="315119"/>
                      <a:pt x="894556" y="311548"/>
                      <a:pt x="928687" y="307182"/>
                    </a:cubicBezTo>
                    <a:cubicBezTo>
                      <a:pt x="962818" y="302816"/>
                      <a:pt x="977106" y="301625"/>
                      <a:pt x="1012031" y="292894"/>
                    </a:cubicBezTo>
                    <a:cubicBezTo>
                      <a:pt x="1046956" y="284163"/>
                      <a:pt x="1092596" y="269478"/>
                      <a:pt x="1138237" y="254794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1" name="Freeform 200"/>
              <p:cNvSpPr/>
              <p:nvPr/>
            </p:nvSpPr>
            <p:spPr>
              <a:xfrm>
                <a:off x="4564856" y="3543300"/>
                <a:ext cx="683419" cy="157957"/>
              </a:xfrm>
              <a:custGeom>
                <a:avLst/>
                <a:gdLst>
                  <a:gd name="connsiteX0" fmla="*/ 0 w 683419"/>
                  <a:gd name="connsiteY0" fmla="*/ 0 h 157957"/>
                  <a:gd name="connsiteX1" fmla="*/ 61913 w 683419"/>
                  <a:gd name="connsiteY1" fmla="*/ 88106 h 157957"/>
                  <a:gd name="connsiteX2" fmla="*/ 154782 w 683419"/>
                  <a:gd name="connsiteY2" fmla="*/ 140494 h 157957"/>
                  <a:gd name="connsiteX3" fmla="*/ 285750 w 683419"/>
                  <a:gd name="connsiteY3" fmla="*/ 157163 h 157957"/>
                  <a:gd name="connsiteX4" fmla="*/ 431007 w 683419"/>
                  <a:gd name="connsiteY4" fmla="*/ 145256 h 157957"/>
                  <a:gd name="connsiteX5" fmla="*/ 538163 w 683419"/>
                  <a:gd name="connsiteY5" fmla="*/ 119063 h 157957"/>
                  <a:gd name="connsiteX6" fmla="*/ 683419 w 683419"/>
                  <a:gd name="connsiteY6" fmla="*/ 85725 h 15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3419" h="157957">
                    <a:moveTo>
                      <a:pt x="0" y="0"/>
                    </a:moveTo>
                    <a:cubicBezTo>
                      <a:pt x="18058" y="32345"/>
                      <a:pt x="36116" y="64690"/>
                      <a:pt x="61913" y="88106"/>
                    </a:cubicBezTo>
                    <a:cubicBezTo>
                      <a:pt x="87710" y="111522"/>
                      <a:pt x="117476" y="128985"/>
                      <a:pt x="154782" y="140494"/>
                    </a:cubicBezTo>
                    <a:cubicBezTo>
                      <a:pt x="192088" y="152004"/>
                      <a:pt x="239713" y="156369"/>
                      <a:pt x="285750" y="157163"/>
                    </a:cubicBezTo>
                    <a:cubicBezTo>
                      <a:pt x="331787" y="157957"/>
                      <a:pt x="388938" y="151606"/>
                      <a:pt x="431007" y="145256"/>
                    </a:cubicBezTo>
                    <a:cubicBezTo>
                      <a:pt x="473076" y="138906"/>
                      <a:pt x="538163" y="119063"/>
                      <a:pt x="538163" y="119063"/>
                    </a:cubicBezTo>
                    <a:lnTo>
                      <a:pt x="683419" y="85725"/>
                    </a:ln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2" name="Freeform 201"/>
              <p:cNvSpPr/>
              <p:nvPr/>
            </p:nvSpPr>
            <p:spPr>
              <a:xfrm>
                <a:off x="5374878" y="3701257"/>
                <a:ext cx="568722" cy="1118393"/>
              </a:xfrm>
              <a:custGeom>
                <a:avLst/>
                <a:gdLst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69081 w 552450"/>
                  <a:gd name="connsiteY3" fmla="*/ 859632 h 1131094"/>
                  <a:gd name="connsiteX4" fmla="*/ 219075 w 552450"/>
                  <a:gd name="connsiteY4" fmla="*/ 812007 h 1131094"/>
                  <a:gd name="connsiteX5" fmla="*/ 169069 w 552450"/>
                  <a:gd name="connsiteY5" fmla="*/ 728663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69081 w 552450"/>
                  <a:gd name="connsiteY3" fmla="*/ 859632 h 1131094"/>
                  <a:gd name="connsiteX4" fmla="*/ 219075 w 552450"/>
                  <a:gd name="connsiteY4" fmla="*/ 812007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69081 w 552450"/>
                  <a:gd name="connsiteY3" fmla="*/ 859632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52425 w 552450"/>
                  <a:gd name="connsiteY2" fmla="*/ 969169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40519 w 552450"/>
                  <a:gd name="connsiteY2" fmla="*/ 931069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23862 w 552450"/>
                  <a:gd name="connsiteY1" fmla="*/ 1009650 h 1131094"/>
                  <a:gd name="connsiteX2" fmla="*/ 340519 w 552450"/>
                  <a:gd name="connsiteY2" fmla="*/ 931069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61975 w 561975"/>
                  <a:gd name="connsiteY0" fmla="*/ 1038225 h 1038225"/>
                  <a:gd name="connsiteX1" fmla="*/ 423862 w 561975"/>
                  <a:gd name="connsiteY1" fmla="*/ 1009650 h 1038225"/>
                  <a:gd name="connsiteX2" fmla="*/ 340519 w 561975"/>
                  <a:gd name="connsiteY2" fmla="*/ 931069 h 1038225"/>
                  <a:gd name="connsiteX3" fmla="*/ 297656 w 561975"/>
                  <a:gd name="connsiteY3" fmla="*/ 835820 h 1038225"/>
                  <a:gd name="connsiteX4" fmla="*/ 273843 w 561975"/>
                  <a:gd name="connsiteY4" fmla="*/ 814388 h 1038225"/>
                  <a:gd name="connsiteX5" fmla="*/ 202406 w 561975"/>
                  <a:gd name="connsiteY5" fmla="*/ 734616 h 1038225"/>
                  <a:gd name="connsiteX6" fmla="*/ 116681 w 561975"/>
                  <a:gd name="connsiteY6" fmla="*/ 561975 h 1038225"/>
                  <a:gd name="connsiteX7" fmla="*/ 69056 w 561975"/>
                  <a:gd name="connsiteY7" fmla="*/ 447675 h 1038225"/>
                  <a:gd name="connsiteX8" fmla="*/ 42863 w 561975"/>
                  <a:gd name="connsiteY8" fmla="*/ 314325 h 1038225"/>
                  <a:gd name="connsiteX9" fmla="*/ 33338 w 561975"/>
                  <a:gd name="connsiteY9" fmla="*/ 195263 h 1038225"/>
                  <a:gd name="connsiteX10" fmla="*/ 40481 w 561975"/>
                  <a:gd name="connsiteY10" fmla="*/ 138113 h 1038225"/>
                  <a:gd name="connsiteX11" fmla="*/ 40481 w 561975"/>
                  <a:gd name="connsiteY11" fmla="*/ 114300 h 1038225"/>
                  <a:gd name="connsiteX12" fmla="*/ 0 w 561975"/>
                  <a:gd name="connsiteY12" fmla="*/ 0 h 1038225"/>
                  <a:gd name="connsiteX0" fmla="*/ 561975 w 561975"/>
                  <a:gd name="connsiteY0" fmla="*/ 1038225 h 1038225"/>
                  <a:gd name="connsiteX1" fmla="*/ 423862 w 561975"/>
                  <a:gd name="connsiteY1" fmla="*/ 1009650 h 1038225"/>
                  <a:gd name="connsiteX2" fmla="*/ 340519 w 561975"/>
                  <a:gd name="connsiteY2" fmla="*/ 931069 h 1038225"/>
                  <a:gd name="connsiteX3" fmla="*/ 297656 w 561975"/>
                  <a:gd name="connsiteY3" fmla="*/ 835820 h 1038225"/>
                  <a:gd name="connsiteX4" fmla="*/ 273843 w 561975"/>
                  <a:gd name="connsiteY4" fmla="*/ 814388 h 1038225"/>
                  <a:gd name="connsiteX5" fmla="*/ 202406 w 561975"/>
                  <a:gd name="connsiteY5" fmla="*/ 734616 h 1038225"/>
                  <a:gd name="connsiteX6" fmla="*/ 116681 w 561975"/>
                  <a:gd name="connsiteY6" fmla="*/ 561975 h 1038225"/>
                  <a:gd name="connsiteX7" fmla="*/ 69056 w 561975"/>
                  <a:gd name="connsiteY7" fmla="*/ 447675 h 1038225"/>
                  <a:gd name="connsiteX8" fmla="*/ 42863 w 561975"/>
                  <a:gd name="connsiteY8" fmla="*/ 314325 h 1038225"/>
                  <a:gd name="connsiteX9" fmla="*/ 33338 w 561975"/>
                  <a:gd name="connsiteY9" fmla="*/ 195263 h 1038225"/>
                  <a:gd name="connsiteX10" fmla="*/ 40481 w 561975"/>
                  <a:gd name="connsiteY10" fmla="*/ 138113 h 1038225"/>
                  <a:gd name="connsiteX11" fmla="*/ 40481 w 561975"/>
                  <a:gd name="connsiteY11" fmla="*/ 114300 h 1038225"/>
                  <a:gd name="connsiteX12" fmla="*/ 0 w 561975"/>
                  <a:gd name="connsiteY12" fmla="*/ 0 h 1038225"/>
                  <a:gd name="connsiteX0" fmla="*/ 561975 w 561975"/>
                  <a:gd name="connsiteY0" fmla="*/ 1038225 h 1070771"/>
                  <a:gd name="connsiteX1" fmla="*/ 423862 w 561975"/>
                  <a:gd name="connsiteY1" fmla="*/ 1009650 h 1070771"/>
                  <a:gd name="connsiteX2" fmla="*/ 340519 w 561975"/>
                  <a:gd name="connsiteY2" fmla="*/ 931069 h 1070771"/>
                  <a:gd name="connsiteX3" fmla="*/ 297656 w 561975"/>
                  <a:gd name="connsiteY3" fmla="*/ 835820 h 1070771"/>
                  <a:gd name="connsiteX4" fmla="*/ 273843 w 561975"/>
                  <a:gd name="connsiteY4" fmla="*/ 814388 h 1070771"/>
                  <a:gd name="connsiteX5" fmla="*/ 202406 w 561975"/>
                  <a:gd name="connsiteY5" fmla="*/ 734616 h 1070771"/>
                  <a:gd name="connsiteX6" fmla="*/ 116681 w 561975"/>
                  <a:gd name="connsiteY6" fmla="*/ 561975 h 1070771"/>
                  <a:gd name="connsiteX7" fmla="*/ 69056 w 561975"/>
                  <a:gd name="connsiteY7" fmla="*/ 447675 h 1070771"/>
                  <a:gd name="connsiteX8" fmla="*/ 42863 w 561975"/>
                  <a:gd name="connsiteY8" fmla="*/ 314325 h 1070771"/>
                  <a:gd name="connsiteX9" fmla="*/ 33338 w 561975"/>
                  <a:gd name="connsiteY9" fmla="*/ 195263 h 1070771"/>
                  <a:gd name="connsiteX10" fmla="*/ 40481 w 561975"/>
                  <a:gd name="connsiteY10" fmla="*/ 138113 h 1070771"/>
                  <a:gd name="connsiteX11" fmla="*/ 40481 w 561975"/>
                  <a:gd name="connsiteY11" fmla="*/ 114300 h 1070771"/>
                  <a:gd name="connsiteX12" fmla="*/ 0 w 561975"/>
                  <a:gd name="connsiteY12" fmla="*/ 0 h 1070771"/>
                  <a:gd name="connsiteX0" fmla="*/ 561975 w 584994"/>
                  <a:gd name="connsiteY0" fmla="*/ 1038225 h 1116808"/>
                  <a:gd name="connsiteX1" fmla="*/ 561975 w 584994"/>
                  <a:gd name="connsiteY1" fmla="*/ 1112045 h 1116808"/>
                  <a:gd name="connsiteX2" fmla="*/ 423862 w 584994"/>
                  <a:gd name="connsiteY2" fmla="*/ 1009650 h 1116808"/>
                  <a:gd name="connsiteX3" fmla="*/ 340519 w 584994"/>
                  <a:gd name="connsiteY3" fmla="*/ 931069 h 1116808"/>
                  <a:gd name="connsiteX4" fmla="*/ 297656 w 584994"/>
                  <a:gd name="connsiteY4" fmla="*/ 835820 h 1116808"/>
                  <a:gd name="connsiteX5" fmla="*/ 273843 w 584994"/>
                  <a:gd name="connsiteY5" fmla="*/ 814388 h 1116808"/>
                  <a:gd name="connsiteX6" fmla="*/ 202406 w 584994"/>
                  <a:gd name="connsiteY6" fmla="*/ 734616 h 1116808"/>
                  <a:gd name="connsiteX7" fmla="*/ 116681 w 584994"/>
                  <a:gd name="connsiteY7" fmla="*/ 561975 h 1116808"/>
                  <a:gd name="connsiteX8" fmla="*/ 69056 w 584994"/>
                  <a:gd name="connsiteY8" fmla="*/ 447675 h 1116808"/>
                  <a:gd name="connsiteX9" fmla="*/ 42863 w 584994"/>
                  <a:gd name="connsiteY9" fmla="*/ 314325 h 1116808"/>
                  <a:gd name="connsiteX10" fmla="*/ 33338 w 584994"/>
                  <a:gd name="connsiteY10" fmla="*/ 195263 h 1116808"/>
                  <a:gd name="connsiteX11" fmla="*/ 40481 w 584994"/>
                  <a:gd name="connsiteY11" fmla="*/ 138113 h 1116808"/>
                  <a:gd name="connsiteX12" fmla="*/ 40481 w 584994"/>
                  <a:gd name="connsiteY12" fmla="*/ 114300 h 1116808"/>
                  <a:gd name="connsiteX13" fmla="*/ 0 w 584994"/>
                  <a:gd name="connsiteY13" fmla="*/ 0 h 1116808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0519 w 561975"/>
                  <a:gd name="connsiteY2" fmla="*/ 931069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40481 w 561975"/>
                  <a:gd name="connsiteY11" fmla="*/ 114300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40481 w 561975"/>
                  <a:gd name="connsiteY11" fmla="*/ 114300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38100 w 561975"/>
                  <a:gd name="connsiteY11" fmla="*/ 75011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38100 w 561975"/>
                  <a:gd name="connsiteY11" fmla="*/ 75011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45244 w 561975"/>
                  <a:gd name="connsiteY11" fmla="*/ 102395 h 1112045"/>
                  <a:gd name="connsiteX12" fmla="*/ 38100 w 561975"/>
                  <a:gd name="connsiteY12" fmla="*/ 75011 h 1112045"/>
                  <a:gd name="connsiteX13" fmla="*/ 0 w 561975"/>
                  <a:gd name="connsiteY13" fmla="*/ 0 h 1112045"/>
                  <a:gd name="connsiteX0" fmla="*/ 568722 w 568722"/>
                  <a:gd name="connsiteY0" fmla="*/ 1112045 h 1112045"/>
                  <a:gd name="connsiteX1" fmla="*/ 430609 w 568722"/>
                  <a:gd name="connsiteY1" fmla="*/ 1009650 h 1112045"/>
                  <a:gd name="connsiteX2" fmla="*/ 352028 w 568722"/>
                  <a:gd name="connsiteY2" fmla="*/ 921544 h 1112045"/>
                  <a:gd name="connsiteX3" fmla="*/ 304403 w 568722"/>
                  <a:gd name="connsiteY3" fmla="*/ 835820 h 1112045"/>
                  <a:gd name="connsiteX4" fmla="*/ 280590 w 568722"/>
                  <a:gd name="connsiteY4" fmla="*/ 814388 h 1112045"/>
                  <a:gd name="connsiteX5" fmla="*/ 209153 w 568722"/>
                  <a:gd name="connsiteY5" fmla="*/ 734616 h 1112045"/>
                  <a:gd name="connsiteX6" fmla="*/ 123428 w 568722"/>
                  <a:gd name="connsiteY6" fmla="*/ 561975 h 1112045"/>
                  <a:gd name="connsiteX7" fmla="*/ 75803 w 568722"/>
                  <a:gd name="connsiteY7" fmla="*/ 447675 h 1112045"/>
                  <a:gd name="connsiteX8" fmla="*/ 49610 w 568722"/>
                  <a:gd name="connsiteY8" fmla="*/ 314325 h 1112045"/>
                  <a:gd name="connsiteX9" fmla="*/ 40085 w 568722"/>
                  <a:gd name="connsiteY9" fmla="*/ 195263 h 1112045"/>
                  <a:gd name="connsiteX10" fmla="*/ 47228 w 568722"/>
                  <a:gd name="connsiteY10" fmla="*/ 138113 h 1112045"/>
                  <a:gd name="connsiteX11" fmla="*/ 51991 w 568722"/>
                  <a:gd name="connsiteY11" fmla="*/ 102395 h 1112045"/>
                  <a:gd name="connsiteX12" fmla="*/ 6747 w 568722"/>
                  <a:gd name="connsiteY12" fmla="*/ 73820 h 1112045"/>
                  <a:gd name="connsiteX13" fmla="*/ 6747 w 568722"/>
                  <a:gd name="connsiteY13" fmla="*/ 0 h 1112045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6747 w 568722"/>
                  <a:gd name="connsiteY12" fmla="*/ 80168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6747 w 568722"/>
                  <a:gd name="connsiteY12" fmla="*/ 80168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44847 w 568722"/>
                  <a:gd name="connsiteY12" fmla="*/ 54371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44847 w 568722"/>
                  <a:gd name="connsiteY12" fmla="*/ 54371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0 w 568722"/>
                  <a:gd name="connsiteY12" fmla="*/ 0 h 1118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8722" h="1118393">
                    <a:moveTo>
                      <a:pt x="568722" y="1118393"/>
                    </a:moveTo>
                    <a:cubicBezTo>
                      <a:pt x="545703" y="1113631"/>
                      <a:pt x="466725" y="1047748"/>
                      <a:pt x="430609" y="1015998"/>
                    </a:cubicBezTo>
                    <a:cubicBezTo>
                      <a:pt x="394493" y="984248"/>
                      <a:pt x="373062" y="956864"/>
                      <a:pt x="352028" y="927892"/>
                    </a:cubicBezTo>
                    <a:cubicBezTo>
                      <a:pt x="330994" y="898920"/>
                      <a:pt x="316309" y="860027"/>
                      <a:pt x="304403" y="842168"/>
                    </a:cubicBezTo>
                    <a:cubicBezTo>
                      <a:pt x="292497" y="824309"/>
                      <a:pt x="296465" y="837603"/>
                      <a:pt x="280590" y="820736"/>
                    </a:cubicBezTo>
                    <a:cubicBezTo>
                      <a:pt x="264715" y="803869"/>
                      <a:pt x="235347" y="783033"/>
                      <a:pt x="209153" y="740964"/>
                    </a:cubicBezTo>
                    <a:cubicBezTo>
                      <a:pt x="182959" y="698895"/>
                      <a:pt x="145653" y="616147"/>
                      <a:pt x="123428" y="568323"/>
                    </a:cubicBezTo>
                    <a:cubicBezTo>
                      <a:pt x="101203" y="520499"/>
                      <a:pt x="88106" y="495298"/>
                      <a:pt x="75803" y="454023"/>
                    </a:cubicBezTo>
                    <a:cubicBezTo>
                      <a:pt x="63500" y="412748"/>
                      <a:pt x="55563" y="362742"/>
                      <a:pt x="49610" y="320673"/>
                    </a:cubicBezTo>
                    <a:cubicBezTo>
                      <a:pt x="43657" y="278604"/>
                      <a:pt x="40482" y="230980"/>
                      <a:pt x="40085" y="201611"/>
                    </a:cubicBezTo>
                    <a:cubicBezTo>
                      <a:pt x="39688" y="172242"/>
                      <a:pt x="45244" y="159939"/>
                      <a:pt x="47228" y="144461"/>
                    </a:cubicBezTo>
                    <a:cubicBezTo>
                      <a:pt x="49212" y="128983"/>
                      <a:pt x="59862" y="132820"/>
                      <a:pt x="51991" y="108743"/>
                    </a:cubicBezTo>
                    <a:cubicBezTo>
                      <a:pt x="44120" y="84666"/>
                      <a:pt x="10831" y="22655"/>
                      <a:pt x="0" y="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3" name="Freeform 202"/>
              <p:cNvSpPr/>
              <p:nvPr/>
            </p:nvSpPr>
            <p:spPr>
              <a:xfrm>
                <a:off x="5438775" y="3690938"/>
                <a:ext cx="504825" cy="709612"/>
              </a:xfrm>
              <a:custGeom>
                <a:avLst/>
                <a:gdLst>
                  <a:gd name="connsiteX0" fmla="*/ 504825 w 504825"/>
                  <a:gd name="connsiteY0" fmla="*/ 709612 h 709612"/>
                  <a:gd name="connsiteX1" fmla="*/ 452438 w 504825"/>
                  <a:gd name="connsiteY1" fmla="*/ 690562 h 709612"/>
                  <a:gd name="connsiteX2" fmla="*/ 381000 w 504825"/>
                  <a:gd name="connsiteY2" fmla="*/ 647700 h 709612"/>
                  <a:gd name="connsiteX3" fmla="*/ 323850 w 504825"/>
                  <a:gd name="connsiteY3" fmla="*/ 602456 h 709612"/>
                  <a:gd name="connsiteX4" fmla="*/ 271463 w 504825"/>
                  <a:gd name="connsiteY4" fmla="*/ 545306 h 709612"/>
                  <a:gd name="connsiteX5" fmla="*/ 230981 w 504825"/>
                  <a:gd name="connsiteY5" fmla="*/ 492918 h 709612"/>
                  <a:gd name="connsiteX6" fmla="*/ 197644 w 504825"/>
                  <a:gd name="connsiteY6" fmla="*/ 433387 h 709612"/>
                  <a:gd name="connsiteX7" fmla="*/ 161925 w 504825"/>
                  <a:gd name="connsiteY7" fmla="*/ 364331 h 709612"/>
                  <a:gd name="connsiteX8" fmla="*/ 147638 w 504825"/>
                  <a:gd name="connsiteY8" fmla="*/ 311943 h 709612"/>
                  <a:gd name="connsiteX9" fmla="*/ 138113 w 504825"/>
                  <a:gd name="connsiteY9" fmla="*/ 154781 h 709612"/>
                  <a:gd name="connsiteX10" fmla="*/ 104775 w 504825"/>
                  <a:gd name="connsiteY10" fmla="*/ 109537 h 709612"/>
                  <a:gd name="connsiteX11" fmla="*/ 52388 w 504825"/>
                  <a:gd name="connsiteY11" fmla="*/ 50006 h 709612"/>
                  <a:gd name="connsiteX12" fmla="*/ 0 w 504825"/>
                  <a:gd name="connsiteY12" fmla="*/ 0 h 709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4825" h="709612">
                    <a:moveTo>
                      <a:pt x="504825" y="709612"/>
                    </a:moveTo>
                    <a:cubicBezTo>
                      <a:pt x="488950" y="705246"/>
                      <a:pt x="473076" y="700881"/>
                      <a:pt x="452438" y="690562"/>
                    </a:cubicBezTo>
                    <a:cubicBezTo>
                      <a:pt x="431801" y="680243"/>
                      <a:pt x="402431" y="662384"/>
                      <a:pt x="381000" y="647700"/>
                    </a:cubicBezTo>
                    <a:cubicBezTo>
                      <a:pt x="359569" y="633016"/>
                      <a:pt x="342106" y="619522"/>
                      <a:pt x="323850" y="602456"/>
                    </a:cubicBezTo>
                    <a:cubicBezTo>
                      <a:pt x="305594" y="585390"/>
                      <a:pt x="286941" y="563562"/>
                      <a:pt x="271463" y="545306"/>
                    </a:cubicBezTo>
                    <a:cubicBezTo>
                      <a:pt x="255985" y="527050"/>
                      <a:pt x="243284" y="511571"/>
                      <a:pt x="230981" y="492918"/>
                    </a:cubicBezTo>
                    <a:cubicBezTo>
                      <a:pt x="218678" y="474265"/>
                      <a:pt x="209153" y="454818"/>
                      <a:pt x="197644" y="433387"/>
                    </a:cubicBezTo>
                    <a:cubicBezTo>
                      <a:pt x="186135" y="411956"/>
                      <a:pt x="170259" y="384572"/>
                      <a:pt x="161925" y="364331"/>
                    </a:cubicBezTo>
                    <a:cubicBezTo>
                      <a:pt x="153591" y="344090"/>
                      <a:pt x="151607" y="346868"/>
                      <a:pt x="147638" y="311943"/>
                    </a:cubicBezTo>
                    <a:cubicBezTo>
                      <a:pt x="143669" y="277018"/>
                      <a:pt x="145257" y="188515"/>
                      <a:pt x="138113" y="154781"/>
                    </a:cubicBezTo>
                    <a:cubicBezTo>
                      <a:pt x="130969" y="121047"/>
                      <a:pt x="119062" y="126999"/>
                      <a:pt x="104775" y="109537"/>
                    </a:cubicBezTo>
                    <a:cubicBezTo>
                      <a:pt x="90488" y="92075"/>
                      <a:pt x="69850" y="68262"/>
                      <a:pt x="52388" y="50006"/>
                    </a:cubicBezTo>
                    <a:cubicBezTo>
                      <a:pt x="34926" y="31750"/>
                      <a:pt x="0" y="0"/>
                      <a:pt x="0" y="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52" name="TextBox 151"/>
            <p:cNvSpPr txBox="1"/>
            <p:nvPr/>
          </p:nvSpPr>
          <p:spPr>
            <a:xfrm>
              <a:off x="2955152" y="5674668"/>
              <a:ext cx="94769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GW_Recharge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4519705" y="5711652"/>
              <a:ext cx="9669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GW_Discharge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54" name="Straight Arrow Connector 153"/>
            <p:cNvCxnSpPr/>
            <p:nvPr/>
          </p:nvCxnSpPr>
          <p:spPr>
            <a:xfrm>
              <a:off x="4727576" y="5942484"/>
              <a:ext cx="58118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/>
            <p:cNvCxnSpPr/>
            <p:nvPr/>
          </p:nvCxnSpPr>
          <p:spPr>
            <a:xfrm>
              <a:off x="2267268" y="5942484"/>
              <a:ext cx="23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/>
            <p:cNvSpPr txBox="1"/>
            <p:nvPr/>
          </p:nvSpPr>
          <p:spPr>
            <a:xfrm>
              <a:off x="5870972" y="6381396"/>
              <a:ext cx="78098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GW_Spring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57" name="Straight Arrow Connector 156"/>
            <p:cNvCxnSpPr/>
            <p:nvPr/>
          </p:nvCxnSpPr>
          <p:spPr>
            <a:xfrm flipH="1">
              <a:off x="5751910" y="6650462"/>
              <a:ext cx="254522" cy="60520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/>
            <p:cNvSpPr txBox="1"/>
            <p:nvPr/>
          </p:nvSpPr>
          <p:spPr>
            <a:xfrm>
              <a:off x="2596827" y="6565421"/>
              <a:ext cx="76815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GW_Divide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59" name="Straight Arrow Connector 158"/>
            <p:cNvCxnSpPr/>
            <p:nvPr/>
          </p:nvCxnSpPr>
          <p:spPr>
            <a:xfrm>
              <a:off x="3048208" y="6796253"/>
              <a:ext cx="0" cy="3090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4498488" y="6082783"/>
              <a:ext cx="6912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GW_Flow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61" name="Straight Arrow Connector 160"/>
            <p:cNvCxnSpPr>
              <a:stCxn id="160" idx="2"/>
              <a:endCxn id="199" idx="1"/>
            </p:cNvCxnSpPr>
            <p:nvPr/>
          </p:nvCxnSpPr>
          <p:spPr>
            <a:xfrm flipH="1">
              <a:off x="3675064" y="6313615"/>
              <a:ext cx="1169032" cy="94842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/>
            <p:cNvCxnSpPr>
              <a:stCxn id="164" idx="0"/>
              <a:endCxn id="196" idx="20"/>
            </p:cNvCxnSpPr>
            <p:nvPr/>
          </p:nvCxnSpPr>
          <p:spPr>
            <a:xfrm flipV="1">
              <a:off x="1369219" y="8159773"/>
              <a:ext cx="36514" cy="63769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/>
            <p:cNvCxnSpPr/>
            <p:nvPr/>
          </p:nvCxnSpPr>
          <p:spPr>
            <a:xfrm flipH="1" flipV="1">
              <a:off x="2230651" y="8326534"/>
              <a:ext cx="176238" cy="58087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908195" y="8797466"/>
              <a:ext cx="9220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GW_IntraFlow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2014000" y="8912882"/>
              <a:ext cx="9220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GW_InterFlow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 rot="20790094">
              <a:off x="4648200" y="8017046"/>
              <a:ext cx="38985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flow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 rot="1469750">
              <a:off x="3933887" y="7937350"/>
              <a:ext cx="5693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Ground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 rot="286029">
              <a:off x="4305301" y="8035479"/>
              <a:ext cx="4667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water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 rot="19560473">
              <a:off x="4877505" y="7918300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line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 rot="21360000">
              <a:off x="1926285" y="6965306"/>
              <a:ext cx="7168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watertable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1843406" y="6546206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Land </a:t>
              </a:r>
            </a:p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surface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4318214" y="8433766"/>
              <a:ext cx="81304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3958982" y="7598864"/>
              <a:ext cx="11400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GW_ConfiningBed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74" name="Straight Arrow Connector 173"/>
            <p:cNvCxnSpPr>
              <a:stCxn id="160" idx="2"/>
            </p:cNvCxnSpPr>
            <p:nvPr/>
          </p:nvCxnSpPr>
          <p:spPr>
            <a:xfrm>
              <a:off x="4844096" y="6313615"/>
              <a:ext cx="590566" cy="112040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/>
            <p:cNvSpPr txBox="1"/>
            <p:nvPr/>
          </p:nvSpPr>
          <p:spPr>
            <a:xfrm>
              <a:off x="3311136" y="6469102"/>
              <a:ext cx="1107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GW_BodySurface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76" name="Straight Arrow Connector 175"/>
            <p:cNvCxnSpPr/>
            <p:nvPr/>
          </p:nvCxnSpPr>
          <p:spPr>
            <a:xfrm flipH="1">
              <a:off x="3483770" y="6726456"/>
              <a:ext cx="293686" cy="36955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/>
            <p:cNvCxnSpPr/>
            <p:nvPr/>
          </p:nvCxnSpPr>
          <p:spPr>
            <a:xfrm>
              <a:off x="3033678" y="8797466"/>
              <a:ext cx="244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/>
            <p:cNvSpPr txBox="1"/>
            <p:nvPr/>
          </p:nvSpPr>
          <p:spPr>
            <a:xfrm>
              <a:off x="3696090" y="8797466"/>
              <a:ext cx="10759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GW_FlowSystem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500726" y="6809743"/>
              <a:ext cx="6719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GW_Well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3033678" y="7128692"/>
              <a:ext cx="0" cy="162163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H="1">
              <a:off x="5514943" y="7428730"/>
              <a:ext cx="1" cy="132159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/>
            <p:cNvSpPr txBox="1"/>
            <p:nvPr/>
          </p:nvSpPr>
          <p:spPr>
            <a:xfrm>
              <a:off x="2581688" y="7605091"/>
              <a:ext cx="8963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Confining bed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2465382" y="8000386"/>
              <a:ext cx="10310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Confined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2406889" y="8414719"/>
              <a:ext cx="9925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Bedrock 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5" name="Right Brace 184"/>
            <p:cNvSpPr/>
            <p:nvPr/>
          </p:nvSpPr>
          <p:spPr>
            <a:xfrm flipH="1">
              <a:off x="886955" y="7262042"/>
              <a:ext cx="116681" cy="147161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6" name="TextBox 185"/>
            <p:cNvSpPr txBox="1"/>
            <p:nvPr/>
          </p:nvSpPr>
          <p:spPr>
            <a:xfrm rot="16200000">
              <a:off x="198566" y="7875636"/>
              <a:ext cx="119776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GW_AquiferSystem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2053417" y="6065055"/>
              <a:ext cx="9669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dirty="0" err="1" smtClean="0">
                  <a:latin typeface="Arial" pitchFamily="34" charset="0"/>
                  <a:cs typeface="Arial" pitchFamily="34" charset="0"/>
                </a:rPr>
                <a:t>GW_Discharge</a:t>
              </a:r>
              <a:endParaRPr lang="en-AU" sz="9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88" name="Straight Arrow Connector 187"/>
            <p:cNvCxnSpPr>
              <a:endCxn id="145" idx="1"/>
            </p:cNvCxnSpPr>
            <p:nvPr/>
          </p:nvCxnSpPr>
          <p:spPr>
            <a:xfrm flipH="1">
              <a:off x="1566129" y="6306958"/>
              <a:ext cx="558764" cy="83899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/>
            <p:cNvSpPr txBox="1"/>
            <p:nvPr/>
          </p:nvSpPr>
          <p:spPr>
            <a:xfrm>
              <a:off x="1105590" y="5942001"/>
              <a:ext cx="8707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Pumping well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90" name="Straight Arrow Connector 189"/>
            <p:cNvCxnSpPr/>
            <p:nvPr/>
          </p:nvCxnSpPr>
          <p:spPr>
            <a:xfrm>
              <a:off x="1096505" y="6943725"/>
              <a:ext cx="464602" cy="42148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/>
            <p:cNvSpPr txBox="1"/>
            <p:nvPr/>
          </p:nvSpPr>
          <p:spPr>
            <a:xfrm>
              <a:off x="2649000" y="7233608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Unconfined </a:t>
              </a:r>
            </a:p>
            <a:p>
              <a:pPr algn="ctr"/>
              <a:r>
                <a:rPr lang="en-AU" sz="900" i="1" dirty="0" smtClean="0">
                  <a:latin typeface="Arial" pitchFamily="34" charset="0"/>
                  <a:cs typeface="Arial" pitchFamily="34" charset="0"/>
                </a:rPr>
                <a:t>aquifer</a:t>
              </a:r>
              <a:endParaRPr lang="en-AU" sz="900" i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8" name="Straight Arrow Connector 117"/>
            <p:cNvCxnSpPr>
              <a:stCxn id="116" idx="1"/>
            </p:cNvCxnSpPr>
            <p:nvPr/>
          </p:nvCxnSpPr>
          <p:spPr>
            <a:xfrm flipH="1">
              <a:off x="5467400" y="8407842"/>
              <a:ext cx="766365" cy="897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extBox 106"/>
          <p:cNvSpPr txBox="1"/>
          <p:nvPr/>
        </p:nvSpPr>
        <p:spPr>
          <a:xfrm>
            <a:off x="3445980" y="5227182"/>
            <a:ext cx="1913245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Flow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33168" y="3835379"/>
            <a:ext cx="768270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Main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87369" y="1447800"/>
            <a:ext cx="1913245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Flow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6767" y="1918877"/>
            <a:ext cx="2356395" cy="6901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Well</a:t>
            </a:r>
          </a:p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Well Construction</a:t>
            </a:r>
            <a:endParaRPr lang="en-CA" sz="1600" dirty="0">
              <a:solidFill>
                <a:srgbClr val="092E5C"/>
              </a:solidFill>
              <a:latin typeface="Calibri" panose="020F0502020204030204" pitchFamily="34" charset="0"/>
            </a:endParaRPr>
          </a:p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Aquifer Test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235067" y="2040547"/>
            <a:ext cx="974086" cy="4630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CA" sz="1600" dirty="0" smtClean="0">
                <a:solidFill>
                  <a:srgbClr val="092E5C"/>
                </a:solidFill>
                <a:latin typeface="Calibri" panose="020F0502020204030204" pitchFamily="34" charset="0"/>
              </a:rPr>
              <a:t>Well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07369" y="4375894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00" dirty="0" err="1" smtClean="0">
                <a:latin typeface="Arial" pitchFamily="34" charset="0"/>
                <a:cs typeface="Arial" pitchFamily="34" charset="0"/>
              </a:rPr>
              <a:t>GW_Basin</a:t>
            </a:r>
            <a:endParaRPr lang="en-AU" sz="9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63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GWML2:</a:t>
            </a:r>
            <a:r>
              <a:rPr lang="en-US" dirty="0" smtClean="0"/>
              <a:t> 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GML-XML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Schemas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569325" cy="4891088"/>
          </a:xfrm>
        </p:spPr>
        <p:txBody>
          <a:bodyPr/>
          <a:lstStyle/>
          <a:p>
            <a:r>
              <a:rPr lang="en-US" altLang="en-US" dirty="0" smtClean="0">
                <a:ea typeface="MS PGothic" charset="-128"/>
              </a:rPr>
              <a:t>Publically available from SVN </a:t>
            </a:r>
          </a:p>
          <a:p>
            <a:pPr lvl="1"/>
            <a:r>
              <a:rPr lang="en-US" altLang="en-US" b="1" dirty="0" smtClean="0">
                <a:ea typeface="MS PGothic" charset="-128"/>
              </a:rPr>
              <a:t>Schemas</a:t>
            </a:r>
            <a:r>
              <a:rPr lang="en-US" altLang="en-US" b="1" dirty="0">
                <a:ea typeface="MS PGothic" charset="-128"/>
              </a:rPr>
              <a:t>: </a:t>
            </a:r>
            <a:r>
              <a:rPr lang="en-US" altLang="en-US" dirty="0">
                <a:ea typeface="MS PGothic" charset="-128"/>
                <a:hlinkClick r:id="rId3"/>
              </a:rPr>
              <a:t>https://xp-dev.com/svn/gwml2/schemas</a:t>
            </a:r>
            <a:r>
              <a:rPr lang="en-US" altLang="en-US" dirty="0" smtClean="0">
                <a:ea typeface="MS PGothic" charset="-128"/>
                <a:hlinkClick r:id="rId3"/>
              </a:rPr>
              <a:t>/</a:t>
            </a:r>
            <a:r>
              <a:rPr lang="en-US" altLang="en-US" dirty="0" smtClean="0">
                <a:ea typeface="MS PGothic" charset="-128"/>
              </a:rPr>
              <a:t> </a:t>
            </a:r>
          </a:p>
          <a:p>
            <a:pPr lvl="1"/>
            <a:r>
              <a:rPr lang="en-US" altLang="en-US" b="1" dirty="0" smtClean="0">
                <a:ea typeface="MS PGothic" charset="-128"/>
              </a:rPr>
              <a:t>Constraints</a:t>
            </a:r>
            <a:r>
              <a:rPr lang="en-US" altLang="en-US" dirty="0">
                <a:ea typeface="MS PGothic" charset="-128"/>
              </a:rPr>
              <a:t>: </a:t>
            </a:r>
            <a:r>
              <a:rPr lang="en-US" altLang="en-US" dirty="0">
                <a:ea typeface="MS PGothic" charset="-128"/>
                <a:hlinkClick r:id="rId4"/>
              </a:rPr>
              <a:t>https://xp-dev.com/svn/gwml2/Documents/schematron</a:t>
            </a:r>
            <a:r>
              <a:rPr lang="en-US" altLang="en-US" dirty="0" smtClean="0">
                <a:ea typeface="MS PGothic" charset="-128"/>
                <a:hlinkClick r:id="rId4"/>
              </a:rPr>
              <a:t>/</a:t>
            </a:r>
            <a:endParaRPr lang="en-US" altLang="en-US" dirty="0" smtClean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To be migrated to OGC repository upon approval</a:t>
            </a:r>
          </a:p>
          <a:p>
            <a:pPr marL="679450" lvl="1" indent="-342900"/>
            <a:r>
              <a:rPr lang="en-US" altLang="en-US" dirty="0" smtClean="0">
                <a:ea typeface="MS PGothic" charset="-128"/>
              </a:rPr>
              <a:t>URL pending</a:t>
            </a:r>
          </a:p>
          <a:p>
            <a:pPr marL="336550" lvl="1" indent="0">
              <a:buNone/>
            </a:pPr>
            <a:r>
              <a:rPr lang="en-US" altLang="en-US" dirty="0" smtClean="0">
                <a:ea typeface="MS PGothic" charset="-128"/>
              </a:rPr>
              <a:t> 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733800" y="6553200"/>
            <a:ext cx="32004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 dirty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657600"/>
            <a:ext cx="2514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414" y="3657600"/>
            <a:ext cx="248602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037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GWML2:</a:t>
            </a:r>
            <a:r>
              <a:rPr lang="en-US" dirty="0" smtClean="0"/>
              <a:t> 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GML-XML instance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examples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797926" cy="4891088"/>
          </a:xfrm>
        </p:spPr>
        <p:txBody>
          <a:bodyPr/>
          <a:lstStyle/>
          <a:p>
            <a:r>
              <a:rPr lang="en-US" altLang="en-US" b="1" dirty="0" smtClean="0">
                <a:ea typeface="MS PGothic" charset="-128"/>
              </a:rPr>
              <a:t>Complete coverage: </a:t>
            </a:r>
            <a:r>
              <a:rPr lang="en-US" altLang="en-US" dirty="0" smtClean="0">
                <a:ea typeface="MS PGothic" charset="-128"/>
              </a:rPr>
              <a:t>all parts of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charset="-128"/>
              </a:rPr>
              <a:t>GWML2</a:t>
            </a:r>
          </a:p>
          <a:p>
            <a:r>
              <a:rPr lang="en-US" altLang="en-US" b="1" dirty="0" smtClean="0">
                <a:ea typeface="MS PGothic" charset="-128"/>
              </a:rPr>
              <a:t>Publically available: </a:t>
            </a:r>
            <a:r>
              <a:rPr lang="en-US" altLang="en-US" dirty="0" smtClean="0">
                <a:ea typeface="MS PGothic" charset="-128"/>
              </a:rPr>
              <a:t>via SVN</a:t>
            </a:r>
          </a:p>
          <a:p>
            <a:pPr marL="0" indent="0">
              <a:buNone/>
            </a:pPr>
            <a:r>
              <a:rPr lang="en-US" altLang="en-US" sz="2000" dirty="0">
                <a:ea typeface="MS PGothic" charset="-128"/>
              </a:rPr>
              <a:t>   </a:t>
            </a:r>
            <a:r>
              <a:rPr lang="en-US" altLang="en-US" sz="2000" dirty="0" smtClean="0">
                <a:ea typeface="MS PGothic" charset="-128"/>
                <a:hlinkClick r:id="rId2"/>
              </a:rPr>
              <a:t>https</a:t>
            </a:r>
            <a:r>
              <a:rPr lang="en-US" altLang="en-US" sz="2000" dirty="0">
                <a:ea typeface="MS PGothic" charset="-128"/>
                <a:hlinkClick r:id="rId2"/>
              </a:rPr>
              <a:t>://xp-dev.com/svn/gwml2/Documents/instance</a:t>
            </a:r>
            <a:r>
              <a:rPr lang="en-US" altLang="en-US" sz="2000" dirty="0" smtClean="0">
                <a:ea typeface="MS PGothic" charset="-128"/>
                <a:hlinkClick r:id="rId2"/>
              </a:rPr>
              <a:t>/</a:t>
            </a:r>
            <a:r>
              <a:rPr lang="en-US" altLang="en-US" sz="2000" dirty="0" smtClean="0">
                <a:ea typeface="MS PGothic" charset="-128"/>
              </a:rPr>
              <a:t> </a:t>
            </a:r>
          </a:p>
          <a:p>
            <a:r>
              <a:rPr lang="en-US" altLang="en-US" sz="2000" b="1" dirty="0" smtClean="0">
                <a:ea typeface="MS PGothic" charset="-128"/>
              </a:rPr>
              <a:t>Public web services</a:t>
            </a:r>
            <a:r>
              <a:rPr lang="en-US" altLang="en-US" sz="2000" dirty="0" smtClean="0">
                <a:ea typeface="MS PGothic" charset="-128"/>
              </a:rPr>
              <a:t>: URLs forthcoming </a:t>
            </a:r>
            <a:r>
              <a:rPr lang="en-US" altLang="en-US" sz="1800" dirty="0" smtClean="0">
                <a:ea typeface="MS PGothic" charset="-128"/>
              </a:rPr>
              <a:t>(CAN, USA, FR, AU (FU/BOM), NZ)</a:t>
            </a:r>
            <a:endParaRPr lang="en-US" altLang="en-US" sz="1800" dirty="0">
              <a:ea typeface="MS PGothic" charset="-128"/>
            </a:endParaRPr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735388" y="5562600"/>
            <a:ext cx="32004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r>
              <a:rPr lang="en-US" altLang="en-US" sz="900" b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2" y="2971800"/>
            <a:ext cx="7346372" cy="3200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3"/>
          <p:cNvSpPr txBox="1">
            <a:spLocks/>
          </p:cNvSpPr>
          <p:nvPr/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charset="-128"/>
                <a:cs typeface="+mn-cs"/>
              </a:defRPr>
            </a:lvl9pPr>
          </a:lstStyle>
          <a:p>
            <a:r>
              <a:rPr lang="en-US" altLang="en-US" sz="900" b="0" smtClean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  <a:endParaRPr lang="en-US" altLang="en-US" sz="900" b="0" dirty="0">
              <a:solidFill>
                <a:srgbClr val="092E5C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88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ull Page Interior">
  <a:themeElements>
    <a:clrScheme name="World Bank Approved">
      <a:dk1>
        <a:srgbClr val="021F43"/>
      </a:dk1>
      <a:lt1>
        <a:sysClr val="window" lastClr="FFFFFF"/>
      </a:lt1>
      <a:dk2>
        <a:srgbClr val="000000"/>
      </a:dk2>
      <a:lt2>
        <a:srgbClr val="139AF0"/>
      </a:lt2>
      <a:accent1>
        <a:srgbClr val="0A5157"/>
      </a:accent1>
      <a:accent2>
        <a:srgbClr val="18B844"/>
      </a:accent2>
      <a:accent3>
        <a:srgbClr val="E79B08"/>
      </a:accent3>
      <a:accent4>
        <a:srgbClr val="920016"/>
      </a:accent4>
      <a:accent5>
        <a:srgbClr val="532C63"/>
      </a:accent5>
      <a:accent6>
        <a:srgbClr val="128F9C"/>
      </a:accent6>
      <a:hlink>
        <a:srgbClr val="AF7B05"/>
      </a:hlink>
      <a:folHlink>
        <a:srgbClr val="0B5740"/>
      </a:folHlink>
    </a:clrScheme>
    <a:fontScheme name="World Bank Arial">
      <a:majorFont>
        <a:latin typeface="Arial Bol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5888" marR="0" indent="-115888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5888" marR="0" indent="-115888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Full Page Interior">
  <a:themeElements>
    <a:clrScheme name="World Bank Approved">
      <a:dk1>
        <a:srgbClr val="021F43"/>
      </a:dk1>
      <a:lt1>
        <a:sysClr val="window" lastClr="FFFFFF"/>
      </a:lt1>
      <a:dk2>
        <a:srgbClr val="000000"/>
      </a:dk2>
      <a:lt2>
        <a:srgbClr val="139AF0"/>
      </a:lt2>
      <a:accent1>
        <a:srgbClr val="0A5157"/>
      </a:accent1>
      <a:accent2>
        <a:srgbClr val="18B844"/>
      </a:accent2>
      <a:accent3>
        <a:srgbClr val="E79B08"/>
      </a:accent3>
      <a:accent4>
        <a:srgbClr val="920016"/>
      </a:accent4>
      <a:accent5>
        <a:srgbClr val="532C63"/>
      </a:accent5>
      <a:accent6>
        <a:srgbClr val="128F9C"/>
      </a:accent6>
      <a:hlink>
        <a:srgbClr val="AF7B05"/>
      </a:hlink>
      <a:folHlink>
        <a:srgbClr val="0B5740"/>
      </a:folHlink>
    </a:clrScheme>
    <a:fontScheme name="World Bank Arial">
      <a:majorFont>
        <a:latin typeface="Arial Bol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5888" marR="0" indent="-115888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5888" marR="0" indent="-115888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8837</TotalTime>
  <Words>1026</Words>
  <Application>Microsoft Office PowerPoint</Application>
  <PresentationFormat>On-screen Show (4:3)</PresentationFormat>
  <Paragraphs>275</Paragraphs>
  <Slides>16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OGC_PowerPoint_Template</vt:lpstr>
      <vt:lpstr>1_Full Page Interior</vt:lpstr>
      <vt:lpstr>2_Full Page Interior</vt:lpstr>
      <vt:lpstr>Groundwater SWG GroundWaterML2  (GWML2)</vt:lpstr>
      <vt:lpstr>Agenda</vt:lpstr>
      <vt:lpstr>GWML2: History</vt:lpstr>
      <vt:lpstr>GWML2: Recent Progress</vt:lpstr>
      <vt:lpstr>GWML2: Next Steps</vt:lpstr>
      <vt:lpstr>GWML2: Scope</vt:lpstr>
      <vt:lpstr>GWML2: Scope</vt:lpstr>
      <vt:lpstr>GWML2: Wrap-up</vt:lpstr>
      <vt:lpstr>PowerPoint Presentation</vt:lpstr>
      <vt:lpstr>GWML2: Overview</vt:lpstr>
      <vt:lpstr>GWML2: Content Overview</vt:lpstr>
      <vt:lpstr>GWML2: Use-cases</vt:lpstr>
      <vt:lpstr>GWML2: Scope</vt:lpstr>
      <vt:lpstr>GWML2: Scope</vt:lpstr>
      <vt:lpstr>GWML2: GML-XML Schemas</vt:lpstr>
      <vt:lpstr>GWML2: GML-XML instance examples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OGC TC/PC</dc:subject>
  <dc:creator>Scott Simmons</dc:creator>
  <cp:lastModifiedBy>Brodaric, Boyan</cp:lastModifiedBy>
  <cp:revision>99</cp:revision>
  <cp:lastPrinted>2003-02-03T21:59:32Z</cp:lastPrinted>
  <dcterms:created xsi:type="dcterms:W3CDTF">2016-01-15T20:11:27Z</dcterms:created>
  <dcterms:modified xsi:type="dcterms:W3CDTF">2016-06-19T17:23:59Z</dcterms:modified>
</cp:coreProperties>
</file>