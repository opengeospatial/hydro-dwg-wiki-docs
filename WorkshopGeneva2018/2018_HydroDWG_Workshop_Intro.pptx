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7"/>
  </p:notesMasterIdLst>
  <p:handoutMasterIdLst>
    <p:handoutMasterId r:id="rId8"/>
  </p:handoutMasterIdLst>
  <p:sldIdLst>
    <p:sldId id="256" r:id="rId2"/>
    <p:sldId id="259" r:id="rId3"/>
    <p:sldId id="260" r:id="rId4"/>
    <p:sldId id="261" r:id="rId5"/>
    <p:sldId id="262" r:id="rId6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1"/>
  </p:normalViewPr>
  <p:slideViewPr>
    <p:cSldViewPr>
      <p:cViewPr varScale="1">
        <p:scale>
          <a:sx n="91" d="100"/>
          <a:sy n="91" d="100"/>
        </p:scale>
        <p:origin x="1704" y="17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Ninth Hydrology Domain Working Group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800600"/>
            <a:ext cx="6400800" cy="1143000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WMO</a:t>
            </a:r>
          </a:p>
          <a:p>
            <a:r>
              <a:rPr lang="en-US" altLang="en-US" dirty="0">
                <a:ea typeface="MS PGothic" charset="-128"/>
              </a:rPr>
              <a:t>Geneva, Switzerland</a:t>
            </a:r>
          </a:p>
          <a:p>
            <a:r>
              <a:rPr lang="en-US" altLang="en-US" dirty="0">
                <a:ea typeface="MS PGothic" charset="-128"/>
              </a:rPr>
              <a:t>17-20 September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  <p:pic>
        <p:nvPicPr>
          <p:cNvPr id="1026" name="Picture 2" descr="WMO headquarters in Geneva (Source DWD)">
            <a:extLst>
              <a:ext uri="{FF2B5EF4-FFF2-40B4-BE49-F238E27FC236}">
                <a16:creationId xmlns:a16="http://schemas.microsoft.com/office/drawing/2014/main" id="{599E768C-2424-D042-929A-B0B91ADE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/>
          <a:stretch/>
        </p:blipFill>
        <p:spPr bwMode="auto">
          <a:xfrm>
            <a:off x="3429000" y="1028700"/>
            <a:ext cx="2498271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226A-4150-5944-BB82-3CBA4AFC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A02C-FB13-E943-9D52-49DE20D1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5" y="1143000"/>
            <a:ext cx="8458200" cy="48910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Day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B212C-F848-664F-B363-CEFE0EDCE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76400"/>
            <a:ext cx="7621019" cy="449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78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226A-4150-5944-BB82-3CBA4AFC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A02C-FB13-E943-9D52-49DE20D1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5" y="1143000"/>
            <a:ext cx="8458200" cy="48910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Day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29D377-AE46-264B-B0F2-C755A23DB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76400"/>
            <a:ext cx="6858000" cy="4763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601E19-F9B9-F24D-A782-D85796931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33600"/>
            <a:ext cx="6858000" cy="400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6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226A-4150-5944-BB82-3CBA4AFC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A02C-FB13-E943-9D52-49DE20D1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5" y="1143000"/>
            <a:ext cx="8458200" cy="48910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Day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DF1DD-35AF-354E-862D-418F30A30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21808"/>
            <a:ext cx="7745578" cy="538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D40236-8C2A-A14D-86CB-2B7AC7D03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90800"/>
            <a:ext cx="7745578" cy="309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86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226A-4150-5944-BB82-3CBA4AFC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A02C-FB13-E943-9D52-49DE20D1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5" y="1143000"/>
            <a:ext cx="8458200" cy="48910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Day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65D07-26B4-7648-B2E2-8DFE81BB6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" y="2290816"/>
            <a:ext cx="7745578" cy="538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9B358A-8A96-F840-AFA5-E2F7B6C13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880499"/>
            <a:ext cx="7732577" cy="169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24464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</TotalTime>
  <Words>29</Words>
  <Application>Microsoft Macintosh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MS PGothic</vt:lpstr>
      <vt:lpstr>Arial</vt:lpstr>
      <vt:lpstr>Arial Black</vt:lpstr>
      <vt:lpstr>CG Times</vt:lpstr>
      <vt:lpstr>Times New Roman</vt:lpstr>
      <vt:lpstr>OGC_PowerPoint_Template</vt:lpstr>
      <vt:lpstr>Ninth Hydrology Domain Working Group Workshop</vt:lpstr>
      <vt:lpstr>Draft Agenda</vt:lpstr>
      <vt:lpstr>Draft Agenda</vt:lpstr>
      <vt:lpstr>Draft Agenda</vt:lpstr>
      <vt:lpstr>Draft Agenda</vt:lpstr>
    </vt:vector>
  </TitlesOfParts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Tony Boston</cp:lastModifiedBy>
  <cp:revision>65</cp:revision>
  <cp:lastPrinted>2003-02-03T21:59:32Z</cp:lastPrinted>
  <dcterms:created xsi:type="dcterms:W3CDTF">2015-09-08T23:47:11Z</dcterms:created>
  <dcterms:modified xsi:type="dcterms:W3CDTF">2018-09-16T09:22:09Z</dcterms:modified>
</cp:coreProperties>
</file>