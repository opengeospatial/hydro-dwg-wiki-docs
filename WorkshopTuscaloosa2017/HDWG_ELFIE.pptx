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643"/>
  </p:normalViewPr>
  <p:slideViewPr>
    <p:cSldViewPr snapToGrid="0" snapToObjects="1">
      <p:cViewPr varScale="1">
        <p:scale>
          <a:sx n="143" d="100"/>
          <a:sy n="143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Environmental Linked Features Interoperability Experiment</a:t>
            </a:r>
          </a:p>
        </p:txBody>
      </p:sp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92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mtClean="0"/>
              <a:t>An </a:t>
            </a:r>
            <a:r>
              <a:rPr lang="en" dirty="0"/>
              <a:t>Open Geospatial Consortium Interoperability </a:t>
            </a:r>
            <a:r>
              <a:rPr lang="en" dirty="0" smtClean="0"/>
              <a:t>Experiment</a:t>
            </a:r>
            <a:endParaRPr lang="en-US" dirty="0" smtClean="0"/>
          </a:p>
          <a:p>
            <a:pPr lvl="0">
              <a:spcBef>
                <a:spcPts val="0"/>
              </a:spcBef>
              <a:buNone/>
            </a:pPr>
            <a:r>
              <a:rPr lang="en-US" dirty="0" smtClean="0"/>
              <a:t>David Blodgett (USGS) HDWG 2017</a:t>
            </a:r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400"/>
              <a:t>Interoperability </a:t>
            </a:r>
          </a:p>
          <a:p>
            <a:pPr lvl="0">
              <a:spcBef>
                <a:spcPts val="0"/>
              </a:spcBef>
              <a:buNone/>
            </a:pPr>
            <a:r>
              <a:rPr lang="en" sz="4400"/>
              <a:t>Experiment?</a:t>
            </a:r>
          </a:p>
        </p:txBody>
      </p:sp>
      <p:pic>
        <p:nvPicPr>
          <p:cNvPr id="61" name="Shape 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600" y="2198825"/>
            <a:ext cx="7620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Shape 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550" y="-1"/>
            <a:ext cx="4052451" cy="204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311700" y="2476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Two Problems:</a:t>
            </a:r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35075" y="1017725"/>
            <a:ext cx="42603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600"/>
              <a:t>1) No consistently used pattern to express links between monitoring and modeling data and the “domain” features they monitor or model.</a:t>
            </a:r>
          </a:p>
          <a:p>
            <a:pPr lvl="0" rtl="0">
              <a:spcBef>
                <a:spcPts val="0"/>
              </a:spcBef>
              <a:buNone/>
            </a:pPr>
            <a:endParaRPr sz="2600"/>
          </a:p>
        </p:txBody>
      </p:sp>
      <p:pic>
        <p:nvPicPr>
          <p:cNvPr id="69" name="Shape 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075" y="602662"/>
            <a:ext cx="5250926" cy="393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Two Problems:</a:t>
            </a:r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084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600"/>
              <a:t>2) Linked Open Data provides a powerful tool but we need better consistency and simplification to aid adoption and performance.</a:t>
            </a:r>
          </a:p>
        </p:txBody>
      </p:sp>
      <p:pic>
        <p:nvPicPr>
          <p:cNvPr id="76" name="Shape 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Use Case Driven</a:t>
            </a:r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751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-6985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b="1">
                <a:solidFill>
                  <a:srgbClr val="434343"/>
                </a:solidFill>
              </a:rPr>
              <a:t>27,000 Texas bridges on 15,700 stream reaches forecast by the National Water Model</a:t>
            </a:r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6796" y="276919"/>
            <a:ext cx="5857200" cy="4917900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24675" y="124700"/>
            <a:ext cx="2975100" cy="4288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b="1">
                <a:solidFill>
                  <a:srgbClr val="434343"/>
                </a:solidFill>
              </a:rPr>
              <a:t>FloodCast: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b="1">
                <a:solidFill>
                  <a:srgbClr val="434343"/>
                </a:solidFill>
              </a:rPr>
              <a:t>A flood event as an environmental feature.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b="1">
                <a:solidFill>
                  <a:srgbClr val="434343"/>
                </a:solidFill>
              </a:rPr>
              <a:t>What data do emergency managers need associated with a flood event?</a:t>
            </a:r>
          </a:p>
        </p:txBody>
      </p:sp>
      <p:pic>
        <p:nvPicPr>
          <p:cNvPr id="94" name="Shape 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974" y="275362"/>
            <a:ext cx="6139023" cy="459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000"/>
              <a:t>ELFIE Deliverables: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16975" y="1413175"/>
            <a:ext cx="8115300" cy="3155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SzPct val="100000"/>
              <a:buAutoNum type="arabicParenR"/>
            </a:pPr>
            <a:r>
              <a:rPr lang="en" sz="3000"/>
              <a:t>OGC engineering report and digital artifacts</a:t>
            </a:r>
          </a:p>
          <a:p>
            <a:pPr lvl="0" rtl="0">
              <a:spcBef>
                <a:spcPts val="0"/>
              </a:spcBef>
              <a:buNone/>
            </a:pPr>
            <a:endParaRPr sz="3000"/>
          </a:p>
          <a:p>
            <a:pPr marL="457200" lvl="0" indent="-419100">
              <a:spcBef>
                <a:spcPts val="0"/>
              </a:spcBef>
              <a:buSzPct val="100000"/>
              <a:buAutoNum type="arabicParenR"/>
            </a:pPr>
            <a:r>
              <a:rPr lang="en" sz="3000"/>
              <a:t>Use-case specific static visualizations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Macintosh PowerPoint</Application>
  <PresentationFormat>On-screen Show (16:9)</PresentationFormat>
  <Paragraphs>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simple-light-2</vt:lpstr>
      <vt:lpstr>Environmental Linked Features Interoperability Experiment</vt:lpstr>
      <vt:lpstr>Interoperability  Experiment?</vt:lpstr>
      <vt:lpstr>Two Problems:</vt:lpstr>
      <vt:lpstr>Two Problems:</vt:lpstr>
      <vt:lpstr>Use Case Driven</vt:lpstr>
      <vt:lpstr>PowerPoint Presentation</vt:lpstr>
      <vt:lpstr>PowerPoint Presentation</vt:lpstr>
      <vt:lpstr>ELFIE Deliverables: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Linked Features Interoperability Experiment</dc:title>
  <cp:lastModifiedBy>David Blodgett</cp:lastModifiedBy>
  <cp:revision>2</cp:revision>
  <dcterms:modified xsi:type="dcterms:W3CDTF">2017-06-23T14:10:01Z</dcterms:modified>
</cp:coreProperties>
</file>