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  <p:sldMasterId id="2147483692" r:id="rId5"/>
  </p:sldMasterIdLst>
  <p:notesMasterIdLst>
    <p:notesMasterId r:id="rId19"/>
  </p:notesMasterIdLst>
  <p:sldIdLst>
    <p:sldId id="307" r:id="rId6"/>
    <p:sldId id="376" r:id="rId7"/>
    <p:sldId id="365" r:id="rId8"/>
    <p:sldId id="367" r:id="rId9"/>
    <p:sldId id="377" r:id="rId10"/>
    <p:sldId id="381" r:id="rId11"/>
    <p:sldId id="383" r:id="rId12"/>
    <p:sldId id="384" r:id="rId13"/>
    <p:sldId id="378" r:id="rId14"/>
    <p:sldId id="382" r:id="rId15"/>
    <p:sldId id="380" r:id="rId16"/>
    <p:sldId id="379" r:id="rId17"/>
    <p:sldId id="36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gor Chernov" initials="IC" lastIdx="8" clrIdx="0">
    <p:extLst>
      <p:ext uri="{19B8F6BF-5375-455C-9EA6-DF929625EA0E}">
        <p15:presenceInfo xmlns:p15="http://schemas.microsoft.com/office/powerpoint/2012/main" userId="S::ichernov@wmo.int::0c229f36-d9ed-47a4-8043-f1b5ba734975" providerId="AD"/>
      </p:ext>
    </p:extLst>
  </p:cmAuthor>
  <p:cmAuthor id="2" name="Guest User" initials="GU" lastIdx="14" clrIdx="1">
    <p:extLst>
      <p:ext uri="{19B8F6BF-5375-455C-9EA6-DF929625EA0E}">
        <p15:presenceInfo xmlns:p15="http://schemas.microsoft.com/office/powerpoint/2012/main" userId="S::urn:spo:anon#371f6b56cde7231ebf900e9099166246fc0459f71c576db7df983312efcfc67e::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B64A"/>
    <a:srgbClr val="FFA514"/>
    <a:srgbClr val="00529C"/>
    <a:srgbClr val="674DFF"/>
    <a:srgbClr val="6E54FF"/>
    <a:srgbClr val="6E56F5"/>
    <a:srgbClr val="512AB5"/>
    <a:srgbClr val="6B3DE0"/>
    <a:srgbClr val="6D43E0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E29629-7BAF-4855-913B-CD3E85463594}" v="8" dt="2022-02-03T13:24:40.9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29" autoAdjust="0"/>
    <p:restoredTop sz="85294" autoAdjust="0"/>
  </p:normalViewPr>
  <p:slideViewPr>
    <p:cSldViewPr snapToGrid="0">
      <p:cViewPr>
        <p:scale>
          <a:sx n="66" d="100"/>
          <a:sy n="66" d="100"/>
        </p:scale>
        <p:origin x="922" y="46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Chernov" userId="0c229f36-d9ed-47a4-8043-f1b5ba734975" providerId="ADAL" clId="{91B56E08-ADCE-48EC-AD65-41B3BB875B93}"/>
    <pc:docChg chg="modSld">
      <pc:chgData name="Igor Chernov" userId="0c229f36-d9ed-47a4-8043-f1b5ba734975" providerId="ADAL" clId="{91B56E08-ADCE-48EC-AD65-41B3BB875B93}" dt="2022-02-03T13:25:49.098" v="0" actId="1076"/>
      <pc:docMkLst>
        <pc:docMk/>
      </pc:docMkLst>
      <pc:sldChg chg="modSp">
        <pc:chgData name="Igor Chernov" userId="0c229f36-d9ed-47a4-8043-f1b5ba734975" providerId="ADAL" clId="{91B56E08-ADCE-48EC-AD65-41B3BB875B93}" dt="2022-02-03T13:25:49.098" v="0" actId="1076"/>
        <pc:sldMkLst>
          <pc:docMk/>
          <pc:sldMk cId="4069910487" sldId="307"/>
        </pc:sldMkLst>
        <pc:spChg chg="mod">
          <ac:chgData name="Igor Chernov" userId="0c229f36-d9ed-47a4-8043-f1b5ba734975" providerId="ADAL" clId="{91B56E08-ADCE-48EC-AD65-41B3BB875B93}" dt="2022-02-03T13:25:49.098" v="0" actId="1076"/>
          <ac:spMkLst>
            <pc:docMk/>
            <pc:sldMk cId="4069910487" sldId="307"/>
            <ac:spMk id="12" creationId="{90826D7F-99BA-4A42-A219-7F387962CD13}"/>
          </ac:spMkLst>
        </pc:spChg>
      </pc:sldChg>
    </pc:docChg>
  </pc:docChgLst>
  <pc:docChgLst>
    <pc:chgData name="Igor Chernov" userId="0c229f36-d9ed-47a4-8043-f1b5ba734975" providerId="ADAL" clId="{056CA26B-DBD8-4420-B903-1CC21C9AB6FB}"/>
    <pc:docChg chg="undo delSld modSld sldOrd">
      <pc:chgData name="Igor Chernov" userId="0c229f36-d9ed-47a4-8043-f1b5ba734975" providerId="ADAL" clId="{056CA26B-DBD8-4420-B903-1CC21C9AB6FB}" dt="2021-08-24T12:41:09.140" v="15" actId="1076"/>
      <pc:docMkLst>
        <pc:docMk/>
      </pc:docMkLst>
      <pc:sldChg chg="addSp modSp">
        <pc:chgData name="Igor Chernov" userId="0c229f36-d9ed-47a4-8043-f1b5ba734975" providerId="ADAL" clId="{056CA26B-DBD8-4420-B903-1CC21C9AB6FB}" dt="2021-08-24T12:41:09.140" v="15" actId="1076"/>
        <pc:sldMkLst>
          <pc:docMk/>
          <pc:sldMk cId="911067385" sldId="261"/>
        </pc:sldMkLst>
        <pc:spChg chg="mod">
          <ac:chgData name="Igor Chernov" userId="0c229f36-d9ed-47a4-8043-f1b5ba734975" providerId="ADAL" clId="{056CA26B-DBD8-4420-B903-1CC21C9AB6FB}" dt="2021-08-24T12:40:53.352" v="10" actId="164"/>
          <ac:spMkLst>
            <pc:docMk/>
            <pc:sldMk cId="911067385" sldId="261"/>
            <ac:spMk id="4" creationId="{9B66DC93-30A2-4C1F-BE50-284B9360C147}"/>
          </ac:spMkLst>
        </pc:spChg>
        <pc:spChg chg="mod">
          <ac:chgData name="Igor Chernov" userId="0c229f36-d9ed-47a4-8043-f1b5ba734975" providerId="ADAL" clId="{056CA26B-DBD8-4420-B903-1CC21C9AB6FB}" dt="2021-08-24T12:41:01.117" v="13" actId="164"/>
          <ac:spMkLst>
            <pc:docMk/>
            <pc:sldMk cId="911067385" sldId="261"/>
            <ac:spMk id="14" creationId="{2B04DACD-4D07-4851-8EB7-25B34A986A42}"/>
          </ac:spMkLst>
        </pc:spChg>
        <pc:spChg chg="mod">
          <ac:chgData name="Igor Chernov" userId="0c229f36-d9ed-47a4-8043-f1b5ba734975" providerId="ADAL" clId="{056CA26B-DBD8-4420-B903-1CC21C9AB6FB}" dt="2021-08-24T12:41:01.117" v="13" actId="164"/>
          <ac:spMkLst>
            <pc:docMk/>
            <pc:sldMk cId="911067385" sldId="261"/>
            <ac:spMk id="20" creationId="{18C3E542-6C57-4675-A2DA-216E9B1BF119}"/>
          </ac:spMkLst>
        </pc:spChg>
        <pc:spChg chg="mod">
          <ac:chgData name="Igor Chernov" userId="0c229f36-d9ed-47a4-8043-f1b5ba734975" providerId="ADAL" clId="{056CA26B-DBD8-4420-B903-1CC21C9AB6FB}" dt="2021-08-24T12:40:53.352" v="10" actId="164"/>
          <ac:spMkLst>
            <pc:docMk/>
            <pc:sldMk cId="911067385" sldId="261"/>
            <ac:spMk id="39" creationId="{7ABC48A0-EE20-41AB-A167-534BA79A6DC1}"/>
          </ac:spMkLst>
        </pc:spChg>
        <pc:grpChg chg="add mod">
          <ac:chgData name="Igor Chernov" userId="0c229f36-d9ed-47a4-8043-f1b5ba734975" providerId="ADAL" clId="{056CA26B-DBD8-4420-B903-1CC21C9AB6FB}" dt="2021-08-24T12:41:01.117" v="13" actId="164"/>
          <ac:grpSpMkLst>
            <pc:docMk/>
            <pc:sldMk cId="911067385" sldId="261"/>
            <ac:grpSpMk id="3" creationId="{9A835446-C8AB-4787-940C-A9C401540168}"/>
          </ac:grpSpMkLst>
        </pc:grpChg>
        <pc:grpChg chg="add mod">
          <ac:chgData name="Igor Chernov" userId="0c229f36-d9ed-47a4-8043-f1b5ba734975" providerId="ADAL" clId="{056CA26B-DBD8-4420-B903-1CC21C9AB6FB}" dt="2021-08-24T12:41:09.140" v="15" actId="1076"/>
          <ac:grpSpMkLst>
            <pc:docMk/>
            <pc:sldMk cId="911067385" sldId="261"/>
            <ac:grpSpMk id="6" creationId="{BAF39611-0E28-4958-8FE3-F3B62F1187B5}"/>
          </ac:grpSpMkLst>
        </pc:grpChg>
        <pc:grpChg chg="mod">
          <ac:chgData name="Igor Chernov" userId="0c229f36-d9ed-47a4-8043-f1b5ba734975" providerId="ADAL" clId="{056CA26B-DBD8-4420-B903-1CC21C9AB6FB}" dt="2021-08-24T12:40:53.352" v="10" actId="164"/>
          <ac:grpSpMkLst>
            <pc:docMk/>
            <pc:sldMk cId="911067385" sldId="261"/>
            <ac:grpSpMk id="7" creationId="{AB14D7B4-D1B4-4685-BA95-E0FCD5A323CF}"/>
          </ac:grpSpMkLst>
        </pc:grpChg>
        <pc:grpChg chg="mod">
          <ac:chgData name="Igor Chernov" userId="0c229f36-d9ed-47a4-8043-f1b5ba734975" providerId="ADAL" clId="{056CA26B-DBD8-4420-B903-1CC21C9AB6FB}" dt="2021-08-24T12:40:53.352" v="10" actId="164"/>
          <ac:grpSpMkLst>
            <pc:docMk/>
            <pc:sldMk cId="911067385" sldId="261"/>
            <ac:grpSpMk id="13" creationId="{BD6BB37C-BC39-4D4B-A442-63730495495F}"/>
          </ac:grpSpMkLst>
        </pc:grpChg>
        <pc:grpChg chg="mod">
          <ac:chgData name="Igor Chernov" userId="0c229f36-d9ed-47a4-8043-f1b5ba734975" providerId="ADAL" clId="{056CA26B-DBD8-4420-B903-1CC21C9AB6FB}" dt="2021-08-24T12:40:53.352" v="10" actId="164"/>
          <ac:grpSpMkLst>
            <pc:docMk/>
            <pc:sldMk cId="911067385" sldId="261"/>
            <ac:grpSpMk id="15" creationId="{9267E8C5-F8DC-4789-A818-18B0A2DF04F6}"/>
          </ac:grpSpMkLst>
        </pc:grpChg>
        <pc:grpChg chg="mod">
          <ac:chgData name="Igor Chernov" userId="0c229f36-d9ed-47a4-8043-f1b5ba734975" providerId="ADAL" clId="{056CA26B-DBD8-4420-B903-1CC21C9AB6FB}" dt="2021-08-24T12:40:53.352" v="10" actId="164"/>
          <ac:grpSpMkLst>
            <pc:docMk/>
            <pc:sldMk cId="911067385" sldId="261"/>
            <ac:grpSpMk id="33" creationId="{662FA330-413F-49B8-971B-F59045AE8721}"/>
          </ac:grpSpMkLst>
        </pc:grpChg>
        <pc:grpChg chg="mod">
          <ac:chgData name="Igor Chernov" userId="0c229f36-d9ed-47a4-8043-f1b5ba734975" providerId="ADAL" clId="{056CA26B-DBD8-4420-B903-1CC21C9AB6FB}" dt="2021-08-24T12:40:53.352" v="10" actId="164"/>
          <ac:grpSpMkLst>
            <pc:docMk/>
            <pc:sldMk cId="911067385" sldId="261"/>
            <ac:grpSpMk id="34" creationId="{0F4B60F9-9B0F-4F6C-9B0B-E6AD6262D507}"/>
          </ac:grpSpMkLst>
        </pc:grpChg>
        <pc:picChg chg="mod">
          <ac:chgData name="Igor Chernov" userId="0c229f36-d9ed-47a4-8043-f1b5ba734975" providerId="ADAL" clId="{056CA26B-DBD8-4420-B903-1CC21C9AB6FB}" dt="2021-08-24T12:40:53.352" v="10" actId="164"/>
          <ac:picMkLst>
            <pc:docMk/>
            <pc:sldMk cId="911067385" sldId="261"/>
            <ac:picMk id="2" creationId="{82A7AD1A-6ECB-4777-8B58-F2ED40370B65}"/>
          </ac:picMkLst>
        </pc:picChg>
      </pc:sldChg>
      <pc:sldChg chg="ord">
        <pc:chgData name="Igor Chernov" userId="0c229f36-d9ed-47a4-8043-f1b5ba734975" providerId="ADAL" clId="{056CA26B-DBD8-4420-B903-1CC21C9AB6FB}" dt="2021-08-06T14:51:49.720" v="8"/>
        <pc:sldMkLst>
          <pc:docMk/>
          <pc:sldMk cId="2923265273" sldId="269"/>
        </pc:sldMkLst>
      </pc:sldChg>
      <pc:sldChg chg="del">
        <pc:chgData name="Igor Chernov" userId="0c229f36-d9ed-47a4-8043-f1b5ba734975" providerId="ADAL" clId="{056CA26B-DBD8-4420-B903-1CC21C9AB6FB}" dt="2021-08-06T14:49:40.279" v="1" actId="2696"/>
        <pc:sldMkLst>
          <pc:docMk/>
          <pc:sldMk cId="1197083354" sldId="306"/>
        </pc:sldMkLst>
      </pc:sldChg>
      <pc:sldChg chg="del">
        <pc:chgData name="Igor Chernov" userId="0c229f36-d9ed-47a4-8043-f1b5ba734975" providerId="ADAL" clId="{056CA26B-DBD8-4420-B903-1CC21C9AB6FB}" dt="2021-08-06T14:48:33.893" v="0" actId="2696"/>
        <pc:sldMkLst>
          <pc:docMk/>
          <pc:sldMk cId="3727305350" sldId="330"/>
        </pc:sldMkLst>
      </pc:sldChg>
      <pc:sldChg chg="ord">
        <pc:chgData name="Igor Chernov" userId="0c229f36-d9ed-47a4-8043-f1b5ba734975" providerId="ADAL" clId="{056CA26B-DBD8-4420-B903-1CC21C9AB6FB}" dt="2021-08-06T14:51:25.432" v="3"/>
        <pc:sldMkLst>
          <pc:docMk/>
          <pc:sldMk cId="2849194649" sldId="336"/>
        </pc:sldMkLst>
      </pc:sldChg>
      <pc:sldChg chg="ord">
        <pc:chgData name="Igor Chernov" userId="0c229f36-d9ed-47a4-8043-f1b5ba734975" providerId="ADAL" clId="{056CA26B-DBD8-4420-B903-1CC21C9AB6FB}" dt="2021-08-06T14:51:53.863" v="9"/>
        <pc:sldMkLst>
          <pc:docMk/>
          <pc:sldMk cId="246159766" sldId="339"/>
        </pc:sldMkLst>
      </pc:sldChg>
      <pc:sldChg chg="del">
        <pc:chgData name="Igor Chernov" userId="0c229f36-d9ed-47a4-8043-f1b5ba734975" providerId="ADAL" clId="{056CA26B-DBD8-4420-B903-1CC21C9AB6FB}" dt="2021-08-06T14:49:57.965" v="2" actId="2696"/>
        <pc:sldMkLst>
          <pc:docMk/>
          <pc:sldMk cId="1455501438" sldId="357"/>
        </pc:sldMkLst>
      </pc:sldChg>
    </pc:docChg>
  </pc:docChgLst>
  <pc:docChgLst>
    <pc:chgData name="Igor Chernov" userId="0c229f36-d9ed-47a4-8043-f1b5ba734975" providerId="ADAL" clId="{6226C0C3-5835-4ED6-9E23-E9641E98E44B}"/>
    <pc:docChg chg="undo modSld">
      <pc:chgData name="Igor Chernov" userId="0c229f36-d9ed-47a4-8043-f1b5ba734975" providerId="ADAL" clId="{6226C0C3-5835-4ED6-9E23-E9641E98E44B}" dt="2021-12-21T20:58:14.236" v="7" actId="165"/>
      <pc:docMkLst>
        <pc:docMk/>
      </pc:docMkLst>
      <pc:sldChg chg="addSp delSp modSp modAnim">
        <pc:chgData name="Igor Chernov" userId="0c229f36-d9ed-47a4-8043-f1b5ba734975" providerId="ADAL" clId="{6226C0C3-5835-4ED6-9E23-E9641E98E44B}" dt="2021-12-21T20:58:14.236" v="7" actId="165"/>
        <pc:sldMkLst>
          <pc:docMk/>
          <pc:sldMk cId="3266341589" sldId="297"/>
        </pc:sldMkLst>
        <pc:spChg chg="mod topLvl">
          <ac:chgData name="Igor Chernov" userId="0c229f36-d9ed-47a4-8043-f1b5ba734975" providerId="ADAL" clId="{6226C0C3-5835-4ED6-9E23-E9641E98E44B}" dt="2021-12-21T20:58:14.236" v="7" actId="165"/>
          <ac:spMkLst>
            <pc:docMk/>
            <pc:sldMk cId="3266341589" sldId="297"/>
            <ac:spMk id="41" creationId="{D2D7DC51-FE69-4AB3-BFC8-5496FB5CF650}"/>
          </ac:spMkLst>
        </pc:spChg>
        <pc:grpChg chg="add del mod">
          <ac:chgData name="Igor Chernov" userId="0c229f36-d9ed-47a4-8043-f1b5ba734975" providerId="ADAL" clId="{6226C0C3-5835-4ED6-9E23-E9641E98E44B}" dt="2021-12-21T20:58:14.236" v="7" actId="165"/>
          <ac:grpSpMkLst>
            <pc:docMk/>
            <pc:sldMk cId="3266341589" sldId="297"/>
            <ac:grpSpMk id="20" creationId="{10B6C023-6DD8-43FE-8E48-C37BFC2B37E4}"/>
          </ac:grpSpMkLst>
        </pc:grpChg>
        <pc:picChg chg="mod topLvl">
          <ac:chgData name="Igor Chernov" userId="0c229f36-d9ed-47a4-8043-f1b5ba734975" providerId="ADAL" clId="{6226C0C3-5835-4ED6-9E23-E9641E98E44B}" dt="2021-12-21T20:58:14.236" v="7" actId="165"/>
          <ac:picMkLst>
            <pc:docMk/>
            <pc:sldMk cId="3266341589" sldId="297"/>
            <ac:picMk id="16" creationId="{5B6B81D4-C7D9-472D-896D-9425CFD5EE06}"/>
          </ac:picMkLst>
        </pc:picChg>
      </pc:sldChg>
    </pc:docChg>
  </pc:docChgLst>
  <pc:docChgLst>
    <pc:chgData name="Igor Chernov" userId="0c229f36-d9ed-47a4-8043-f1b5ba734975" providerId="ADAL" clId="{41F706AC-7512-40B5-8CBE-1640BBB82CA4}"/>
    <pc:docChg chg="undo custSel modSld">
      <pc:chgData name="Igor Chernov" userId="0c229f36-d9ed-47a4-8043-f1b5ba734975" providerId="ADAL" clId="{41F706AC-7512-40B5-8CBE-1640BBB82CA4}" dt="2021-08-02T10:04:04.990" v="122" actId="478"/>
      <pc:docMkLst>
        <pc:docMk/>
      </pc:docMkLst>
      <pc:sldChg chg="modSp">
        <pc:chgData name="Igor Chernov" userId="0c229f36-d9ed-47a4-8043-f1b5ba734975" providerId="ADAL" clId="{41F706AC-7512-40B5-8CBE-1640BBB82CA4}" dt="2021-07-16T13:06:37.660" v="70" actId="1076"/>
        <pc:sldMkLst>
          <pc:docMk/>
          <pc:sldMk cId="63687114" sldId="304"/>
        </pc:sldMkLst>
        <pc:spChg chg="mod">
          <ac:chgData name="Igor Chernov" userId="0c229f36-d9ed-47a4-8043-f1b5ba734975" providerId="ADAL" clId="{41F706AC-7512-40B5-8CBE-1640BBB82CA4}" dt="2021-07-16T13:06:27.982" v="68" actId="1076"/>
          <ac:spMkLst>
            <pc:docMk/>
            <pc:sldMk cId="63687114" sldId="304"/>
            <ac:spMk id="14" creationId="{49F84DEC-413C-4F44-A098-4487BC818B16}"/>
          </ac:spMkLst>
        </pc:spChg>
        <pc:spChg chg="mod">
          <ac:chgData name="Igor Chernov" userId="0c229f36-d9ed-47a4-8043-f1b5ba734975" providerId="ADAL" clId="{41F706AC-7512-40B5-8CBE-1640BBB82CA4}" dt="2021-07-16T13:06:31.715" v="69" actId="1076"/>
          <ac:spMkLst>
            <pc:docMk/>
            <pc:sldMk cId="63687114" sldId="304"/>
            <ac:spMk id="15" creationId="{4ECE5263-B564-43A2-AE07-1CF45E3DE058}"/>
          </ac:spMkLst>
        </pc:spChg>
        <pc:spChg chg="mod">
          <ac:chgData name="Igor Chernov" userId="0c229f36-d9ed-47a4-8043-f1b5ba734975" providerId="ADAL" clId="{41F706AC-7512-40B5-8CBE-1640BBB82CA4}" dt="2021-07-16T13:06:37.660" v="70" actId="1076"/>
          <ac:spMkLst>
            <pc:docMk/>
            <pc:sldMk cId="63687114" sldId="304"/>
            <ac:spMk id="16" creationId="{06B51891-874C-4F53-B646-2233257F5262}"/>
          </ac:spMkLst>
        </pc:spChg>
      </pc:sldChg>
      <pc:sldChg chg="addSp delSp modSp modAnim">
        <pc:chgData name="Igor Chernov" userId="0c229f36-d9ed-47a4-8043-f1b5ba734975" providerId="ADAL" clId="{41F706AC-7512-40B5-8CBE-1640BBB82CA4}" dt="2021-08-02T10:04:04.990" v="122" actId="478"/>
        <pc:sldMkLst>
          <pc:docMk/>
          <pc:sldMk cId="246159766" sldId="339"/>
        </pc:sldMkLst>
        <pc:spChg chg="add del">
          <ac:chgData name="Igor Chernov" userId="0c229f36-d9ed-47a4-8043-f1b5ba734975" providerId="ADAL" clId="{41F706AC-7512-40B5-8CBE-1640BBB82CA4}" dt="2021-08-02T10:04:04.990" v="122" actId="478"/>
          <ac:spMkLst>
            <pc:docMk/>
            <pc:sldMk cId="246159766" sldId="339"/>
            <ac:spMk id="2" creationId="{BEAB8750-FDE3-4D01-BEF9-315928C99515}"/>
          </ac:spMkLst>
        </pc:spChg>
        <pc:spChg chg="mod">
          <ac:chgData name="Igor Chernov" userId="0c229f36-d9ed-47a4-8043-f1b5ba734975" providerId="ADAL" clId="{41F706AC-7512-40B5-8CBE-1640BBB82CA4}" dt="2021-08-02T10:04:01.481" v="105" actId="164"/>
          <ac:spMkLst>
            <pc:docMk/>
            <pc:sldMk cId="246159766" sldId="339"/>
            <ac:spMk id="28" creationId="{8C889162-87E2-4C5A-A324-D490F906CB04}"/>
          </ac:spMkLst>
        </pc:spChg>
        <pc:spChg chg="add del mod">
          <ac:chgData name="Igor Chernov" userId="0c229f36-d9ed-47a4-8043-f1b5ba734975" providerId="ADAL" clId="{41F706AC-7512-40B5-8CBE-1640BBB82CA4}" dt="2021-08-02T10:04:04.755" v="121"/>
          <ac:spMkLst>
            <pc:docMk/>
            <pc:sldMk cId="246159766" sldId="339"/>
            <ac:spMk id="72" creationId="{13547A0B-85C1-489F-9948-B02F9E78AC80}"/>
          </ac:spMkLst>
        </pc:spChg>
        <pc:spChg chg="add del mod">
          <ac:chgData name="Igor Chernov" userId="0c229f36-d9ed-47a4-8043-f1b5ba734975" providerId="ADAL" clId="{41F706AC-7512-40B5-8CBE-1640BBB82CA4}" dt="2021-08-02T10:04:04.755" v="121"/>
          <ac:spMkLst>
            <pc:docMk/>
            <pc:sldMk cId="246159766" sldId="339"/>
            <ac:spMk id="74" creationId="{CB53774F-F39F-406F-BDF8-E40A559633ED}"/>
          </ac:spMkLst>
        </pc:spChg>
        <pc:spChg chg="add del mod">
          <ac:chgData name="Igor Chernov" userId="0c229f36-d9ed-47a4-8043-f1b5ba734975" providerId="ADAL" clId="{41F706AC-7512-40B5-8CBE-1640BBB82CA4}" dt="2021-08-02T10:04:04.755" v="121"/>
          <ac:spMkLst>
            <pc:docMk/>
            <pc:sldMk cId="246159766" sldId="339"/>
            <ac:spMk id="81" creationId="{48C49DFD-3E2D-424D-93AD-485248434316}"/>
          </ac:spMkLst>
        </pc:spChg>
        <pc:spChg chg="add del mod">
          <ac:chgData name="Igor Chernov" userId="0c229f36-d9ed-47a4-8043-f1b5ba734975" providerId="ADAL" clId="{41F706AC-7512-40B5-8CBE-1640BBB82CA4}" dt="2021-08-02T10:04:04.755" v="121"/>
          <ac:spMkLst>
            <pc:docMk/>
            <pc:sldMk cId="246159766" sldId="339"/>
            <ac:spMk id="82" creationId="{8CBFE5D8-03E4-4F6A-826E-B41D1921A5D6}"/>
          </ac:spMkLst>
        </pc:spChg>
        <pc:spChg chg="add del mod">
          <ac:chgData name="Igor Chernov" userId="0c229f36-d9ed-47a4-8043-f1b5ba734975" providerId="ADAL" clId="{41F706AC-7512-40B5-8CBE-1640BBB82CA4}" dt="2021-08-02T10:04:04.755" v="121"/>
          <ac:spMkLst>
            <pc:docMk/>
            <pc:sldMk cId="246159766" sldId="339"/>
            <ac:spMk id="83" creationId="{8FC008B8-7322-4137-8511-EC68132079EE}"/>
          </ac:spMkLst>
        </pc:spChg>
        <pc:grpChg chg="add mod">
          <ac:chgData name="Igor Chernov" userId="0c229f36-d9ed-47a4-8043-f1b5ba734975" providerId="ADAL" clId="{41F706AC-7512-40B5-8CBE-1640BBB82CA4}" dt="2021-08-02T10:04:01.481" v="105" actId="164"/>
          <ac:grpSpMkLst>
            <pc:docMk/>
            <pc:sldMk cId="246159766" sldId="339"/>
            <ac:grpSpMk id="3" creationId="{97F9D19B-B021-4118-BB99-3CB26F95A551}"/>
          </ac:grpSpMkLst>
        </pc:grpChg>
        <pc:grpChg chg="mod">
          <ac:chgData name="Igor Chernov" userId="0c229f36-d9ed-47a4-8043-f1b5ba734975" providerId="ADAL" clId="{41F706AC-7512-40B5-8CBE-1640BBB82CA4}" dt="2021-08-02T10:04:00.953" v="104" actId="1076"/>
          <ac:grpSpMkLst>
            <pc:docMk/>
            <pc:sldMk cId="246159766" sldId="339"/>
            <ac:grpSpMk id="13" creationId="{09815CBD-BD5A-4DC3-BF94-6130B56AE1D6}"/>
          </ac:grpSpMkLst>
        </pc:grpChg>
        <pc:grpChg chg="mod">
          <ac:chgData name="Igor Chernov" userId="0c229f36-d9ed-47a4-8043-f1b5ba734975" providerId="ADAL" clId="{41F706AC-7512-40B5-8CBE-1640BBB82CA4}" dt="2021-08-02T10:04:00.953" v="104" actId="1076"/>
          <ac:grpSpMkLst>
            <pc:docMk/>
            <pc:sldMk cId="246159766" sldId="339"/>
            <ac:grpSpMk id="14" creationId="{AB1B5470-3180-4B44-8E34-3CA2B2F90534}"/>
          </ac:grpSpMkLst>
        </pc:grpChg>
        <pc:grpChg chg="mod">
          <ac:chgData name="Igor Chernov" userId="0c229f36-d9ed-47a4-8043-f1b5ba734975" providerId="ADAL" clId="{41F706AC-7512-40B5-8CBE-1640BBB82CA4}" dt="2021-08-02T10:04:00.953" v="104" actId="1076"/>
          <ac:grpSpMkLst>
            <pc:docMk/>
            <pc:sldMk cId="246159766" sldId="339"/>
            <ac:grpSpMk id="15" creationId="{486FCAC5-4D8F-4D70-B72C-604F16AE8B4D}"/>
          </ac:grpSpMkLst>
        </pc:grpChg>
        <pc:grpChg chg="mod">
          <ac:chgData name="Igor Chernov" userId="0c229f36-d9ed-47a4-8043-f1b5ba734975" providerId="ADAL" clId="{41F706AC-7512-40B5-8CBE-1640BBB82CA4}" dt="2021-08-02T10:04:00.953" v="104" actId="1076"/>
          <ac:grpSpMkLst>
            <pc:docMk/>
            <pc:sldMk cId="246159766" sldId="339"/>
            <ac:grpSpMk id="18" creationId="{40104F49-C17A-4D22-8E65-ED29DB1C30DA}"/>
          </ac:grpSpMkLst>
        </pc:grpChg>
        <pc:grpChg chg="mod">
          <ac:chgData name="Igor Chernov" userId="0c229f36-d9ed-47a4-8043-f1b5ba734975" providerId="ADAL" clId="{41F706AC-7512-40B5-8CBE-1640BBB82CA4}" dt="2021-08-02T10:04:00.953" v="104" actId="1076"/>
          <ac:grpSpMkLst>
            <pc:docMk/>
            <pc:sldMk cId="246159766" sldId="339"/>
            <ac:grpSpMk id="24" creationId="{A047B25A-9C1A-4B93-80CB-0F4BDC9ABC4F}"/>
          </ac:grpSpMkLst>
        </pc:grpChg>
        <pc:grpChg chg="mod">
          <ac:chgData name="Igor Chernov" userId="0c229f36-d9ed-47a4-8043-f1b5ba734975" providerId="ADAL" clId="{41F706AC-7512-40B5-8CBE-1640BBB82CA4}" dt="2021-08-02T10:04:00.953" v="104" actId="1076"/>
          <ac:grpSpMkLst>
            <pc:docMk/>
            <pc:sldMk cId="246159766" sldId="339"/>
            <ac:grpSpMk id="25" creationId="{07C18D5B-6B8D-4497-A938-724CDF7DE50E}"/>
          </ac:grpSpMkLst>
        </pc:grpChg>
        <pc:grpChg chg="mod">
          <ac:chgData name="Igor Chernov" userId="0c229f36-d9ed-47a4-8043-f1b5ba734975" providerId="ADAL" clId="{41F706AC-7512-40B5-8CBE-1640BBB82CA4}" dt="2021-08-02T10:04:00.953" v="104" actId="1076"/>
          <ac:grpSpMkLst>
            <pc:docMk/>
            <pc:sldMk cId="246159766" sldId="339"/>
            <ac:grpSpMk id="26" creationId="{A1987229-9CDB-426F-A5F9-182B10B27AA8}"/>
          </ac:grpSpMkLst>
        </pc:grpChg>
        <pc:grpChg chg="mod">
          <ac:chgData name="Igor Chernov" userId="0c229f36-d9ed-47a4-8043-f1b5ba734975" providerId="ADAL" clId="{41F706AC-7512-40B5-8CBE-1640BBB82CA4}" dt="2021-08-02T10:04:01.481" v="105" actId="164"/>
          <ac:grpSpMkLst>
            <pc:docMk/>
            <pc:sldMk cId="246159766" sldId="339"/>
            <ac:grpSpMk id="27" creationId="{4022D4B8-77D4-4AD6-B206-CFC0BADDBE14}"/>
          </ac:grpSpMkLst>
        </pc:grpChg>
        <pc:grpChg chg="mod">
          <ac:chgData name="Igor Chernov" userId="0c229f36-d9ed-47a4-8043-f1b5ba734975" providerId="ADAL" clId="{41F706AC-7512-40B5-8CBE-1640BBB82CA4}" dt="2021-08-02T10:04:00.953" v="104" actId="1076"/>
          <ac:grpSpMkLst>
            <pc:docMk/>
            <pc:sldMk cId="246159766" sldId="339"/>
            <ac:grpSpMk id="31" creationId="{524B194D-A42E-4603-8484-1C16E7A7D631}"/>
          </ac:grpSpMkLst>
        </pc:grpChg>
        <pc:grpChg chg="mod">
          <ac:chgData name="Igor Chernov" userId="0c229f36-d9ed-47a4-8043-f1b5ba734975" providerId="ADAL" clId="{41F706AC-7512-40B5-8CBE-1640BBB82CA4}" dt="2021-08-02T10:04:00.953" v="104" actId="1076"/>
          <ac:grpSpMkLst>
            <pc:docMk/>
            <pc:sldMk cId="246159766" sldId="339"/>
            <ac:grpSpMk id="32" creationId="{6CBA6A56-2213-444F-8E16-B41F683CF8CC}"/>
          </ac:grpSpMkLst>
        </pc:grpChg>
        <pc:grpChg chg="mod">
          <ac:chgData name="Igor Chernov" userId="0c229f36-d9ed-47a4-8043-f1b5ba734975" providerId="ADAL" clId="{41F706AC-7512-40B5-8CBE-1640BBB82CA4}" dt="2021-08-02T10:04:00.953" v="104" actId="1076"/>
          <ac:grpSpMkLst>
            <pc:docMk/>
            <pc:sldMk cId="246159766" sldId="339"/>
            <ac:grpSpMk id="33" creationId="{12EE6F94-ABE1-4172-8B1C-3C8140038A65}"/>
          </ac:grpSpMkLst>
        </pc:grpChg>
        <pc:grpChg chg="mod">
          <ac:chgData name="Igor Chernov" userId="0c229f36-d9ed-47a4-8043-f1b5ba734975" providerId="ADAL" clId="{41F706AC-7512-40B5-8CBE-1640BBB82CA4}" dt="2021-08-02T10:04:04.369" v="119" actId="1076"/>
          <ac:grpSpMkLst>
            <pc:docMk/>
            <pc:sldMk cId="246159766" sldId="339"/>
            <ac:grpSpMk id="34" creationId="{2DD2AD0D-00F5-4AE5-9FE8-B157D9F2571E}"/>
          </ac:grpSpMkLst>
        </pc:grpChg>
        <pc:grpChg chg="mod">
          <ac:chgData name="Igor Chernov" userId="0c229f36-d9ed-47a4-8043-f1b5ba734975" providerId="ADAL" clId="{41F706AC-7512-40B5-8CBE-1640BBB82CA4}" dt="2021-08-02T10:04:00.953" v="104" actId="1076"/>
          <ac:grpSpMkLst>
            <pc:docMk/>
            <pc:sldMk cId="246159766" sldId="339"/>
            <ac:grpSpMk id="35" creationId="{61FED582-75F3-411A-A086-CE52591B721E}"/>
          </ac:grpSpMkLst>
        </pc:grpChg>
        <pc:grpChg chg="mod">
          <ac:chgData name="Igor Chernov" userId="0c229f36-d9ed-47a4-8043-f1b5ba734975" providerId="ADAL" clId="{41F706AC-7512-40B5-8CBE-1640BBB82CA4}" dt="2021-08-02T10:04:00.953" v="104" actId="1076"/>
          <ac:grpSpMkLst>
            <pc:docMk/>
            <pc:sldMk cId="246159766" sldId="339"/>
            <ac:grpSpMk id="36" creationId="{B77C653D-EDA2-449B-AF94-2692E7B2AE06}"/>
          </ac:grpSpMkLst>
        </pc:grpChg>
        <pc:grpChg chg="mod">
          <ac:chgData name="Igor Chernov" userId="0c229f36-d9ed-47a4-8043-f1b5ba734975" providerId="ADAL" clId="{41F706AC-7512-40B5-8CBE-1640BBB82CA4}" dt="2021-08-02T10:04:00.953" v="104" actId="1076"/>
          <ac:grpSpMkLst>
            <pc:docMk/>
            <pc:sldMk cId="246159766" sldId="339"/>
            <ac:grpSpMk id="37" creationId="{87E24518-2F93-440B-8DE1-BB421073D687}"/>
          </ac:grpSpMkLst>
        </pc:grpChg>
        <pc:grpChg chg="mod">
          <ac:chgData name="Igor Chernov" userId="0c229f36-d9ed-47a4-8043-f1b5ba734975" providerId="ADAL" clId="{41F706AC-7512-40B5-8CBE-1640BBB82CA4}" dt="2021-08-02T10:04:00.953" v="104" actId="1076"/>
          <ac:grpSpMkLst>
            <pc:docMk/>
            <pc:sldMk cId="246159766" sldId="339"/>
            <ac:grpSpMk id="38" creationId="{4BEF8C96-55EA-4AD7-93AB-BF7E60CB8848}"/>
          </ac:grpSpMkLst>
        </pc:grpChg>
        <pc:grpChg chg="mod">
          <ac:chgData name="Igor Chernov" userId="0c229f36-d9ed-47a4-8043-f1b5ba734975" providerId="ADAL" clId="{41F706AC-7512-40B5-8CBE-1640BBB82CA4}" dt="2021-08-02T10:04:01.481" v="105" actId="164"/>
          <ac:grpSpMkLst>
            <pc:docMk/>
            <pc:sldMk cId="246159766" sldId="339"/>
            <ac:grpSpMk id="39" creationId="{26CCBEE1-2493-4880-90E0-DDD0AE994D57}"/>
          </ac:grpSpMkLst>
        </pc:grpChg>
        <pc:grpChg chg="mod">
          <ac:chgData name="Igor Chernov" userId="0c229f36-d9ed-47a4-8043-f1b5ba734975" providerId="ADAL" clId="{41F706AC-7512-40B5-8CBE-1640BBB82CA4}" dt="2021-08-02T10:04:00.953" v="104" actId="1076"/>
          <ac:grpSpMkLst>
            <pc:docMk/>
            <pc:sldMk cId="246159766" sldId="339"/>
            <ac:grpSpMk id="75" creationId="{3345726E-AE37-40ED-A163-C74FE9E7AE7A}"/>
          </ac:grpSpMkLst>
        </pc:grpChg>
        <pc:grpChg chg="mod">
          <ac:chgData name="Igor Chernov" userId="0c229f36-d9ed-47a4-8043-f1b5ba734975" providerId="ADAL" clId="{41F706AC-7512-40B5-8CBE-1640BBB82CA4}" dt="2021-08-02T10:04:00.953" v="104" actId="1076"/>
          <ac:grpSpMkLst>
            <pc:docMk/>
            <pc:sldMk cId="246159766" sldId="339"/>
            <ac:grpSpMk id="76" creationId="{55586BEB-E25F-4C94-9D93-5B8B4332FA3E}"/>
          </ac:grpSpMkLst>
        </pc:grpChg>
        <pc:grpChg chg="mod">
          <ac:chgData name="Igor Chernov" userId="0c229f36-d9ed-47a4-8043-f1b5ba734975" providerId="ADAL" clId="{41F706AC-7512-40B5-8CBE-1640BBB82CA4}" dt="2021-08-02T10:04:00.953" v="104" actId="1076"/>
          <ac:grpSpMkLst>
            <pc:docMk/>
            <pc:sldMk cId="246159766" sldId="339"/>
            <ac:grpSpMk id="125" creationId="{71278630-FB6F-4BE6-ABBC-C1035387CAEF}"/>
          </ac:grpSpMkLst>
        </pc:grpChg>
        <pc:grpChg chg="mod">
          <ac:chgData name="Igor Chernov" userId="0c229f36-d9ed-47a4-8043-f1b5ba734975" providerId="ADAL" clId="{41F706AC-7512-40B5-8CBE-1640BBB82CA4}" dt="2021-08-02T10:04:00.953" v="104" actId="1076"/>
          <ac:grpSpMkLst>
            <pc:docMk/>
            <pc:sldMk cId="246159766" sldId="339"/>
            <ac:grpSpMk id="126" creationId="{6ED4BFB2-ECD9-45E4-AB4B-34F7E5CA9DEB}"/>
          </ac:grpSpMkLst>
        </pc:grpChg>
        <pc:grpChg chg="mod">
          <ac:chgData name="Igor Chernov" userId="0c229f36-d9ed-47a4-8043-f1b5ba734975" providerId="ADAL" clId="{41F706AC-7512-40B5-8CBE-1640BBB82CA4}" dt="2021-08-02T10:04:00.953" v="104" actId="1076"/>
          <ac:grpSpMkLst>
            <pc:docMk/>
            <pc:sldMk cId="246159766" sldId="339"/>
            <ac:grpSpMk id="132" creationId="{7C3B6C55-DB50-4CE9-BB7C-063A865501D4}"/>
          </ac:grpSpMkLst>
        </pc:grpChg>
        <pc:grpChg chg="mod">
          <ac:chgData name="Igor Chernov" userId="0c229f36-d9ed-47a4-8043-f1b5ba734975" providerId="ADAL" clId="{41F706AC-7512-40B5-8CBE-1640BBB82CA4}" dt="2021-08-02T10:04:00.953" v="104" actId="1076"/>
          <ac:grpSpMkLst>
            <pc:docMk/>
            <pc:sldMk cId="246159766" sldId="339"/>
            <ac:grpSpMk id="140" creationId="{EE6C10FA-D3A1-4E65-945B-B486CF3A1B80}"/>
          </ac:grpSpMkLst>
        </pc:grpChg>
        <pc:grpChg chg="mod">
          <ac:chgData name="Igor Chernov" userId="0c229f36-d9ed-47a4-8043-f1b5ba734975" providerId="ADAL" clId="{41F706AC-7512-40B5-8CBE-1640BBB82CA4}" dt="2021-08-02T10:04:00.953" v="104" actId="1076"/>
          <ac:grpSpMkLst>
            <pc:docMk/>
            <pc:sldMk cId="246159766" sldId="339"/>
            <ac:grpSpMk id="145" creationId="{E0FA999C-3DEF-428D-AC99-793CCEAF1D6C}"/>
          </ac:grpSpMkLst>
        </pc:grpChg>
        <pc:grpChg chg="mod">
          <ac:chgData name="Igor Chernov" userId="0c229f36-d9ed-47a4-8043-f1b5ba734975" providerId="ADAL" clId="{41F706AC-7512-40B5-8CBE-1640BBB82CA4}" dt="2021-08-02T10:04:00.953" v="104" actId="1076"/>
          <ac:grpSpMkLst>
            <pc:docMk/>
            <pc:sldMk cId="246159766" sldId="339"/>
            <ac:grpSpMk id="147" creationId="{4528184E-90D3-4B8D-A15E-0B13A870299F}"/>
          </ac:grpSpMkLst>
        </pc:grpChg>
      </pc:sldChg>
      <pc:sldChg chg="modSp">
        <pc:chgData name="Igor Chernov" userId="0c229f36-d9ed-47a4-8043-f1b5ba734975" providerId="ADAL" clId="{41F706AC-7512-40B5-8CBE-1640BBB82CA4}" dt="2021-07-16T13:06:50.370" v="73" actId="1076"/>
        <pc:sldMkLst>
          <pc:docMk/>
          <pc:sldMk cId="1670336433" sldId="341"/>
        </pc:sldMkLst>
        <pc:spChg chg="mod">
          <ac:chgData name="Igor Chernov" userId="0c229f36-d9ed-47a4-8043-f1b5ba734975" providerId="ADAL" clId="{41F706AC-7512-40B5-8CBE-1640BBB82CA4}" dt="2021-07-16T13:06:47.532" v="72" actId="1076"/>
          <ac:spMkLst>
            <pc:docMk/>
            <pc:sldMk cId="1670336433" sldId="341"/>
            <ac:spMk id="13" creationId="{3E865352-7614-405E-8C26-C4506D946BD7}"/>
          </ac:spMkLst>
        </pc:spChg>
        <pc:spChg chg="mod">
          <ac:chgData name="Igor Chernov" userId="0c229f36-d9ed-47a4-8043-f1b5ba734975" providerId="ADAL" clId="{41F706AC-7512-40B5-8CBE-1640BBB82CA4}" dt="2021-07-16T13:06:44.195" v="71" actId="1076"/>
          <ac:spMkLst>
            <pc:docMk/>
            <pc:sldMk cId="1670336433" sldId="341"/>
            <ac:spMk id="17" creationId="{E64505F7-8023-47C7-BA64-DE89E4BDBDFF}"/>
          </ac:spMkLst>
        </pc:spChg>
        <pc:spChg chg="mod">
          <ac:chgData name="Igor Chernov" userId="0c229f36-d9ed-47a4-8043-f1b5ba734975" providerId="ADAL" clId="{41F706AC-7512-40B5-8CBE-1640BBB82CA4}" dt="2021-07-16T13:06:50.370" v="73" actId="1076"/>
          <ac:spMkLst>
            <pc:docMk/>
            <pc:sldMk cId="1670336433" sldId="341"/>
            <ac:spMk id="18" creationId="{3048C437-D1D6-45A6-B533-6669BF37C098}"/>
          </ac:spMkLst>
        </pc:spChg>
      </pc:sldChg>
      <pc:sldChg chg="modSp">
        <pc:chgData name="Igor Chernov" userId="0c229f36-d9ed-47a4-8043-f1b5ba734975" providerId="ADAL" clId="{41F706AC-7512-40B5-8CBE-1640BBB82CA4}" dt="2021-07-16T13:00:36.159" v="21" actId="1076"/>
        <pc:sldMkLst>
          <pc:docMk/>
          <pc:sldMk cId="2388258656" sldId="363"/>
        </pc:sldMkLst>
        <pc:spChg chg="mod">
          <ac:chgData name="Igor Chernov" userId="0c229f36-d9ed-47a4-8043-f1b5ba734975" providerId="ADAL" clId="{41F706AC-7512-40B5-8CBE-1640BBB82CA4}" dt="2021-07-16T13:00:33.125" v="20" actId="1076"/>
          <ac:spMkLst>
            <pc:docMk/>
            <pc:sldMk cId="2388258656" sldId="363"/>
            <ac:spMk id="29" creationId="{20E9B654-2108-4B07-8B68-512939A3B1A6}"/>
          </ac:spMkLst>
        </pc:spChg>
        <pc:picChg chg="mod">
          <ac:chgData name="Igor Chernov" userId="0c229f36-d9ed-47a4-8043-f1b5ba734975" providerId="ADAL" clId="{41F706AC-7512-40B5-8CBE-1640BBB82CA4}" dt="2021-07-16T13:00:36.159" v="21" actId="1076"/>
          <ac:picMkLst>
            <pc:docMk/>
            <pc:sldMk cId="2388258656" sldId="363"/>
            <ac:picMk id="10" creationId="{52BC89CD-451B-42D0-A6E0-154C2C216356}"/>
          </ac:picMkLst>
        </pc:picChg>
      </pc:sldChg>
      <pc:sldChg chg="modSp">
        <pc:chgData name="Igor Chernov" userId="0c229f36-d9ed-47a4-8043-f1b5ba734975" providerId="ADAL" clId="{41F706AC-7512-40B5-8CBE-1640BBB82CA4}" dt="2021-07-16T12:57:59.683" v="4" actId="1036"/>
        <pc:sldMkLst>
          <pc:docMk/>
          <pc:sldMk cId="2819723511" sldId="367"/>
        </pc:sldMkLst>
        <pc:spChg chg="mod">
          <ac:chgData name="Igor Chernov" userId="0c229f36-d9ed-47a4-8043-f1b5ba734975" providerId="ADAL" clId="{41F706AC-7512-40B5-8CBE-1640BBB82CA4}" dt="2021-07-16T12:57:59.683" v="4" actId="1036"/>
          <ac:spMkLst>
            <pc:docMk/>
            <pc:sldMk cId="2819723511" sldId="367"/>
            <ac:spMk id="14" creationId="{87FA9E2A-AD95-43C9-BA6B-EC3F8ED2EB1D}"/>
          </ac:spMkLst>
        </pc:spChg>
      </pc:sldChg>
      <pc:sldChg chg="addSp modSp modAnim">
        <pc:chgData name="Igor Chernov" userId="0c229f36-d9ed-47a4-8043-f1b5ba734975" providerId="ADAL" clId="{41F706AC-7512-40B5-8CBE-1640BBB82CA4}" dt="2021-07-16T13:05:34.500" v="67"/>
        <pc:sldMkLst>
          <pc:docMk/>
          <pc:sldMk cId="3838313384" sldId="370"/>
        </pc:sldMkLst>
        <pc:grpChg chg="mod">
          <ac:chgData name="Igor Chernov" userId="0c229f36-d9ed-47a4-8043-f1b5ba734975" providerId="ADAL" clId="{41F706AC-7512-40B5-8CBE-1640BBB82CA4}" dt="2021-07-16T13:05:25.007" v="57" actId="164"/>
          <ac:grpSpMkLst>
            <pc:docMk/>
            <pc:sldMk cId="3838313384" sldId="370"/>
            <ac:grpSpMk id="6" creationId="{E3FEA18C-A008-4E09-B8DE-370CBFD1E2F5}"/>
          </ac:grpSpMkLst>
        </pc:grpChg>
        <pc:grpChg chg="mod">
          <ac:chgData name="Igor Chernov" userId="0c229f36-d9ed-47a4-8043-f1b5ba734975" providerId="ADAL" clId="{41F706AC-7512-40B5-8CBE-1640BBB82CA4}" dt="2021-07-16T13:05:25.007" v="57" actId="164"/>
          <ac:grpSpMkLst>
            <pc:docMk/>
            <pc:sldMk cId="3838313384" sldId="370"/>
            <ac:grpSpMk id="10" creationId="{5710F92C-201E-4B1D-909C-3DFCB37AD13D}"/>
          </ac:grpSpMkLst>
        </pc:grpChg>
        <pc:grpChg chg="mod">
          <ac:chgData name="Igor Chernov" userId="0c229f36-d9ed-47a4-8043-f1b5ba734975" providerId="ADAL" clId="{41F706AC-7512-40B5-8CBE-1640BBB82CA4}" dt="2021-07-16T13:05:25.007" v="57" actId="164"/>
          <ac:grpSpMkLst>
            <pc:docMk/>
            <pc:sldMk cId="3838313384" sldId="370"/>
            <ac:grpSpMk id="11" creationId="{0C4CE148-AE22-4E58-867F-2DA08404E45C}"/>
          </ac:grpSpMkLst>
        </pc:grpChg>
        <pc:grpChg chg="add mod">
          <ac:chgData name="Igor Chernov" userId="0c229f36-d9ed-47a4-8043-f1b5ba734975" providerId="ADAL" clId="{41F706AC-7512-40B5-8CBE-1640BBB82CA4}" dt="2021-07-16T13:05:25.007" v="57" actId="164"/>
          <ac:grpSpMkLst>
            <pc:docMk/>
            <pc:sldMk cId="3838313384" sldId="370"/>
            <ac:grpSpMk id="12" creationId="{B4636F98-C514-4D14-9279-8D88A7302ACA}"/>
          </ac:grpSpMkLst>
        </pc:grpChg>
        <pc:grpChg chg="mod">
          <ac:chgData name="Igor Chernov" userId="0c229f36-d9ed-47a4-8043-f1b5ba734975" providerId="ADAL" clId="{41F706AC-7512-40B5-8CBE-1640BBB82CA4}" dt="2021-07-16T13:05:25.007" v="57" actId="164"/>
          <ac:grpSpMkLst>
            <pc:docMk/>
            <pc:sldMk cId="3838313384" sldId="370"/>
            <ac:grpSpMk id="14" creationId="{DAFBDDDE-BB69-4049-801B-9A56B302A4AA}"/>
          </ac:grpSpMkLst>
        </pc:grpChg>
        <pc:grpChg chg="mod">
          <ac:chgData name="Igor Chernov" userId="0c229f36-d9ed-47a4-8043-f1b5ba734975" providerId="ADAL" clId="{41F706AC-7512-40B5-8CBE-1640BBB82CA4}" dt="2021-07-16T13:05:25.007" v="57" actId="164"/>
          <ac:grpSpMkLst>
            <pc:docMk/>
            <pc:sldMk cId="3838313384" sldId="370"/>
            <ac:grpSpMk id="16" creationId="{0F7CD897-22E1-4C13-A0A0-249CC1B3768A}"/>
          </ac:grpSpMkLst>
        </pc:grpChg>
        <pc:grpChg chg="mod">
          <ac:chgData name="Igor Chernov" userId="0c229f36-d9ed-47a4-8043-f1b5ba734975" providerId="ADAL" clId="{41F706AC-7512-40B5-8CBE-1640BBB82CA4}" dt="2021-07-16T13:05:25.007" v="57" actId="164"/>
          <ac:grpSpMkLst>
            <pc:docMk/>
            <pc:sldMk cId="3838313384" sldId="370"/>
            <ac:grpSpMk id="18" creationId="{B8C56640-3199-4C8F-A4B4-0518E78DB985}"/>
          </ac:grpSpMkLst>
        </pc:grpChg>
      </pc:sldChg>
      <pc:sldChg chg="modSp modAnim">
        <pc:chgData name="Igor Chernov" userId="0c229f36-d9ed-47a4-8043-f1b5ba734975" providerId="ADAL" clId="{41F706AC-7512-40B5-8CBE-1640BBB82CA4}" dt="2021-07-16T13:00:43.173" v="33" actId="1038"/>
        <pc:sldMkLst>
          <pc:docMk/>
          <pc:sldMk cId="262586057" sldId="388"/>
        </pc:sldMkLst>
        <pc:spChg chg="mod">
          <ac:chgData name="Igor Chernov" userId="0c229f36-d9ed-47a4-8043-f1b5ba734975" providerId="ADAL" clId="{41F706AC-7512-40B5-8CBE-1640BBB82CA4}" dt="2021-07-16T13:00:43.173" v="33" actId="1038"/>
          <ac:spMkLst>
            <pc:docMk/>
            <pc:sldMk cId="262586057" sldId="388"/>
            <ac:spMk id="18" creationId="{35763B2D-78A6-496F-9ACC-1C30FA69402F}"/>
          </ac:spMkLst>
        </pc:spChg>
        <pc:spChg chg="mod">
          <ac:chgData name="Igor Chernov" userId="0c229f36-d9ed-47a4-8043-f1b5ba734975" providerId="ADAL" clId="{41F706AC-7512-40B5-8CBE-1640BBB82CA4}" dt="2021-07-16T13:00:43.173" v="33" actId="1038"/>
          <ac:spMkLst>
            <pc:docMk/>
            <pc:sldMk cId="262586057" sldId="388"/>
            <ac:spMk id="19" creationId="{2D627365-8EA5-4DA6-8AFF-AD99A865B328}"/>
          </ac:spMkLst>
        </pc:spChg>
        <pc:spChg chg="mod">
          <ac:chgData name="Igor Chernov" userId="0c229f36-d9ed-47a4-8043-f1b5ba734975" providerId="ADAL" clId="{41F706AC-7512-40B5-8CBE-1640BBB82CA4}" dt="2021-07-16T13:00:43.173" v="33" actId="1038"/>
          <ac:spMkLst>
            <pc:docMk/>
            <pc:sldMk cId="262586057" sldId="388"/>
            <ac:spMk id="28" creationId="{460F3F29-FFE6-4A69-8D58-46C05B98EB60}"/>
          </ac:spMkLst>
        </pc:spChg>
      </pc:sldChg>
      <pc:sldChg chg="addSp delSp modSp">
        <pc:chgData name="Igor Chernov" userId="0c229f36-d9ed-47a4-8043-f1b5ba734975" providerId="ADAL" clId="{41F706AC-7512-40B5-8CBE-1640BBB82CA4}" dt="2021-07-16T13:03:16.908" v="56" actId="1076"/>
        <pc:sldMkLst>
          <pc:docMk/>
          <pc:sldMk cId="1543444958" sldId="389"/>
        </pc:sldMkLst>
        <pc:spChg chg="mod">
          <ac:chgData name="Igor Chernov" userId="0c229f36-d9ed-47a4-8043-f1b5ba734975" providerId="ADAL" clId="{41F706AC-7512-40B5-8CBE-1640BBB82CA4}" dt="2021-07-16T13:02:58.932" v="54" actId="1076"/>
          <ac:spMkLst>
            <pc:docMk/>
            <pc:sldMk cId="1543444958" sldId="389"/>
            <ac:spMk id="2" creationId="{CD13A0C7-B611-403C-9903-3F9A328D4E3D}"/>
          </ac:spMkLst>
        </pc:spChg>
        <pc:spChg chg="mod">
          <ac:chgData name="Igor Chernov" userId="0c229f36-d9ed-47a4-8043-f1b5ba734975" providerId="ADAL" clId="{41F706AC-7512-40B5-8CBE-1640BBB82CA4}" dt="2021-07-16T13:03:16.908" v="56" actId="1076"/>
          <ac:spMkLst>
            <pc:docMk/>
            <pc:sldMk cId="1543444958" sldId="389"/>
            <ac:spMk id="3" creationId="{084E7796-0D83-4489-BCD6-B365A6C9C591}"/>
          </ac:spMkLst>
        </pc:spChg>
        <pc:picChg chg="add del mod">
          <ac:chgData name="Igor Chernov" userId="0c229f36-d9ed-47a4-8043-f1b5ba734975" providerId="ADAL" clId="{41F706AC-7512-40B5-8CBE-1640BBB82CA4}" dt="2021-07-16T13:02:34.955" v="44" actId="478"/>
          <ac:picMkLst>
            <pc:docMk/>
            <pc:sldMk cId="1543444958" sldId="389"/>
            <ac:picMk id="4" creationId="{F6C79C6D-761C-47BE-B3EC-9BB0F42FD50F}"/>
          </ac:picMkLst>
        </pc:picChg>
        <pc:picChg chg="add mod">
          <ac:chgData name="Igor Chernov" userId="0c229f36-d9ed-47a4-8043-f1b5ba734975" providerId="ADAL" clId="{41F706AC-7512-40B5-8CBE-1640BBB82CA4}" dt="2021-07-16T13:02:48.627" v="50" actId="1076"/>
          <ac:picMkLst>
            <pc:docMk/>
            <pc:sldMk cId="1543444958" sldId="389"/>
            <ac:picMk id="5" creationId="{A007F66B-3933-4A15-9AB6-4EE507104465}"/>
          </ac:picMkLst>
        </pc:picChg>
        <pc:picChg chg="del">
          <ac:chgData name="Igor Chernov" userId="0c229f36-d9ed-47a4-8043-f1b5ba734975" providerId="ADAL" clId="{41F706AC-7512-40B5-8CBE-1640BBB82CA4}" dt="2021-07-16T13:01:34.814" v="34" actId="478"/>
          <ac:picMkLst>
            <pc:docMk/>
            <pc:sldMk cId="1543444958" sldId="389"/>
            <ac:picMk id="1026" creationId="{A9B00DF7-E10A-484C-AE16-A0E56E248733}"/>
          </ac:picMkLst>
        </pc:picChg>
      </pc:sldChg>
    </pc:docChg>
  </pc:docChgLst>
  <pc:docChgLst>
    <pc:chgData name="Igor Chernov" userId="0c229f36-d9ed-47a4-8043-f1b5ba734975" providerId="ADAL" clId="{D7E29629-7BAF-4855-913B-CD3E85463594}"/>
    <pc:docChg chg="undo custSel addSld delSld modSld addMainMaster delMainMaster">
      <pc:chgData name="Igor Chernov" userId="0c229f36-d9ed-47a4-8043-f1b5ba734975" providerId="ADAL" clId="{D7E29629-7BAF-4855-913B-CD3E85463594}" dt="2022-02-03T13:25:10.704" v="201" actId="404"/>
      <pc:docMkLst>
        <pc:docMk/>
      </pc:docMkLst>
      <pc:sldChg chg="addSp delSp modSp add del">
        <pc:chgData name="Igor Chernov" userId="0c229f36-d9ed-47a4-8043-f1b5ba734975" providerId="ADAL" clId="{D7E29629-7BAF-4855-913B-CD3E85463594}" dt="2022-02-03T13:25:10.704" v="201" actId="404"/>
        <pc:sldMkLst>
          <pc:docMk/>
          <pc:sldMk cId="911067385" sldId="261"/>
        </pc:sldMkLst>
        <pc:spChg chg="del">
          <ac:chgData name="Igor Chernov" userId="0c229f36-d9ed-47a4-8043-f1b5ba734975" providerId="ADAL" clId="{D7E29629-7BAF-4855-913B-CD3E85463594}" dt="2022-02-03T13:24:44.960" v="196" actId="478"/>
          <ac:spMkLst>
            <pc:docMk/>
            <pc:sldMk cId="911067385" sldId="261"/>
            <ac:spMk id="5" creationId="{8535FF3E-D130-4920-BADC-A853BFB204EB}"/>
          </ac:spMkLst>
        </pc:spChg>
        <pc:spChg chg="add mod">
          <ac:chgData name="Igor Chernov" userId="0c229f36-d9ed-47a4-8043-f1b5ba734975" providerId="ADAL" clId="{D7E29629-7BAF-4855-913B-CD3E85463594}" dt="2022-02-03T13:25:10.704" v="201" actId="404"/>
          <ac:spMkLst>
            <pc:docMk/>
            <pc:sldMk cId="911067385" sldId="261"/>
            <ac:spMk id="43" creationId="{ADC0ADEF-78B6-4EC5-9FAF-EC76A83E1060}"/>
          </ac:spMkLst>
        </pc:spChg>
        <pc:grpChg chg="del">
          <ac:chgData name="Igor Chernov" userId="0c229f36-d9ed-47a4-8043-f1b5ba734975" providerId="ADAL" clId="{D7E29629-7BAF-4855-913B-CD3E85463594}" dt="2022-02-03T13:21:42.935" v="158" actId="478"/>
          <ac:grpSpMkLst>
            <pc:docMk/>
            <pc:sldMk cId="911067385" sldId="261"/>
            <ac:grpSpMk id="6" creationId="{BAF39611-0E28-4958-8FE3-F3B62F1187B5}"/>
          </ac:grpSpMkLst>
        </pc:grpChg>
        <pc:grpChg chg="del">
          <ac:chgData name="Igor Chernov" userId="0c229f36-d9ed-47a4-8043-f1b5ba734975" providerId="ADAL" clId="{D7E29629-7BAF-4855-913B-CD3E85463594}" dt="2022-02-03T13:21:45.410" v="159" actId="478"/>
          <ac:grpSpMkLst>
            <pc:docMk/>
            <pc:sldMk cId="911067385" sldId="261"/>
            <ac:grpSpMk id="35" creationId="{62FB8EB0-22C4-4BD7-8985-3195D0C52C4F}"/>
          </ac:grpSpMkLst>
        </pc:grpChg>
      </pc:sldChg>
      <pc:sldChg chg="add del">
        <pc:chgData name="Igor Chernov" userId="0c229f36-d9ed-47a4-8043-f1b5ba734975" providerId="ADAL" clId="{D7E29629-7BAF-4855-913B-CD3E85463594}" dt="2022-02-03T13:21:40.020" v="128" actId="2696"/>
        <pc:sldMkLst>
          <pc:docMk/>
          <pc:sldMk cId="2923265273" sldId="269"/>
        </pc:sldMkLst>
      </pc:sldChg>
      <pc:sldChg chg="add del">
        <pc:chgData name="Igor Chernov" userId="0c229f36-d9ed-47a4-8043-f1b5ba734975" providerId="ADAL" clId="{D7E29629-7BAF-4855-913B-CD3E85463594}" dt="2022-02-03T13:21:39.954" v="119" actId="2696"/>
        <pc:sldMkLst>
          <pc:docMk/>
          <pc:sldMk cId="780393829" sldId="276"/>
        </pc:sldMkLst>
      </pc:sldChg>
      <pc:sldChg chg="add del">
        <pc:chgData name="Igor Chernov" userId="0c229f36-d9ed-47a4-8043-f1b5ba734975" providerId="ADAL" clId="{D7E29629-7BAF-4855-913B-CD3E85463594}" dt="2022-02-03T13:21:39.961" v="120" actId="2696"/>
        <pc:sldMkLst>
          <pc:docMk/>
          <pc:sldMk cId="3266341589" sldId="297"/>
        </pc:sldMkLst>
      </pc:sldChg>
      <pc:sldChg chg="add del">
        <pc:chgData name="Igor Chernov" userId="0c229f36-d9ed-47a4-8043-f1b5ba734975" providerId="ADAL" clId="{D7E29629-7BAF-4855-913B-CD3E85463594}" dt="2022-02-03T13:21:39.951" v="118" actId="2696"/>
        <pc:sldMkLst>
          <pc:docMk/>
          <pc:sldMk cId="787631588" sldId="300"/>
        </pc:sldMkLst>
      </pc:sldChg>
      <pc:sldChg chg="add del">
        <pc:chgData name="Igor Chernov" userId="0c229f36-d9ed-47a4-8043-f1b5ba734975" providerId="ADAL" clId="{D7E29629-7BAF-4855-913B-CD3E85463594}" dt="2022-02-03T13:21:40.023" v="129" actId="2696"/>
        <pc:sldMkLst>
          <pc:docMk/>
          <pc:sldMk cId="63687114" sldId="304"/>
        </pc:sldMkLst>
      </pc:sldChg>
      <pc:sldChg chg="addSp modSp">
        <pc:chgData name="Igor Chernov" userId="0c229f36-d9ed-47a4-8043-f1b5ba734975" providerId="ADAL" clId="{D7E29629-7BAF-4855-913B-CD3E85463594}" dt="2022-02-03T13:24:12.576" v="192" actId="20577"/>
        <pc:sldMkLst>
          <pc:docMk/>
          <pc:sldMk cId="4069910487" sldId="307"/>
        </pc:sldMkLst>
        <pc:spChg chg="add mod">
          <ac:chgData name="Igor Chernov" userId="0c229f36-d9ed-47a4-8043-f1b5ba734975" providerId="ADAL" clId="{D7E29629-7BAF-4855-913B-CD3E85463594}" dt="2022-02-03T13:23:05.288" v="175" actId="14100"/>
          <ac:spMkLst>
            <pc:docMk/>
            <pc:sldMk cId="4069910487" sldId="307"/>
            <ac:spMk id="10" creationId="{D98687F6-1C9D-4E4A-98EA-DF9E86A7CE1D}"/>
          </ac:spMkLst>
        </pc:spChg>
        <pc:spChg chg="add mod">
          <ac:chgData name="Igor Chernov" userId="0c229f36-d9ed-47a4-8043-f1b5ba734975" providerId="ADAL" clId="{D7E29629-7BAF-4855-913B-CD3E85463594}" dt="2022-02-03T13:24:12.576" v="192" actId="20577"/>
          <ac:spMkLst>
            <pc:docMk/>
            <pc:sldMk cId="4069910487" sldId="307"/>
            <ac:spMk id="11" creationId="{5C2FB70F-17AB-437B-AFC8-2E4D841CF95F}"/>
          </ac:spMkLst>
        </pc:spChg>
        <pc:spChg chg="add mod">
          <ac:chgData name="Igor Chernov" userId="0c229f36-d9ed-47a4-8043-f1b5ba734975" providerId="ADAL" clId="{D7E29629-7BAF-4855-913B-CD3E85463594}" dt="2022-02-03T13:23:46.244" v="184" actId="1076"/>
          <ac:spMkLst>
            <pc:docMk/>
            <pc:sldMk cId="4069910487" sldId="307"/>
            <ac:spMk id="12" creationId="{90826D7F-99BA-4A42-A219-7F387962CD13}"/>
          </ac:spMkLst>
        </pc:spChg>
        <pc:spChg chg="mod">
          <ac:chgData name="Igor Chernov" userId="0c229f36-d9ed-47a4-8043-f1b5ba734975" providerId="ADAL" clId="{D7E29629-7BAF-4855-913B-CD3E85463594}" dt="2022-02-03T13:23:20.481" v="178" actId="1076"/>
          <ac:spMkLst>
            <pc:docMk/>
            <pc:sldMk cId="4069910487" sldId="307"/>
            <ac:spMk id="29" creationId="{20E9B654-2108-4B07-8B68-512939A3B1A6}"/>
          </ac:spMkLst>
        </pc:spChg>
        <pc:picChg chg="mod">
          <ac:chgData name="Igor Chernov" userId="0c229f36-d9ed-47a4-8043-f1b5ba734975" providerId="ADAL" clId="{D7E29629-7BAF-4855-913B-CD3E85463594}" dt="2022-02-03T13:22:47.401" v="168" actId="1076"/>
          <ac:picMkLst>
            <pc:docMk/>
            <pc:sldMk cId="4069910487" sldId="307"/>
            <ac:picMk id="9" creationId="{D2F2D570-ECE7-4C8D-BB4E-9E2E42A9A94A}"/>
          </ac:picMkLst>
        </pc:picChg>
        <pc:picChg chg="mod">
          <ac:chgData name="Igor Chernov" userId="0c229f36-d9ed-47a4-8043-f1b5ba734975" providerId="ADAL" clId="{D7E29629-7BAF-4855-913B-CD3E85463594}" dt="2022-02-03T13:24:01.599" v="187" actId="1035"/>
          <ac:picMkLst>
            <pc:docMk/>
            <pc:sldMk cId="4069910487" sldId="307"/>
            <ac:picMk id="50" creationId="{3073D4F7-2FA8-4F26-9C7F-C46ED1EBEB4A}"/>
          </ac:picMkLst>
        </pc:picChg>
        <pc:picChg chg="mod">
          <ac:chgData name="Igor Chernov" userId="0c229f36-d9ed-47a4-8043-f1b5ba734975" providerId="ADAL" clId="{D7E29629-7BAF-4855-913B-CD3E85463594}" dt="2022-02-03T13:24:04.511" v="188" actId="1035"/>
          <ac:picMkLst>
            <pc:docMk/>
            <pc:sldMk cId="4069910487" sldId="307"/>
            <ac:picMk id="51" creationId="{16D86C2E-8FB0-4562-920F-20F6618F9A79}"/>
          </ac:picMkLst>
        </pc:picChg>
      </pc:sldChg>
      <pc:sldChg chg="add del">
        <pc:chgData name="Igor Chernov" userId="0c229f36-d9ed-47a4-8043-f1b5ba734975" providerId="ADAL" clId="{D7E29629-7BAF-4855-913B-CD3E85463594}" dt="2022-02-03T13:21:39.928" v="116" actId="2696"/>
        <pc:sldMkLst>
          <pc:docMk/>
          <pc:sldMk cId="2751183178" sldId="313"/>
        </pc:sldMkLst>
      </pc:sldChg>
      <pc:sldChg chg="add del">
        <pc:chgData name="Igor Chernov" userId="0c229f36-d9ed-47a4-8043-f1b5ba734975" providerId="ADAL" clId="{D7E29629-7BAF-4855-913B-CD3E85463594}" dt="2022-02-03T13:21:40.072" v="145" actId="2696"/>
        <pc:sldMkLst>
          <pc:docMk/>
          <pc:sldMk cId="1964064413" sldId="317"/>
        </pc:sldMkLst>
      </pc:sldChg>
      <pc:sldChg chg="add del">
        <pc:chgData name="Igor Chernov" userId="0c229f36-d9ed-47a4-8043-f1b5ba734975" providerId="ADAL" clId="{D7E29629-7BAF-4855-913B-CD3E85463594}" dt="2022-02-03T13:21:40.042" v="139" actId="2696"/>
        <pc:sldMkLst>
          <pc:docMk/>
          <pc:sldMk cId="1171915621" sldId="332"/>
        </pc:sldMkLst>
      </pc:sldChg>
      <pc:sldChg chg="add del">
        <pc:chgData name="Igor Chernov" userId="0c229f36-d9ed-47a4-8043-f1b5ba734975" providerId="ADAL" clId="{D7E29629-7BAF-4855-913B-CD3E85463594}" dt="2022-02-03T13:21:40.049" v="140" actId="2696"/>
        <pc:sldMkLst>
          <pc:docMk/>
          <pc:sldMk cId="157563619" sldId="333"/>
        </pc:sldMkLst>
      </pc:sldChg>
      <pc:sldChg chg="add del">
        <pc:chgData name="Igor Chernov" userId="0c229f36-d9ed-47a4-8043-f1b5ba734975" providerId="ADAL" clId="{D7E29629-7BAF-4855-913B-CD3E85463594}" dt="2022-02-03T13:21:40.059" v="141" actId="2696"/>
        <pc:sldMkLst>
          <pc:docMk/>
          <pc:sldMk cId="1184917464" sldId="334"/>
        </pc:sldMkLst>
      </pc:sldChg>
      <pc:sldChg chg="add del">
        <pc:chgData name="Igor Chernov" userId="0c229f36-d9ed-47a4-8043-f1b5ba734975" providerId="ADAL" clId="{D7E29629-7BAF-4855-913B-CD3E85463594}" dt="2022-02-03T13:21:40.063" v="142" actId="2696"/>
        <pc:sldMkLst>
          <pc:docMk/>
          <pc:sldMk cId="558456988" sldId="335"/>
        </pc:sldMkLst>
      </pc:sldChg>
      <pc:sldChg chg="add del">
        <pc:chgData name="Igor Chernov" userId="0c229f36-d9ed-47a4-8043-f1b5ba734975" providerId="ADAL" clId="{D7E29629-7BAF-4855-913B-CD3E85463594}" dt="2022-02-03T13:21:39.992" v="124" actId="2696"/>
        <pc:sldMkLst>
          <pc:docMk/>
          <pc:sldMk cId="2849194649" sldId="336"/>
        </pc:sldMkLst>
      </pc:sldChg>
      <pc:sldChg chg="add del">
        <pc:chgData name="Igor Chernov" userId="0c229f36-d9ed-47a4-8043-f1b5ba734975" providerId="ADAL" clId="{D7E29629-7BAF-4855-913B-CD3E85463594}" dt="2022-02-03T13:21:39.998" v="125" actId="2696"/>
        <pc:sldMkLst>
          <pc:docMk/>
          <pc:sldMk cId="3234315889" sldId="338"/>
        </pc:sldMkLst>
      </pc:sldChg>
      <pc:sldChg chg="add del">
        <pc:chgData name="Igor Chernov" userId="0c229f36-d9ed-47a4-8043-f1b5ba734975" providerId="ADAL" clId="{D7E29629-7BAF-4855-913B-CD3E85463594}" dt="2022-02-03T13:21:40.009" v="126" actId="2696"/>
        <pc:sldMkLst>
          <pc:docMk/>
          <pc:sldMk cId="246159766" sldId="339"/>
        </pc:sldMkLst>
      </pc:sldChg>
      <pc:sldChg chg="add del">
        <pc:chgData name="Igor Chernov" userId="0c229f36-d9ed-47a4-8043-f1b5ba734975" providerId="ADAL" clId="{D7E29629-7BAF-4855-913B-CD3E85463594}" dt="2022-02-03T13:21:40.029" v="130" actId="2696"/>
        <pc:sldMkLst>
          <pc:docMk/>
          <pc:sldMk cId="1670336433" sldId="341"/>
        </pc:sldMkLst>
      </pc:sldChg>
      <pc:sldChg chg="add del">
        <pc:chgData name="Igor Chernov" userId="0c229f36-d9ed-47a4-8043-f1b5ba734975" providerId="ADAL" clId="{D7E29629-7BAF-4855-913B-CD3E85463594}" dt="2022-02-03T13:21:40.068" v="144" actId="2696"/>
        <pc:sldMkLst>
          <pc:docMk/>
          <pc:sldMk cId="2696806669" sldId="347"/>
        </pc:sldMkLst>
      </pc:sldChg>
      <pc:sldChg chg="addSp delSp modSp">
        <pc:chgData name="Igor Chernov" userId="0c229f36-d9ed-47a4-8043-f1b5ba734975" providerId="ADAL" clId="{D7E29629-7BAF-4855-913B-CD3E85463594}" dt="2022-02-03T13:24:32.398" v="194"/>
        <pc:sldMkLst>
          <pc:docMk/>
          <pc:sldMk cId="2388258656" sldId="363"/>
        </pc:sldMkLst>
        <pc:spChg chg="add">
          <ac:chgData name="Igor Chernov" userId="0c229f36-d9ed-47a4-8043-f1b5ba734975" providerId="ADAL" clId="{D7E29629-7BAF-4855-913B-CD3E85463594}" dt="2022-02-03T13:24:26.415" v="193"/>
          <ac:spMkLst>
            <pc:docMk/>
            <pc:sldMk cId="2388258656" sldId="363"/>
            <ac:spMk id="13" creationId="{67F8DD31-7AB5-4896-99A1-F245BE201675}"/>
          </ac:spMkLst>
        </pc:spChg>
        <pc:spChg chg="add">
          <ac:chgData name="Igor Chernov" userId="0c229f36-d9ed-47a4-8043-f1b5ba734975" providerId="ADAL" clId="{D7E29629-7BAF-4855-913B-CD3E85463594}" dt="2022-02-03T13:24:32.398" v="194"/>
          <ac:spMkLst>
            <pc:docMk/>
            <pc:sldMk cId="2388258656" sldId="363"/>
            <ac:spMk id="14" creationId="{4CED877F-EE1B-4D9D-B63E-E6960CBCF363}"/>
          </ac:spMkLst>
        </pc:spChg>
        <pc:picChg chg="add">
          <ac:chgData name="Igor Chernov" userId="0c229f36-d9ed-47a4-8043-f1b5ba734975" providerId="ADAL" clId="{D7E29629-7BAF-4855-913B-CD3E85463594}" dt="2022-02-03T13:24:26.415" v="193"/>
          <ac:picMkLst>
            <pc:docMk/>
            <pc:sldMk cId="2388258656" sldId="363"/>
            <ac:picMk id="11" creationId="{D532A907-4CB8-497F-BA9D-F7D97C49CBC9}"/>
          </ac:picMkLst>
        </pc:picChg>
        <pc:picChg chg="add">
          <ac:chgData name="Igor Chernov" userId="0c229f36-d9ed-47a4-8043-f1b5ba734975" providerId="ADAL" clId="{D7E29629-7BAF-4855-913B-CD3E85463594}" dt="2022-02-03T13:24:26.415" v="193"/>
          <ac:picMkLst>
            <pc:docMk/>
            <pc:sldMk cId="2388258656" sldId="363"/>
            <ac:picMk id="12" creationId="{47ADDE89-985A-4EF7-BBE9-4E2238C576EF}"/>
          </ac:picMkLst>
        </pc:picChg>
        <pc:picChg chg="del">
          <ac:chgData name="Igor Chernov" userId="0c229f36-d9ed-47a4-8043-f1b5ba734975" providerId="ADAL" clId="{D7E29629-7BAF-4855-913B-CD3E85463594}" dt="2022-02-03T13:22:18.817" v="164" actId="478"/>
          <ac:picMkLst>
            <pc:docMk/>
            <pc:sldMk cId="2388258656" sldId="363"/>
            <ac:picMk id="50" creationId="{3073D4F7-2FA8-4F26-9C7F-C46ED1EBEB4A}"/>
          </ac:picMkLst>
        </pc:picChg>
        <pc:picChg chg="del mod">
          <ac:chgData name="Igor Chernov" userId="0c229f36-d9ed-47a4-8043-f1b5ba734975" providerId="ADAL" clId="{D7E29629-7BAF-4855-913B-CD3E85463594}" dt="2022-02-03T13:22:17.993" v="163" actId="478"/>
          <ac:picMkLst>
            <pc:docMk/>
            <pc:sldMk cId="2388258656" sldId="363"/>
            <ac:picMk id="51" creationId="{16D86C2E-8FB0-4562-920F-20F6618F9A79}"/>
          </ac:picMkLst>
        </pc:picChg>
      </pc:sldChg>
      <pc:sldChg chg="add del">
        <pc:chgData name="Igor Chernov" userId="0c229f36-d9ed-47a4-8043-f1b5ba734975" providerId="ADAL" clId="{D7E29629-7BAF-4855-913B-CD3E85463594}" dt="2022-02-03T13:21:39.964" v="121" actId="2696"/>
        <pc:sldMkLst>
          <pc:docMk/>
          <pc:sldMk cId="2819723511" sldId="367"/>
        </pc:sldMkLst>
      </pc:sldChg>
      <pc:sldChg chg="add del">
        <pc:chgData name="Igor Chernov" userId="0c229f36-d9ed-47a4-8043-f1b5ba734975" providerId="ADAL" clId="{D7E29629-7BAF-4855-913B-CD3E85463594}" dt="2022-02-03T13:21:39.918" v="115" actId="2696"/>
        <pc:sldMkLst>
          <pc:docMk/>
          <pc:sldMk cId="3838313384" sldId="370"/>
        </pc:sldMkLst>
      </pc:sldChg>
      <pc:sldChg chg="add del">
        <pc:chgData name="Igor Chernov" userId="0c229f36-d9ed-47a4-8043-f1b5ba734975" providerId="ADAL" clId="{D7E29629-7BAF-4855-913B-CD3E85463594}" dt="2022-02-03T13:21:39.947" v="117" actId="2696"/>
        <pc:sldMkLst>
          <pc:docMk/>
          <pc:sldMk cId="2775787798" sldId="384"/>
        </pc:sldMkLst>
      </pc:sldChg>
      <pc:sldChg chg="add del">
        <pc:chgData name="Igor Chernov" userId="0c229f36-d9ed-47a4-8043-f1b5ba734975" providerId="ADAL" clId="{D7E29629-7BAF-4855-913B-CD3E85463594}" dt="2022-02-03T13:21:39.976" v="122" actId="2696"/>
        <pc:sldMkLst>
          <pc:docMk/>
          <pc:sldMk cId="1562253269" sldId="385"/>
        </pc:sldMkLst>
      </pc:sldChg>
      <pc:sldChg chg="add del">
        <pc:chgData name="Igor Chernov" userId="0c229f36-d9ed-47a4-8043-f1b5ba734975" providerId="ADAL" clId="{D7E29629-7BAF-4855-913B-CD3E85463594}" dt="2022-02-03T13:21:39.985" v="123" actId="2696"/>
        <pc:sldMkLst>
          <pc:docMk/>
          <pc:sldMk cId="269630827" sldId="387"/>
        </pc:sldMkLst>
      </pc:sldChg>
      <pc:sldChg chg="add del">
        <pc:chgData name="Igor Chernov" userId="0c229f36-d9ed-47a4-8043-f1b5ba734975" providerId="ADAL" clId="{D7E29629-7BAF-4855-913B-CD3E85463594}" dt="2022-02-03T13:21:39.904" v="114" actId="2696"/>
        <pc:sldMkLst>
          <pc:docMk/>
          <pc:sldMk cId="262586057" sldId="388"/>
        </pc:sldMkLst>
      </pc:sldChg>
      <pc:sldChg chg="add del">
        <pc:chgData name="Igor Chernov" userId="0c229f36-d9ed-47a4-8043-f1b5ba734975" providerId="ADAL" clId="{D7E29629-7BAF-4855-913B-CD3E85463594}" dt="2022-02-03T13:21:40.065" v="143" actId="2696"/>
        <pc:sldMkLst>
          <pc:docMk/>
          <pc:sldMk cId="1543444958" sldId="389"/>
        </pc:sldMkLst>
      </pc:sldChg>
      <pc:sldMasterChg chg="add del addSldLayout delSldLayout">
        <pc:chgData name="Igor Chernov" userId="0c229f36-d9ed-47a4-8043-f1b5ba734975" providerId="ADAL" clId="{D7E29629-7BAF-4855-913B-CD3E85463594}" dt="2022-02-03T13:21:40.085" v="157" actId="2696"/>
        <pc:sldMasterMkLst>
          <pc:docMk/>
          <pc:sldMasterMk cId="2038392633" sldId="2147483660"/>
        </pc:sldMasterMkLst>
        <pc:sldLayoutChg chg="add del">
          <pc:chgData name="Igor Chernov" userId="0c229f36-d9ed-47a4-8043-f1b5ba734975" providerId="ADAL" clId="{D7E29629-7BAF-4855-913B-CD3E85463594}" dt="2022-02-03T13:21:40.074" v="146" actId="2696"/>
          <pc:sldLayoutMkLst>
            <pc:docMk/>
            <pc:sldMasterMk cId="2038392633" sldId="2147483660"/>
            <pc:sldLayoutMk cId="2829228641" sldId="2147483661"/>
          </pc:sldLayoutMkLst>
        </pc:sldLayoutChg>
        <pc:sldLayoutChg chg="add del">
          <pc:chgData name="Igor Chernov" userId="0c229f36-d9ed-47a4-8043-f1b5ba734975" providerId="ADAL" clId="{D7E29629-7BAF-4855-913B-CD3E85463594}" dt="2022-02-03T13:21:40.076" v="147" actId="2696"/>
          <pc:sldLayoutMkLst>
            <pc:docMk/>
            <pc:sldMasterMk cId="2038392633" sldId="2147483660"/>
            <pc:sldLayoutMk cId="1110704761" sldId="2147483662"/>
          </pc:sldLayoutMkLst>
        </pc:sldLayoutChg>
        <pc:sldLayoutChg chg="add del">
          <pc:chgData name="Igor Chernov" userId="0c229f36-d9ed-47a4-8043-f1b5ba734975" providerId="ADAL" clId="{D7E29629-7BAF-4855-913B-CD3E85463594}" dt="2022-02-03T13:21:40.078" v="148" actId="2696"/>
          <pc:sldLayoutMkLst>
            <pc:docMk/>
            <pc:sldMasterMk cId="2038392633" sldId="2147483660"/>
            <pc:sldLayoutMk cId="2221181556" sldId="2147483663"/>
          </pc:sldLayoutMkLst>
        </pc:sldLayoutChg>
        <pc:sldLayoutChg chg="add del">
          <pc:chgData name="Igor Chernov" userId="0c229f36-d9ed-47a4-8043-f1b5ba734975" providerId="ADAL" clId="{D7E29629-7BAF-4855-913B-CD3E85463594}" dt="2022-02-03T13:21:40.079" v="149" actId="2696"/>
          <pc:sldLayoutMkLst>
            <pc:docMk/>
            <pc:sldMasterMk cId="2038392633" sldId="2147483660"/>
            <pc:sldLayoutMk cId="2866332001" sldId="2147483664"/>
          </pc:sldLayoutMkLst>
        </pc:sldLayoutChg>
        <pc:sldLayoutChg chg="add del">
          <pc:chgData name="Igor Chernov" userId="0c229f36-d9ed-47a4-8043-f1b5ba734975" providerId="ADAL" clId="{D7E29629-7BAF-4855-913B-CD3E85463594}" dt="2022-02-03T13:21:40.080" v="150" actId="2696"/>
          <pc:sldLayoutMkLst>
            <pc:docMk/>
            <pc:sldMasterMk cId="2038392633" sldId="2147483660"/>
            <pc:sldLayoutMk cId="3799738414" sldId="2147483665"/>
          </pc:sldLayoutMkLst>
        </pc:sldLayoutChg>
        <pc:sldLayoutChg chg="add del">
          <pc:chgData name="Igor Chernov" userId="0c229f36-d9ed-47a4-8043-f1b5ba734975" providerId="ADAL" clId="{D7E29629-7BAF-4855-913B-CD3E85463594}" dt="2022-02-03T13:21:40.080" v="151" actId="2696"/>
          <pc:sldLayoutMkLst>
            <pc:docMk/>
            <pc:sldMasterMk cId="2038392633" sldId="2147483660"/>
            <pc:sldLayoutMk cId="3686749262" sldId="2147483666"/>
          </pc:sldLayoutMkLst>
        </pc:sldLayoutChg>
        <pc:sldLayoutChg chg="add del">
          <pc:chgData name="Igor Chernov" userId="0c229f36-d9ed-47a4-8043-f1b5ba734975" providerId="ADAL" clId="{D7E29629-7BAF-4855-913B-CD3E85463594}" dt="2022-02-03T13:21:40.081" v="152" actId="2696"/>
          <pc:sldLayoutMkLst>
            <pc:docMk/>
            <pc:sldMasterMk cId="2038392633" sldId="2147483660"/>
            <pc:sldLayoutMk cId="2693430129" sldId="2147483667"/>
          </pc:sldLayoutMkLst>
        </pc:sldLayoutChg>
        <pc:sldLayoutChg chg="add del">
          <pc:chgData name="Igor Chernov" userId="0c229f36-d9ed-47a4-8043-f1b5ba734975" providerId="ADAL" clId="{D7E29629-7BAF-4855-913B-CD3E85463594}" dt="2022-02-03T13:21:40.082" v="153" actId="2696"/>
          <pc:sldLayoutMkLst>
            <pc:docMk/>
            <pc:sldMasterMk cId="2038392633" sldId="2147483660"/>
            <pc:sldLayoutMk cId="3571694316" sldId="2147483668"/>
          </pc:sldLayoutMkLst>
        </pc:sldLayoutChg>
        <pc:sldLayoutChg chg="add del">
          <pc:chgData name="Igor Chernov" userId="0c229f36-d9ed-47a4-8043-f1b5ba734975" providerId="ADAL" clId="{D7E29629-7BAF-4855-913B-CD3E85463594}" dt="2022-02-03T13:21:40.082" v="154" actId="2696"/>
          <pc:sldLayoutMkLst>
            <pc:docMk/>
            <pc:sldMasterMk cId="2038392633" sldId="2147483660"/>
            <pc:sldLayoutMk cId="91459682" sldId="2147483669"/>
          </pc:sldLayoutMkLst>
        </pc:sldLayoutChg>
        <pc:sldLayoutChg chg="add del">
          <pc:chgData name="Igor Chernov" userId="0c229f36-d9ed-47a4-8043-f1b5ba734975" providerId="ADAL" clId="{D7E29629-7BAF-4855-913B-CD3E85463594}" dt="2022-02-03T13:21:40.083" v="155" actId="2696"/>
          <pc:sldLayoutMkLst>
            <pc:docMk/>
            <pc:sldMasterMk cId="2038392633" sldId="2147483660"/>
            <pc:sldLayoutMk cId="2375825721" sldId="2147483670"/>
          </pc:sldLayoutMkLst>
        </pc:sldLayoutChg>
        <pc:sldLayoutChg chg="add del">
          <pc:chgData name="Igor Chernov" userId="0c229f36-d9ed-47a4-8043-f1b5ba734975" providerId="ADAL" clId="{D7E29629-7BAF-4855-913B-CD3E85463594}" dt="2022-02-03T13:21:40.084" v="156" actId="2696"/>
          <pc:sldLayoutMkLst>
            <pc:docMk/>
            <pc:sldMasterMk cId="2038392633" sldId="2147483660"/>
            <pc:sldLayoutMk cId="1761669242" sldId="2147483671"/>
          </pc:sldLayoutMkLst>
        </pc:sldLayoutChg>
      </pc:sldMasterChg>
      <pc:sldMasterChg chg="add del addSldLayout delSldLayout">
        <pc:chgData name="Igor Chernov" userId="0c229f36-d9ed-47a4-8043-f1b5ba734975" providerId="ADAL" clId="{D7E29629-7BAF-4855-913B-CD3E85463594}" dt="2022-02-03T13:21:33.166" v="97" actId="2696"/>
        <pc:sldMasterMkLst>
          <pc:docMk/>
          <pc:sldMasterMk cId="2460954070" sldId="2147483684"/>
        </pc:sldMasterMkLst>
        <pc:sldLayoutChg chg="add del">
          <pc:chgData name="Igor Chernov" userId="0c229f36-d9ed-47a4-8043-f1b5ba734975" providerId="ADAL" clId="{D7E29629-7BAF-4855-913B-CD3E85463594}" dt="2022-02-03T13:21:33.166" v="97" actId="2696"/>
          <pc:sldLayoutMkLst>
            <pc:docMk/>
            <pc:sldMasterMk cId="2460954070" sldId="2147483684"/>
            <pc:sldLayoutMk cId="2385387890" sldId="2147483685"/>
          </pc:sldLayoutMkLst>
        </pc:sldLayoutChg>
        <pc:sldLayoutChg chg="add del">
          <pc:chgData name="Igor Chernov" userId="0c229f36-d9ed-47a4-8043-f1b5ba734975" providerId="ADAL" clId="{D7E29629-7BAF-4855-913B-CD3E85463594}" dt="2022-02-03T13:21:33.165" v="92" actId="2696"/>
          <pc:sldLayoutMkLst>
            <pc:docMk/>
            <pc:sldMasterMk cId="2460954070" sldId="2147483684"/>
            <pc:sldLayoutMk cId="3210312558" sldId="2147483686"/>
          </pc:sldLayoutMkLst>
        </pc:sldLayoutChg>
        <pc:sldLayoutChg chg="add del">
          <pc:chgData name="Igor Chernov" userId="0c229f36-d9ed-47a4-8043-f1b5ba734975" providerId="ADAL" clId="{D7E29629-7BAF-4855-913B-CD3E85463594}" dt="2022-02-03T13:21:33.165" v="91" actId="2696"/>
          <pc:sldLayoutMkLst>
            <pc:docMk/>
            <pc:sldMasterMk cId="2460954070" sldId="2147483684"/>
            <pc:sldLayoutMk cId="3146388984" sldId="2147483687"/>
          </pc:sldLayoutMkLst>
        </pc:sldLayoutChg>
        <pc:sldLayoutChg chg="add del">
          <pc:chgData name="Igor Chernov" userId="0c229f36-d9ed-47a4-8043-f1b5ba734975" providerId="ADAL" clId="{D7E29629-7BAF-4855-913B-CD3E85463594}" dt="2022-02-03T13:21:33.164" v="90" actId="2696"/>
          <pc:sldLayoutMkLst>
            <pc:docMk/>
            <pc:sldMasterMk cId="2460954070" sldId="2147483684"/>
            <pc:sldLayoutMk cId="3171841454" sldId="2147483688"/>
          </pc:sldLayoutMkLst>
        </pc:sldLayoutChg>
        <pc:sldLayoutChg chg="add del">
          <pc:chgData name="Igor Chernov" userId="0c229f36-d9ed-47a4-8043-f1b5ba734975" providerId="ADAL" clId="{D7E29629-7BAF-4855-913B-CD3E85463594}" dt="2022-02-03T13:21:33.164" v="89" actId="2696"/>
          <pc:sldLayoutMkLst>
            <pc:docMk/>
            <pc:sldMasterMk cId="2460954070" sldId="2147483684"/>
            <pc:sldLayoutMk cId="1718958274" sldId="2147483689"/>
          </pc:sldLayoutMkLst>
        </pc:sldLayoutChg>
        <pc:sldLayoutChg chg="add del">
          <pc:chgData name="Igor Chernov" userId="0c229f36-d9ed-47a4-8043-f1b5ba734975" providerId="ADAL" clId="{D7E29629-7BAF-4855-913B-CD3E85463594}" dt="2022-02-03T13:21:33.164" v="88" actId="2696"/>
          <pc:sldLayoutMkLst>
            <pc:docMk/>
            <pc:sldMasterMk cId="2460954070" sldId="2147483684"/>
            <pc:sldLayoutMk cId="2202905451" sldId="2147483690"/>
          </pc:sldLayoutMkLst>
        </pc:sldLayoutChg>
        <pc:sldLayoutChg chg="add del">
          <pc:chgData name="Igor Chernov" userId="0c229f36-d9ed-47a4-8043-f1b5ba734975" providerId="ADAL" clId="{D7E29629-7BAF-4855-913B-CD3E85463594}" dt="2022-02-03T13:21:33.164" v="87" actId="2696"/>
          <pc:sldLayoutMkLst>
            <pc:docMk/>
            <pc:sldMasterMk cId="2460954070" sldId="2147483684"/>
            <pc:sldLayoutMk cId="3479445657" sldId="2147483691"/>
          </pc:sldLayoutMkLst>
        </pc:sldLayoutChg>
        <pc:sldLayoutChg chg="add del">
          <pc:chgData name="Igor Chernov" userId="0c229f36-d9ed-47a4-8043-f1b5ba734975" providerId="ADAL" clId="{D7E29629-7BAF-4855-913B-CD3E85463594}" dt="2022-02-03T13:21:33.166" v="96" actId="2696"/>
          <pc:sldLayoutMkLst>
            <pc:docMk/>
            <pc:sldMasterMk cId="2460954070" sldId="2147483684"/>
            <pc:sldLayoutMk cId="949138452" sldId="2147483695"/>
          </pc:sldLayoutMkLst>
        </pc:sldLayoutChg>
        <pc:sldLayoutChg chg="add del">
          <pc:chgData name="Igor Chernov" userId="0c229f36-d9ed-47a4-8043-f1b5ba734975" providerId="ADAL" clId="{D7E29629-7BAF-4855-913B-CD3E85463594}" dt="2022-02-03T13:21:33.166" v="95" actId="2696"/>
          <pc:sldLayoutMkLst>
            <pc:docMk/>
            <pc:sldMasterMk cId="2460954070" sldId="2147483684"/>
            <pc:sldLayoutMk cId="2591524520" sldId="2147483696"/>
          </pc:sldLayoutMkLst>
        </pc:sldLayoutChg>
        <pc:sldLayoutChg chg="add del">
          <pc:chgData name="Igor Chernov" userId="0c229f36-d9ed-47a4-8043-f1b5ba734975" providerId="ADAL" clId="{D7E29629-7BAF-4855-913B-CD3E85463594}" dt="2022-02-03T13:21:33.165" v="94" actId="2696"/>
          <pc:sldLayoutMkLst>
            <pc:docMk/>
            <pc:sldMasterMk cId="2460954070" sldId="2147483684"/>
            <pc:sldLayoutMk cId="1203092039" sldId="2147483697"/>
          </pc:sldLayoutMkLst>
        </pc:sldLayoutChg>
        <pc:sldLayoutChg chg="add del">
          <pc:chgData name="Igor Chernov" userId="0c229f36-d9ed-47a4-8043-f1b5ba734975" providerId="ADAL" clId="{D7E29629-7BAF-4855-913B-CD3E85463594}" dt="2022-02-03T13:21:33.165" v="93" actId="2696"/>
          <pc:sldLayoutMkLst>
            <pc:docMk/>
            <pc:sldMasterMk cId="2460954070" sldId="2147483684"/>
            <pc:sldLayoutMk cId="3733172339" sldId="2147483698"/>
          </pc:sldLayoutMkLst>
        </pc:sldLayoutChg>
      </pc:sldMasterChg>
      <pc:sldMasterChg chg="add del addSldLayout delSldLayout">
        <pc:chgData name="Igor Chernov" userId="0c229f36-d9ed-47a4-8043-f1b5ba734975" providerId="ADAL" clId="{D7E29629-7BAF-4855-913B-CD3E85463594}" dt="2022-02-03T13:21:40.037" v="138" actId="2696"/>
        <pc:sldMasterMkLst>
          <pc:docMk/>
          <pc:sldMasterMk cId="0" sldId="2147483693"/>
        </pc:sldMasterMkLst>
        <pc:sldLayoutChg chg="add del">
          <pc:chgData name="Igor Chernov" userId="0c229f36-d9ed-47a4-8043-f1b5ba734975" providerId="ADAL" clId="{D7E29629-7BAF-4855-913B-CD3E85463594}" dt="2022-02-03T13:21:40.035" v="136" actId="2696"/>
          <pc:sldLayoutMkLst>
            <pc:docMk/>
            <pc:sldMasterMk cId="0" sldId="2147483693"/>
            <pc:sldLayoutMk cId="3636941390" sldId="2147483672"/>
          </pc:sldLayoutMkLst>
        </pc:sldLayoutChg>
        <pc:sldLayoutChg chg="add del">
          <pc:chgData name="Igor Chernov" userId="0c229f36-d9ed-47a4-8043-f1b5ba734975" providerId="ADAL" clId="{D7E29629-7BAF-4855-913B-CD3E85463594}" dt="2022-02-03T13:21:40.011" v="127" actId="2696"/>
          <pc:sldLayoutMkLst>
            <pc:docMk/>
            <pc:sldMasterMk cId="0" sldId="2147483693"/>
            <pc:sldLayoutMk cId="0" sldId="2147483694"/>
          </pc:sldLayoutMkLst>
        </pc:sldLayoutChg>
        <pc:sldLayoutChg chg="add del">
          <pc:chgData name="Igor Chernov" userId="0c229f36-d9ed-47a4-8043-f1b5ba734975" providerId="ADAL" clId="{D7E29629-7BAF-4855-913B-CD3E85463594}" dt="2022-02-03T13:21:40.030" v="131" actId="2696"/>
          <pc:sldLayoutMkLst>
            <pc:docMk/>
            <pc:sldMasterMk cId="0" sldId="2147483693"/>
            <pc:sldLayoutMk cId="0" sldId="2147483699"/>
          </pc:sldLayoutMkLst>
        </pc:sldLayoutChg>
        <pc:sldLayoutChg chg="add del">
          <pc:chgData name="Igor Chernov" userId="0c229f36-d9ed-47a4-8043-f1b5ba734975" providerId="ADAL" clId="{D7E29629-7BAF-4855-913B-CD3E85463594}" dt="2022-02-03T13:21:40.031" v="132" actId="2696"/>
          <pc:sldLayoutMkLst>
            <pc:docMk/>
            <pc:sldMasterMk cId="0" sldId="2147483693"/>
            <pc:sldLayoutMk cId="0" sldId="2147483701"/>
          </pc:sldLayoutMkLst>
        </pc:sldLayoutChg>
        <pc:sldLayoutChg chg="add del">
          <pc:chgData name="Igor Chernov" userId="0c229f36-d9ed-47a4-8043-f1b5ba734975" providerId="ADAL" clId="{D7E29629-7BAF-4855-913B-CD3E85463594}" dt="2022-02-03T13:21:40.032" v="133" actId="2696"/>
          <pc:sldLayoutMkLst>
            <pc:docMk/>
            <pc:sldMasterMk cId="0" sldId="2147483693"/>
            <pc:sldLayoutMk cId="0" sldId="2147483702"/>
          </pc:sldLayoutMkLst>
        </pc:sldLayoutChg>
        <pc:sldLayoutChg chg="add del">
          <pc:chgData name="Igor Chernov" userId="0c229f36-d9ed-47a4-8043-f1b5ba734975" providerId="ADAL" clId="{D7E29629-7BAF-4855-913B-CD3E85463594}" dt="2022-02-03T13:21:40.033" v="134" actId="2696"/>
          <pc:sldLayoutMkLst>
            <pc:docMk/>
            <pc:sldMasterMk cId="0" sldId="2147483693"/>
            <pc:sldLayoutMk cId="0" sldId="2147483703"/>
          </pc:sldLayoutMkLst>
        </pc:sldLayoutChg>
        <pc:sldLayoutChg chg="add del">
          <pc:chgData name="Igor Chernov" userId="0c229f36-d9ed-47a4-8043-f1b5ba734975" providerId="ADAL" clId="{D7E29629-7BAF-4855-913B-CD3E85463594}" dt="2022-02-03T13:21:40.034" v="135" actId="2696"/>
          <pc:sldLayoutMkLst>
            <pc:docMk/>
            <pc:sldMasterMk cId="0" sldId="2147483693"/>
            <pc:sldLayoutMk cId="0" sldId="2147483704"/>
          </pc:sldLayoutMkLst>
        </pc:sldLayoutChg>
        <pc:sldLayoutChg chg="add del">
          <pc:chgData name="Igor Chernov" userId="0c229f36-d9ed-47a4-8043-f1b5ba734975" providerId="ADAL" clId="{D7E29629-7BAF-4855-913B-CD3E85463594}" dt="2022-02-03T13:21:40.035" v="137" actId="2696"/>
          <pc:sldLayoutMkLst>
            <pc:docMk/>
            <pc:sldMasterMk cId="0" sldId="2147483693"/>
            <pc:sldLayoutMk cId="2615757883" sldId="214748370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C69D78-5D03-429F-99CD-1EAD837D20D2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0E90AE-F3E1-4F1E-BEC0-2FF330CD852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097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BBF54-38E8-4DB5-B1A5-0B7ADD4D7000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04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BBF54-38E8-4DB5-B1A5-0B7ADD4D7000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540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BBF54-38E8-4DB5-B1A5-0B7ADD4D7000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935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BBF54-38E8-4DB5-B1A5-0B7ADD4D7000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512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BBF54-38E8-4DB5-B1A5-0B7ADD4D7000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801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BBF54-38E8-4DB5-B1A5-0B7ADD4D7000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8971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BBF54-38E8-4DB5-B1A5-0B7ADD4D7000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569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BBF54-38E8-4DB5-B1A5-0B7ADD4D7000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73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BBF54-38E8-4DB5-B1A5-0B7ADD4D7000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0655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BBF54-38E8-4DB5-B1A5-0B7ADD4D7000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01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BBF54-38E8-4DB5-B1A5-0B7ADD4D7000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1264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BBF54-38E8-4DB5-B1A5-0B7ADD4D7000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2316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BBF54-38E8-4DB5-B1A5-0B7ADD4D7000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62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460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2888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885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832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7368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8131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659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7278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181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2421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440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5" r:id="rId2"/>
    <p:sldLayoutId id="2147483696" r:id="rId3"/>
    <p:sldLayoutId id="2147483697" r:id="rId4"/>
    <p:sldLayoutId id="2147483698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434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jpeg"/><Relationship Id="rId10" Type="http://schemas.openxmlformats.org/officeDocument/2006/relationships/image" Target="../media/image7.png"/><Relationship Id="rId4" Type="http://schemas.openxmlformats.org/officeDocument/2006/relationships/image" Target="../media/image1.jpe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xternal.ogc.org/twiki_public/HydrologyDWG/DarmstadtTc2009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11" Type="http://schemas.openxmlformats.org/officeDocument/2006/relationships/image" Target="../media/image23.jpg"/><Relationship Id="rId5" Type="http://schemas.openxmlformats.org/officeDocument/2006/relationships/image" Target="../media/image17.jpeg"/><Relationship Id="rId10" Type="http://schemas.openxmlformats.org/officeDocument/2006/relationships/image" Target="../media/image22.png"/><Relationship Id="rId4" Type="http://schemas.openxmlformats.org/officeDocument/2006/relationships/image" Target="../media/image16.jpe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environment.data.gov.uk/catchment-planning/WaterBody/GB520704201400" TargetMode="External"/><Relationship Id="rId13" Type="http://schemas.openxmlformats.org/officeDocument/2006/relationships/hyperlink" Target="https://data.geoscience.fr/ncl/AnthroMat/62" TargetMode="External"/><Relationship Id="rId3" Type="http://schemas.openxmlformats.org/officeDocument/2006/relationships/image" Target="../media/image24.jpeg"/><Relationship Id="rId7" Type="http://schemas.openxmlformats.org/officeDocument/2006/relationships/image" Target="../media/image17.jpeg"/><Relationship Id="rId12" Type="http://schemas.openxmlformats.org/officeDocument/2006/relationships/hyperlink" Target="http://id.insee.fr/geo/commune/15020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hyperlink" Target="https://data.geoscience.fr/ncl/Minls/22" TargetMode="External"/><Relationship Id="rId5" Type="http://schemas.openxmlformats.org/officeDocument/2006/relationships/image" Target="../media/image16.jpeg"/><Relationship Id="rId10" Type="http://schemas.openxmlformats.org/officeDocument/2006/relationships/hyperlink" Target="https://data.geoscience.fr/ncl/ObjParSubs/3177" TargetMode="External"/><Relationship Id="rId4" Type="http://schemas.openxmlformats.org/officeDocument/2006/relationships/image" Target="../media/image15.jpeg"/><Relationship Id="rId9" Type="http://schemas.openxmlformats.org/officeDocument/2006/relationships/hyperlink" Target="https://data.geoscience.fr/ncl/ObjParSubs/3183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.geoscience.fr/ncl/ObjParSubs/3183" TargetMode="External"/><Relationship Id="rId13" Type="http://schemas.openxmlformats.org/officeDocument/2006/relationships/image" Target="../media/image18.jpeg"/><Relationship Id="rId3" Type="http://schemas.openxmlformats.org/officeDocument/2006/relationships/image" Target="../media/image25.png"/><Relationship Id="rId7" Type="http://schemas.openxmlformats.org/officeDocument/2006/relationships/hyperlink" Target="https://environment.data.gov.uk/catchment-planning/WaterBody/GB520704201400" TargetMode="External"/><Relationship Id="rId12" Type="http://schemas.openxmlformats.org/officeDocument/2006/relationships/hyperlink" Target="https://data.geoscience.fr/ncl/AnthroMat/62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11" Type="http://schemas.openxmlformats.org/officeDocument/2006/relationships/hyperlink" Target="http://id.insee.fr/geo/commune/15020" TargetMode="External"/><Relationship Id="rId5" Type="http://schemas.openxmlformats.org/officeDocument/2006/relationships/image" Target="../media/image16.jpeg"/><Relationship Id="rId15" Type="http://schemas.openxmlformats.org/officeDocument/2006/relationships/image" Target="../media/image26.jpg"/><Relationship Id="rId10" Type="http://schemas.openxmlformats.org/officeDocument/2006/relationships/hyperlink" Target="https://data.geoscience.fr/ncl/Minls/22" TargetMode="External"/><Relationship Id="rId4" Type="http://schemas.openxmlformats.org/officeDocument/2006/relationships/image" Target="../media/image15.jpeg"/><Relationship Id="rId9" Type="http://schemas.openxmlformats.org/officeDocument/2006/relationships/hyperlink" Target="https://data.geoscience.fr/ncl/ObjParSubs/3177" TargetMode="External"/><Relationship Id="rId1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gif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gif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11" Type="http://schemas.openxmlformats.org/officeDocument/2006/relationships/image" Target="../media/image3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2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water, outdoor, group, flock&#10;&#10;Description automatically generated">
            <a:extLst>
              <a:ext uri="{FF2B5EF4-FFF2-40B4-BE49-F238E27FC236}">
                <a16:creationId xmlns:a16="http://schemas.microsoft.com/office/drawing/2014/main" id="{C62017BA-34B1-4E55-A6E6-CB4FF4CA3A2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7" b="21373"/>
          <a:stretch/>
        </p:blipFill>
        <p:spPr>
          <a:xfrm>
            <a:off x="0" y="-41079"/>
            <a:ext cx="12192000" cy="5582986"/>
          </a:xfrm>
          <a:prstGeom prst="rect">
            <a:avLst/>
          </a:prstGeom>
        </p:spPr>
      </p:pic>
      <p:sp>
        <p:nvSpPr>
          <p:cNvPr id="29" name="Google Shape;165;p1">
            <a:extLst>
              <a:ext uri="{FF2B5EF4-FFF2-40B4-BE49-F238E27FC236}">
                <a16:creationId xmlns:a16="http://schemas.microsoft.com/office/drawing/2014/main" id="{20E9B654-2108-4B07-8B68-512939A3B1A6}"/>
              </a:ext>
            </a:extLst>
          </p:cNvPr>
          <p:cNvSpPr txBox="1"/>
          <p:nvPr/>
        </p:nvSpPr>
        <p:spPr>
          <a:xfrm>
            <a:off x="-21390" y="1898225"/>
            <a:ext cx="12213390" cy="1704378"/>
          </a:xfrm>
          <a:prstGeom prst="rect">
            <a:avLst/>
          </a:prstGeom>
          <a:solidFill>
            <a:srgbClr val="FAFDFC">
              <a:alpha val="81176"/>
            </a:srgbClr>
          </a:solidFill>
          <a:ln>
            <a:noFill/>
          </a:ln>
          <a:effectLst>
            <a:reflection stA="0" endPos="65000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10000"/>
              </a:lnSpc>
              <a:buClr>
                <a:srgbClr val="18529E"/>
              </a:buClr>
              <a:buSzPts val="3200"/>
            </a:pPr>
            <a:r>
              <a:rPr lang="en-US" sz="4800" b="1" dirty="0">
                <a:solidFill>
                  <a:srgbClr val="18529E"/>
                </a:solidFill>
                <a:cs typeface="Arial" panose="020B0604020202020204" pitchFamily="34" charset="0"/>
              </a:rPr>
              <a:t>Interoperability and interconnection of the existing Water Quality Data Systems</a:t>
            </a:r>
          </a:p>
        </p:txBody>
      </p:sp>
      <p:sp>
        <p:nvSpPr>
          <p:cNvPr id="10" name="Google Shape;165;p1">
            <a:extLst>
              <a:ext uri="{FF2B5EF4-FFF2-40B4-BE49-F238E27FC236}">
                <a16:creationId xmlns:a16="http://schemas.microsoft.com/office/drawing/2014/main" id="{D98687F6-1C9D-4E4A-98EA-DF9E86A7CE1D}"/>
              </a:ext>
            </a:extLst>
          </p:cNvPr>
          <p:cNvSpPr txBox="1"/>
          <p:nvPr/>
        </p:nvSpPr>
        <p:spPr>
          <a:xfrm>
            <a:off x="0" y="-41079"/>
            <a:ext cx="12213390" cy="732842"/>
          </a:xfrm>
          <a:prstGeom prst="rect">
            <a:avLst/>
          </a:prstGeom>
          <a:solidFill>
            <a:srgbClr val="00529C">
              <a:alpha val="83137"/>
            </a:srgbClr>
          </a:solidFill>
          <a:ln>
            <a:noFill/>
          </a:ln>
          <a:effectLst>
            <a:reflection stA="0" endPos="65000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40000"/>
              </a:lnSpc>
              <a:buClr>
                <a:srgbClr val="18529E"/>
              </a:buClr>
              <a:buSzPts val="3200"/>
            </a:pPr>
            <a:r>
              <a:rPr lang="en-CH" sz="2400" dirty="0">
                <a:solidFill>
                  <a:schemeClr val="bg1"/>
                </a:solidFill>
                <a:latin typeface="+mn-lt"/>
              </a:rPr>
              <a:t>Workshop Series on Water Quality Monitoring – Opening Workshop</a:t>
            </a:r>
            <a:endParaRPr lang="en-US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5C2FB70F-17AB-437B-AFC8-2E4D841CF95F}"/>
              </a:ext>
            </a:extLst>
          </p:cNvPr>
          <p:cNvSpPr/>
          <p:nvPr/>
        </p:nvSpPr>
        <p:spPr>
          <a:xfrm>
            <a:off x="0" y="4062069"/>
            <a:ext cx="5049078" cy="533785"/>
          </a:xfrm>
          <a:prstGeom prst="chevron">
            <a:avLst/>
          </a:prstGeom>
          <a:solidFill>
            <a:srgbClr val="7AB64A"/>
          </a:solidFill>
          <a:ln>
            <a:noFill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/>
              <a:t>Sylvain Grellet -  BRGM, </a:t>
            </a:r>
            <a:r>
              <a:rPr lang="en-US" sz="2000" b="1" dirty="0" err="1"/>
              <a:t>pôle</a:t>
            </a:r>
            <a:r>
              <a:rPr lang="en-US" sz="2000" b="1" dirty="0"/>
              <a:t> INSIDE</a:t>
            </a:r>
            <a:endParaRPr lang="en-GB" sz="2000" b="1" dirty="0">
              <a:ln w="0"/>
              <a:solidFill>
                <a:srgbClr val="FFFF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A6D232-F979-4DA4-BF4C-DE62871C289C}"/>
              </a:ext>
            </a:extLst>
          </p:cNvPr>
          <p:cNvSpPr txBox="1"/>
          <p:nvPr/>
        </p:nvSpPr>
        <p:spPr>
          <a:xfrm>
            <a:off x="2981325" y="3225284"/>
            <a:ext cx="6153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H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B156772-DA93-4477-B5B0-15B57A3666E2}"/>
              </a:ext>
            </a:extLst>
          </p:cNvPr>
          <p:cNvGrpSpPr/>
          <p:nvPr/>
        </p:nvGrpSpPr>
        <p:grpSpPr>
          <a:xfrm>
            <a:off x="-21390" y="5084701"/>
            <a:ext cx="4559640" cy="457206"/>
            <a:chOff x="-4050" y="5361346"/>
            <a:chExt cx="4559640" cy="457206"/>
          </a:xfrm>
        </p:grpSpPr>
        <p:pic>
          <p:nvPicPr>
            <p:cNvPr id="22" name="Picture 21" descr="Chart, treemap chart&#10;&#10;Description automatically generated">
              <a:extLst>
                <a:ext uri="{FF2B5EF4-FFF2-40B4-BE49-F238E27FC236}">
                  <a16:creationId xmlns:a16="http://schemas.microsoft.com/office/drawing/2014/main" id="{71D7A07D-A1E9-43AB-B777-78736FB26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4050" y="5585119"/>
              <a:ext cx="3797641" cy="233433"/>
            </a:xfrm>
            <a:prstGeom prst="rect">
              <a:avLst/>
            </a:prstGeom>
          </p:spPr>
        </p:pic>
        <p:sp>
          <p:nvSpPr>
            <p:cNvPr id="23" name="TextBox 4">
              <a:extLst>
                <a:ext uri="{FF2B5EF4-FFF2-40B4-BE49-F238E27FC236}">
                  <a16:creationId xmlns:a16="http://schemas.microsoft.com/office/drawing/2014/main" id="{5F85057D-4C75-4C8F-972E-6B0FF05DAA5C}"/>
                </a:ext>
              </a:extLst>
            </p:cNvPr>
            <p:cNvSpPr txBox="1"/>
            <p:nvPr/>
          </p:nvSpPr>
          <p:spPr>
            <a:xfrm>
              <a:off x="1812390" y="5361346"/>
              <a:ext cx="2743200" cy="230832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b="1" dirty="0">
                  <a:solidFill>
                    <a:srgbClr val="FFFFFF"/>
                  </a:solidFill>
                  <a:latin typeface="Calibri"/>
                  <a:cs typeface="Calibri"/>
                </a:rPr>
                <a:t> </a:t>
              </a:r>
              <a:r>
                <a:rPr lang="en-US" sz="900" dirty="0">
                  <a:solidFill>
                    <a:srgbClr val="FFFFFF"/>
                  </a:solidFill>
                  <a:latin typeface="Calibri"/>
                  <a:cs typeface="Calibri"/>
                </a:rPr>
                <a:t>WEATHER       CLIMATE       WATER</a:t>
              </a:r>
              <a:endParaRPr lang="en-US" sz="900" dirty="0">
                <a:latin typeface="Calibri"/>
                <a:cs typeface="Calibri"/>
              </a:endParaRPr>
            </a:p>
          </p:txBody>
        </p:sp>
      </p:grp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CC8B2B9B-4B6B-4794-86DB-DC31F9AF0D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250" y="802113"/>
            <a:ext cx="2091109" cy="670618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EF492D3D-80E2-43ED-A4CB-6149BB925249}"/>
              </a:ext>
            </a:extLst>
          </p:cNvPr>
          <p:cNvGrpSpPr/>
          <p:nvPr/>
        </p:nvGrpSpPr>
        <p:grpSpPr>
          <a:xfrm>
            <a:off x="587643" y="5661638"/>
            <a:ext cx="11054815" cy="1035582"/>
            <a:chOff x="-321937" y="5919990"/>
            <a:chExt cx="9974568" cy="868456"/>
          </a:xfrm>
        </p:grpSpPr>
        <p:pic>
          <p:nvPicPr>
            <p:cNvPr id="26" name="Picture 25" descr="Text&#10;&#10;Description automatically generated">
              <a:extLst>
                <a:ext uri="{FF2B5EF4-FFF2-40B4-BE49-F238E27FC236}">
                  <a16:creationId xmlns:a16="http://schemas.microsoft.com/office/drawing/2014/main" id="{1C78A3DD-70D9-4066-98B4-9C22161DD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321937" y="6038564"/>
              <a:ext cx="1756083" cy="576462"/>
            </a:xfrm>
            <a:prstGeom prst="rect">
              <a:avLst/>
            </a:prstGeom>
          </p:spPr>
        </p:pic>
        <p:pic>
          <p:nvPicPr>
            <p:cNvPr id="27" name="Picture 26" descr="Logo&#10;&#10;Description automatically generated">
              <a:extLst>
                <a:ext uri="{FF2B5EF4-FFF2-40B4-BE49-F238E27FC236}">
                  <a16:creationId xmlns:a16="http://schemas.microsoft.com/office/drawing/2014/main" id="{5EE7B450-FEEF-4982-A38D-80CC044E8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817091" y="6015788"/>
              <a:ext cx="1432307" cy="685916"/>
            </a:xfrm>
            <a:prstGeom prst="rect">
              <a:avLst/>
            </a:prstGeom>
          </p:spPr>
        </p:pic>
        <p:pic>
          <p:nvPicPr>
            <p:cNvPr id="28" name="Picture 27" descr="Text&#10;&#10;Description automatically generated">
              <a:extLst>
                <a:ext uri="{FF2B5EF4-FFF2-40B4-BE49-F238E27FC236}">
                  <a16:creationId xmlns:a16="http://schemas.microsoft.com/office/drawing/2014/main" id="{668BA6E4-3E84-45E0-8DEA-5D150F94D99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330647" y="5919990"/>
              <a:ext cx="1025063" cy="868456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1AF44CE-F1C5-4624-BC88-E879B6512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965370" y="5929047"/>
              <a:ext cx="1687261" cy="859399"/>
            </a:xfrm>
            <a:prstGeom prst="rect">
              <a:avLst/>
            </a:prstGeom>
          </p:spPr>
        </p:pic>
        <p:pic>
          <p:nvPicPr>
            <p:cNvPr id="31" name="Picture 30" descr="Logo&#10;&#10;Description automatically generated">
              <a:extLst>
                <a:ext uri="{FF2B5EF4-FFF2-40B4-BE49-F238E27FC236}">
                  <a16:creationId xmlns:a16="http://schemas.microsoft.com/office/drawing/2014/main" id="{FC32F19A-AFA7-4B8B-981D-523B3AEDA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765716" y="5949586"/>
              <a:ext cx="771362" cy="794503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75E665A6-4025-4BA0-A69E-364A155B725A}"/>
                </a:ext>
              </a:extLst>
            </p:cNvPr>
            <p:cNvPicPr/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2343" y="6019855"/>
              <a:ext cx="1432309" cy="685916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40699104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329;p11">
            <a:extLst>
              <a:ext uri="{FF2B5EF4-FFF2-40B4-BE49-F238E27FC236}">
                <a16:creationId xmlns:a16="http://schemas.microsoft.com/office/drawing/2014/main" id="{3B202FF5-9DE6-4D94-A883-442E0282C91D}"/>
              </a:ext>
            </a:extLst>
          </p:cNvPr>
          <p:cNvSpPr/>
          <p:nvPr/>
        </p:nvSpPr>
        <p:spPr>
          <a:xfrm>
            <a:off x="-11430" y="0"/>
            <a:ext cx="12203430" cy="576470"/>
          </a:xfrm>
          <a:custGeom>
            <a:avLst/>
            <a:gdLst/>
            <a:ahLst/>
            <a:cxnLst/>
            <a:rect l="l" t="t" r="r" b="b"/>
            <a:pathLst>
              <a:path w="21627" h="26857" extrusionOk="0">
                <a:moveTo>
                  <a:pt x="27" y="0"/>
                </a:moveTo>
                <a:lnTo>
                  <a:pt x="21627" y="0"/>
                </a:lnTo>
                <a:lnTo>
                  <a:pt x="21627" y="16027"/>
                </a:lnTo>
                <a:cubicBezTo>
                  <a:pt x="10827" y="16027"/>
                  <a:pt x="10800" y="29967"/>
                  <a:pt x="0" y="26217"/>
                </a:cubicBezTo>
                <a:lnTo>
                  <a:pt x="27" y="0"/>
                </a:lnTo>
                <a:close/>
              </a:path>
            </a:pathLst>
          </a:custGeom>
          <a:solidFill>
            <a:srgbClr val="00529C"/>
          </a:solidFill>
          <a:ln w="12700" cap="flat" cmpd="sng">
            <a:solidFill>
              <a:srgbClr val="147E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601E17-E0E0-49A5-BDE9-B83BA2EC1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  <p:sp>
        <p:nvSpPr>
          <p:cNvPr id="43" name="Google Shape;181;p2">
            <a:extLst>
              <a:ext uri="{FF2B5EF4-FFF2-40B4-BE49-F238E27FC236}">
                <a16:creationId xmlns:a16="http://schemas.microsoft.com/office/drawing/2014/main" id="{ADC0ADEF-78B6-4EC5-9FAF-EC76A83E1060}"/>
              </a:ext>
            </a:extLst>
          </p:cNvPr>
          <p:cNvSpPr txBox="1"/>
          <p:nvPr/>
        </p:nvSpPr>
        <p:spPr>
          <a:xfrm>
            <a:off x="426720" y="794799"/>
            <a:ext cx="1149096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00529C"/>
                </a:solidFill>
                <a:cs typeface="Arial" panose="020B0604020202020204" pitchFamily="34" charset="0"/>
              </a:rPr>
              <a:t>? Interconnecting systems ? -&gt; hydrology example</a:t>
            </a:r>
            <a:endParaRPr sz="3200" b="1" dirty="0">
              <a:solidFill>
                <a:srgbClr val="00529C"/>
              </a:solidFill>
              <a:cs typeface="Arial" panose="020B0604020202020204" pitchFamily="34" charset="0"/>
            </a:endParaRPr>
          </a:p>
        </p:txBody>
      </p:sp>
      <p:sp>
        <p:nvSpPr>
          <p:cNvPr id="37" name="Espace réservé du texte 2"/>
          <p:cNvSpPr txBox="1">
            <a:spLocks/>
          </p:cNvSpPr>
          <p:nvPr/>
        </p:nvSpPr>
        <p:spPr>
          <a:xfrm>
            <a:off x="539115" y="1710830"/>
            <a:ext cx="11488420" cy="22891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Let’s go there 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external.ogc.org/twiki_public/HydrologyDWG/DarmstadtTc2009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2009_Sept_Darmstadt_HarmonisationObservations_PeterT.ppt</a:t>
            </a:r>
            <a:endParaRPr lang="en-US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4"/>
          <a:srcRect l="2483" t="10417" r="3356" b="3046"/>
          <a:stretch/>
        </p:blipFill>
        <p:spPr>
          <a:xfrm>
            <a:off x="539114" y="3923727"/>
            <a:ext cx="7973568" cy="261518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9114" y="3098800"/>
            <a:ext cx="960501" cy="52832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50" name="Picture 2" descr="Peter Taylor - Australian Water School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35" t="7818" r="16224"/>
          <a:stretch/>
        </p:blipFill>
        <p:spPr bwMode="auto">
          <a:xfrm>
            <a:off x="9077444" y="3999938"/>
            <a:ext cx="1670681" cy="1970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1471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329;p11">
            <a:extLst>
              <a:ext uri="{FF2B5EF4-FFF2-40B4-BE49-F238E27FC236}">
                <a16:creationId xmlns:a16="http://schemas.microsoft.com/office/drawing/2014/main" id="{3B202FF5-9DE6-4D94-A883-442E0282C91D}"/>
              </a:ext>
            </a:extLst>
          </p:cNvPr>
          <p:cNvSpPr/>
          <p:nvPr/>
        </p:nvSpPr>
        <p:spPr>
          <a:xfrm>
            <a:off x="-11430" y="0"/>
            <a:ext cx="12203430" cy="576470"/>
          </a:xfrm>
          <a:custGeom>
            <a:avLst/>
            <a:gdLst/>
            <a:ahLst/>
            <a:cxnLst/>
            <a:rect l="l" t="t" r="r" b="b"/>
            <a:pathLst>
              <a:path w="21627" h="26857" extrusionOk="0">
                <a:moveTo>
                  <a:pt x="27" y="0"/>
                </a:moveTo>
                <a:lnTo>
                  <a:pt x="21627" y="0"/>
                </a:lnTo>
                <a:lnTo>
                  <a:pt x="21627" y="16027"/>
                </a:lnTo>
                <a:cubicBezTo>
                  <a:pt x="10827" y="16027"/>
                  <a:pt x="10800" y="29967"/>
                  <a:pt x="0" y="26217"/>
                </a:cubicBezTo>
                <a:lnTo>
                  <a:pt x="27" y="0"/>
                </a:lnTo>
                <a:close/>
              </a:path>
            </a:pathLst>
          </a:custGeom>
          <a:solidFill>
            <a:srgbClr val="00529C"/>
          </a:solidFill>
          <a:ln w="12700" cap="flat" cmpd="sng">
            <a:solidFill>
              <a:srgbClr val="147E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601E17-E0E0-49A5-BDE9-B83BA2EC1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p:sp>
        <p:nvSpPr>
          <p:cNvPr id="43" name="Google Shape;181;p2">
            <a:extLst>
              <a:ext uri="{FF2B5EF4-FFF2-40B4-BE49-F238E27FC236}">
                <a16:creationId xmlns:a16="http://schemas.microsoft.com/office/drawing/2014/main" id="{ADC0ADEF-78B6-4EC5-9FAF-EC76A83E1060}"/>
              </a:ext>
            </a:extLst>
          </p:cNvPr>
          <p:cNvSpPr txBox="1"/>
          <p:nvPr/>
        </p:nvSpPr>
        <p:spPr>
          <a:xfrm>
            <a:off x="426720" y="794799"/>
            <a:ext cx="1149096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00529C"/>
                </a:solidFill>
                <a:cs typeface="Arial" panose="020B0604020202020204" pitchFamily="34" charset="0"/>
              </a:rPr>
              <a:t>? Interconnecting </a:t>
            </a:r>
            <a:r>
              <a:rPr lang="en-US" sz="3200" b="1" dirty="0">
                <a:solidFill>
                  <a:srgbClr val="00529C"/>
                </a:solidFill>
                <a:cs typeface="Arial" panose="020B0604020202020204" pitchFamily="34" charset="0"/>
              </a:rPr>
              <a:t>systems ?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601" y="1437761"/>
            <a:ext cx="7152640" cy="531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697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329;p11">
            <a:extLst>
              <a:ext uri="{FF2B5EF4-FFF2-40B4-BE49-F238E27FC236}">
                <a16:creationId xmlns:a16="http://schemas.microsoft.com/office/drawing/2014/main" id="{3B202FF5-9DE6-4D94-A883-442E0282C91D}"/>
              </a:ext>
            </a:extLst>
          </p:cNvPr>
          <p:cNvSpPr/>
          <p:nvPr/>
        </p:nvSpPr>
        <p:spPr>
          <a:xfrm>
            <a:off x="-11430" y="0"/>
            <a:ext cx="12203430" cy="576470"/>
          </a:xfrm>
          <a:custGeom>
            <a:avLst/>
            <a:gdLst/>
            <a:ahLst/>
            <a:cxnLst/>
            <a:rect l="l" t="t" r="r" b="b"/>
            <a:pathLst>
              <a:path w="21627" h="26857" extrusionOk="0">
                <a:moveTo>
                  <a:pt x="27" y="0"/>
                </a:moveTo>
                <a:lnTo>
                  <a:pt x="21627" y="0"/>
                </a:lnTo>
                <a:lnTo>
                  <a:pt x="21627" y="16027"/>
                </a:lnTo>
                <a:cubicBezTo>
                  <a:pt x="10827" y="16027"/>
                  <a:pt x="10800" y="29967"/>
                  <a:pt x="0" y="26217"/>
                </a:cubicBezTo>
                <a:lnTo>
                  <a:pt x="27" y="0"/>
                </a:lnTo>
                <a:close/>
              </a:path>
            </a:pathLst>
          </a:custGeom>
          <a:solidFill>
            <a:srgbClr val="00529C"/>
          </a:solidFill>
          <a:ln w="12700" cap="flat" cmpd="sng">
            <a:solidFill>
              <a:srgbClr val="147E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601E17-E0E0-49A5-BDE9-B83BA2EC1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sp>
        <p:nvSpPr>
          <p:cNvPr id="43" name="Google Shape;181;p2">
            <a:extLst>
              <a:ext uri="{FF2B5EF4-FFF2-40B4-BE49-F238E27FC236}">
                <a16:creationId xmlns:a16="http://schemas.microsoft.com/office/drawing/2014/main" id="{ADC0ADEF-78B6-4EC5-9FAF-EC76A83E1060}"/>
              </a:ext>
            </a:extLst>
          </p:cNvPr>
          <p:cNvSpPr txBox="1"/>
          <p:nvPr/>
        </p:nvSpPr>
        <p:spPr>
          <a:xfrm>
            <a:off x="426720" y="794799"/>
            <a:ext cx="1149096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00529C"/>
                </a:solidFill>
                <a:cs typeface="Arial" panose="020B0604020202020204" pitchFamily="34" charset="0"/>
              </a:rPr>
              <a:t>? Interconnecting </a:t>
            </a:r>
            <a:r>
              <a:rPr lang="en-US" sz="3200" b="1" dirty="0">
                <a:solidFill>
                  <a:srgbClr val="00529C"/>
                </a:solidFill>
                <a:cs typeface="Arial" panose="020B0604020202020204" pitchFamily="34" charset="0"/>
              </a:rPr>
              <a:t>systems ?</a:t>
            </a:r>
          </a:p>
        </p:txBody>
      </p:sp>
      <p:sp>
        <p:nvSpPr>
          <p:cNvPr id="6" name="Line 12"/>
          <p:cNvSpPr>
            <a:spLocks noChangeShapeType="1"/>
          </p:cNvSpPr>
          <p:nvPr/>
        </p:nvSpPr>
        <p:spPr bwMode="auto">
          <a:xfrm flipV="1">
            <a:off x="1125538" y="2359025"/>
            <a:ext cx="158750" cy="2857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" name="Line 13"/>
          <p:cNvSpPr>
            <a:spLocks noChangeShapeType="1"/>
          </p:cNvSpPr>
          <p:nvPr/>
        </p:nvSpPr>
        <p:spPr bwMode="auto">
          <a:xfrm flipH="1" flipV="1">
            <a:off x="1290638" y="2351088"/>
            <a:ext cx="179387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" name="Line 14"/>
          <p:cNvSpPr>
            <a:spLocks noChangeShapeType="1"/>
          </p:cNvSpPr>
          <p:nvPr/>
        </p:nvSpPr>
        <p:spPr bwMode="auto">
          <a:xfrm>
            <a:off x="1285875" y="2052638"/>
            <a:ext cx="0" cy="298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" name="Line 15"/>
          <p:cNvSpPr>
            <a:spLocks noChangeShapeType="1"/>
          </p:cNvSpPr>
          <p:nvPr/>
        </p:nvSpPr>
        <p:spPr bwMode="auto">
          <a:xfrm flipH="1">
            <a:off x="1081088" y="2038350"/>
            <a:ext cx="185737" cy="2651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" name="Line 16"/>
          <p:cNvSpPr>
            <a:spLocks noChangeShapeType="1"/>
          </p:cNvSpPr>
          <p:nvPr/>
        </p:nvSpPr>
        <p:spPr bwMode="auto">
          <a:xfrm flipH="1" flipV="1">
            <a:off x="1293813" y="2025650"/>
            <a:ext cx="204787" cy="225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" name="Oval 17"/>
          <p:cNvSpPr>
            <a:spLocks noChangeArrowheads="1"/>
          </p:cNvSpPr>
          <p:nvPr/>
        </p:nvSpPr>
        <p:spPr bwMode="auto">
          <a:xfrm>
            <a:off x="1141413" y="1739900"/>
            <a:ext cx="290512" cy="2921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" name="Text Box 18"/>
          <p:cNvSpPr txBox="1">
            <a:spLocks noChangeArrowheads="1"/>
          </p:cNvSpPr>
          <p:nvPr/>
        </p:nvSpPr>
        <p:spPr bwMode="auto">
          <a:xfrm>
            <a:off x="1441450" y="1341438"/>
            <a:ext cx="1771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AU" altLang="fr-FR"/>
              <a:t>Need flow data!</a:t>
            </a:r>
          </a:p>
        </p:txBody>
      </p:sp>
      <p:sp>
        <p:nvSpPr>
          <p:cNvPr id="14" name="Line 19"/>
          <p:cNvSpPr>
            <a:spLocks noChangeShapeType="1"/>
          </p:cNvSpPr>
          <p:nvPr/>
        </p:nvSpPr>
        <p:spPr bwMode="auto">
          <a:xfrm flipV="1">
            <a:off x="1616075" y="1693863"/>
            <a:ext cx="342900" cy="509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" name="Line 32"/>
          <p:cNvSpPr>
            <a:spLocks noChangeShapeType="1"/>
          </p:cNvSpPr>
          <p:nvPr/>
        </p:nvSpPr>
        <p:spPr bwMode="auto">
          <a:xfrm flipV="1">
            <a:off x="9549448" y="2530475"/>
            <a:ext cx="158750" cy="2857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" name="Line 33"/>
          <p:cNvSpPr>
            <a:spLocks noChangeShapeType="1"/>
          </p:cNvSpPr>
          <p:nvPr/>
        </p:nvSpPr>
        <p:spPr bwMode="auto">
          <a:xfrm flipH="1" flipV="1">
            <a:off x="9714548" y="2522538"/>
            <a:ext cx="179387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" name="Line 34"/>
          <p:cNvSpPr>
            <a:spLocks noChangeShapeType="1"/>
          </p:cNvSpPr>
          <p:nvPr/>
        </p:nvSpPr>
        <p:spPr bwMode="auto">
          <a:xfrm>
            <a:off x="9709785" y="2224088"/>
            <a:ext cx="0" cy="298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" name="Line 35"/>
          <p:cNvSpPr>
            <a:spLocks noChangeShapeType="1"/>
          </p:cNvSpPr>
          <p:nvPr/>
        </p:nvSpPr>
        <p:spPr bwMode="auto">
          <a:xfrm flipH="1">
            <a:off x="9504998" y="2209800"/>
            <a:ext cx="185737" cy="2651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" name="Line 36"/>
          <p:cNvSpPr>
            <a:spLocks noChangeShapeType="1"/>
          </p:cNvSpPr>
          <p:nvPr/>
        </p:nvSpPr>
        <p:spPr bwMode="auto">
          <a:xfrm flipH="1" flipV="1">
            <a:off x="9717723" y="2197100"/>
            <a:ext cx="204787" cy="225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" name="Oval 37"/>
          <p:cNvSpPr>
            <a:spLocks noChangeArrowheads="1"/>
          </p:cNvSpPr>
          <p:nvPr/>
        </p:nvSpPr>
        <p:spPr bwMode="auto">
          <a:xfrm>
            <a:off x="9565323" y="1911350"/>
            <a:ext cx="290512" cy="2921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1" name="Text Box 39"/>
          <p:cNvSpPr txBox="1">
            <a:spLocks noChangeArrowheads="1"/>
          </p:cNvSpPr>
          <p:nvPr/>
        </p:nvSpPr>
        <p:spPr bwMode="auto">
          <a:xfrm>
            <a:off x="1917700" y="1557338"/>
            <a:ext cx="3117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AU" altLang="fr-FR"/>
              <a:t>Hmm maybe Don can help…</a:t>
            </a:r>
          </a:p>
        </p:txBody>
      </p:sp>
      <p:sp>
        <p:nvSpPr>
          <p:cNvPr id="22" name="Text Box 41"/>
          <p:cNvSpPr txBox="1">
            <a:spLocks noChangeArrowheads="1"/>
          </p:cNvSpPr>
          <p:nvPr/>
        </p:nvSpPr>
        <p:spPr bwMode="auto">
          <a:xfrm>
            <a:off x="1965325" y="1995488"/>
            <a:ext cx="2503488" cy="187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fr-FR" dirty="0"/>
              <a:t>*RING RING*</a:t>
            </a:r>
          </a:p>
          <a:p>
            <a:pPr eaLnBrk="1" hangingPunct="1">
              <a:spcBef>
                <a:spcPct val="50000"/>
              </a:spcBef>
            </a:pPr>
            <a:r>
              <a:rPr lang="en-AU" altLang="fr-FR" dirty="0"/>
              <a:t>Hi Don, I need some upper Derwent flow readings for my geochemical model. Any ideas?</a:t>
            </a:r>
          </a:p>
        </p:txBody>
      </p:sp>
      <p:sp>
        <p:nvSpPr>
          <p:cNvPr id="23" name="Line 43"/>
          <p:cNvSpPr>
            <a:spLocks noChangeShapeType="1"/>
          </p:cNvSpPr>
          <p:nvPr/>
        </p:nvSpPr>
        <p:spPr bwMode="auto">
          <a:xfrm>
            <a:off x="8760460" y="1651000"/>
            <a:ext cx="393700" cy="292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6877685" y="2122488"/>
            <a:ext cx="26685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fr-FR"/>
              <a:t>Hmm, I’ve got one site. I’ll send it through…</a:t>
            </a:r>
          </a:p>
        </p:txBody>
      </p:sp>
      <p:sp>
        <p:nvSpPr>
          <p:cNvPr id="25" name="Text Box 45"/>
          <p:cNvSpPr txBox="1">
            <a:spLocks noChangeArrowheads="1"/>
          </p:cNvSpPr>
          <p:nvPr/>
        </p:nvSpPr>
        <p:spPr bwMode="auto">
          <a:xfrm>
            <a:off x="6585585" y="2871788"/>
            <a:ext cx="2503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fr-FR" sz="2400">
                <a:solidFill>
                  <a:schemeClr val="hlink"/>
                </a:solidFill>
              </a:rPr>
              <a:t>10 minutes…</a:t>
            </a:r>
          </a:p>
        </p:txBody>
      </p:sp>
      <p:sp>
        <p:nvSpPr>
          <p:cNvPr id="26" name="AutoShape 46"/>
          <p:cNvSpPr>
            <a:spLocks noChangeArrowheads="1"/>
          </p:cNvSpPr>
          <p:nvPr/>
        </p:nvSpPr>
        <p:spPr bwMode="auto">
          <a:xfrm>
            <a:off x="7007860" y="1930400"/>
            <a:ext cx="1930400" cy="1206500"/>
          </a:xfrm>
          <a:prstGeom prst="foldedCorner">
            <a:avLst>
              <a:gd name="adj" fmla="val 12500"/>
            </a:avLst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AU" altLang="fr-FR" sz="1600"/>
          </a:p>
          <a:p>
            <a:pPr algn="ctr" eaLnBrk="1" hangingPunct="1"/>
            <a:r>
              <a:rPr lang="en-AU" altLang="fr-FR" sz="1600" b="1"/>
              <a:t>To: Jack</a:t>
            </a:r>
          </a:p>
          <a:p>
            <a:pPr algn="ctr" eaLnBrk="1" hangingPunct="1"/>
            <a:r>
              <a:rPr lang="en-AU" altLang="fr-FR" sz="1600"/>
              <a:t>01/02/09, 3.2, 3, 1</a:t>
            </a:r>
          </a:p>
          <a:p>
            <a:pPr algn="ctr" eaLnBrk="1" hangingPunct="1"/>
            <a:r>
              <a:rPr lang="en-AU" altLang="fr-FR" sz="1600"/>
              <a:t>01/02/09, 3.1, 3, 1</a:t>
            </a:r>
          </a:p>
          <a:p>
            <a:pPr algn="ctr" eaLnBrk="1" hangingPunct="1"/>
            <a:endParaRPr lang="en-AU" altLang="fr-FR" sz="1600"/>
          </a:p>
          <a:p>
            <a:pPr algn="ctr" eaLnBrk="1" hangingPunct="1"/>
            <a:endParaRPr lang="en-AU" altLang="fr-FR" sz="1600"/>
          </a:p>
        </p:txBody>
      </p:sp>
      <p:sp>
        <p:nvSpPr>
          <p:cNvPr id="27" name="AutoShape 48"/>
          <p:cNvSpPr>
            <a:spLocks noChangeArrowheads="1"/>
          </p:cNvSpPr>
          <p:nvPr/>
        </p:nvSpPr>
        <p:spPr bwMode="auto">
          <a:xfrm>
            <a:off x="5725160" y="2362200"/>
            <a:ext cx="1104900" cy="228600"/>
          </a:xfrm>
          <a:prstGeom prst="leftArrow">
            <a:avLst>
              <a:gd name="adj1" fmla="val 50000"/>
              <a:gd name="adj2" fmla="val 1208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8" name="Text Box 50"/>
          <p:cNvSpPr txBox="1">
            <a:spLocks noChangeArrowheads="1"/>
          </p:cNvSpPr>
          <p:nvPr/>
        </p:nvSpPr>
        <p:spPr bwMode="auto">
          <a:xfrm>
            <a:off x="669925" y="2757488"/>
            <a:ext cx="2503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fr-FR" sz="2400">
                <a:solidFill>
                  <a:schemeClr val="hlink"/>
                </a:solidFill>
              </a:rPr>
              <a:t>10 minutes…</a:t>
            </a:r>
          </a:p>
        </p:txBody>
      </p:sp>
      <p:sp>
        <p:nvSpPr>
          <p:cNvPr id="29" name="Text Box 51"/>
          <p:cNvSpPr txBox="1">
            <a:spLocks noChangeArrowheads="1"/>
          </p:cNvSpPr>
          <p:nvPr/>
        </p:nvSpPr>
        <p:spPr bwMode="auto">
          <a:xfrm>
            <a:off x="682625" y="2706688"/>
            <a:ext cx="2414588" cy="1328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fr-FR"/>
              <a:t>*RING RING*</a:t>
            </a:r>
          </a:p>
          <a:p>
            <a:pPr eaLnBrk="1" hangingPunct="1">
              <a:spcBef>
                <a:spcPct val="50000"/>
              </a:spcBef>
            </a:pPr>
            <a:r>
              <a:rPr lang="en-AU" altLang="fr-FR"/>
              <a:t>Ok. Got the data. Where is the site located?</a:t>
            </a:r>
          </a:p>
        </p:txBody>
      </p:sp>
      <p:sp>
        <p:nvSpPr>
          <p:cNvPr id="30" name="Text Box 52"/>
          <p:cNvSpPr txBox="1">
            <a:spLocks noChangeArrowheads="1"/>
          </p:cNvSpPr>
          <p:nvPr/>
        </p:nvSpPr>
        <p:spPr bwMode="auto">
          <a:xfrm>
            <a:off x="7398385" y="3262313"/>
            <a:ext cx="3308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AU" altLang="fr-FR"/>
              <a:t>Oh, it’s at laughing jack bridge.</a:t>
            </a:r>
          </a:p>
        </p:txBody>
      </p:sp>
      <p:sp>
        <p:nvSpPr>
          <p:cNvPr id="31" name="Text Box 53"/>
          <p:cNvSpPr txBox="1">
            <a:spLocks noChangeArrowheads="1"/>
          </p:cNvSpPr>
          <p:nvPr/>
        </p:nvSpPr>
        <p:spPr bwMode="auto">
          <a:xfrm>
            <a:off x="657225" y="4014788"/>
            <a:ext cx="24145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fr-FR"/>
              <a:t>Coordinates?</a:t>
            </a:r>
          </a:p>
        </p:txBody>
      </p:sp>
      <p:sp>
        <p:nvSpPr>
          <p:cNvPr id="32" name="Text Box 54"/>
          <p:cNvSpPr txBox="1">
            <a:spLocks noChangeArrowheads="1"/>
          </p:cNvSpPr>
          <p:nvPr/>
        </p:nvSpPr>
        <p:spPr bwMode="auto">
          <a:xfrm>
            <a:off x="7220585" y="3808413"/>
            <a:ext cx="26352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AU" altLang="fr-FR"/>
              <a:t>Ummm. (papers shuffle)</a:t>
            </a:r>
          </a:p>
          <a:p>
            <a:pPr eaLnBrk="1" hangingPunct="1"/>
            <a:r>
              <a:rPr lang="en-AU" altLang="fr-FR"/>
              <a:t>147.123 -41.588</a:t>
            </a:r>
          </a:p>
        </p:txBody>
      </p:sp>
      <p:sp>
        <p:nvSpPr>
          <p:cNvPr id="33" name="Text Box 55"/>
          <p:cNvSpPr txBox="1">
            <a:spLocks noChangeArrowheads="1"/>
          </p:cNvSpPr>
          <p:nvPr/>
        </p:nvSpPr>
        <p:spPr bwMode="auto">
          <a:xfrm>
            <a:off x="708025" y="4375150"/>
            <a:ext cx="24145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fr-FR"/>
              <a:t>What reference system??</a:t>
            </a:r>
          </a:p>
        </p:txBody>
      </p:sp>
      <p:sp>
        <p:nvSpPr>
          <p:cNvPr id="34" name="Text Box 56"/>
          <p:cNvSpPr txBox="1">
            <a:spLocks noChangeArrowheads="1"/>
          </p:cNvSpPr>
          <p:nvPr/>
        </p:nvSpPr>
        <p:spPr bwMode="auto">
          <a:xfrm>
            <a:off x="6941185" y="4451350"/>
            <a:ext cx="24145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fr-FR"/>
              <a:t>I think it’s GDA94</a:t>
            </a:r>
          </a:p>
        </p:txBody>
      </p:sp>
      <p:sp>
        <p:nvSpPr>
          <p:cNvPr id="35" name="Text Box 57"/>
          <p:cNvSpPr txBox="1">
            <a:spLocks noChangeArrowheads="1"/>
          </p:cNvSpPr>
          <p:nvPr/>
        </p:nvSpPr>
        <p:spPr bwMode="auto">
          <a:xfrm>
            <a:off x="479425" y="4959350"/>
            <a:ext cx="24145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fr-FR"/>
              <a:t>Ok. What sensor is used?</a:t>
            </a:r>
          </a:p>
        </p:txBody>
      </p:sp>
      <p:sp>
        <p:nvSpPr>
          <p:cNvPr id="36" name="Text Box 58"/>
          <p:cNvSpPr txBox="1">
            <a:spLocks noChangeArrowheads="1"/>
          </p:cNvSpPr>
          <p:nvPr/>
        </p:nvSpPr>
        <p:spPr bwMode="auto">
          <a:xfrm>
            <a:off x="6699885" y="4845050"/>
            <a:ext cx="3405188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fr-FR"/>
              <a:t>It’s calculated from the stream gauge reading using a rating curve..</a:t>
            </a:r>
          </a:p>
        </p:txBody>
      </p:sp>
      <p:sp>
        <p:nvSpPr>
          <p:cNvPr id="38" name="Text Box 59"/>
          <p:cNvSpPr txBox="1">
            <a:spLocks noChangeArrowheads="1"/>
          </p:cNvSpPr>
          <p:nvPr/>
        </p:nvSpPr>
        <p:spPr bwMode="auto">
          <a:xfrm>
            <a:off x="568325" y="5492750"/>
            <a:ext cx="24145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fr-FR"/>
              <a:t>Oh…how accurate is that?</a:t>
            </a:r>
          </a:p>
        </p:txBody>
      </p:sp>
      <p:sp>
        <p:nvSpPr>
          <p:cNvPr id="39" name="Text Box 60"/>
          <p:cNvSpPr txBox="1">
            <a:spLocks noChangeArrowheads="1"/>
          </p:cNvSpPr>
          <p:nvPr/>
        </p:nvSpPr>
        <p:spPr bwMode="auto">
          <a:xfrm>
            <a:off x="6179185" y="5688013"/>
            <a:ext cx="34051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fr-FR"/>
              <a:t>Umm......</a:t>
            </a:r>
          </a:p>
        </p:txBody>
      </p:sp>
      <p:sp>
        <p:nvSpPr>
          <p:cNvPr id="40" name="Text Box 62"/>
          <p:cNvSpPr txBox="1">
            <a:spLocks noChangeArrowheads="1"/>
          </p:cNvSpPr>
          <p:nvPr/>
        </p:nvSpPr>
        <p:spPr bwMode="auto">
          <a:xfrm>
            <a:off x="593725" y="6076950"/>
            <a:ext cx="24145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fr-FR"/>
              <a:t>DON?</a:t>
            </a:r>
          </a:p>
        </p:txBody>
      </p:sp>
      <p:sp>
        <p:nvSpPr>
          <p:cNvPr id="42" name="Text Box 63"/>
          <p:cNvSpPr txBox="1">
            <a:spLocks noChangeArrowheads="1"/>
          </p:cNvSpPr>
          <p:nvPr/>
        </p:nvSpPr>
        <p:spPr bwMode="auto">
          <a:xfrm>
            <a:off x="669925" y="1144588"/>
            <a:ext cx="25034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fr-FR" dirty="0"/>
              <a:t>Hydro Jack</a:t>
            </a:r>
          </a:p>
        </p:txBody>
      </p:sp>
      <p:sp>
        <p:nvSpPr>
          <p:cNvPr id="44" name="Line 64"/>
          <p:cNvSpPr>
            <a:spLocks noChangeShapeType="1"/>
          </p:cNvSpPr>
          <p:nvPr/>
        </p:nvSpPr>
        <p:spPr bwMode="auto">
          <a:xfrm>
            <a:off x="850900" y="1498600"/>
            <a:ext cx="241300" cy="292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5" name="Text Box 68"/>
          <p:cNvSpPr txBox="1">
            <a:spLocks noChangeArrowheads="1"/>
          </p:cNvSpPr>
          <p:nvPr/>
        </p:nvSpPr>
        <p:spPr bwMode="auto">
          <a:xfrm>
            <a:off x="6045835" y="6092825"/>
            <a:ext cx="34051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fr-FR"/>
              <a:t>*CLICK*</a:t>
            </a:r>
          </a:p>
        </p:txBody>
      </p:sp>
      <p:sp>
        <p:nvSpPr>
          <p:cNvPr id="2" name="ZoneTexte 1"/>
          <p:cNvSpPr txBox="1"/>
          <p:nvPr/>
        </p:nvSpPr>
        <p:spPr>
          <a:xfrm rot="20262782">
            <a:off x="3126500" y="3712260"/>
            <a:ext cx="3760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How </a:t>
            </a:r>
            <a:r>
              <a:rPr lang="fr-FR" dirty="0" err="1" smtClean="0">
                <a:solidFill>
                  <a:srgbClr val="FF0000"/>
                </a:solidFill>
              </a:rPr>
              <a:t>often</a:t>
            </a:r>
            <a:r>
              <a:rPr lang="fr-FR" dirty="0" smtClean="0">
                <a:solidFill>
                  <a:srgbClr val="FF0000"/>
                </a:solidFill>
              </a:rPr>
              <a:t> have </a:t>
            </a:r>
            <a:r>
              <a:rPr lang="fr-FR" dirty="0" err="1" smtClean="0">
                <a:solidFill>
                  <a:srgbClr val="FF0000"/>
                </a:solidFill>
              </a:rPr>
              <a:t>you</a:t>
            </a:r>
            <a:r>
              <a:rPr lang="fr-FR" dirty="0" smtClean="0">
                <a:solidFill>
                  <a:srgbClr val="FF0000"/>
                </a:solidFill>
              </a:rPr>
              <a:t> been  Hydro Jack </a:t>
            </a:r>
          </a:p>
          <a:p>
            <a:r>
              <a:rPr lang="fr-FR" dirty="0" smtClean="0">
                <a:solidFill>
                  <a:srgbClr val="FF0000"/>
                </a:solidFill>
              </a:rPr>
              <a:t>(or Don) ?</a:t>
            </a: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0492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2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21" grpId="0"/>
      <p:bldP spid="21" grpId="1"/>
      <p:bldP spid="22" grpId="0"/>
      <p:bldP spid="22" grpId="1"/>
      <p:bldP spid="24" grpId="0"/>
      <p:bldP spid="24" grpId="1"/>
      <p:bldP spid="25" grpId="0"/>
      <p:bldP spid="25" grpId="1"/>
      <p:bldP spid="26" grpId="0" animBg="1"/>
      <p:bldP spid="28" grpId="0"/>
      <p:bldP spid="28" grpId="1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8" grpId="0"/>
      <p:bldP spid="39" grpId="0"/>
      <p:bldP spid="40" grpId="0"/>
      <p:bldP spid="42" grpId="0"/>
      <p:bldP spid="42" grpId="1"/>
      <p:bldP spid="45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329;p11">
            <a:extLst>
              <a:ext uri="{FF2B5EF4-FFF2-40B4-BE49-F238E27FC236}">
                <a16:creationId xmlns:a16="http://schemas.microsoft.com/office/drawing/2014/main" id="{3B202FF5-9DE6-4D94-A883-442E0282C91D}"/>
              </a:ext>
            </a:extLst>
          </p:cNvPr>
          <p:cNvSpPr/>
          <p:nvPr/>
        </p:nvSpPr>
        <p:spPr>
          <a:xfrm>
            <a:off x="-11430" y="0"/>
            <a:ext cx="12203430" cy="576470"/>
          </a:xfrm>
          <a:custGeom>
            <a:avLst/>
            <a:gdLst/>
            <a:ahLst/>
            <a:cxnLst/>
            <a:rect l="l" t="t" r="r" b="b"/>
            <a:pathLst>
              <a:path w="21627" h="26857" extrusionOk="0">
                <a:moveTo>
                  <a:pt x="27" y="0"/>
                </a:moveTo>
                <a:lnTo>
                  <a:pt x="21627" y="0"/>
                </a:lnTo>
                <a:lnTo>
                  <a:pt x="21627" y="16027"/>
                </a:lnTo>
                <a:cubicBezTo>
                  <a:pt x="10827" y="16027"/>
                  <a:pt x="10800" y="29967"/>
                  <a:pt x="0" y="26217"/>
                </a:cubicBezTo>
                <a:lnTo>
                  <a:pt x="27" y="0"/>
                </a:lnTo>
                <a:close/>
              </a:path>
            </a:pathLst>
          </a:custGeom>
          <a:solidFill>
            <a:srgbClr val="00529C"/>
          </a:solidFill>
          <a:ln w="12700" cap="flat" cmpd="sng">
            <a:solidFill>
              <a:srgbClr val="147E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601E17-E0E0-49A5-BDE9-B83BA2EC1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sp>
        <p:nvSpPr>
          <p:cNvPr id="43" name="Google Shape;181;p2">
            <a:extLst>
              <a:ext uri="{FF2B5EF4-FFF2-40B4-BE49-F238E27FC236}">
                <a16:creationId xmlns:a16="http://schemas.microsoft.com/office/drawing/2014/main" id="{ADC0ADEF-78B6-4EC5-9FAF-EC76A83E1060}"/>
              </a:ext>
            </a:extLst>
          </p:cNvPr>
          <p:cNvSpPr txBox="1"/>
          <p:nvPr/>
        </p:nvSpPr>
        <p:spPr>
          <a:xfrm>
            <a:off x="426720" y="794799"/>
            <a:ext cx="1149096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00529C"/>
                </a:solidFill>
                <a:cs typeface="Arial" panose="020B0604020202020204" pitchFamily="34" charset="0"/>
              </a:rPr>
              <a:t>? Interconnecting systems ? -&gt; geoscience example</a:t>
            </a:r>
            <a:endParaRPr sz="3200" b="1" dirty="0">
              <a:solidFill>
                <a:srgbClr val="00529C"/>
              </a:solidFill>
              <a:cs typeface="Arial" panose="020B0604020202020204" pitchFamily="34" charset="0"/>
            </a:endParaRPr>
          </a:p>
        </p:txBody>
      </p:sp>
      <p:sp>
        <p:nvSpPr>
          <p:cNvPr id="37" name="Espace réservé du texte 2"/>
          <p:cNvSpPr txBox="1">
            <a:spLocks/>
          </p:cNvSpPr>
          <p:nvPr/>
        </p:nvSpPr>
        <p:spPr>
          <a:xfrm>
            <a:off x="539115" y="1710830"/>
            <a:ext cx="11488420" cy="22891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BRGM : Scientific </a:t>
            </a:r>
            <a:r>
              <a:rPr lang="en-US" dirty="0" err="1" smtClean="0"/>
              <a:t>programme</a:t>
            </a:r>
            <a:r>
              <a:rPr lang="en-US" dirty="0" smtClean="0"/>
              <a:t> </a:t>
            </a:r>
            <a:r>
              <a:rPr lang="en-US" dirty="0" smtClean="0"/>
              <a:t>sessions</a:t>
            </a:r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433" y="2513894"/>
            <a:ext cx="7259881" cy="2781732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3528" y="2246847"/>
            <a:ext cx="2486869" cy="331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98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329;p11">
            <a:extLst>
              <a:ext uri="{FF2B5EF4-FFF2-40B4-BE49-F238E27FC236}">
                <a16:creationId xmlns:a16="http://schemas.microsoft.com/office/drawing/2014/main" id="{3B202FF5-9DE6-4D94-A883-442E0282C91D}"/>
              </a:ext>
            </a:extLst>
          </p:cNvPr>
          <p:cNvSpPr/>
          <p:nvPr/>
        </p:nvSpPr>
        <p:spPr>
          <a:xfrm>
            <a:off x="-11430" y="0"/>
            <a:ext cx="12203430" cy="576470"/>
          </a:xfrm>
          <a:custGeom>
            <a:avLst/>
            <a:gdLst/>
            <a:ahLst/>
            <a:cxnLst/>
            <a:rect l="l" t="t" r="r" b="b"/>
            <a:pathLst>
              <a:path w="21627" h="26857" extrusionOk="0">
                <a:moveTo>
                  <a:pt x="27" y="0"/>
                </a:moveTo>
                <a:lnTo>
                  <a:pt x="21627" y="0"/>
                </a:lnTo>
                <a:lnTo>
                  <a:pt x="21627" y="16027"/>
                </a:lnTo>
                <a:cubicBezTo>
                  <a:pt x="10827" y="16027"/>
                  <a:pt x="10800" y="29967"/>
                  <a:pt x="0" y="26217"/>
                </a:cubicBezTo>
                <a:lnTo>
                  <a:pt x="27" y="0"/>
                </a:lnTo>
                <a:close/>
              </a:path>
            </a:pathLst>
          </a:custGeom>
          <a:solidFill>
            <a:srgbClr val="00529C"/>
          </a:solidFill>
          <a:ln w="12700" cap="flat" cmpd="sng">
            <a:solidFill>
              <a:srgbClr val="147E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601E17-E0E0-49A5-BDE9-B83BA2EC1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04200" y="635635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sp>
        <p:nvSpPr>
          <p:cNvPr id="43" name="Google Shape;181;p2">
            <a:extLst>
              <a:ext uri="{FF2B5EF4-FFF2-40B4-BE49-F238E27FC236}">
                <a16:creationId xmlns:a16="http://schemas.microsoft.com/office/drawing/2014/main" id="{ADC0ADEF-78B6-4EC5-9FAF-EC76A83E1060}"/>
              </a:ext>
            </a:extLst>
          </p:cNvPr>
          <p:cNvSpPr txBox="1"/>
          <p:nvPr/>
        </p:nvSpPr>
        <p:spPr>
          <a:xfrm>
            <a:off x="426720" y="794799"/>
            <a:ext cx="1149096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00529C"/>
                </a:solidFill>
                <a:cs typeface="Arial" panose="020B0604020202020204" pitchFamily="34" charset="0"/>
              </a:rPr>
              <a:t>? Interconnecting systems ?</a:t>
            </a:r>
            <a:endParaRPr sz="3200" b="1" dirty="0">
              <a:solidFill>
                <a:srgbClr val="00529C"/>
              </a:solidFill>
              <a:cs typeface="Arial" panose="020B0604020202020204" pitchFamily="34" charset="0"/>
            </a:endParaRPr>
          </a:p>
        </p:txBody>
      </p:sp>
      <p:pic>
        <p:nvPicPr>
          <p:cNvPr id="8" name="Image 7" descr="Search To Find Internet Magnifying · Free image on Pixabay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16" y="1393157"/>
            <a:ext cx="1082822" cy="1082822"/>
          </a:xfrm>
          <a:prstGeom prst="rect">
            <a:avLst/>
          </a:prstGeom>
        </p:spPr>
      </p:pic>
      <p:pic>
        <p:nvPicPr>
          <p:cNvPr id="12" name="Image 11" descr="Chemistry Teacher Science · Free image on Pixabay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180" y="2109243"/>
            <a:ext cx="1295875" cy="1295875"/>
          </a:xfrm>
          <a:prstGeom prst="rect">
            <a:avLst/>
          </a:prstGeom>
        </p:spPr>
      </p:pic>
      <p:pic>
        <p:nvPicPr>
          <p:cNvPr id="13" name="Image 12" descr="construction man illustration free image | Peakpx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253" y="5676019"/>
            <a:ext cx="1249935" cy="1249935"/>
          </a:xfrm>
          <a:prstGeom prst="rect">
            <a:avLst/>
          </a:prstGeom>
        </p:spPr>
      </p:pic>
      <p:sp>
        <p:nvSpPr>
          <p:cNvPr id="14" name="Bulle ronde 13"/>
          <p:cNvSpPr/>
          <p:nvPr/>
        </p:nvSpPr>
        <p:spPr>
          <a:xfrm>
            <a:off x="1034470" y="1170043"/>
            <a:ext cx="2341419" cy="980652"/>
          </a:xfrm>
          <a:prstGeom prst="wedgeEllipseCallout">
            <a:avLst>
              <a:gd name="adj1" fmla="val -74088"/>
              <a:gd name="adj2" fmla="val -22764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smtClean="0">
                <a:solidFill>
                  <a:schemeClr val="tx1"/>
                </a:solidFill>
                <a:latin typeface="+mj-lt"/>
              </a:rPr>
              <a:t>I observe on </a:t>
            </a:r>
            <a:r>
              <a:rPr lang="fr-FR" sz="1200" dirty="0" err="1" smtClean="0">
                <a:solidFill>
                  <a:schemeClr val="tx1"/>
                </a:solidFill>
                <a:latin typeface="+mj-lt"/>
              </a:rPr>
              <a:t>this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fr-FR" sz="1200" dirty="0" err="1" smtClean="0">
                <a:solidFill>
                  <a:schemeClr val="tx1"/>
                </a:solidFill>
                <a:latin typeface="+mj-lt"/>
              </a:rPr>
              <a:t>outcrop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 the </a:t>
            </a:r>
            <a:r>
              <a:rPr lang="fr-FR" sz="1200" dirty="0" err="1" smtClean="0">
                <a:solidFill>
                  <a:schemeClr val="tx1"/>
                </a:solidFill>
                <a:latin typeface="+mj-lt"/>
              </a:rPr>
              <a:t>possibility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 of </a:t>
            </a:r>
            <a:r>
              <a:rPr lang="fr-FR" sz="1200" dirty="0" err="1" smtClean="0">
                <a:solidFill>
                  <a:schemeClr val="tx1"/>
                </a:solidFill>
                <a:latin typeface="+mj-lt"/>
              </a:rPr>
              <a:t>presence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 of </a:t>
            </a:r>
            <a:r>
              <a:rPr lang="fr-FR" sz="1200" b="1" dirty="0" smtClean="0">
                <a:solidFill>
                  <a:schemeClr val="tx1"/>
                </a:solidFill>
              </a:rPr>
              <a:t>Mispickel (</a:t>
            </a:r>
            <a:r>
              <a:rPr lang="fr-FR" sz="1200" b="1" dirty="0" err="1" smtClean="0">
                <a:solidFill>
                  <a:schemeClr val="tx1"/>
                </a:solidFill>
              </a:rPr>
              <a:t>FeAsS</a:t>
            </a:r>
            <a:r>
              <a:rPr lang="fr-FR" sz="1200" b="1" dirty="0" smtClean="0">
                <a:solidFill>
                  <a:schemeClr val="tx1"/>
                </a:solidFill>
              </a:rPr>
              <a:t>), </a:t>
            </a:r>
            <a:r>
              <a:rPr lang="fr-FR" sz="1200" b="1" dirty="0" err="1" smtClean="0">
                <a:solidFill>
                  <a:schemeClr val="tx1"/>
                </a:solidFill>
              </a:rPr>
              <a:t>near</a:t>
            </a:r>
            <a:r>
              <a:rPr lang="fr-FR" sz="1200" b="1" dirty="0" smtClean="0">
                <a:solidFill>
                  <a:schemeClr val="tx1"/>
                </a:solidFill>
              </a:rPr>
              <a:t> Beaulieu</a:t>
            </a:r>
            <a:endParaRPr lang="fr-FR" sz="1200" b="1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5" name="Image 14" descr="Tasks 2nd year | gazteluetasocialstudies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08237" y="3277187"/>
            <a:ext cx="1317574" cy="988180"/>
          </a:xfrm>
          <a:prstGeom prst="rect">
            <a:avLst/>
          </a:prstGeom>
        </p:spPr>
      </p:pic>
      <p:pic>
        <p:nvPicPr>
          <p:cNvPr id="16" name="Image 15" descr="Base De Données Stockage - Images vectorielles gratuites ..."/>
          <p:cNvPicPr>
            <a:picLocks noChangeAspect="1"/>
          </p:cNvPicPr>
          <p:nvPr/>
        </p:nvPicPr>
        <p:blipFill>
          <a:blip r:embed="rId7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155" y="3352296"/>
            <a:ext cx="921302" cy="1112982"/>
          </a:xfrm>
          <a:prstGeom prst="rect">
            <a:avLst/>
          </a:prstGeom>
        </p:spPr>
      </p:pic>
      <p:pic>
        <p:nvPicPr>
          <p:cNvPr id="17" name="Image 16" descr="Base De Données Stockage - Images vectorielles gratuites ..."/>
          <p:cNvPicPr>
            <a:picLocks noChangeAspect="1"/>
          </p:cNvPicPr>
          <p:nvPr/>
        </p:nvPicPr>
        <p:blipFill>
          <a:blip r:embed="rId7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155" y="4629378"/>
            <a:ext cx="921302" cy="1112982"/>
          </a:xfrm>
          <a:prstGeom prst="rect">
            <a:avLst/>
          </a:prstGeom>
        </p:spPr>
      </p:pic>
      <p:pic>
        <p:nvPicPr>
          <p:cNvPr id="18" name="Image 17" descr="Base De Données Stockage - Images vectorielles gratuites ..."/>
          <p:cNvPicPr>
            <a:picLocks noChangeAspect="1"/>
          </p:cNvPicPr>
          <p:nvPr/>
        </p:nvPicPr>
        <p:blipFill>
          <a:blip r:embed="rId7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1446" y="5833806"/>
            <a:ext cx="921302" cy="1112982"/>
          </a:xfrm>
          <a:prstGeom prst="rect">
            <a:avLst/>
          </a:prstGeom>
        </p:spPr>
      </p:pic>
      <p:pic>
        <p:nvPicPr>
          <p:cNvPr id="19" name="Image 18" descr="네이버 검색누락 확인 후 검색등록까지의 스토리 :: 점심이의 세상이야기!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05" y="2539518"/>
            <a:ext cx="1096151" cy="1461034"/>
          </a:xfrm>
          <a:prstGeom prst="rect">
            <a:avLst/>
          </a:prstGeom>
        </p:spPr>
      </p:pic>
      <p:sp>
        <p:nvSpPr>
          <p:cNvPr id="20" name="Bulle ronde 19"/>
          <p:cNvSpPr/>
          <p:nvPr/>
        </p:nvSpPr>
        <p:spPr>
          <a:xfrm>
            <a:off x="3336681" y="2011688"/>
            <a:ext cx="2376950" cy="1122688"/>
          </a:xfrm>
          <a:prstGeom prst="wedgeEllipseCallout">
            <a:avLst>
              <a:gd name="adj1" fmla="val -57018"/>
              <a:gd name="adj2" fmla="val -28299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chemeClr val="tx1"/>
                </a:solidFill>
              </a:rPr>
              <a:t>Let’s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analyze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heavy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metals</a:t>
            </a:r>
            <a:r>
              <a:rPr lang="fr-FR" sz="1200" dirty="0">
                <a:solidFill>
                  <a:schemeClr val="tx1"/>
                </a:solidFill>
              </a:rPr>
              <a:t> in </a:t>
            </a:r>
            <a:r>
              <a:rPr lang="fr-FR" sz="1200" dirty="0" err="1">
                <a:solidFill>
                  <a:schemeClr val="tx1"/>
                </a:solidFill>
              </a:rPr>
              <a:t>this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sample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sampled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near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b="1" dirty="0">
                <a:solidFill>
                  <a:schemeClr val="tx1"/>
                </a:solidFill>
              </a:rPr>
              <a:t>Beaulieu: </a:t>
            </a:r>
          </a:p>
          <a:p>
            <a:pPr algn="ctr"/>
            <a:r>
              <a:rPr lang="fr-FR" sz="1200" b="1" dirty="0">
                <a:solidFill>
                  <a:schemeClr val="tx1"/>
                </a:solidFill>
              </a:rPr>
              <a:t>As, Fe</a:t>
            </a:r>
            <a:r>
              <a:rPr lang="fr-FR" sz="1200" dirty="0">
                <a:solidFill>
                  <a:schemeClr val="tx1"/>
                </a:solidFill>
              </a:rPr>
              <a:t>, Pb, …</a:t>
            </a:r>
          </a:p>
        </p:txBody>
      </p:sp>
      <p:sp>
        <p:nvSpPr>
          <p:cNvPr id="21" name="Bulle ronde 20"/>
          <p:cNvSpPr/>
          <p:nvPr/>
        </p:nvSpPr>
        <p:spPr>
          <a:xfrm>
            <a:off x="3090587" y="5753621"/>
            <a:ext cx="1480747" cy="799564"/>
          </a:xfrm>
          <a:prstGeom prst="wedgeEllipseCallout">
            <a:avLst>
              <a:gd name="adj1" fmla="val -61998"/>
              <a:gd name="adj2" fmla="val 44346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 smtClean="0">
                <a:solidFill>
                  <a:schemeClr val="tx1"/>
                </a:solidFill>
                <a:latin typeface="+mj-lt"/>
              </a:rPr>
              <a:t>Digging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fr-FR" sz="1200" dirty="0" err="1" smtClean="0">
                <a:solidFill>
                  <a:schemeClr val="tx1"/>
                </a:solidFill>
                <a:latin typeface="+mj-lt"/>
              </a:rPr>
              <a:t>here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, I </a:t>
            </a:r>
            <a:r>
              <a:rPr lang="fr-FR" sz="1200" dirty="0" err="1" smtClean="0">
                <a:solidFill>
                  <a:schemeClr val="tx1"/>
                </a:solidFill>
                <a:latin typeface="+mj-lt"/>
              </a:rPr>
              <a:t>discovered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fr-FR" sz="1200" b="1" dirty="0" err="1" smtClean="0">
                <a:solidFill>
                  <a:schemeClr val="tx1"/>
                </a:solidFill>
                <a:latin typeface="+mj-lt"/>
              </a:rPr>
              <a:t>iron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 !</a:t>
            </a:r>
            <a:endParaRPr lang="fr-FR" sz="12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3" name="Image 22" descr="Search To Find Internet Magnifying · Free image on Pixabay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89103" y="4554396"/>
            <a:ext cx="1082822" cy="1082822"/>
          </a:xfrm>
          <a:prstGeom prst="rect">
            <a:avLst/>
          </a:prstGeom>
        </p:spPr>
      </p:pic>
      <p:sp>
        <p:nvSpPr>
          <p:cNvPr id="24" name="Bulle ronde 23"/>
          <p:cNvSpPr/>
          <p:nvPr/>
        </p:nvSpPr>
        <p:spPr>
          <a:xfrm>
            <a:off x="3218513" y="4791586"/>
            <a:ext cx="1809796" cy="940073"/>
          </a:xfrm>
          <a:prstGeom prst="wedgeEllipseCallout">
            <a:avLst>
              <a:gd name="adj1" fmla="val -74088"/>
              <a:gd name="adj2" fmla="val -22764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smtClean="0">
                <a:solidFill>
                  <a:schemeClr val="tx1"/>
                </a:solidFill>
                <a:latin typeface="+mj-lt"/>
              </a:rPr>
              <a:t>Quelle belle </a:t>
            </a:r>
            <a:r>
              <a:rPr lang="fr-FR" sz="1200" b="1" dirty="0" err="1" smtClean="0">
                <a:solidFill>
                  <a:schemeClr val="tx1"/>
                </a:solidFill>
                <a:latin typeface="+mj-lt"/>
              </a:rPr>
              <a:t>dalarnite</a:t>
            </a:r>
            <a:r>
              <a:rPr lang="fr-FR" sz="1200" b="1" dirty="0" smtClean="0">
                <a:solidFill>
                  <a:schemeClr val="tx1"/>
                </a:solidFill>
                <a:latin typeface="+mj-lt"/>
              </a:rPr>
              <a:t> !</a:t>
            </a:r>
            <a:endParaRPr lang="fr-FR" sz="1200" b="1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5" name="Connecteur en arc 24"/>
          <p:cNvCxnSpPr>
            <a:stCxn id="14" idx="6"/>
            <a:endCxn id="15" idx="0"/>
          </p:cNvCxnSpPr>
          <p:nvPr/>
        </p:nvCxnSpPr>
        <p:spPr>
          <a:xfrm>
            <a:off x="3375889" y="1660369"/>
            <a:ext cx="4191135" cy="1616818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Connecteur en arc 25"/>
          <p:cNvCxnSpPr>
            <a:stCxn id="15" idx="1"/>
            <a:endCxn id="16" idx="1"/>
          </p:cNvCxnSpPr>
          <p:nvPr/>
        </p:nvCxnSpPr>
        <p:spPr>
          <a:xfrm>
            <a:off x="8225811" y="3771277"/>
            <a:ext cx="1921344" cy="137510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Connecteur en arc 26"/>
          <p:cNvCxnSpPr>
            <a:stCxn id="15" idx="1"/>
            <a:endCxn id="17" idx="1"/>
          </p:cNvCxnSpPr>
          <p:nvPr/>
        </p:nvCxnSpPr>
        <p:spPr>
          <a:xfrm>
            <a:off x="8225811" y="3771277"/>
            <a:ext cx="1921344" cy="1414592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Connecteur en arc 27"/>
          <p:cNvCxnSpPr>
            <a:stCxn id="15" idx="1"/>
            <a:endCxn id="18" idx="1"/>
          </p:cNvCxnSpPr>
          <p:nvPr/>
        </p:nvCxnSpPr>
        <p:spPr>
          <a:xfrm>
            <a:off x="8225811" y="3771277"/>
            <a:ext cx="1935635" cy="2619020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Connecteur en arc 28"/>
          <p:cNvCxnSpPr>
            <a:stCxn id="20" idx="6"/>
            <a:endCxn id="15" idx="3"/>
          </p:cNvCxnSpPr>
          <p:nvPr/>
        </p:nvCxnSpPr>
        <p:spPr>
          <a:xfrm>
            <a:off x="5713631" y="2573032"/>
            <a:ext cx="1194606" cy="119824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Connecteur en arc 29"/>
          <p:cNvCxnSpPr>
            <a:stCxn id="22" idx="6"/>
            <a:endCxn id="15" idx="3"/>
          </p:cNvCxnSpPr>
          <p:nvPr/>
        </p:nvCxnSpPr>
        <p:spPr>
          <a:xfrm flipV="1">
            <a:off x="4986894" y="3771277"/>
            <a:ext cx="1921343" cy="24224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Connecteur en arc 30"/>
          <p:cNvCxnSpPr>
            <a:stCxn id="24" idx="6"/>
            <a:endCxn id="36" idx="2"/>
          </p:cNvCxnSpPr>
          <p:nvPr/>
        </p:nvCxnSpPr>
        <p:spPr>
          <a:xfrm flipV="1">
            <a:off x="5028309" y="4339605"/>
            <a:ext cx="2639430" cy="922018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" name="Connecteur en arc 31"/>
          <p:cNvCxnSpPr>
            <a:stCxn id="21" idx="6"/>
            <a:endCxn id="36" idx="2"/>
          </p:cNvCxnSpPr>
          <p:nvPr/>
        </p:nvCxnSpPr>
        <p:spPr>
          <a:xfrm flipV="1">
            <a:off x="4571334" y="4339605"/>
            <a:ext cx="3096405" cy="1813798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Bulle ronde 33"/>
          <p:cNvSpPr/>
          <p:nvPr/>
        </p:nvSpPr>
        <p:spPr>
          <a:xfrm>
            <a:off x="7730960" y="1034665"/>
            <a:ext cx="1750570" cy="1143654"/>
          </a:xfrm>
          <a:prstGeom prst="wedgeEllipseCallout">
            <a:avLst>
              <a:gd name="adj1" fmla="val 52506"/>
              <a:gd name="adj2" fmla="val 10934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sz="1000" dirty="0" err="1" smtClean="0">
                <a:solidFill>
                  <a:schemeClr val="tx1"/>
                </a:solidFill>
              </a:rPr>
              <a:t>Which</a:t>
            </a:r>
            <a:r>
              <a:rPr lang="fr-FR" sz="1000" dirty="0" smtClean="0">
                <a:solidFill>
                  <a:schemeClr val="tx1"/>
                </a:solidFill>
              </a:rPr>
              <a:t> Beaulieu ? In France ? Is </a:t>
            </a:r>
            <a:r>
              <a:rPr lang="fr-FR" sz="1000" dirty="0" err="1" smtClean="0">
                <a:solidFill>
                  <a:schemeClr val="tx1"/>
                </a:solidFill>
              </a:rPr>
              <a:t>it</a:t>
            </a:r>
            <a:r>
              <a:rPr lang="fr-FR" sz="1000" dirty="0" smtClean="0">
                <a:solidFill>
                  <a:schemeClr val="tx1"/>
                </a:solidFill>
              </a:rPr>
              <a:t> a city ? In Cantal ? In Ardèche ?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5" name="Bulle ronde 34"/>
          <p:cNvSpPr/>
          <p:nvPr/>
        </p:nvSpPr>
        <p:spPr>
          <a:xfrm>
            <a:off x="7397504" y="2465509"/>
            <a:ext cx="1418926" cy="1143654"/>
          </a:xfrm>
          <a:prstGeom prst="wedgeEllipseCallout">
            <a:avLst>
              <a:gd name="adj1" fmla="val 82889"/>
              <a:gd name="adj2" fmla="val 193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fr-FR" sz="1100" dirty="0" smtClean="0">
                <a:solidFill>
                  <a:schemeClr val="tx1"/>
                </a:solidFill>
              </a:rPr>
              <a:t>This </a:t>
            </a:r>
            <a:r>
              <a:rPr lang="fr-FR" sz="1100" dirty="0" err="1" smtClean="0">
                <a:solidFill>
                  <a:schemeClr val="tx1"/>
                </a:solidFill>
              </a:rPr>
              <a:t>Iron</a:t>
            </a:r>
            <a:r>
              <a:rPr lang="fr-FR" sz="1100" dirty="0" smtClean="0">
                <a:solidFill>
                  <a:schemeClr val="tx1"/>
                </a:solidFill>
              </a:rPr>
              <a:t> </a:t>
            </a:r>
            <a:r>
              <a:rPr lang="fr-FR" sz="1100" dirty="0" err="1" smtClean="0">
                <a:solidFill>
                  <a:schemeClr val="tx1"/>
                </a:solidFill>
              </a:rPr>
              <a:t>found</a:t>
            </a:r>
            <a:r>
              <a:rPr lang="fr-FR" sz="1100" dirty="0" smtClean="0">
                <a:solidFill>
                  <a:schemeClr val="tx1"/>
                </a:solidFill>
              </a:rPr>
              <a:t> </a:t>
            </a:r>
            <a:r>
              <a:rPr lang="fr-FR" sz="1100" dirty="0" err="1" smtClean="0">
                <a:solidFill>
                  <a:schemeClr val="tx1"/>
                </a:solidFill>
              </a:rPr>
              <a:t>is</a:t>
            </a:r>
            <a:r>
              <a:rPr lang="fr-FR" sz="1100" dirty="0">
                <a:solidFill>
                  <a:schemeClr val="tx1"/>
                </a:solidFill>
              </a:rPr>
              <a:t> </a:t>
            </a:r>
            <a:r>
              <a:rPr lang="fr-FR" sz="1100" dirty="0" err="1" smtClean="0">
                <a:solidFill>
                  <a:schemeClr val="tx1"/>
                </a:solidFill>
              </a:rPr>
              <a:t>it</a:t>
            </a:r>
            <a:r>
              <a:rPr lang="fr-FR" sz="1100" dirty="0" smtClean="0">
                <a:solidFill>
                  <a:schemeClr val="tx1"/>
                </a:solidFill>
              </a:rPr>
              <a:t> the </a:t>
            </a:r>
            <a:r>
              <a:rPr lang="fr-FR" sz="1100" dirty="0" err="1" smtClean="0">
                <a:solidFill>
                  <a:schemeClr val="tx1"/>
                </a:solidFill>
              </a:rPr>
              <a:t>same</a:t>
            </a:r>
            <a:r>
              <a:rPr lang="fr-FR" sz="1100" dirty="0" smtClean="0">
                <a:solidFill>
                  <a:schemeClr val="tx1"/>
                </a:solidFill>
              </a:rPr>
              <a:t> as the one </a:t>
            </a:r>
            <a:r>
              <a:rPr lang="fr-FR" sz="1100" dirty="0" err="1" smtClean="0">
                <a:solidFill>
                  <a:schemeClr val="tx1"/>
                </a:solidFill>
              </a:rPr>
              <a:t>observed</a:t>
            </a:r>
            <a:r>
              <a:rPr lang="fr-FR" sz="1100" dirty="0" smtClean="0">
                <a:solidFill>
                  <a:schemeClr val="tx1"/>
                </a:solidFill>
              </a:rPr>
              <a:t> at the </a:t>
            </a:r>
            <a:r>
              <a:rPr lang="fr-FR" sz="1100" dirty="0" err="1" smtClean="0">
                <a:solidFill>
                  <a:schemeClr val="tx1"/>
                </a:solidFill>
              </a:rPr>
              <a:t>lab</a:t>
            </a:r>
            <a:r>
              <a:rPr lang="fr-FR" sz="1100" dirty="0" smtClean="0">
                <a:solidFill>
                  <a:schemeClr val="tx1"/>
                </a:solidFill>
              </a:rPr>
              <a:t> ?</a:t>
            </a:r>
            <a:endParaRPr lang="fr-FR" sz="1100" dirty="0">
              <a:solidFill>
                <a:schemeClr val="tx1"/>
              </a:solidFill>
            </a:endParaRPr>
          </a:p>
        </p:txBody>
      </p:sp>
      <p:sp>
        <p:nvSpPr>
          <p:cNvPr id="36" name="ZoneTexte 35"/>
          <p:cNvSpPr txBox="1"/>
          <p:nvPr/>
        </p:nvSpPr>
        <p:spPr>
          <a:xfrm>
            <a:off x="6807781" y="4001051"/>
            <a:ext cx="17199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>
                <a:solidFill>
                  <a:schemeClr val="accent2">
                    <a:lumMod val="75000"/>
                  </a:schemeClr>
                </a:solidFill>
              </a:rPr>
              <a:t>Data consumer</a:t>
            </a:r>
            <a:endParaRPr lang="fr-FR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1" name="Image 10" descr="Search To Find Internet Magnifying · Free image on Pixabay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935" y="3234174"/>
            <a:ext cx="1082822" cy="1082822"/>
          </a:xfrm>
          <a:prstGeom prst="rect">
            <a:avLst/>
          </a:prstGeom>
        </p:spPr>
      </p:pic>
      <p:sp>
        <p:nvSpPr>
          <p:cNvPr id="22" name="Bulle ronde 21"/>
          <p:cNvSpPr/>
          <p:nvPr/>
        </p:nvSpPr>
        <p:spPr>
          <a:xfrm>
            <a:off x="3288600" y="3274260"/>
            <a:ext cx="1698294" cy="1478525"/>
          </a:xfrm>
          <a:prstGeom prst="wedgeEllipseCallout">
            <a:avLst>
              <a:gd name="adj1" fmla="val -83447"/>
              <a:gd name="adj2" fmla="val -38475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I observe on </a:t>
            </a:r>
            <a:r>
              <a:rPr lang="fr-FR" sz="1200" dirty="0" err="1" smtClean="0">
                <a:solidFill>
                  <a:schemeClr val="tx1"/>
                </a:solidFill>
              </a:rPr>
              <a:t>this</a:t>
            </a:r>
            <a:r>
              <a:rPr lang="fr-FR" sz="1200" dirty="0" smtClean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outcrop</a:t>
            </a:r>
            <a:r>
              <a:rPr lang="fr-FR" sz="1200" dirty="0">
                <a:solidFill>
                  <a:schemeClr val="tx1"/>
                </a:solidFill>
              </a:rPr>
              <a:t> the </a:t>
            </a:r>
            <a:r>
              <a:rPr lang="fr-FR" sz="1200" dirty="0" err="1">
                <a:solidFill>
                  <a:schemeClr val="tx1"/>
                </a:solidFill>
              </a:rPr>
              <a:t>possibility</a:t>
            </a:r>
            <a:r>
              <a:rPr lang="fr-FR" sz="1200" dirty="0">
                <a:solidFill>
                  <a:schemeClr val="tx1"/>
                </a:solidFill>
              </a:rPr>
              <a:t> of </a:t>
            </a:r>
            <a:r>
              <a:rPr lang="fr-FR" sz="1200" dirty="0" err="1">
                <a:solidFill>
                  <a:schemeClr val="tx1"/>
                </a:solidFill>
              </a:rPr>
              <a:t>presence</a:t>
            </a:r>
            <a:r>
              <a:rPr lang="fr-FR" sz="1200" dirty="0">
                <a:solidFill>
                  <a:schemeClr val="tx1"/>
                </a:solidFill>
              </a:rPr>
              <a:t> of </a:t>
            </a:r>
            <a:r>
              <a:rPr lang="fr-FR" sz="1200" b="1" dirty="0" err="1" smtClean="0">
                <a:solidFill>
                  <a:schemeClr val="tx1"/>
                </a:solidFill>
              </a:rPr>
              <a:t>Arsenopyrite</a:t>
            </a:r>
            <a:endParaRPr lang="fr-FR" sz="12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2" name="Bulle ronde 41"/>
          <p:cNvSpPr/>
          <p:nvPr/>
        </p:nvSpPr>
        <p:spPr>
          <a:xfrm>
            <a:off x="9912992" y="946513"/>
            <a:ext cx="2521924" cy="1231806"/>
          </a:xfrm>
          <a:prstGeom prst="wedgeEllipseCallout">
            <a:avLst>
              <a:gd name="adj1" fmla="val -40355"/>
              <a:gd name="adj2" fmla="val 10368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fr-FR" sz="1100" dirty="0" smtClean="0">
                <a:solidFill>
                  <a:schemeClr val="tx1"/>
                </a:solidFill>
              </a:rPr>
              <a:t>So…, Mispickel </a:t>
            </a:r>
            <a:r>
              <a:rPr lang="fr-FR" sz="1100" dirty="0" err="1" smtClean="0">
                <a:solidFill>
                  <a:schemeClr val="tx1"/>
                </a:solidFill>
              </a:rPr>
              <a:t>what</a:t>
            </a:r>
            <a:r>
              <a:rPr lang="fr-FR" sz="1100" dirty="0" smtClean="0">
                <a:solidFill>
                  <a:schemeClr val="tx1"/>
                </a:solidFill>
              </a:rPr>
              <a:t> </a:t>
            </a:r>
            <a:r>
              <a:rPr lang="fr-FR" sz="1100" dirty="0" err="1" smtClean="0">
                <a:solidFill>
                  <a:schemeClr val="tx1"/>
                </a:solidFill>
              </a:rPr>
              <a:t>is</a:t>
            </a:r>
            <a:r>
              <a:rPr lang="fr-FR" sz="1100" dirty="0" smtClean="0">
                <a:solidFill>
                  <a:schemeClr val="tx1"/>
                </a:solidFill>
              </a:rPr>
              <a:t> </a:t>
            </a:r>
            <a:r>
              <a:rPr lang="fr-FR" sz="1100" dirty="0" err="1" smtClean="0">
                <a:solidFill>
                  <a:schemeClr val="tx1"/>
                </a:solidFill>
              </a:rPr>
              <a:t>it</a:t>
            </a:r>
            <a:r>
              <a:rPr lang="fr-FR" sz="1100" dirty="0" smtClean="0">
                <a:solidFill>
                  <a:schemeClr val="tx1"/>
                </a:solidFill>
              </a:rPr>
              <a:t> ? </a:t>
            </a:r>
            <a:r>
              <a:rPr lang="fr-FR" sz="1100" dirty="0" err="1" smtClean="0">
                <a:solidFill>
                  <a:schemeClr val="tx1"/>
                </a:solidFill>
              </a:rPr>
              <a:t>Should</a:t>
            </a:r>
            <a:r>
              <a:rPr lang="fr-FR" sz="1100" dirty="0" smtClean="0">
                <a:solidFill>
                  <a:schemeClr val="tx1"/>
                </a:solidFill>
              </a:rPr>
              <a:t> I store </a:t>
            </a:r>
            <a:r>
              <a:rPr lang="fr-FR" sz="1100" dirty="0" err="1" smtClean="0">
                <a:solidFill>
                  <a:schemeClr val="tx1"/>
                </a:solidFill>
              </a:rPr>
              <a:t>it</a:t>
            </a:r>
            <a:r>
              <a:rPr lang="fr-FR" sz="1100" dirty="0" smtClean="0">
                <a:solidFill>
                  <a:schemeClr val="tx1"/>
                </a:solidFill>
              </a:rPr>
              <a:t> </a:t>
            </a:r>
            <a:r>
              <a:rPr lang="fr-FR" sz="1100" dirty="0" err="1" smtClean="0">
                <a:solidFill>
                  <a:schemeClr val="tx1"/>
                </a:solidFill>
              </a:rPr>
              <a:t>with</a:t>
            </a:r>
            <a:r>
              <a:rPr lang="fr-FR" sz="1100" dirty="0" smtClean="0">
                <a:solidFill>
                  <a:schemeClr val="tx1"/>
                </a:solidFill>
              </a:rPr>
              <a:t> Fe and et As </a:t>
            </a:r>
            <a:r>
              <a:rPr lang="fr-FR" sz="1100" dirty="0" err="1" smtClean="0">
                <a:solidFill>
                  <a:schemeClr val="tx1"/>
                </a:solidFill>
              </a:rPr>
              <a:t>analysis</a:t>
            </a:r>
            <a:r>
              <a:rPr lang="fr-FR" sz="1100" dirty="0" smtClean="0">
                <a:solidFill>
                  <a:schemeClr val="tx1"/>
                </a:solidFill>
              </a:rPr>
              <a:t> ? </a:t>
            </a:r>
          </a:p>
          <a:p>
            <a:pPr algn="ctr"/>
            <a:r>
              <a:rPr lang="fr-FR" sz="1100" dirty="0" smtClean="0">
                <a:solidFill>
                  <a:schemeClr val="tx1"/>
                </a:solidFill>
              </a:rPr>
              <a:t>L’</a:t>
            </a:r>
            <a:r>
              <a:rPr lang="fr-FR" sz="1100" dirty="0" err="1" smtClean="0">
                <a:solidFill>
                  <a:schemeClr val="tx1"/>
                </a:solidFill>
              </a:rPr>
              <a:t>Arsenopyrite</a:t>
            </a:r>
            <a:r>
              <a:rPr lang="fr-FR" sz="1100" dirty="0" smtClean="0">
                <a:solidFill>
                  <a:schemeClr val="tx1"/>
                </a:solidFill>
              </a:rPr>
              <a:t> and « la </a:t>
            </a:r>
            <a:r>
              <a:rPr lang="fr-FR" sz="1100" dirty="0" err="1" smtClean="0">
                <a:solidFill>
                  <a:schemeClr val="tx1"/>
                </a:solidFill>
              </a:rPr>
              <a:t>dalarnite</a:t>
            </a:r>
            <a:r>
              <a:rPr lang="fr-FR" sz="1100" dirty="0" smtClean="0">
                <a:solidFill>
                  <a:schemeClr val="tx1"/>
                </a:solidFill>
              </a:rPr>
              <a:t> » are </a:t>
            </a:r>
            <a:r>
              <a:rPr lang="fr-FR" sz="1100" dirty="0" err="1" smtClean="0">
                <a:solidFill>
                  <a:schemeClr val="tx1"/>
                </a:solidFill>
              </a:rPr>
              <a:t>they</a:t>
            </a:r>
            <a:r>
              <a:rPr lang="fr-FR" sz="1100" dirty="0" smtClean="0">
                <a:solidFill>
                  <a:schemeClr val="tx1"/>
                </a:solidFill>
              </a:rPr>
              <a:t> </a:t>
            </a:r>
            <a:r>
              <a:rPr lang="fr-FR" sz="1100" dirty="0" err="1" smtClean="0">
                <a:solidFill>
                  <a:schemeClr val="tx1"/>
                </a:solidFill>
              </a:rPr>
              <a:t>other</a:t>
            </a:r>
            <a:r>
              <a:rPr lang="fr-FR" sz="1100" dirty="0" smtClean="0">
                <a:solidFill>
                  <a:schemeClr val="tx1"/>
                </a:solidFill>
              </a:rPr>
              <a:t> </a:t>
            </a:r>
            <a:r>
              <a:rPr lang="fr-FR" sz="1100" dirty="0" err="1" smtClean="0">
                <a:solidFill>
                  <a:schemeClr val="tx1"/>
                </a:solidFill>
              </a:rPr>
              <a:t>minerals</a:t>
            </a:r>
            <a:r>
              <a:rPr lang="fr-FR" sz="1100" dirty="0" smtClean="0">
                <a:solidFill>
                  <a:schemeClr val="tx1"/>
                </a:solidFill>
              </a:rPr>
              <a:t> ?</a:t>
            </a:r>
            <a:endParaRPr lang="fr-FR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778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/>
      <p:bldP spid="4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329;p11">
            <a:extLst>
              <a:ext uri="{FF2B5EF4-FFF2-40B4-BE49-F238E27FC236}">
                <a16:creationId xmlns:a16="http://schemas.microsoft.com/office/drawing/2014/main" id="{3B202FF5-9DE6-4D94-A883-442E0282C91D}"/>
              </a:ext>
            </a:extLst>
          </p:cNvPr>
          <p:cNvSpPr/>
          <p:nvPr/>
        </p:nvSpPr>
        <p:spPr>
          <a:xfrm>
            <a:off x="-11430" y="0"/>
            <a:ext cx="12203430" cy="576470"/>
          </a:xfrm>
          <a:custGeom>
            <a:avLst/>
            <a:gdLst/>
            <a:ahLst/>
            <a:cxnLst/>
            <a:rect l="l" t="t" r="r" b="b"/>
            <a:pathLst>
              <a:path w="21627" h="26857" extrusionOk="0">
                <a:moveTo>
                  <a:pt x="27" y="0"/>
                </a:moveTo>
                <a:lnTo>
                  <a:pt x="21627" y="0"/>
                </a:lnTo>
                <a:lnTo>
                  <a:pt x="21627" y="16027"/>
                </a:lnTo>
                <a:cubicBezTo>
                  <a:pt x="10827" y="16027"/>
                  <a:pt x="10800" y="29967"/>
                  <a:pt x="0" y="26217"/>
                </a:cubicBezTo>
                <a:lnTo>
                  <a:pt x="27" y="0"/>
                </a:lnTo>
                <a:close/>
              </a:path>
            </a:pathLst>
          </a:custGeom>
          <a:solidFill>
            <a:srgbClr val="00529C"/>
          </a:solidFill>
          <a:ln w="12700" cap="flat" cmpd="sng">
            <a:solidFill>
              <a:srgbClr val="147E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601E17-E0E0-49A5-BDE9-B83BA2EC1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04200" y="635635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sp>
        <p:nvSpPr>
          <p:cNvPr id="43" name="Google Shape;181;p2">
            <a:extLst>
              <a:ext uri="{FF2B5EF4-FFF2-40B4-BE49-F238E27FC236}">
                <a16:creationId xmlns:a16="http://schemas.microsoft.com/office/drawing/2014/main" id="{ADC0ADEF-78B6-4EC5-9FAF-EC76A83E1060}"/>
              </a:ext>
            </a:extLst>
          </p:cNvPr>
          <p:cNvSpPr txBox="1"/>
          <p:nvPr/>
        </p:nvSpPr>
        <p:spPr>
          <a:xfrm>
            <a:off x="426720" y="794799"/>
            <a:ext cx="1149096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00529C"/>
                </a:solidFill>
                <a:cs typeface="Arial" panose="020B0604020202020204" pitchFamily="34" charset="0"/>
              </a:rPr>
              <a:t>? Interconnecting systems ?</a:t>
            </a:r>
            <a:endParaRPr sz="3200" b="1" dirty="0">
              <a:solidFill>
                <a:srgbClr val="00529C"/>
              </a:solidFill>
              <a:cs typeface="Arial" panose="020B0604020202020204" pitchFamily="34" charset="0"/>
            </a:endParaRPr>
          </a:p>
        </p:txBody>
      </p:sp>
      <p:pic>
        <p:nvPicPr>
          <p:cNvPr id="8" name="Image 7" descr="Search To Find Internet Magnifying · Free image on Pixabay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16" y="1393157"/>
            <a:ext cx="1082822" cy="1082822"/>
          </a:xfrm>
          <a:prstGeom prst="rect">
            <a:avLst/>
          </a:prstGeom>
        </p:spPr>
      </p:pic>
      <p:pic>
        <p:nvPicPr>
          <p:cNvPr id="12" name="Image 11" descr="Chemistry Teacher Science · Free image on Pixabay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180" y="2109243"/>
            <a:ext cx="1295875" cy="1295875"/>
          </a:xfrm>
          <a:prstGeom prst="rect">
            <a:avLst/>
          </a:prstGeom>
        </p:spPr>
      </p:pic>
      <p:pic>
        <p:nvPicPr>
          <p:cNvPr id="13" name="Image 12" descr="construction man illustration free image | Peakpx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253" y="5676019"/>
            <a:ext cx="1249935" cy="1249935"/>
          </a:xfrm>
          <a:prstGeom prst="rect">
            <a:avLst/>
          </a:prstGeom>
        </p:spPr>
      </p:pic>
      <p:sp>
        <p:nvSpPr>
          <p:cNvPr id="14" name="Bulle ronde 13"/>
          <p:cNvSpPr/>
          <p:nvPr/>
        </p:nvSpPr>
        <p:spPr>
          <a:xfrm>
            <a:off x="1034470" y="1170043"/>
            <a:ext cx="2341419" cy="980652"/>
          </a:xfrm>
          <a:prstGeom prst="wedgeEllipseCallout">
            <a:avLst>
              <a:gd name="adj1" fmla="val -74088"/>
              <a:gd name="adj2" fmla="val -22764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smtClean="0">
                <a:solidFill>
                  <a:schemeClr val="tx1"/>
                </a:solidFill>
                <a:latin typeface="+mj-lt"/>
              </a:rPr>
              <a:t>I observe on </a:t>
            </a:r>
            <a:r>
              <a:rPr lang="fr-FR" sz="1200" dirty="0" err="1" smtClean="0">
                <a:solidFill>
                  <a:schemeClr val="tx1"/>
                </a:solidFill>
                <a:latin typeface="+mj-lt"/>
              </a:rPr>
              <a:t>this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fr-FR" sz="1200" dirty="0" err="1" smtClean="0">
                <a:solidFill>
                  <a:schemeClr val="tx1"/>
                </a:solidFill>
                <a:latin typeface="+mj-lt"/>
              </a:rPr>
              <a:t>outcrop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 the </a:t>
            </a:r>
            <a:r>
              <a:rPr lang="fr-FR" sz="1200" dirty="0" err="1" smtClean="0">
                <a:solidFill>
                  <a:schemeClr val="tx1"/>
                </a:solidFill>
                <a:latin typeface="+mj-lt"/>
              </a:rPr>
              <a:t>possibility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 of </a:t>
            </a:r>
            <a:r>
              <a:rPr lang="fr-FR" sz="1200" dirty="0" err="1" smtClean="0">
                <a:solidFill>
                  <a:schemeClr val="tx1"/>
                </a:solidFill>
                <a:latin typeface="+mj-lt"/>
              </a:rPr>
              <a:t>presence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 of </a:t>
            </a:r>
            <a:r>
              <a:rPr lang="fr-FR" sz="1200" b="1" dirty="0" smtClean="0">
                <a:solidFill>
                  <a:schemeClr val="tx1"/>
                </a:solidFill>
              </a:rPr>
              <a:t>Mispickel (</a:t>
            </a:r>
            <a:r>
              <a:rPr lang="fr-FR" sz="1200" b="1" dirty="0" err="1" smtClean="0">
                <a:solidFill>
                  <a:schemeClr val="tx1"/>
                </a:solidFill>
              </a:rPr>
              <a:t>FeAsS</a:t>
            </a:r>
            <a:r>
              <a:rPr lang="fr-FR" sz="1200" b="1" dirty="0" smtClean="0">
                <a:solidFill>
                  <a:schemeClr val="tx1"/>
                </a:solidFill>
              </a:rPr>
              <a:t>), </a:t>
            </a:r>
            <a:r>
              <a:rPr lang="fr-FR" sz="1200" b="1" dirty="0" err="1" smtClean="0">
                <a:solidFill>
                  <a:schemeClr val="tx1"/>
                </a:solidFill>
              </a:rPr>
              <a:t>near</a:t>
            </a:r>
            <a:r>
              <a:rPr lang="fr-FR" sz="1200" b="1" dirty="0" smtClean="0">
                <a:solidFill>
                  <a:schemeClr val="tx1"/>
                </a:solidFill>
              </a:rPr>
              <a:t> Beaulieu</a:t>
            </a:r>
            <a:endParaRPr lang="fr-FR" sz="1200" b="1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5" name="Image 14" descr="Tasks 2nd year | gazteluetasocialstudies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08237" y="3277187"/>
            <a:ext cx="1317574" cy="988180"/>
          </a:xfrm>
          <a:prstGeom prst="rect">
            <a:avLst/>
          </a:prstGeom>
        </p:spPr>
      </p:pic>
      <p:pic>
        <p:nvPicPr>
          <p:cNvPr id="16" name="Image 15" descr="Base De Données Stockage - Images vectorielles gratuites ..."/>
          <p:cNvPicPr>
            <a:picLocks noChangeAspect="1"/>
          </p:cNvPicPr>
          <p:nvPr/>
        </p:nvPicPr>
        <p:blipFill>
          <a:blip r:embed="rId7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155" y="3352296"/>
            <a:ext cx="921302" cy="1112982"/>
          </a:xfrm>
          <a:prstGeom prst="rect">
            <a:avLst/>
          </a:prstGeom>
        </p:spPr>
      </p:pic>
      <p:pic>
        <p:nvPicPr>
          <p:cNvPr id="17" name="Image 16" descr="Base De Données Stockage - Images vectorielles gratuites ..."/>
          <p:cNvPicPr>
            <a:picLocks noChangeAspect="1"/>
          </p:cNvPicPr>
          <p:nvPr/>
        </p:nvPicPr>
        <p:blipFill>
          <a:blip r:embed="rId7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155" y="4629378"/>
            <a:ext cx="921302" cy="1112982"/>
          </a:xfrm>
          <a:prstGeom prst="rect">
            <a:avLst/>
          </a:prstGeom>
        </p:spPr>
      </p:pic>
      <p:pic>
        <p:nvPicPr>
          <p:cNvPr id="18" name="Image 17" descr="Base De Données Stockage - Images vectorielles gratuites ..."/>
          <p:cNvPicPr>
            <a:picLocks noChangeAspect="1"/>
          </p:cNvPicPr>
          <p:nvPr/>
        </p:nvPicPr>
        <p:blipFill>
          <a:blip r:embed="rId7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1446" y="5833806"/>
            <a:ext cx="921302" cy="1112982"/>
          </a:xfrm>
          <a:prstGeom prst="rect">
            <a:avLst/>
          </a:prstGeom>
        </p:spPr>
      </p:pic>
      <p:pic>
        <p:nvPicPr>
          <p:cNvPr id="19" name="Image 18" descr="네이버 검색누락 확인 후 검색등록까지의 스토리 :: 점심이의 세상이야기!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205" y="2539518"/>
            <a:ext cx="1096151" cy="1461034"/>
          </a:xfrm>
          <a:prstGeom prst="rect">
            <a:avLst/>
          </a:prstGeom>
        </p:spPr>
      </p:pic>
      <p:sp>
        <p:nvSpPr>
          <p:cNvPr id="20" name="Bulle ronde 19"/>
          <p:cNvSpPr/>
          <p:nvPr/>
        </p:nvSpPr>
        <p:spPr>
          <a:xfrm>
            <a:off x="3336681" y="2011688"/>
            <a:ext cx="2376950" cy="1122688"/>
          </a:xfrm>
          <a:prstGeom prst="wedgeEllipseCallout">
            <a:avLst>
              <a:gd name="adj1" fmla="val -57018"/>
              <a:gd name="adj2" fmla="val -28299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chemeClr val="tx1"/>
                </a:solidFill>
              </a:rPr>
              <a:t>Let’s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analyze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heavy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metals</a:t>
            </a:r>
            <a:r>
              <a:rPr lang="fr-FR" sz="1200" dirty="0">
                <a:solidFill>
                  <a:schemeClr val="tx1"/>
                </a:solidFill>
              </a:rPr>
              <a:t> in </a:t>
            </a:r>
            <a:r>
              <a:rPr lang="fr-FR" sz="1200" dirty="0" err="1">
                <a:solidFill>
                  <a:schemeClr val="tx1"/>
                </a:solidFill>
              </a:rPr>
              <a:t>this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sample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sampled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near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b="1" dirty="0">
                <a:solidFill>
                  <a:schemeClr val="tx1"/>
                </a:solidFill>
              </a:rPr>
              <a:t>Beaulieu: </a:t>
            </a:r>
          </a:p>
          <a:p>
            <a:pPr algn="ctr"/>
            <a:r>
              <a:rPr lang="fr-FR" sz="1200" b="1" dirty="0">
                <a:solidFill>
                  <a:schemeClr val="tx1"/>
                </a:solidFill>
              </a:rPr>
              <a:t>As, Fe</a:t>
            </a:r>
            <a:r>
              <a:rPr lang="fr-FR" sz="1200" dirty="0">
                <a:solidFill>
                  <a:schemeClr val="tx1"/>
                </a:solidFill>
              </a:rPr>
              <a:t>, Pb, …</a:t>
            </a:r>
          </a:p>
        </p:txBody>
      </p:sp>
      <p:sp>
        <p:nvSpPr>
          <p:cNvPr id="21" name="Bulle ronde 20"/>
          <p:cNvSpPr/>
          <p:nvPr/>
        </p:nvSpPr>
        <p:spPr>
          <a:xfrm>
            <a:off x="3090587" y="5753621"/>
            <a:ext cx="1480747" cy="799564"/>
          </a:xfrm>
          <a:prstGeom prst="wedgeEllipseCallout">
            <a:avLst>
              <a:gd name="adj1" fmla="val -61998"/>
              <a:gd name="adj2" fmla="val 44346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chemeClr val="tx1"/>
                </a:solidFill>
              </a:rPr>
              <a:t>Digging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here</a:t>
            </a:r>
            <a:r>
              <a:rPr lang="fr-FR" sz="1200" dirty="0">
                <a:solidFill>
                  <a:schemeClr val="tx1"/>
                </a:solidFill>
              </a:rPr>
              <a:t>, I </a:t>
            </a:r>
            <a:r>
              <a:rPr lang="fr-FR" sz="1200" dirty="0" err="1">
                <a:solidFill>
                  <a:schemeClr val="tx1"/>
                </a:solidFill>
              </a:rPr>
              <a:t>discovered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b="1" dirty="0" err="1">
                <a:solidFill>
                  <a:schemeClr val="tx1"/>
                </a:solidFill>
              </a:rPr>
              <a:t>iron</a:t>
            </a:r>
            <a:r>
              <a:rPr lang="fr-FR" sz="1200" dirty="0">
                <a:solidFill>
                  <a:schemeClr val="tx1"/>
                </a:solidFill>
              </a:rPr>
              <a:t> !</a:t>
            </a:r>
          </a:p>
        </p:txBody>
      </p:sp>
      <p:pic>
        <p:nvPicPr>
          <p:cNvPr id="23" name="Image 22" descr="Search To Find Internet Magnifying · Free image on Pixabay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89103" y="4554396"/>
            <a:ext cx="1082822" cy="1082822"/>
          </a:xfrm>
          <a:prstGeom prst="rect">
            <a:avLst/>
          </a:prstGeom>
        </p:spPr>
      </p:pic>
      <p:sp>
        <p:nvSpPr>
          <p:cNvPr id="24" name="Bulle ronde 23"/>
          <p:cNvSpPr/>
          <p:nvPr/>
        </p:nvSpPr>
        <p:spPr>
          <a:xfrm>
            <a:off x="3218513" y="4791586"/>
            <a:ext cx="1809796" cy="940073"/>
          </a:xfrm>
          <a:prstGeom prst="wedgeEllipseCallout">
            <a:avLst>
              <a:gd name="adj1" fmla="val -74088"/>
              <a:gd name="adj2" fmla="val -22764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smtClean="0">
                <a:solidFill>
                  <a:schemeClr val="tx1"/>
                </a:solidFill>
                <a:latin typeface="+mj-lt"/>
              </a:rPr>
              <a:t>Quelle belle </a:t>
            </a:r>
            <a:r>
              <a:rPr lang="fr-FR" sz="1200" b="1" dirty="0" err="1" smtClean="0">
                <a:solidFill>
                  <a:schemeClr val="tx1"/>
                </a:solidFill>
                <a:latin typeface="+mj-lt"/>
              </a:rPr>
              <a:t>dalarnite</a:t>
            </a:r>
            <a:r>
              <a:rPr lang="fr-FR" sz="1200" b="1" dirty="0" smtClean="0">
                <a:solidFill>
                  <a:schemeClr val="tx1"/>
                </a:solidFill>
                <a:latin typeface="+mj-lt"/>
              </a:rPr>
              <a:t> !</a:t>
            </a:r>
            <a:endParaRPr lang="fr-FR" sz="1200" b="1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5" name="Connecteur en arc 24"/>
          <p:cNvCxnSpPr>
            <a:stCxn id="14" idx="6"/>
            <a:endCxn id="15" idx="0"/>
          </p:cNvCxnSpPr>
          <p:nvPr/>
        </p:nvCxnSpPr>
        <p:spPr>
          <a:xfrm>
            <a:off x="3375889" y="1660369"/>
            <a:ext cx="4191135" cy="1616818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Connecteur en arc 25"/>
          <p:cNvCxnSpPr>
            <a:stCxn id="15" idx="1"/>
            <a:endCxn id="16" idx="1"/>
          </p:cNvCxnSpPr>
          <p:nvPr/>
        </p:nvCxnSpPr>
        <p:spPr>
          <a:xfrm>
            <a:off x="8225811" y="3771277"/>
            <a:ext cx="1921344" cy="137510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Connecteur en arc 26"/>
          <p:cNvCxnSpPr>
            <a:stCxn id="15" idx="1"/>
            <a:endCxn id="17" idx="1"/>
          </p:cNvCxnSpPr>
          <p:nvPr/>
        </p:nvCxnSpPr>
        <p:spPr>
          <a:xfrm>
            <a:off x="8225811" y="3771277"/>
            <a:ext cx="1921344" cy="1414592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Connecteur en arc 27"/>
          <p:cNvCxnSpPr>
            <a:stCxn id="15" idx="1"/>
            <a:endCxn id="18" idx="1"/>
          </p:cNvCxnSpPr>
          <p:nvPr/>
        </p:nvCxnSpPr>
        <p:spPr>
          <a:xfrm>
            <a:off x="8225811" y="3771277"/>
            <a:ext cx="1935635" cy="2619020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Connecteur en arc 28"/>
          <p:cNvCxnSpPr>
            <a:stCxn id="20" idx="6"/>
            <a:endCxn id="15" idx="3"/>
          </p:cNvCxnSpPr>
          <p:nvPr/>
        </p:nvCxnSpPr>
        <p:spPr>
          <a:xfrm>
            <a:off x="5713631" y="2573032"/>
            <a:ext cx="1194606" cy="119824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Connecteur en arc 29"/>
          <p:cNvCxnSpPr>
            <a:stCxn id="22" idx="6"/>
            <a:endCxn id="15" idx="3"/>
          </p:cNvCxnSpPr>
          <p:nvPr/>
        </p:nvCxnSpPr>
        <p:spPr>
          <a:xfrm flipV="1">
            <a:off x="4986894" y="3771277"/>
            <a:ext cx="1921343" cy="24224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Connecteur en arc 30"/>
          <p:cNvCxnSpPr>
            <a:stCxn id="24" idx="6"/>
            <a:endCxn id="36" idx="2"/>
          </p:cNvCxnSpPr>
          <p:nvPr/>
        </p:nvCxnSpPr>
        <p:spPr>
          <a:xfrm flipV="1">
            <a:off x="5028309" y="4339605"/>
            <a:ext cx="2639430" cy="922018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" name="Connecteur en arc 31"/>
          <p:cNvCxnSpPr>
            <a:stCxn id="21" idx="6"/>
            <a:endCxn id="36" idx="2"/>
          </p:cNvCxnSpPr>
          <p:nvPr/>
        </p:nvCxnSpPr>
        <p:spPr>
          <a:xfrm flipV="1">
            <a:off x="4571334" y="4339605"/>
            <a:ext cx="3096405" cy="1813798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Bulle ronde 32"/>
          <p:cNvSpPr/>
          <p:nvPr/>
        </p:nvSpPr>
        <p:spPr>
          <a:xfrm>
            <a:off x="9912992" y="946513"/>
            <a:ext cx="2521924" cy="1231806"/>
          </a:xfrm>
          <a:prstGeom prst="wedgeEllipseCallout">
            <a:avLst>
              <a:gd name="adj1" fmla="val -40355"/>
              <a:gd name="adj2" fmla="val 10368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fr-FR" sz="1100" dirty="0" smtClean="0">
                <a:solidFill>
                  <a:schemeClr val="tx1"/>
                </a:solidFill>
              </a:rPr>
              <a:t>So…, Mispickel </a:t>
            </a:r>
            <a:r>
              <a:rPr lang="fr-FR" sz="1100" dirty="0" err="1" smtClean="0">
                <a:solidFill>
                  <a:schemeClr val="tx1"/>
                </a:solidFill>
              </a:rPr>
              <a:t>what</a:t>
            </a:r>
            <a:r>
              <a:rPr lang="fr-FR" sz="1100" dirty="0" smtClean="0">
                <a:solidFill>
                  <a:schemeClr val="tx1"/>
                </a:solidFill>
              </a:rPr>
              <a:t> </a:t>
            </a:r>
            <a:r>
              <a:rPr lang="fr-FR" sz="1100" dirty="0" err="1" smtClean="0">
                <a:solidFill>
                  <a:schemeClr val="tx1"/>
                </a:solidFill>
              </a:rPr>
              <a:t>is</a:t>
            </a:r>
            <a:r>
              <a:rPr lang="fr-FR" sz="1100" dirty="0" smtClean="0">
                <a:solidFill>
                  <a:schemeClr val="tx1"/>
                </a:solidFill>
              </a:rPr>
              <a:t> </a:t>
            </a:r>
            <a:r>
              <a:rPr lang="fr-FR" sz="1100" dirty="0" err="1" smtClean="0">
                <a:solidFill>
                  <a:schemeClr val="tx1"/>
                </a:solidFill>
              </a:rPr>
              <a:t>it</a:t>
            </a:r>
            <a:r>
              <a:rPr lang="fr-FR" sz="1100" dirty="0" smtClean="0">
                <a:solidFill>
                  <a:schemeClr val="tx1"/>
                </a:solidFill>
              </a:rPr>
              <a:t> ? </a:t>
            </a:r>
            <a:r>
              <a:rPr lang="fr-FR" sz="1100" dirty="0" err="1" smtClean="0">
                <a:solidFill>
                  <a:schemeClr val="tx1"/>
                </a:solidFill>
              </a:rPr>
              <a:t>Should</a:t>
            </a:r>
            <a:r>
              <a:rPr lang="fr-FR" sz="1100" dirty="0" smtClean="0">
                <a:solidFill>
                  <a:schemeClr val="tx1"/>
                </a:solidFill>
              </a:rPr>
              <a:t> I store </a:t>
            </a:r>
            <a:r>
              <a:rPr lang="fr-FR" sz="1100" dirty="0" err="1" smtClean="0">
                <a:solidFill>
                  <a:schemeClr val="tx1"/>
                </a:solidFill>
              </a:rPr>
              <a:t>it</a:t>
            </a:r>
            <a:r>
              <a:rPr lang="fr-FR" sz="1100" dirty="0" smtClean="0">
                <a:solidFill>
                  <a:schemeClr val="tx1"/>
                </a:solidFill>
              </a:rPr>
              <a:t> </a:t>
            </a:r>
            <a:r>
              <a:rPr lang="fr-FR" sz="1100" dirty="0" err="1" smtClean="0">
                <a:solidFill>
                  <a:schemeClr val="tx1"/>
                </a:solidFill>
              </a:rPr>
              <a:t>with</a:t>
            </a:r>
            <a:r>
              <a:rPr lang="fr-FR" sz="1100" dirty="0" smtClean="0">
                <a:solidFill>
                  <a:schemeClr val="tx1"/>
                </a:solidFill>
              </a:rPr>
              <a:t> Fe and et As </a:t>
            </a:r>
            <a:r>
              <a:rPr lang="fr-FR" sz="1100" dirty="0" err="1" smtClean="0">
                <a:solidFill>
                  <a:schemeClr val="tx1"/>
                </a:solidFill>
              </a:rPr>
              <a:t>analysis</a:t>
            </a:r>
            <a:r>
              <a:rPr lang="fr-FR" sz="1100" dirty="0" smtClean="0">
                <a:solidFill>
                  <a:schemeClr val="tx1"/>
                </a:solidFill>
              </a:rPr>
              <a:t> ? </a:t>
            </a:r>
          </a:p>
          <a:p>
            <a:pPr algn="ctr"/>
            <a:r>
              <a:rPr lang="fr-FR" sz="1100" dirty="0" smtClean="0">
                <a:solidFill>
                  <a:schemeClr val="tx1"/>
                </a:solidFill>
              </a:rPr>
              <a:t>L’</a:t>
            </a:r>
            <a:r>
              <a:rPr lang="fr-FR" sz="1100" dirty="0" err="1" smtClean="0">
                <a:solidFill>
                  <a:schemeClr val="tx1"/>
                </a:solidFill>
              </a:rPr>
              <a:t>Arsenopyrite</a:t>
            </a:r>
            <a:r>
              <a:rPr lang="fr-FR" sz="1100" dirty="0" smtClean="0">
                <a:solidFill>
                  <a:schemeClr val="tx1"/>
                </a:solidFill>
              </a:rPr>
              <a:t> and « la </a:t>
            </a:r>
            <a:r>
              <a:rPr lang="fr-FR" sz="1100" dirty="0" err="1" smtClean="0">
                <a:solidFill>
                  <a:schemeClr val="tx1"/>
                </a:solidFill>
              </a:rPr>
              <a:t>dalarnite</a:t>
            </a:r>
            <a:r>
              <a:rPr lang="fr-FR" sz="1100" dirty="0" smtClean="0">
                <a:solidFill>
                  <a:schemeClr val="tx1"/>
                </a:solidFill>
              </a:rPr>
              <a:t> » are </a:t>
            </a:r>
            <a:r>
              <a:rPr lang="fr-FR" sz="1100" dirty="0" err="1" smtClean="0">
                <a:solidFill>
                  <a:schemeClr val="tx1"/>
                </a:solidFill>
              </a:rPr>
              <a:t>they</a:t>
            </a:r>
            <a:r>
              <a:rPr lang="fr-FR" sz="1100" dirty="0" smtClean="0">
                <a:solidFill>
                  <a:schemeClr val="tx1"/>
                </a:solidFill>
              </a:rPr>
              <a:t> </a:t>
            </a:r>
            <a:r>
              <a:rPr lang="fr-FR" sz="1100" dirty="0" err="1" smtClean="0">
                <a:solidFill>
                  <a:schemeClr val="tx1"/>
                </a:solidFill>
              </a:rPr>
              <a:t>other</a:t>
            </a:r>
            <a:r>
              <a:rPr lang="fr-FR" sz="1100" dirty="0" smtClean="0">
                <a:solidFill>
                  <a:schemeClr val="tx1"/>
                </a:solidFill>
              </a:rPr>
              <a:t> </a:t>
            </a:r>
            <a:r>
              <a:rPr lang="fr-FR" sz="1100" dirty="0" err="1" smtClean="0">
                <a:solidFill>
                  <a:schemeClr val="tx1"/>
                </a:solidFill>
              </a:rPr>
              <a:t>minerals</a:t>
            </a:r>
            <a:r>
              <a:rPr lang="fr-FR" sz="1100" dirty="0" smtClean="0">
                <a:solidFill>
                  <a:schemeClr val="tx1"/>
                </a:solidFill>
              </a:rPr>
              <a:t> ?</a:t>
            </a:r>
            <a:endParaRPr lang="fr-FR" sz="1100" dirty="0">
              <a:solidFill>
                <a:schemeClr val="tx1"/>
              </a:solidFill>
            </a:endParaRPr>
          </a:p>
        </p:txBody>
      </p:sp>
      <p:sp>
        <p:nvSpPr>
          <p:cNvPr id="34" name="Bulle ronde 33"/>
          <p:cNvSpPr/>
          <p:nvPr/>
        </p:nvSpPr>
        <p:spPr>
          <a:xfrm>
            <a:off x="7730960" y="1034665"/>
            <a:ext cx="1750570" cy="1143654"/>
          </a:xfrm>
          <a:prstGeom prst="wedgeEllipseCallout">
            <a:avLst>
              <a:gd name="adj1" fmla="val 52506"/>
              <a:gd name="adj2" fmla="val 10934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sz="1000" dirty="0" err="1" smtClean="0">
                <a:solidFill>
                  <a:schemeClr val="tx1"/>
                </a:solidFill>
              </a:rPr>
              <a:t>Which</a:t>
            </a:r>
            <a:r>
              <a:rPr lang="fr-FR" sz="1000" dirty="0" smtClean="0">
                <a:solidFill>
                  <a:schemeClr val="tx1"/>
                </a:solidFill>
              </a:rPr>
              <a:t> Beaulieu ? In France ? Is </a:t>
            </a:r>
            <a:r>
              <a:rPr lang="fr-FR" sz="1000" dirty="0" err="1" smtClean="0">
                <a:solidFill>
                  <a:schemeClr val="tx1"/>
                </a:solidFill>
              </a:rPr>
              <a:t>it</a:t>
            </a:r>
            <a:r>
              <a:rPr lang="fr-FR" sz="1000" dirty="0" smtClean="0">
                <a:solidFill>
                  <a:schemeClr val="tx1"/>
                </a:solidFill>
              </a:rPr>
              <a:t> a city ? In Cantal ? In Ardèche ?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35" name="Bulle ronde 34"/>
          <p:cNvSpPr/>
          <p:nvPr/>
        </p:nvSpPr>
        <p:spPr>
          <a:xfrm>
            <a:off x="7397504" y="2465509"/>
            <a:ext cx="1418926" cy="1143654"/>
          </a:xfrm>
          <a:prstGeom prst="wedgeEllipseCallout">
            <a:avLst>
              <a:gd name="adj1" fmla="val 82889"/>
              <a:gd name="adj2" fmla="val 193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fr-FR" sz="1100" dirty="0" smtClean="0">
                <a:solidFill>
                  <a:schemeClr val="tx1"/>
                </a:solidFill>
              </a:rPr>
              <a:t>This </a:t>
            </a:r>
            <a:r>
              <a:rPr lang="fr-FR" sz="1100" dirty="0" err="1" smtClean="0">
                <a:solidFill>
                  <a:schemeClr val="tx1"/>
                </a:solidFill>
              </a:rPr>
              <a:t>Iron</a:t>
            </a:r>
            <a:r>
              <a:rPr lang="fr-FR" sz="1100" dirty="0" smtClean="0">
                <a:solidFill>
                  <a:schemeClr val="tx1"/>
                </a:solidFill>
              </a:rPr>
              <a:t> </a:t>
            </a:r>
            <a:r>
              <a:rPr lang="fr-FR" sz="1100" dirty="0" err="1" smtClean="0">
                <a:solidFill>
                  <a:schemeClr val="tx1"/>
                </a:solidFill>
              </a:rPr>
              <a:t>found</a:t>
            </a:r>
            <a:r>
              <a:rPr lang="fr-FR" sz="1100" dirty="0" smtClean="0">
                <a:solidFill>
                  <a:schemeClr val="tx1"/>
                </a:solidFill>
              </a:rPr>
              <a:t> </a:t>
            </a:r>
            <a:r>
              <a:rPr lang="fr-FR" sz="1100" dirty="0" err="1" smtClean="0">
                <a:solidFill>
                  <a:schemeClr val="tx1"/>
                </a:solidFill>
              </a:rPr>
              <a:t>is</a:t>
            </a:r>
            <a:r>
              <a:rPr lang="fr-FR" sz="1100" dirty="0">
                <a:solidFill>
                  <a:schemeClr val="tx1"/>
                </a:solidFill>
              </a:rPr>
              <a:t> </a:t>
            </a:r>
            <a:r>
              <a:rPr lang="fr-FR" sz="1100" dirty="0" err="1" smtClean="0">
                <a:solidFill>
                  <a:schemeClr val="tx1"/>
                </a:solidFill>
              </a:rPr>
              <a:t>it</a:t>
            </a:r>
            <a:r>
              <a:rPr lang="fr-FR" sz="1100" dirty="0" smtClean="0">
                <a:solidFill>
                  <a:schemeClr val="tx1"/>
                </a:solidFill>
              </a:rPr>
              <a:t> the </a:t>
            </a:r>
            <a:r>
              <a:rPr lang="fr-FR" sz="1100" dirty="0" err="1" smtClean="0">
                <a:solidFill>
                  <a:schemeClr val="tx1"/>
                </a:solidFill>
              </a:rPr>
              <a:t>same</a:t>
            </a:r>
            <a:r>
              <a:rPr lang="fr-FR" sz="1100" dirty="0" smtClean="0">
                <a:solidFill>
                  <a:schemeClr val="tx1"/>
                </a:solidFill>
              </a:rPr>
              <a:t> as the one </a:t>
            </a:r>
            <a:r>
              <a:rPr lang="fr-FR" sz="1100" dirty="0" err="1" smtClean="0">
                <a:solidFill>
                  <a:schemeClr val="tx1"/>
                </a:solidFill>
              </a:rPr>
              <a:t>observed</a:t>
            </a:r>
            <a:r>
              <a:rPr lang="fr-FR" sz="1100" dirty="0" smtClean="0">
                <a:solidFill>
                  <a:schemeClr val="tx1"/>
                </a:solidFill>
              </a:rPr>
              <a:t> at the </a:t>
            </a:r>
            <a:r>
              <a:rPr lang="fr-FR" sz="1100" dirty="0" err="1" smtClean="0">
                <a:solidFill>
                  <a:schemeClr val="tx1"/>
                </a:solidFill>
              </a:rPr>
              <a:t>lab</a:t>
            </a:r>
            <a:r>
              <a:rPr lang="fr-FR" sz="1100" dirty="0" smtClean="0">
                <a:solidFill>
                  <a:schemeClr val="tx1"/>
                </a:solidFill>
              </a:rPr>
              <a:t> ?</a:t>
            </a:r>
            <a:endParaRPr lang="fr-FR" sz="1100" dirty="0">
              <a:solidFill>
                <a:schemeClr val="tx1"/>
              </a:solidFill>
            </a:endParaRPr>
          </a:p>
        </p:txBody>
      </p:sp>
      <p:sp>
        <p:nvSpPr>
          <p:cNvPr id="36" name="ZoneTexte 35"/>
          <p:cNvSpPr txBox="1"/>
          <p:nvPr/>
        </p:nvSpPr>
        <p:spPr>
          <a:xfrm>
            <a:off x="6807781" y="4001051"/>
            <a:ext cx="17199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>
                <a:solidFill>
                  <a:schemeClr val="accent2">
                    <a:lumMod val="75000"/>
                  </a:schemeClr>
                </a:solidFill>
              </a:rPr>
              <a:t>Data consumer</a:t>
            </a:r>
            <a:endParaRPr lang="fr-FR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1" name="Image 10" descr="Search To Find Internet Magnifying · Free image on Pixabay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935" y="3234174"/>
            <a:ext cx="1082822" cy="1082822"/>
          </a:xfrm>
          <a:prstGeom prst="rect">
            <a:avLst/>
          </a:prstGeom>
        </p:spPr>
      </p:pic>
      <p:pic>
        <p:nvPicPr>
          <p:cNvPr id="42" name="Image 4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5037" y="1320012"/>
            <a:ext cx="3057525" cy="2152650"/>
          </a:xfrm>
          <a:prstGeom prst="rect">
            <a:avLst/>
          </a:prstGeom>
        </p:spPr>
      </p:pic>
      <p:cxnSp>
        <p:nvCxnSpPr>
          <p:cNvPr id="44" name="Connecteur droit avec flèche 43"/>
          <p:cNvCxnSpPr/>
          <p:nvPr/>
        </p:nvCxnSpPr>
        <p:spPr>
          <a:xfrm>
            <a:off x="2581374" y="1994763"/>
            <a:ext cx="4765808" cy="34681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Bulle ronde 21"/>
          <p:cNvSpPr/>
          <p:nvPr/>
        </p:nvSpPr>
        <p:spPr>
          <a:xfrm>
            <a:off x="3288600" y="3274260"/>
            <a:ext cx="1698294" cy="1478525"/>
          </a:xfrm>
          <a:prstGeom prst="wedgeEllipseCallout">
            <a:avLst>
              <a:gd name="adj1" fmla="val -83447"/>
              <a:gd name="adj2" fmla="val -38475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I observe on </a:t>
            </a:r>
            <a:r>
              <a:rPr lang="fr-FR" sz="1200" dirty="0" err="1" smtClean="0">
                <a:solidFill>
                  <a:schemeClr val="tx1"/>
                </a:solidFill>
              </a:rPr>
              <a:t>this</a:t>
            </a:r>
            <a:r>
              <a:rPr lang="fr-FR" sz="1200" dirty="0" smtClean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outcrop</a:t>
            </a:r>
            <a:r>
              <a:rPr lang="fr-FR" sz="1200" dirty="0">
                <a:solidFill>
                  <a:schemeClr val="tx1"/>
                </a:solidFill>
              </a:rPr>
              <a:t> the </a:t>
            </a:r>
            <a:r>
              <a:rPr lang="fr-FR" sz="1200" dirty="0" err="1">
                <a:solidFill>
                  <a:schemeClr val="tx1"/>
                </a:solidFill>
              </a:rPr>
              <a:t>possibility</a:t>
            </a:r>
            <a:r>
              <a:rPr lang="fr-FR" sz="1200" dirty="0">
                <a:solidFill>
                  <a:schemeClr val="tx1"/>
                </a:solidFill>
              </a:rPr>
              <a:t> of </a:t>
            </a:r>
            <a:r>
              <a:rPr lang="fr-FR" sz="1200" dirty="0" err="1">
                <a:solidFill>
                  <a:schemeClr val="tx1"/>
                </a:solidFill>
              </a:rPr>
              <a:t>presence</a:t>
            </a:r>
            <a:r>
              <a:rPr lang="fr-FR" sz="1200" dirty="0">
                <a:solidFill>
                  <a:schemeClr val="tx1"/>
                </a:solidFill>
              </a:rPr>
              <a:t> of </a:t>
            </a:r>
            <a:r>
              <a:rPr lang="fr-FR" sz="1200" b="1" dirty="0" err="1" smtClean="0">
                <a:solidFill>
                  <a:schemeClr val="tx1"/>
                </a:solidFill>
              </a:rPr>
              <a:t>Arsenopyrite</a:t>
            </a:r>
            <a:endParaRPr lang="fr-FR" sz="12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6" name="Text Box 63"/>
          <p:cNvSpPr txBox="1">
            <a:spLocks noChangeArrowheads="1"/>
          </p:cNvSpPr>
          <p:nvPr/>
        </p:nvSpPr>
        <p:spPr bwMode="auto">
          <a:xfrm>
            <a:off x="5644147" y="1305278"/>
            <a:ext cx="25034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fr-FR" dirty="0" smtClean="0"/>
              <a:t>France</a:t>
            </a:r>
            <a:endParaRPr lang="en-AU" altLang="fr-FR" dirty="0"/>
          </a:p>
        </p:txBody>
      </p:sp>
      <p:grpSp>
        <p:nvGrpSpPr>
          <p:cNvPr id="48" name="Groupe 47"/>
          <p:cNvGrpSpPr/>
          <p:nvPr/>
        </p:nvGrpSpPr>
        <p:grpSpPr>
          <a:xfrm>
            <a:off x="4961099" y="2793388"/>
            <a:ext cx="5352214" cy="4090647"/>
            <a:chOff x="5481263" y="1923746"/>
            <a:chExt cx="5352214" cy="4090647"/>
          </a:xfrm>
        </p:grpSpPr>
        <p:pic>
          <p:nvPicPr>
            <p:cNvPr id="49" name="Image 4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251952" y="2004368"/>
              <a:ext cx="4581525" cy="4010025"/>
            </a:xfrm>
            <a:prstGeom prst="rect">
              <a:avLst/>
            </a:prstGeom>
          </p:spPr>
        </p:pic>
        <p:cxnSp>
          <p:nvCxnSpPr>
            <p:cNvPr id="50" name="Connecteur droit avec flèche 49"/>
            <p:cNvCxnSpPr/>
            <p:nvPr/>
          </p:nvCxnSpPr>
          <p:spPr>
            <a:xfrm>
              <a:off x="5481263" y="1923746"/>
              <a:ext cx="2685658" cy="237311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7" name="Text Box 63"/>
          <p:cNvSpPr txBox="1">
            <a:spLocks noChangeArrowheads="1"/>
          </p:cNvSpPr>
          <p:nvPr/>
        </p:nvSpPr>
        <p:spPr bwMode="auto">
          <a:xfrm>
            <a:off x="5723248" y="6469475"/>
            <a:ext cx="25034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fr-FR" dirty="0" smtClean="0"/>
              <a:t>UK</a:t>
            </a:r>
            <a:endParaRPr lang="en-AU" altLang="fr-FR" dirty="0"/>
          </a:p>
        </p:txBody>
      </p:sp>
      <p:pic>
        <p:nvPicPr>
          <p:cNvPr id="45" name="Image 44" descr="Rage Angry Frustrated · Free image on Pixabay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169" y="4873779"/>
            <a:ext cx="1997689" cy="199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04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hoto libre de droit de Canette De Boisson Tracé De Détourage banque  d'images et plus d'images libres de droit de Boîte en fer-blanc - iStock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5082" y="6160656"/>
            <a:ext cx="592769" cy="59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Google Shape;329;p11">
            <a:extLst>
              <a:ext uri="{FF2B5EF4-FFF2-40B4-BE49-F238E27FC236}">
                <a16:creationId xmlns:a16="http://schemas.microsoft.com/office/drawing/2014/main" id="{3B202FF5-9DE6-4D94-A883-442E0282C91D}"/>
              </a:ext>
            </a:extLst>
          </p:cNvPr>
          <p:cNvSpPr/>
          <p:nvPr/>
        </p:nvSpPr>
        <p:spPr>
          <a:xfrm>
            <a:off x="-11430" y="0"/>
            <a:ext cx="12203430" cy="576470"/>
          </a:xfrm>
          <a:custGeom>
            <a:avLst/>
            <a:gdLst/>
            <a:ahLst/>
            <a:cxnLst/>
            <a:rect l="l" t="t" r="r" b="b"/>
            <a:pathLst>
              <a:path w="21627" h="26857" extrusionOk="0">
                <a:moveTo>
                  <a:pt x="27" y="0"/>
                </a:moveTo>
                <a:lnTo>
                  <a:pt x="21627" y="0"/>
                </a:lnTo>
                <a:lnTo>
                  <a:pt x="21627" y="16027"/>
                </a:lnTo>
                <a:cubicBezTo>
                  <a:pt x="10827" y="16027"/>
                  <a:pt x="10800" y="29967"/>
                  <a:pt x="0" y="26217"/>
                </a:cubicBezTo>
                <a:lnTo>
                  <a:pt x="27" y="0"/>
                </a:lnTo>
                <a:close/>
              </a:path>
            </a:pathLst>
          </a:custGeom>
          <a:solidFill>
            <a:srgbClr val="00529C"/>
          </a:solidFill>
          <a:ln w="12700" cap="flat" cmpd="sng">
            <a:solidFill>
              <a:srgbClr val="147E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181;p2">
            <a:extLst>
              <a:ext uri="{FF2B5EF4-FFF2-40B4-BE49-F238E27FC236}">
                <a16:creationId xmlns:a16="http://schemas.microsoft.com/office/drawing/2014/main" id="{ADC0ADEF-78B6-4EC5-9FAF-EC76A83E1060}"/>
              </a:ext>
            </a:extLst>
          </p:cNvPr>
          <p:cNvSpPr txBox="1"/>
          <p:nvPr/>
        </p:nvSpPr>
        <p:spPr>
          <a:xfrm>
            <a:off x="426720" y="794799"/>
            <a:ext cx="1149096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00529C"/>
                </a:solidFill>
                <a:cs typeface="Arial" panose="020B0604020202020204" pitchFamily="34" charset="0"/>
              </a:rPr>
              <a:t>? Interconnecting systems ?</a:t>
            </a:r>
            <a:endParaRPr sz="3200" b="1" dirty="0">
              <a:solidFill>
                <a:srgbClr val="00529C"/>
              </a:solidFill>
              <a:cs typeface="Arial" panose="020B0604020202020204" pitchFamily="34" charset="0"/>
            </a:endParaRPr>
          </a:p>
        </p:txBody>
      </p:sp>
      <p:pic>
        <p:nvPicPr>
          <p:cNvPr id="8" name="Image 7" descr="Search To Find Internet Magnifying · Free image on Pixabay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16" y="1393157"/>
            <a:ext cx="1082822" cy="1082822"/>
          </a:xfrm>
          <a:prstGeom prst="rect">
            <a:avLst/>
          </a:prstGeom>
        </p:spPr>
      </p:pic>
      <p:pic>
        <p:nvPicPr>
          <p:cNvPr id="12" name="Image 11" descr="Chemistry Teacher Science · Free image on Pixabay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180" y="2109243"/>
            <a:ext cx="1295875" cy="1295875"/>
          </a:xfrm>
          <a:prstGeom prst="rect">
            <a:avLst/>
          </a:prstGeom>
        </p:spPr>
      </p:pic>
      <p:sp>
        <p:nvSpPr>
          <p:cNvPr id="14" name="Bulle ronde 13"/>
          <p:cNvSpPr/>
          <p:nvPr/>
        </p:nvSpPr>
        <p:spPr>
          <a:xfrm>
            <a:off x="1034470" y="1170043"/>
            <a:ext cx="2341419" cy="980652"/>
          </a:xfrm>
          <a:prstGeom prst="wedgeEllipseCallout">
            <a:avLst>
              <a:gd name="adj1" fmla="val -74088"/>
              <a:gd name="adj2" fmla="val -22764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smtClean="0">
                <a:solidFill>
                  <a:schemeClr val="tx1"/>
                </a:solidFill>
                <a:latin typeface="+mj-lt"/>
              </a:rPr>
              <a:t>I observe on </a:t>
            </a:r>
            <a:r>
              <a:rPr lang="fr-FR" sz="1200" dirty="0" err="1" smtClean="0">
                <a:solidFill>
                  <a:schemeClr val="tx1"/>
                </a:solidFill>
                <a:latin typeface="+mj-lt"/>
              </a:rPr>
              <a:t>this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fr-FR" sz="1200" dirty="0" err="1" smtClean="0">
                <a:solidFill>
                  <a:schemeClr val="tx1"/>
                </a:solidFill>
                <a:latin typeface="+mj-lt"/>
              </a:rPr>
              <a:t>outcrop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 the </a:t>
            </a:r>
            <a:r>
              <a:rPr lang="fr-FR" sz="1200" dirty="0" err="1" smtClean="0">
                <a:solidFill>
                  <a:schemeClr val="tx1"/>
                </a:solidFill>
                <a:latin typeface="+mj-lt"/>
              </a:rPr>
              <a:t>possibility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 of </a:t>
            </a:r>
            <a:r>
              <a:rPr lang="fr-FR" sz="1200" dirty="0" err="1" smtClean="0">
                <a:solidFill>
                  <a:schemeClr val="tx1"/>
                </a:solidFill>
                <a:latin typeface="+mj-lt"/>
              </a:rPr>
              <a:t>presence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 of </a:t>
            </a:r>
            <a:r>
              <a:rPr lang="fr-FR" sz="1200" b="1" dirty="0" smtClean="0">
                <a:solidFill>
                  <a:schemeClr val="tx1"/>
                </a:solidFill>
              </a:rPr>
              <a:t>Mispickel (</a:t>
            </a:r>
            <a:r>
              <a:rPr lang="fr-FR" sz="1200" b="1" dirty="0" err="1" smtClean="0">
                <a:solidFill>
                  <a:schemeClr val="tx1"/>
                </a:solidFill>
              </a:rPr>
              <a:t>FeAsS</a:t>
            </a:r>
            <a:r>
              <a:rPr lang="fr-FR" sz="1200" b="1" dirty="0" smtClean="0">
                <a:solidFill>
                  <a:schemeClr val="tx1"/>
                </a:solidFill>
              </a:rPr>
              <a:t>), </a:t>
            </a:r>
            <a:r>
              <a:rPr lang="fr-FR" sz="1200" b="1" dirty="0" err="1" smtClean="0">
                <a:solidFill>
                  <a:schemeClr val="tx1"/>
                </a:solidFill>
              </a:rPr>
              <a:t>near</a:t>
            </a:r>
            <a:r>
              <a:rPr lang="fr-FR" sz="1200" b="1" dirty="0" smtClean="0">
                <a:solidFill>
                  <a:schemeClr val="tx1"/>
                </a:solidFill>
              </a:rPr>
              <a:t> Beaulieu</a:t>
            </a:r>
            <a:endParaRPr lang="fr-FR" sz="12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Bulle ronde 19"/>
          <p:cNvSpPr/>
          <p:nvPr/>
        </p:nvSpPr>
        <p:spPr>
          <a:xfrm>
            <a:off x="3336681" y="2011688"/>
            <a:ext cx="2376950" cy="1122688"/>
          </a:xfrm>
          <a:prstGeom prst="wedgeEllipseCallout">
            <a:avLst>
              <a:gd name="adj1" fmla="val -57018"/>
              <a:gd name="adj2" fmla="val -28299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 smtClean="0">
                <a:solidFill>
                  <a:schemeClr val="tx1"/>
                </a:solidFill>
                <a:latin typeface="+mj-lt"/>
              </a:rPr>
              <a:t>Let’s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fr-FR" sz="1200" dirty="0" err="1" smtClean="0">
                <a:solidFill>
                  <a:schemeClr val="tx1"/>
                </a:solidFill>
                <a:latin typeface="+mj-lt"/>
              </a:rPr>
              <a:t>analyze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fr-FR" sz="1200" dirty="0" err="1" smtClean="0">
                <a:solidFill>
                  <a:schemeClr val="tx1"/>
                </a:solidFill>
                <a:latin typeface="+mj-lt"/>
              </a:rPr>
              <a:t>heavy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fr-FR" sz="1200" dirty="0" err="1" smtClean="0">
                <a:solidFill>
                  <a:schemeClr val="tx1"/>
                </a:solidFill>
                <a:latin typeface="+mj-lt"/>
              </a:rPr>
              <a:t>metals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 in </a:t>
            </a:r>
            <a:r>
              <a:rPr lang="fr-FR" sz="1200" dirty="0" err="1" smtClean="0">
                <a:solidFill>
                  <a:schemeClr val="tx1"/>
                </a:solidFill>
                <a:latin typeface="+mj-lt"/>
              </a:rPr>
              <a:t>this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fr-FR" sz="1200" dirty="0" err="1" smtClean="0">
                <a:solidFill>
                  <a:schemeClr val="tx1"/>
                </a:solidFill>
                <a:latin typeface="+mj-lt"/>
              </a:rPr>
              <a:t>sample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fr-FR" sz="1200" dirty="0" err="1" smtClean="0">
                <a:solidFill>
                  <a:schemeClr val="tx1"/>
                </a:solidFill>
                <a:latin typeface="+mj-lt"/>
              </a:rPr>
              <a:t>sampled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fr-FR" sz="1200" dirty="0" err="1" smtClean="0">
                <a:solidFill>
                  <a:schemeClr val="tx1"/>
                </a:solidFill>
                <a:latin typeface="+mj-lt"/>
              </a:rPr>
              <a:t>near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fr-FR" sz="1200" b="1" dirty="0" smtClean="0">
                <a:solidFill>
                  <a:schemeClr val="tx1"/>
                </a:solidFill>
                <a:latin typeface="+mj-lt"/>
              </a:rPr>
              <a:t>Beaulieu: </a:t>
            </a:r>
          </a:p>
          <a:p>
            <a:pPr algn="ctr"/>
            <a:r>
              <a:rPr lang="fr-FR" sz="1200" b="1" dirty="0" smtClean="0">
                <a:solidFill>
                  <a:schemeClr val="tx1"/>
                </a:solidFill>
                <a:latin typeface="+mj-lt"/>
              </a:rPr>
              <a:t>As, Fe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, Pb, …</a:t>
            </a:r>
            <a:endParaRPr lang="fr-FR" sz="12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3" name="Image 22" descr="Search To Find Internet Magnifying · Free image on Pixabay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89103" y="4554396"/>
            <a:ext cx="1082822" cy="1082822"/>
          </a:xfrm>
          <a:prstGeom prst="rect">
            <a:avLst/>
          </a:prstGeom>
        </p:spPr>
      </p:pic>
      <p:sp>
        <p:nvSpPr>
          <p:cNvPr id="24" name="Bulle ronde 23"/>
          <p:cNvSpPr/>
          <p:nvPr/>
        </p:nvSpPr>
        <p:spPr>
          <a:xfrm>
            <a:off x="3218513" y="4791586"/>
            <a:ext cx="1809796" cy="940073"/>
          </a:xfrm>
          <a:prstGeom prst="wedgeEllipseCallout">
            <a:avLst>
              <a:gd name="adj1" fmla="val -74088"/>
              <a:gd name="adj2" fmla="val -22764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smtClean="0">
                <a:solidFill>
                  <a:schemeClr val="tx1"/>
                </a:solidFill>
                <a:latin typeface="+mj-lt"/>
              </a:rPr>
              <a:t>Quelle belle </a:t>
            </a:r>
            <a:r>
              <a:rPr lang="fr-FR" sz="1200" b="1" dirty="0" err="1" smtClean="0">
                <a:solidFill>
                  <a:schemeClr val="tx1"/>
                </a:solidFill>
                <a:latin typeface="+mj-lt"/>
              </a:rPr>
              <a:t>dalarnite</a:t>
            </a:r>
            <a:r>
              <a:rPr lang="fr-FR" sz="1200" b="1" dirty="0" smtClean="0">
                <a:solidFill>
                  <a:schemeClr val="tx1"/>
                </a:solidFill>
                <a:latin typeface="+mj-lt"/>
              </a:rPr>
              <a:t> !</a:t>
            </a:r>
            <a:endParaRPr lang="fr-FR" sz="1200" b="1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5" name="Connecteur en arc 24"/>
          <p:cNvCxnSpPr>
            <a:stCxn id="14" idx="6"/>
          </p:cNvCxnSpPr>
          <p:nvPr/>
        </p:nvCxnSpPr>
        <p:spPr>
          <a:xfrm>
            <a:off x="3375889" y="1660369"/>
            <a:ext cx="4191135" cy="1616818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Connecteur en arc 28"/>
          <p:cNvCxnSpPr>
            <a:stCxn id="20" idx="6"/>
          </p:cNvCxnSpPr>
          <p:nvPr/>
        </p:nvCxnSpPr>
        <p:spPr>
          <a:xfrm>
            <a:off x="5713631" y="2573032"/>
            <a:ext cx="1194606" cy="119824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Connecteur en arc 29"/>
          <p:cNvCxnSpPr>
            <a:stCxn id="22" idx="6"/>
          </p:cNvCxnSpPr>
          <p:nvPr/>
        </p:nvCxnSpPr>
        <p:spPr>
          <a:xfrm flipV="1">
            <a:off x="4986894" y="3771277"/>
            <a:ext cx="1921343" cy="24224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Connecteur en arc 30"/>
          <p:cNvCxnSpPr>
            <a:stCxn id="24" idx="6"/>
            <a:endCxn id="107" idx="2"/>
          </p:cNvCxnSpPr>
          <p:nvPr/>
        </p:nvCxnSpPr>
        <p:spPr>
          <a:xfrm flipV="1">
            <a:off x="5028309" y="5067244"/>
            <a:ext cx="2459542" cy="194379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" name="Connecteur en arc 31"/>
          <p:cNvCxnSpPr>
            <a:stCxn id="21" idx="6"/>
            <a:endCxn id="107" idx="2"/>
          </p:cNvCxnSpPr>
          <p:nvPr/>
        </p:nvCxnSpPr>
        <p:spPr>
          <a:xfrm flipV="1">
            <a:off x="4571334" y="5067244"/>
            <a:ext cx="2916517" cy="1086159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1" name="Image 10" descr="Search To Find Internet Magnifying · Free image on Pixabay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935" y="3234174"/>
            <a:ext cx="1082822" cy="1082822"/>
          </a:xfrm>
          <a:prstGeom prst="rect">
            <a:avLst/>
          </a:prstGeom>
        </p:spPr>
      </p:pic>
      <p:sp>
        <p:nvSpPr>
          <p:cNvPr id="22" name="Bulle ronde 21"/>
          <p:cNvSpPr/>
          <p:nvPr/>
        </p:nvSpPr>
        <p:spPr>
          <a:xfrm>
            <a:off x="3288600" y="3274260"/>
            <a:ext cx="1698294" cy="1478525"/>
          </a:xfrm>
          <a:prstGeom prst="wedgeEllipseCallout">
            <a:avLst>
              <a:gd name="adj1" fmla="val -83447"/>
              <a:gd name="adj2" fmla="val -38475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I observe on </a:t>
            </a:r>
            <a:r>
              <a:rPr lang="fr-FR" sz="1200" dirty="0" err="1" smtClean="0">
                <a:solidFill>
                  <a:schemeClr val="tx1"/>
                </a:solidFill>
              </a:rPr>
              <a:t>this</a:t>
            </a:r>
            <a:r>
              <a:rPr lang="fr-FR" sz="1200" dirty="0" smtClean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outcrop</a:t>
            </a:r>
            <a:r>
              <a:rPr lang="fr-FR" sz="1200" dirty="0">
                <a:solidFill>
                  <a:schemeClr val="tx1"/>
                </a:solidFill>
              </a:rPr>
              <a:t> the </a:t>
            </a:r>
            <a:r>
              <a:rPr lang="fr-FR" sz="1200" dirty="0" err="1">
                <a:solidFill>
                  <a:schemeClr val="tx1"/>
                </a:solidFill>
              </a:rPr>
              <a:t>possibility</a:t>
            </a:r>
            <a:r>
              <a:rPr lang="fr-FR" sz="1200" dirty="0">
                <a:solidFill>
                  <a:schemeClr val="tx1"/>
                </a:solidFill>
              </a:rPr>
              <a:t> of </a:t>
            </a:r>
            <a:r>
              <a:rPr lang="fr-FR" sz="1200" dirty="0" err="1">
                <a:solidFill>
                  <a:schemeClr val="tx1"/>
                </a:solidFill>
              </a:rPr>
              <a:t>presence</a:t>
            </a:r>
            <a:r>
              <a:rPr lang="fr-FR" sz="1200" dirty="0">
                <a:solidFill>
                  <a:schemeClr val="tx1"/>
                </a:solidFill>
              </a:rPr>
              <a:t> of </a:t>
            </a:r>
            <a:r>
              <a:rPr lang="fr-FR" sz="1200" b="1" dirty="0" err="1" smtClean="0">
                <a:solidFill>
                  <a:schemeClr val="tx1"/>
                </a:solidFill>
              </a:rPr>
              <a:t>Arsenopyrite</a:t>
            </a:r>
            <a:endParaRPr lang="fr-FR" sz="1200" b="1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37" name="Image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7325" y="3167146"/>
            <a:ext cx="1033975" cy="138725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1894716" y="1954713"/>
            <a:ext cx="710309" cy="220017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0" name="Rectangle 79"/>
          <p:cNvSpPr/>
          <p:nvPr/>
        </p:nvSpPr>
        <p:spPr>
          <a:xfrm>
            <a:off x="4671764" y="2525307"/>
            <a:ext cx="659618" cy="220017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ZoneTexte 80"/>
          <p:cNvSpPr txBox="1"/>
          <p:nvPr/>
        </p:nvSpPr>
        <p:spPr>
          <a:xfrm>
            <a:off x="6731190" y="1776961"/>
            <a:ext cx="936549" cy="30777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>
                <a:solidFill>
                  <a:schemeClr val="accent6">
                    <a:lumMod val="75000"/>
                  </a:schemeClr>
                </a:solidFill>
              </a:rPr>
              <a:t>Location</a:t>
            </a:r>
            <a:endParaRPr lang="fr-FR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1406983" y="1738811"/>
            <a:ext cx="710309" cy="220017"/>
          </a:xfrm>
          <a:prstGeom prst="rect">
            <a:avLst/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3604273" y="4273553"/>
            <a:ext cx="1089601" cy="233869"/>
          </a:xfrm>
          <a:prstGeom prst="rect">
            <a:avLst/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3692713" y="5269468"/>
            <a:ext cx="836378" cy="222767"/>
          </a:xfrm>
          <a:prstGeom prst="rect">
            <a:avLst/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5" name="ZoneTexte 84"/>
          <p:cNvSpPr txBox="1"/>
          <p:nvPr/>
        </p:nvSpPr>
        <p:spPr>
          <a:xfrm>
            <a:off x="6836384" y="3077341"/>
            <a:ext cx="989069" cy="307777"/>
          </a:xfrm>
          <a:prstGeom prst="rect">
            <a:avLst/>
          </a:prstGeom>
          <a:noFill/>
          <a:ln>
            <a:solidFill>
              <a:srgbClr val="FF006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 smtClean="0">
                <a:solidFill>
                  <a:srgbClr val="FF0066"/>
                </a:solidFill>
              </a:rPr>
              <a:t>Minerals</a:t>
            </a:r>
            <a:endParaRPr lang="fr-FR" sz="1400" dirty="0">
              <a:solidFill>
                <a:srgbClr val="FF0066"/>
              </a:solidFill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4009507" y="2759094"/>
            <a:ext cx="962696" cy="230768"/>
          </a:xfrm>
          <a:prstGeom prst="rect">
            <a:avLst/>
          </a:prstGeom>
          <a:noFill/>
          <a:ln w="28575">
            <a:solidFill>
              <a:srgbClr val="33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7" name="ZoneTexte 86"/>
          <p:cNvSpPr txBox="1"/>
          <p:nvPr/>
        </p:nvSpPr>
        <p:spPr>
          <a:xfrm>
            <a:off x="6492347" y="5499290"/>
            <a:ext cx="1557226" cy="523220"/>
          </a:xfrm>
          <a:prstGeom prst="rect">
            <a:avLst/>
          </a:prstGeom>
          <a:noFill/>
          <a:ln>
            <a:solidFill>
              <a:srgbClr val="33CC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>
                <a:solidFill>
                  <a:srgbClr val="33CCFF"/>
                </a:solidFill>
              </a:rPr>
              <a:t>Chemical composition</a:t>
            </a:r>
            <a:endParaRPr lang="fr-FR" sz="1400" dirty="0">
              <a:solidFill>
                <a:srgbClr val="33CCFF"/>
              </a:solidFill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2120183" y="1752118"/>
            <a:ext cx="484842" cy="206692"/>
          </a:xfrm>
          <a:prstGeom prst="rect">
            <a:avLst/>
          </a:prstGeom>
          <a:noFill/>
          <a:ln w="28575">
            <a:solidFill>
              <a:srgbClr val="33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3641304" y="6249347"/>
            <a:ext cx="360650" cy="216902"/>
          </a:xfrm>
          <a:prstGeom prst="rect">
            <a:avLst/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sp>
        <p:nvSpPr>
          <p:cNvPr id="90" name="ZoneTexte 89"/>
          <p:cNvSpPr txBox="1"/>
          <p:nvPr/>
        </p:nvSpPr>
        <p:spPr>
          <a:xfrm>
            <a:off x="5835522" y="6186685"/>
            <a:ext cx="1557226" cy="52322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 smtClean="0">
                <a:solidFill>
                  <a:srgbClr val="00FF00"/>
                </a:solidFill>
              </a:rPr>
              <a:t>Iron</a:t>
            </a:r>
            <a:r>
              <a:rPr lang="fr-FR" sz="1400" dirty="0" smtClean="0">
                <a:solidFill>
                  <a:srgbClr val="00FF00"/>
                </a:solidFill>
              </a:rPr>
              <a:t> made</a:t>
            </a:r>
          </a:p>
          <a:p>
            <a:pPr algn="ctr"/>
            <a:r>
              <a:rPr lang="fr-FR" sz="1400" dirty="0" smtClean="0">
                <a:solidFill>
                  <a:srgbClr val="00FF00"/>
                </a:solidFill>
              </a:rPr>
              <a:t>Object	</a:t>
            </a:r>
            <a:endParaRPr lang="fr-FR" sz="1400" dirty="0">
              <a:solidFill>
                <a:srgbClr val="00FF00"/>
              </a:solidFill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3894644" y="5843004"/>
            <a:ext cx="313914" cy="255334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2" name="Rectangle 91"/>
          <p:cNvSpPr/>
          <p:nvPr/>
        </p:nvSpPr>
        <p:spPr>
          <a:xfrm>
            <a:off x="1676775" y="1187276"/>
            <a:ext cx="580725" cy="220017"/>
          </a:xfrm>
          <a:prstGeom prst="rect">
            <a:avLst/>
          </a:prstGeom>
          <a:noFill/>
          <a:ln w="28575">
            <a:solidFill>
              <a:srgbClr val="99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3" name="Rectangle 92"/>
          <p:cNvSpPr/>
          <p:nvPr/>
        </p:nvSpPr>
        <p:spPr>
          <a:xfrm>
            <a:off x="3925124" y="2173988"/>
            <a:ext cx="768750" cy="220017"/>
          </a:xfrm>
          <a:prstGeom prst="rect">
            <a:avLst/>
          </a:prstGeom>
          <a:noFill/>
          <a:ln w="28575">
            <a:solidFill>
              <a:srgbClr val="99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4" name="Rectangle 93"/>
          <p:cNvSpPr/>
          <p:nvPr/>
        </p:nvSpPr>
        <p:spPr>
          <a:xfrm>
            <a:off x="3654353" y="3512456"/>
            <a:ext cx="710309" cy="220017"/>
          </a:xfrm>
          <a:prstGeom prst="rect">
            <a:avLst/>
          </a:prstGeom>
          <a:noFill/>
          <a:ln w="28575">
            <a:solidFill>
              <a:srgbClr val="99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5" name="Rectangle 94"/>
          <p:cNvSpPr/>
          <p:nvPr/>
        </p:nvSpPr>
        <p:spPr>
          <a:xfrm>
            <a:off x="3656949" y="5058123"/>
            <a:ext cx="907906" cy="195396"/>
          </a:xfrm>
          <a:prstGeom prst="rect">
            <a:avLst/>
          </a:prstGeom>
          <a:noFill/>
          <a:ln w="28575">
            <a:solidFill>
              <a:srgbClr val="99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6" name="Rectangle 95"/>
          <p:cNvSpPr/>
          <p:nvPr/>
        </p:nvSpPr>
        <p:spPr>
          <a:xfrm>
            <a:off x="3475714" y="6063752"/>
            <a:ext cx="691831" cy="178422"/>
          </a:xfrm>
          <a:prstGeom prst="rect">
            <a:avLst/>
          </a:prstGeom>
          <a:noFill/>
          <a:ln w="28575">
            <a:solidFill>
              <a:srgbClr val="99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7" name="ZoneTexte 96"/>
          <p:cNvSpPr txBox="1"/>
          <p:nvPr/>
        </p:nvSpPr>
        <p:spPr>
          <a:xfrm>
            <a:off x="6688551" y="2449360"/>
            <a:ext cx="1557226" cy="523220"/>
          </a:xfrm>
          <a:prstGeom prst="rect">
            <a:avLst/>
          </a:prstGeom>
          <a:noFill/>
          <a:ln>
            <a:solidFill>
              <a:srgbClr val="9900C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>
                <a:solidFill>
                  <a:srgbClr val="9900CC"/>
                </a:solidFill>
              </a:rPr>
              <a:t>Observations and </a:t>
            </a:r>
            <a:r>
              <a:rPr lang="fr-FR" sz="1400" dirty="0" err="1" smtClean="0">
                <a:solidFill>
                  <a:srgbClr val="9900CC"/>
                </a:solidFill>
              </a:rPr>
              <a:t>measures</a:t>
            </a:r>
            <a:endParaRPr lang="fr-FR" sz="1400" dirty="0">
              <a:solidFill>
                <a:srgbClr val="9900CC"/>
              </a:solidFill>
            </a:endParaRPr>
          </a:p>
        </p:txBody>
      </p:sp>
      <p:sp>
        <p:nvSpPr>
          <p:cNvPr id="107" name="ZoneTexte 106"/>
          <p:cNvSpPr txBox="1"/>
          <p:nvPr/>
        </p:nvSpPr>
        <p:spPr>
          <a:xfrm>
            <a:off x="5976608" y="4482469"/>
            <a:ext cx="3022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 smtClean="0">
                <a:solidFill>
                  <a:schemeClr val="accent2">
                    <a:lumMod val="75000"/>
                  </a:schemeClr>
                </a:solidFill>
              </a:rPr>
              <a:t>Share </a:t>
            </a:r>
            <a:r>
              <a:rPr lang="fr-FR" sz="1600" dirty="0" err="1" smtClean="0">
                <a:solidFill>
                  <a:schemeClr val="accent2">
                    <a:lumMod val="75000"/>
                  </a:schemeClr>
                </a:solidFill>
              </a:rPr>
              <a:t>semantics</a:t>
            </a:r>
            <a:endParaRPr lang="fr-FR" sz="16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fr-FR" sz="1600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fr-FR" sz="1600" dirty="0" smtClean="0">
                <a:solidFill>
                  <a:schemeClr val="accent2">
                    <a:lumMod val="75000"/>
                  </a:schemeClr>
                </a:solidFill>
              </a:rPr>
              <a:t>o </a:t>
            </a:r>
            <a:r>
              <a:rPr lang="fr-FR" sz="1600" dirty="0" err="1" smtClean="0">
                <a:solidFill>
                  <a:schemeClr val="accent2">
                    <a:lumMod val="75000"/>
                  </a:schemeClr>
                </a:solidFill>
              </a:rPr>
              <a:t>describe</a:t>
            </a:r>
            <a:r>
              <a:rPr lang="fr-FR" sz="1600" dirty="0" smtClean="0">
                <a:solidFill>
                  <a:schemeClr val="accent2">
                    <a:lumMod val="75000"/>
                  </a:schemeClr>
                </a:solidFill>
              </a:rPr>
              <a:t> and exchange data</a:t>
            </a:r>
            <a:endParaRPr lang="fr-FR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08" name="Image 107" descr="construction man illustration free image | Peakpx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253" y="5676019"/>
            <a:ext cx="1249935" cy="1249935"/>
          </a:xfrm>
          <a:prstGeom prst="rect">
            <a:avLst/>
          </a:prstGeom>
        </p:spPr>
      </p:pic>
      <p:sp>
        <p:nvSpPr>
          <p:cNvPr id="21" name="Bulle ronde 20"/>
          <p:cNvSpPr/>
          <p:nvPr/>
        </p:nvSpPr>
        <p:spPr>
          <a:xfrm>
            <a:off x="3090587" y="5753621"/>
            <a:ext cx="1480747" cy="799564"/>
          </a:xfrm>
          <a:prstGeom prst="wedgeEllipseCallout">
            <a:avLst>
              <a:gd name="adj1" fmla="val -61998"/>
              <a:gd name="adj2" fmla="val 44346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 smtClean="0">
                <a:solidFill>
                  <a:schemeClr val="tx1"/>
                </a:solidFill>
                <a:latin typeface="+mj-lt"/>
              </a:rPr>
              <a:t>Digging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fr-FR" sz="1200" dirty="0" err="1" smtClean="0">
                <a:solidFill>
                  <a:schemeClr val="tx1"/>
                </a:solidFill>
                <a:latin typeface="+mj-lt"/>
              </a:rPr>
              <a:t>here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 ,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  <a:latin typeface="+mj-lt"/>
              </a:rPr>
              <a:t>I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fr-FR" sz="1200" dirty="0" err="1" smtClean="0">
                <a:solidFill>
                  <a:schemeClr val="tx1"/>
                </a:solidFill>
                <a:latin typeface="+mj-lt"/>
              </a:rPr>
              <a:t>discovered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fr-FR" sz="1200" b="1" dirty="0" err="1" smtClean="0">
                <a:solidFill>
                  <a:schemeClr val="tx1"/>
                </a:solidFill>
                <a:latin typeface="+mj-lt"/>
              </a:rPr>
              <a:t>iron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 !</a:t>
            </a:r>
            <a:endParaRPr lang="fr-FR" sz="12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09" name="Image 108" descr="Search To Find Internet Magnifying · Free image on Pixabay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192" y="518477"/>
            <a:ext cx="1082822" cy="1082822"/>
          </a:xfrm>
          <a:prstGeom prst="rect">
            <a:avLst/>
          </a:prstGeom>
        </p:spPr>
      </p:pic>
      <p:pic>
        <p:nvPicPr>
          <p:cNvPr id="110" name="Image 109" descr="Search To Find Internet Magnifying · Free image on Pixabay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2860" y="2979279"/>
            <a:ext cx="1082822" cy="1082822"/>
          </a:xfrm>
          <a:prstGeom prst="rect">
            <a:avLst/>
          </a:prstGeom>
        </p:spPr>
      </p:pic>
      <p:pic>
        <p:nvPicPr>
          <p:cNvPr id="111" name="Image 110" descr="Chemistry Teacher Science · Free image on Pixabay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597" y="1567399"/>
            <a:ext cx="1295875" cy="1295875"/>
          </a:xfrm>
          <a:prstGeom prst="rect">
            <a:avLst/>
          </a:prstGeom>
        </p:spPr>
      </p:pic>
      <p:pic>
        <p:nvPicPr>
          <p:cNvPr id="112" name="Image 111" descr="construction man illustration free image | Peakpx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4178" y="5421124"/>
            <a:ext cx="1249935" cy="1249935"/>
          </a:xfrm>
          <a:prstGeom prst="rect">
            <a:avLst/>
          </a:prstGeom>
        </p:spPr>
      </p:pic>
      <p:pic>
        <p:nvPicPr>
          <p:cNvPr id="113" name="Image 112" descr="Search To Find Internet Magnifying · Free image on Pixabay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784028" y="4299501"/>
            <a:ext cx="1082822" cy="1082822"/>
          </a:xfrm>
          <a:prstGeom prst="rect">
            <a:avLst/>
          </a:prstGeom>
        </p:spPr>
      </p:pic>
      <p:sp>
        <p:nvSpPr>
          <p:cNvPr id="114" name="Bulle ronde 113"/>
          <p:cNvSpPr/>
          <p:nvPr/>
        </p:nvSpPr>
        <p:spPr>
          <a:xfrm>
            <a:off x="8253553" y="1365679"/>
            <a:ext cx="2846838" cy="1671848"/>
          </a:xfrm>
          <a:prstGeom prst="wedgeEllipseCallout">
            <a:avLst>
              <a:gd name="adj1" fmla="val 57141"/>
              <a:gd name="adj2" fmla="val -26365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+mj-lt"/>
              </a:rPr>
              <a:t>Let’s analyze heavy metals in this sample </a:t>
            </a:r>
            <a:r>
              <a:rPr lang="en-US" sz="1000" dirty="0" smtClean="0">
                <a:solidFill>
                  <a:schemeClr val="tx1"/>
                </a:solidFill>
                <a:latin typeface="+mj-lt"/>
              </a:rPr>
              <a:t>sampled on </a:t>
            </a:r>
            <a:r>
              <a:rPr lang="fr-FR" sz="1000" dirty="0" smtClean="0">
                <a:hlinkClick r:id="rId8"/>
              </a:rPr>
              <a:t>https</a:t>
            </a:r>
            <a:r>
              <a:rPr lang="fr-FR" sz="1000" dirty="0">
                <a:hlinkClick r:id="rId8"/>
              </a:rPr>
              <a:t>://environment.data.gov.uk/catchment-planning/WaterBody/GB520704201400</a:t>
            </a:r>
            <a:r>
              <a:rPr lang="fr-FR" sz="1000" dirty="0" smtClean="0">
                <a:solidFill>
                  <a:schemeClr val="tx1"/>
                </a:solidFill>
                <a:latin typeface="+mj-lt"/>
              </a:rPr>
              <a:t>, </a:t>
            </a:r>
            <a:r>
              <a:rPr lang="fr-FR" sz="1000" dirty="0" err="1" smtClean="0">
                <a:solidFill>
                  <a:schemeClr val="tx1"/>
                </a:solidFill>
                <a:latin typeface="+mj-lt"/>
              </a:rPr>
              <a:t>then</a:t>
            </a:r>
            <a:r>
              <a:rPr lang="fr-FR" sz="1000" dirty="0" smtClean="0">
                <a:solidFill>
                  <a:schemeClr val="tx1"/>
                </a:solidFill>
                <a:latin typeface="+mj-lt"/>
              </a:rPr>
              <a:t>, </a:t>
            </a:r>
            <a:r>
              <a:rPr lang="fr-FR" sz="1000" u="sng" dirty="0">
                <a:hlinkClick r:id="rId9" tooltip="https://data.geoscience.fr/ncl/ObjParSubs/3183"/>
              </a:rPr>
              <a:t>https://data.geoscience.fr/ncl/ObjParSubs/3183</a:t>
            </a:r>
            <a:r>
              <a:rPr lang="fr-FR" sz="1000" b="1" dirty="0" smtClean="0">
                <a:solidFill>
                  <a:schemeClr val="tx1"/>
                </a:solidFill>
                <a:latin typeface="+mj-lt"/>
              </a:rPr>
              <a:t>, </a:t>
            </a:r>
            <a:r>
              <a:rPr lang="fr-FR" sz="1000" dirty="0">
                <a:hlinkClick r:id="rId10" tooltip="https://data.geoscience.fr/ncl/ObjParSubs/3177"/>
              </a:rPr>
              <a:t>https://data.geoscience.fr/ncl/ObjParSubs/3177</a:t>
            </a:r>
            <a:r>
              <a:rPr lang="fr-FR" sz="1000" dirty="0" smtClean="0">
                <a:solidFill>
                  <a:schemeClr val="tx1"/>
                </a:solidFill>
                <a:latin typeface="+mj-lt"/>
              </a:rPr>
              <a:t>, Pb, …</a:t>
            </a:r>
            <a:endParaRPr lang="fr-FR" sz="1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5" name="Bulle ronde 114"/>
          <p:cNvSpPr/>
          <p:nvPr/>
        </p:nvSpPr>
        <p:spPr>
          <a:xfrm>
            <a:off x="7630716" y="161579"/>
            <a:ext cx="3271945" cy="1151821"/>
          </a:xfrm>
          <a:prstGeom prst="wedgeEllipseCallout">
            <a:avLst>
              <a:gd name="adj1" fmla="val 59874"/>
              <a:gd name="adj2" fmla="val 32532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I observe on </a:t>
            </a:r>
            <a:r>
              <a:rPr lang="fr-FR" sz="1000" dirty="0" err="1">
                <a:solidFill>
                  <a:schemeClr val="tx1"/>
                </a:solidFill>
              </a:rPr>
              <a:t>this</a:t>
            </a:r>
            <a:r>
              <a:rPr lang="fr-FR" sz="1000" dirty="0">
                <a:solidFill>
                  <a:schemeClr val="tx1"/>
                </a:solidFill>
              </a:rPr>
              <a:t> </a:t>
            </a:r>
            <a:r>
              <a:rPr lang="fr-FR" sz="1000" dirty="0" err="1">
                <a:solidFill>
                  <a:schemeClr val="tx1"/>
                </a:solidFill>
              </a:rPr>
              <a:t>outcrop</a:t>
            </a:r>
            <a:r>
              <a:rPr lang="fr-FR" sz="1000" dirty="0">
                <a:solidFill>
                  <a:schemeClr val="tx1"/>
                </a:solidFill>
              </a:rPr>
              <a:t> the </a:t>
            </a:r>
            <a:r>
              <a:rPr lang="fr-FR" sz="1000" dirty="0" err="1">
                <a:solidFill>
                  <a:schemeClr val="tx1"/>
                </a:solidFill>
              </a:rPr>
              <a:t>possibility</a:t>
            </a:r>
            <a:r>
              <a:rPr lang="fr-FR" sz="1000" dirty="0">
                <a:solidFill>
                  <a:schemeClr val="tx1"/>
                </a:solidFill>
              </a:rPr>
              <a:t> of </a:t>
            </a:r>
            <a:r>
              <a:rPr lang="fr-FR" sz="1000" dirty="0" err="1">
                <a:solidFill>
                  <a:schemeClr val="tx1"/>
                </a:solidFill>
              </a:rPr>
              <a:t>presence</a:t>
            </a:r>
            <a:r>
              <a:rPr lang="fr-FR" sz="1000" dirty="0">
                <a:solidFill>
                  <a:schemeClr val="tx1"/>
                </a:solidFill>
              </a:rPr>
              <a:t> of </a:t>
            </a:r>
            <a:r>
              <a:rPr lang="fr-FR" sz="1000" dirty="0" smtClean="0">
                <a:hlinkClick r:id="rId11" tooltip="https://data.geoscience.fr/ncl/Minls/22"/>
              </a:rPr>
              <a:t>https</a:t>
            </a:r>
            <a:r>
              <a:rPr lang="fr-FR" sz="1000" dirty="0">
                <a:hlinkClick r:id="rId11" tooltip="https://data.geoscience.fr/ncl/Minls/22"/>
              </a:rPr>
              <a:t>://data.geoscience.fr/ncl/Minls/22</a:t>
            </a:r>
            <a:endParaRPr lang="fr-FR" sz="1000" b="1" dirty="0">
              <a:solidFill>
                <a:schemeClr val="tx1"/>
              </a:solidFill>
            </a:endParaRPr>
          </a:p>
          <a:p>
            <a:r>
              <a:rPr lang="fr-FR" sz="1000" b="1" dirty="0" smtClean="0">
                <a:solidFill>
                  <a:schemeClr val="tx1"/>
                </a:solidFill>
              </a:rPr>
              <a:t> (</a:t>
            </a:r>
            <a:r>
              <a:rPr lang="fr-FR" sz="1000" b="1" dirty="0" err="1" smtClean="0">
                <a:solidFill>
                  <a:schemeClr val="tx1"/>
                </a:solidFill>
              </a:rPr>
              <a:t>FeAsS</a:t>
            </a:r>
            <a:r>
              <a:rPr lang="fr-FR" sz="1000" b="1" dirty="0" smtClean="0">
                <a:solidFill>
                  <a:schemeClr val="tx1"/>
                </a:solidFill>
              </a:rPr>
              <a:t>), </a:t>
            </a:r>
            <a:r>
              <a:rPr lang="fr-FR" sz="1000" b="1" dirty="0" err="1" smtClean="0">
                <a:solidFill>
                  <a:schemeClr val="tx1"/>
                </a:solidFill>
              </a:rPr>
              <a:t>near</a:t>
            </a:r>
            <a:r>
              <a:rPr lang="fr-FR" sz="1000" b="1" dirty="0" smtClean="0">
                <a:solidFill>
                  <a:schemeClr val="tx1"/>
                </a:solidFill>
              </a:rPr>
              <a:t> </a:t>
            </a:r>
            <a:r>
              <a:rPr lang="fr-FR" sz="1000" dirty="0" smtClean="0">
                <a:hlinkClick r:id="rId12" tooltip="http://id.insee.fr/geo/commune/15020"/>
              </a:rPr>
              <a:t>http</a:t>
            </a:r>
            <a:r>
              <a:rPr lang="fr-FR" sz="1000" dirty="0">
                <a:hlinkClick r:id="rId12" tooltip="http://id.insee.fr/geo/commune/15020"/>
              </a:rPr>
              <a:t>://id.insee.fr/geo/commune/15020</a:t>
            </a:r>
            <a:r>
              <a:rPr lang="fr-FR" sz="1000" dirty="0"/>
              <a:t> </a:t>
            </a:r>
          </a:p>
        </p:txBody>
      </p:sp>
      <p:sp>
        <p:nvSpPr>
          <p:cNvPr id="116" name="Bulle ronde 115"/>
          <p:cNvSpPr/>
          <p:nvPr/>
        </p:nvSpPr>
        <p:spPr>
          <a:xfrm>
            <a:off x="8404312" y="5786716"/>
            <a:ext cx="1472298" cy="799564"/>
          </a:xfrm>
          <a:prstGeom prst="wedgeEllipseCallout">
            <a:avLst>
              <a:gd name="adj1" fmla="val 149943"/>
              <a:gd name="adj2" fmla="val -56718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fr-FR" sz="1050" dirty="0" smtClean="0">
                <a:solidFill>
                  <a:schemeClr val="tx1"/>
                </a:solidFill>
              </a:rPr>
              <a:t>I </a:t>
            </a:r>
            <a:r>
              <a:rPr lang="fr-FR" sz="1050" dirty="0" err="1" smtClean="0">
                <a:solidFill>
                  <a:schemeClr val="tx1"/>
                </a:solidFill>
              </a:rPr>
              <a:t>discovered</a:t>
            </a:r>
            <a:r>
              <a:rPr lang="fr-FR" sz="1050" dirty="0" smtClean="0">
                <a:solidFill>
                  <a:schemeClr val="tx1"/>
                </a:solidFill>
              </a:rPr>
              <a:t> </a:t>
            </a:r>
            <a:r>
              <a:rPr lang="fr-FR" sz="1050" dirty="0" smtClean="0">
                <a:solidFill>
                  <a:srgbClr val="337AB7"/>
                </a:solidFill>
                <a:latin typeface="Helvetica Neue"/>
                <a:hlinkClick r:id="rId13" tooltip="https://data.geoscience.fr/ncl/AnthroMat/62"/>
              </a:rPr>
              <a:t>https</a:t>
            </a:r>
            <a:r>
              <a:rPr lang="fr-FR" sz="1050" dirty="0">
                <a:solidFill>
                  <a:srgbClr val="337AB7"/>
                </a:solidFill>
                <a:latin typeface="Helvetica Neue"/>
                <a:hlinkClick r:id="rId13" tooltip="https://data.geoscience.fr/ncl/AnthroMat/62"/>
              </a:rPr>
              <a:t>://</a:t>
            </a:r>
            <a:r>
              <a:rPr lang="fr-FR" sz="1050" dirty="0" smtClean="0">
                <a:solidFill>
                  <a:srgbClr val="337AB7"/>
                </a:solidFill>
                <a:latin typeface="Helvetica Neue"/>
                <a:hlinkClick r:id="rId13" tooltip="https://data.geoscience.fr/ncl/AnthroMat/62"/>
              </a:rPr>
              <a:t>data.geoscience.fr/ncl/AnthroMat/62</a:t>
            </a:r>
            <a:r>
              <a:rPr lang="fr-FR" sz="1050" dirty="0" smtClean="0">
                <a:solidFill>
                  <a:srgbClr val="337AB7"/>
                </a:solidFill>
                <a:latin typeface="Helvetica Neue"/>
              </a:rPr>
              <a:t>  </a:t>
            </a:r>
            <a:endParaRPr lang="fr-FR" sz="1050" dirty="0"/>
          </a:p>
        </p:txBody>
      </p:sp>
      <p:sp>
        <p:nvSpPr>
          <p:cNvPr id="117" name="Bulle ronde 116"/>
          <p:cNvSpPr/>
          <p:nvPr/>
        </p:nvSpPr>
        <p:spPr>
          <a:xfrm>
            <a:off x="8195383" y="3502850"/>
            <a:ext cx="2151533" cy="1133961"/>
          </a:xfrm>
          <a:prstGeom prst="wedgeEllipseCallout">
            <a:avLst>
              <a:gd name="adj1" fmla="val 86168"/>
              <a:gd name="adj2" fmla="val -56099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+mj-lt"/>
              </a:rPr>
              <a:t>I observe on this outcrop the possibility of presence of </a:t>
            </a:r>
            <a:r>
              <a:rPr lang="fr-FR" sz="1000" dirty="0" smtClean="0">
                <a:hlinkClick r:id="rId11" tooltip="https://data.geoscience.fr/ncl/Minls/22"/>
              </a:rPr>
              <a:t>https</a:t>
            </a:r>
            <a:r>
              <a:rPr lang="fr-FR" sz="1000" dirty="0">
                <a:hlinkClick r:id="rId11" tooltip="https://data.geoscience.fr/ncl/Minls/22"/>
              </a:rPr>
              <a:t>://data.geoscience.fr/ncl/Minls/22</a:t>
            </a:r>
            <a:endParaRPr lang="fr-FR" sz="1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8" name="Bulle ronde 117"/>
          <p:cNvSpPr/>
          <p:nvPr/>
        </p:nvSpPr>
        <p:spPr>
          <a:xfrm>
            <a:off x="8455973" y="4747753"/>
            <a:ext cx="1809796" cy="940073"/>
          </a:xfrm>
          <a:prstGeom prst="wedgeEllipseCallout">
            <a:avLst>
              <a:gd name="adj1" fmla="val 96875"/>
              <a:gd name="adj2" fmla="val -45384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fr-FR" sz="1000" dirty="0" smtClean="0">
                <a:solidFill>
                  <a:schemeClr val="tx1"/>
                </a:solidFill>
                <a:latin typeface="+mj-lt"/>
              </a:rPr>
              <a:t>Quelle belle </a:t>
            </a:r>
            <a:r>
              <a:rPr lang="fr-FR" sz="1000" dirty="0" smtClean="0">
                <a:hlinkClick r:id="rId11" tooltip="https://data.geoscience.fr/ncl/Minls/22"/>
              </a:rPr>
              <a:t>https</a:t>
            </a:r>
            <a:r>
              <a:rPr lang="fr-FR" sz="1000" dirty="0">
                <a:hlinkClick r:id="rId11" tooltip="https://data.geoscience.fr/ncl/Minls/22"/>
              </a:rPr>
              <a:t>://data.geoscience.fr/ncl/Minls/22</a:t>
            </a:r>
            <a:r>
              <a:rPr lang="fr-FR" sz="1000" b="1" dirty="0" smtClean="0">
                <a:solidFill>
                  <a:schemeClr val="tx1"/>
                </a:solidFill>
                <a:latin typeface="+mj-lt"/>
              </a:rPr>
              <a:t> !</a:t>
            </a:r>
            <a:endParaRPr lang="fr-FR" sz="1000" b="1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04889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107" grpId="0"/>
      <p:bldP spid="114" grpId="0" animBg="1"/>
      <p:bldP spid="115" grpId="0" animBg="1"/>
      <p:bldP spid="116" grpId="0" animBg="1"/>
      <p:bldP spid="117" grpId="0" animBg="1"/>
      <p:bldP spid="1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329;p11">
            <a:extLst>
              <a:ext uri="{FF2B5EF4-FFF2-40B4-BE49-F238E27FC236}">
                <a16:creationId xmlns:a16="http://schemas.microsoft.com/office/drawing/2014/main" id="{3B202FF5-9DE6-4D94-A883-442E0282C91D}"/>
              </a:ext>
            </a:extLst>
          </p:cNvPr>
          <p:cNvSpPr/>
          <p:nvPr/>
        </p:nvSpPr>
        <p:spPr>
          <a:xfrm>
            <a:off x="-11430" y="0"/>
            <a:ext cx="12203430" cy="576470"/>
          </a:xfrm>
          <a:custGeom>
            <a:avLst/>
            <a:gdLst/>
            <a:ahLst/>
            <a:cxnLst/>
            <a:rect l="l" t="t" r="r" b="b"/>
            <a:pathLst>
              <a:path w="21627" h="26857" extrusionOk="0">
                <a:moveTo>
                  <a:pt x="27" y="0"/>
                </a:moveTo>
                <a:lnTo>
                  <a:pt x="21627" y="0"/>
                </a:lnTo>
                <a:lnTo>
                  <a:pt x="21627" y="16027"/>
                </a:lnTo>
                <a:cubicBezTo>
                  <a:pt x="10827" y="16027"/>
                  <a:pt x="10800" y="29967"/>
                  <a:pt x="0" y="26217"/>
                </a:cubicBezTo>
                <a:lnTo>
                  <a:pt x="27" y="0"/>
                </a:lnTo>
                <a:close/>
              </a:path>
            </a:pathLst>
          </a:custGeom>
          <a:solidFill>
            <a:srgbClr val="00529C"/>
          </a:solidFill>
          <a:ln w="12700" cap="flat" cmpd="sng">
            <a:solidFill>
              <a:srgbClr val="147E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601E17-E0E0-49A5-BDE9-B83BA2EC1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 dirty="0"/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17" y="3354087"/>
            <a:ext cx="1033975" cy="1387250"/>
          </a:xfrm>
          <a:prstGeom prst="rect">
            <a:avLst/>
          </a:prstGeom>
        </p:spPr>
      </p:pic>
      <p:pic>
        <p:nvPicPr>
          <p:cNvPr id="19" name="Image 18" descr="Search To Find Internet Magnifying · Free image on Pixabay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784" y="705418"/>
            <a:ext cx="1082822" cy="1082822"/>
          </a:xfrm>
          <a:prstGeom prst="rect">
            <a:avLst/>
          </a:prstGeom>
        </p:spPr>
      </p:pic>
      <p:pic>
        <p:nvPicPr>
          <p:cNvPr id="20" name="Image 19" descr="Search To Find Internet Magnifying · Free image on Pixabay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5452" y="3166220"/>
            <a:ext cx="1082822" cy="1082822"/>
          </a:xfrm>
          <a:prstGeom prst="rect">
            <a:avLst/>
          </a:prstGeom>
        </p:spPr>
      </p:pic>
      <p:pic>
        <p:nvPicPr>
          <p:cNvPr id="21" name="Image 20" descr="Chemistry Teacher Science · Free image on Pixabay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189" y="1754340"/>
            <a:ext cx="1295875" cy="1295875"/>
          </a:xfrm>
          <a:prstGeom prst="rect">
            <a:avLst/>
          </a:prstGeom>
        </p:spPr>
      </p:pic>
      <p:pic>
        <p:nvPicPr>
          <p:cNvPr id="22" name="Image 21" descr="construction man illustration free image | Peakpx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70" y="5608065"/>
            <a:ext cx="1249935" cy="1249935"/>
          </a:xfrm>
          <a:prstGeom prst="rect">
            <a:avLst/>
          </a:prstGeom>
        </p:spPr>
      </p:pic>
      <p:pic>
        <p:nvPicPr>
          <p:cNvPr id="23" name="Image 22" descr="Search To Find Internet Magnifying · Free image on Pixabay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46620" y="4486442"/>
            <a:ext cx="1082822" cy="1082822"/>
          </a:xfrm>
          <a:prstGeom prst="rect">
            <a:avLst/>
          </a:prstGeom>
        </p:spPr>
      </p:pic>
      <p:sp>
        <p:nvSpPr>
          <p:cNvPr id="24" name="Bulle ronde 23"/>
          <p:cNvSpPr/>
          <p:nvPr/>
        </p:nvSpPr>
        <p:spPr>
          <a:xfrm>
            <a:off x="1216145" y="1552620"/>
            <a:ext cx="2846838" cy="1671848"/>
          </a:xfrm>
          <a:prstGeom prst="wedgeEllipseCallout">
            <a:avLst>
              <a:gd name="adj1" fmla="val 57141"/>
              <a:gd name="adj2" fmla="val -26365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+mj-lt"/>
              </a:rPr>
              <a:t>Let’s analyze heavy metals in this sample </a:t>
            </a:r>
            <a:r>
              <a:rPr lang="en-US" sz="1000" dirty="0" smtClean="0">
                <a:solidFill>
                  <a:schemeClr val="tx1"/>
                </a:solidFill>
                <a:latin typeface="+mj-lt"/>
              </a:rPr>
              <a:t>sampled on </a:t>
            </a:r>
            <a:r>
              <a:rPr lang="fr-FR" sz="1000" dirty="0" smtClean="0">
                <a:hlinkClick r:id="rId7"/>
              </a:rPr>
              <a:t>https</a:t>
            </a:r>
            <a:r>
              <a:rPr lang="fr-FR" sz="1000" dirty="0">
                <a:hlinkClick r:id="rId7"/>
              </a:rPr>
              <a:t>://environment.data.gov.uk/catchment-planning/WaterBody/GB520704201400</a:t>
            </a:r>
            <a:r>
              <a:rPr lang="fr-FR" sz="1000" dirty="0" smtClean="0">
                <a:solidFill>
                  <a:schemeClr val="tx1"/>
                </a:solidFill>
                <a:latin typeface="+mj-lt"/>
              </a:rPr>
              <a:t>, </a:t>
            </a:r>
            <a:r>
              <a:rPr lang="fr-FR" sz="1000" dirty="0" err="1" smtClean="0">
                <a:solidFill>
                  <a:schemeClr val="tx1"/>
                </a:solidFill>
                <a:latin typeface="+mj-lt"/>
              </a:rPr>
              <a:t>then</a:t>
            </a:r>
            <a:r>
              <a:rPr lang="fr-FR" sz="1000" dirty="0" smtClean="0">
                <a:solidFill>
                  <a:schemeClr val="tx1"/>
                </a:solidFill>
                <a:latin typeface="+mj-lt"/>
              </a:rPr>
              <a:t>, </a:t>
            </a:r>
            <a:r>
              <a:rPr lang="fr-FR" sz="1000" u="sng" dirty="0">
                <a:hlinkClick r:id="rId8" tooltip="https://data.geoscience.fr/ncl/ObjParSubs/3183"/>
              </a:rPr>
              <a:t>https://data.geoscience.fr/ncl/ObjParSubs/3183</a:t>
            </a:r>
            <a:r>
              <a:rPr lang="fr-FR" sz="1000" b="1" dirty="0" smtClean="0">
                <a:solidFill>
                  <a:schemeClr val="tx1"/>
                </a:solidFill>
                <a:latin typeface="+mj-lt"/>
              </a:rPr>
              <a:t>, </a:t>
            </a:r>
            <a:r>
              <a:rPr lang="fr-FR" sz="1000" dirty="0">
                <a:hlinkClick r:id="rId9" tooltip="https://data.geoscience.fr/ncl/ObjParSubs/3177"/>
              </a:rPr>
              <a:t>https://data.geoscience.fr/ncl/ObjParSubs/3177</a:t>
            </a:r>
            <a:r>
              <a:rPr lang="fr-FR" sz="1000" dirty="0" smtClean="0">
                <a:solidFill>
                  <a:schemeClr val="tx1"/>
                </a:solidFill>
                <a:latin typeface="+mj-lt"/>
              </a:rPr>
              <a:t>, Pb, …</a:t>
            </a:r>
            <a:endParaRPr lang="fr-FR" sz="1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5" name="Bulle ronde 24"/>
          <p:cNvSpPr/>
          <p:nvPr/>
        </p:nvSpPr>
        <p:spPr>
          <a:xfrm>
            <a:off x="593308" y="348520"/>
            <a:ext cx="3271945" cy="1151821"/>
          </a:xfrm>
          <a:prstGeom prst="wedgeEllipseCallout">
            <a:avLst>
              <a:gd name="adj1" fmla="val 59874"/>
              <a:gd name="adj2" fmla="val 32532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I observe on </a:t>
            </a:r>
            <a:r>
              <a:rPr lang="fr-FR" sz="1000" dirty="0" err="1">
                <a:solidFill>
                  <a:schemeClr val="tx1"/>
                </a:solidFill>
              </a:rPr>
              <a:t>this</a:t>
            </a:r>
            <a:r>
              <a:rPr lang="fr-FR" sz="1000" dirty="0">
                <a:solidFill>
                  <a:schemeClr val="tx1"/>
                </a:solidFill>
              </a:rPr>
              <a:t> </a:t>
            </a:r>
            <a:r>
              <a:rPr lang="fr-FR" sz="1000" dirty="0" err="1">
                <a:solidFill>
                  <a:schemeClr val="tx1"/>
                </a:solidFill>
              </a:rPr>
              <a:t>outcrop</a:t>
            </a:r>
            <a:r>
              <a:rPr lang="fr-FR" sz="1000" dirty="0">
                <a:solidFill>
                  <a:schemeClr val="tx1"/>
                </a:solidFill>
              </a:rPr>
              <a:t> the </a:t>
            </a:r>
            <a:r>
              <a:rPr lang="fr-FR" sz="1000" dirty="0" err="1">
                <a:solidFill>
                  <a:schemeClr val="tx1"/>
                </a:solidFill>
              </a:rPr>
              <a:t>possibility</a:t>
            </a:r>
            <a:r>
              <a:rPr lang="fr-FR" sz="1000" dirty="0">
                <a:solidFill>
                  <a:schemeClr val="tx1"/>
                </a:solidFill>
              </a:rPr>
              <a:t> of </a:t>
            </a:r>
            <a:r>
              <a:rPr lang="fr-FR" sz="1000" dirty="0" err="1">
                <a:solidFill>
                  <a:schemeClr val="tx1"/>
                </a:solidFill>
              </a:rPr>
              <a:t>presence</a:t>
            </a:r>
            <a:r>
              <a:rPr lang="fr-FR" sz="1000" dirty="0">
                <a:solidFill>
                  <a:schemeClr val="tx1"/>
                </a:solidFill>
              </a:rPr>
              <a:t> of </a:t>
            </a:r>
            <a:r>
              <a:rPr lang="fr-FR" sz="1000" dirty="0" smtClean="0">
                <a:hlinkClick r:id="rId10" tooltip="https://data.geoscience.fr/ncl/Minls/22"/>
              </a:rPr>
              <a:t>https</a:t>
            </a:r>
            <a:r>
              <a:rPr lang="fr-FR" sz="1000" dirty="0">
                <a:hlinkClick r:id="rId10" tooltip="https://data.geoscience.fr/ncl/Minls/22"/>
              </a:rPr>
              <a:t>://data.geoscience.fr/ncl/Minls/22</a:t>
            </a:r>
            <a:endParaRPr lang="fr-FR" sz="1000" b="1" dirty="0">
              <a:solidFill>
                <a:schemeClr val="tx1"/>
              </a:solidFill>
            </a:endParaRPr>
          </a:p>
          <a:p>
            <a:r>
              <a:rPr lang="fr-FR" sz="1000" b="1" dirty="0" smtClean="0">
                <a:solidFill>
                  <a:schemeClr val="tx1"/>
                </a:solidFill>
              </a:rPr>
              <a:t> (</a:t>
            </a:r>
            <a:r>
              <a:rPr lang="fr-FR" sz="1000" b="1" dirty="0" err="1" smtClean="0">
                <a:solidFill>
                  <a:schemeClr val="tx1"/>
                </a:solidFill>
              </a:rPr>
              <a:t>FeAsS</a:t>
            </a:r>
            <a:r>
              <a:rPr lang="fr-FR" sz="1000" b="1" dirty="0" smtClean="0">
                <a:solidFill>
                  <a:schemeClr val="tx1"/>
                </a:solidFill>
              </a:rPr>
              <a:t>), </a:t>
            </a:r>
            <a:r>
              <a:rPr lang="fr-FR" sz="1000" b="1" dirty="0" err="1" smtClean="0">
                <a:solidFill>
                  <a:schemeClr val="tx1"/>
                </a:solidFill>
              </a:rPr>
              <a:t>near</a:t>
            </a:r>
            <a:r>
              <a:rPr lang="fr-FR" sz="1000" b="1" dirty="0" smtClean="0">
                <a:solidFill>
                  <a:schemeClr val="tx1"/>
                </a:solidFill>
              </a:rPr>
              <a:t> </a:t>
            </a:r>
            <a:r>
              <a:rPr lang="fr-FR" sz="1000" dirty="0" smtClean="0">
                <a:hlinkClick r:id="rId11" tooltip="http://id.insee.fr/geo/commune/15020"/>
              </a:rPr>
              <a:t>http</a:t>
            </a:r>
            <a:r>
              <a:rPr lang="fr-FR" sz="1000" dirty="0">
                <a:hlinkClick r:id="rId11" tooltip="http://id.insee.fr/geo/commune/15020"/>
              </a:rPr>
              <a:t>://id.insee.fr/geo/commune/15020</a:t>
            </a:r>
            <a:r>
              <a:rPr lang="fr-FR" sz="1000" dirty="0"/>
              <a:t> </a:t>
            </a:r>
          </a:p>
        </p:txBody>
      </p:sp>
      <p:sp>
        <p:nvSpPr>
          <p:cNvPr id="26" name="Bulle ronde 25"/>
          <p:cNvSpPr/>
          <p:nvPr/>
        </p:nvSpPr>
        <p:spPr>
          <a:xfrm>
            <a:off x="1366904" y="5973657"/>
            <a:ext cx="1472298" cy="799564"/>
          </a:xfrm>
          <a:prstGeom prst="wedgeEllipseCallout">
            <a:avLst>
              <a:gd name="adj1" fmla="val 149943"/>
              <a:gd name="adj2" fmla="val -56718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fr-FR" sz="1050" dirty="0" smtClean="0">
                <a:solidFill>
                  <a:schemeClr val="tx1"/>
                </a:solidFill>
              </a:rPr>
              <a:t>I </a:t>
            </a:r>
            <a:r>
              <a:rPr lang="fr-FR" sz="1050" dirty="0" err="1" smtClean="0">
                <a:solidFill>
                  <a:schemeClr val="tx1"/>
                </a:solidFill>
              </a:rPr>
              <a:t>discovered</a:t>
            </a:r>
            <a:r>
              <a:rPr lang="fr-FR" sz="1050" dirty="0" smtClean="0">
                <a:solidFill>
                  <a:schemeClr val="tx1"/>
                </a:solidFill>
              </a:rPr>
              <a:t> </a:t>
            </a:r>
            <a:r>
              <a:rPr lang="fr-FR" sz="1050" dirty="0" smtClean="0">
                <a:solidFill>
                  <a:srgbClr val="337AB7"/>
                </a:solidFill>
                <a:latin typeface="Helvetica Neue"/>
                <a:hlinkClick r:id="rId12" tooltip="https://data.geoscience.fr/ncl/AnthroMat/62"/>
              </a:rPr>
              <a:t>https</a:t>
            </a:r>
            <a:r>
              <a:rPr lang="fr-FR" sz="1050" dirty="0">
                <a:solidFill>
                  <a:srgbClr val="337AB7"/>
                </a:solidFill>
                <a:latin typeface="Helvetica Neue"/>
                <a:hlinkClick r:id="rId12" tooltip="https://data.geoscience.fr/ncl/AnthroMat/62"/>
              </a:rPr>
              <a:t>://</a:t>
            </a:r>
            <a:r>
              <a:rPr lang="fr-FR" sz="1050" dirty="0" smtClean="0">
                <a:solidFill>
                  <a:srgbClr val="337AB7"/>
                </a:solidFill>
                <a:latin typeface="Helvetica Neue"/>
                <a:hlinkClick r:id="rId12" tooltip="https://data.geoscience.fr/ncl/AnthroMat/62"/>
              </a:rPr>
              <a:t>data.geoscience.fr/ncl/AnthroMat/62</a:t>
            </a:r>
            <a:r>
              <a:rPr lang="fr-FR" sz="1050" dirty="0" smtClean="0">
                <a:solidFill>
                  <a:srgbClr val="337AB7"/>
                </a:solidFill>
                <a:latin typeface="Helvetica Neue"/>
              </a:rPr>
              <a:t>  </a:t>
            </a:r>
            <a:endParaRPr lang="fr-FR" sz="1050" dirty="0"/>
          </a:p>
        </p:txBody>
      </p:sp>
      <p:sp>
        <p:nvSpPr>
          <p:cNvPr id="27" name="Bulle ronde 26"/>
          <p:cNvSpPr/>
          <p:nvPr/>
        </p:nvSpPr>
        <p:spPr>
          <a:xfrm>
            <a:off x="1157975" y="3689791"/>
            <a:ext cx="2151533" cy="1133961"/>
          </a:xfrm>
          <a:prstGeom prst="wedgeEllipseCallout">
            <a:avLst>
              <a:gd name="adj1" fmla="val 86168"/>
              <a:gd name="adj2" fmla="val -56099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+mj-lt"/>
              </a:rPr>
              <a:t>I observe on this outcrop the possibility of presence of </a:t>
            </a:r>
            <a:r>
              <a:rPr lang="fr-FR" sz="1000" dirty="0" smtClean="0">
                <a:hlinkClick r:id="rId10" tooltip="https://data.geoscience.fr/ncl/Minls/22"/>
              </a:rPr>
              <a:t>https</a:t>
            </a:r>
            <a:r>
              <a:rPr lang="fr-FR" sz="1000" dirty="0">
                <a:hlinkClick r:id="rId10" tooltip="https://data.geoscience.fr/ncl/Minls/22"/>
              </a:rPr>
              <a:t>://data.geoscience.fr/ncl/Minls/22</a:t>
            </a:r>
            <a:endParaRPr lang="fr-FR" sz="1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8" name="Bulle ronde 27"/>
          <p:cNvSpPr/>
          <p:nvPr/>
        </p:nvSpPr>
        <p:spPr>
          <a:xfrm>
            <a:off x="1418565" y="4934694"/>
            <a:ext cx="1809796" cy="940073"/>
          </a:xfrm>
          <a:prstGeom prst="wedgeEllipseCallout">
            <a:avLst>
              <a:gd name="adj1" fmla="val 96875"/>
              <a:gd name="adj2" fmla="val -45384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fr-FR" sz="1000" dirty="0" smtClean="0">
                <a:solidFill>
                  <a:schemeClr val="tx1"/>
                </a:solidFill>
                <a:latin typeface="+mj-lt"/>
              </a:rPr>
              <a:t>Quelle belle </a:t>
            </a:r>
            <a:r>
              <a:rPr lang="fr-FR" sz="1000" dirty="0" smtClean="0">
                <a:hlinkClick r:id="rId10" tooltip="https://data.geoscience.fr/ncl/Minls/22"/>
              </a:rPr>
              <a:t>https</a:t>
            </a:r>
            <a:r>
              <a:rPr lang="fr-FR" sz="1000" dirty="0">
                <a:hlinkClick r:id="rId10" tooltip="https://data.geoscience.fr/ncl/Minls/22"/>
              </a:rPr>
              <a:t>://data.geoscience.fr/ncl/Minls/22</a:t>
            </a:r>
            <a:r>
              <a:rPr lang="fr-FR" sz="1000" b="1" dirty="0" smtClean="0">
                <a:solidFill>
                  <a:schemeClr val="tx1"/>
                </a:solidFill>
                <a:latin typeface="+mj-lt"/>
              </a:rPr>
              <a:t> !</a:t>
            </a:r>
            <a:endParaRPr lang="fr-FR" sz="1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-11430" y="4739870"/>
            <a:ext cx="30224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>
                <a:solidFill>
                  <a:schemeClr val="accent2">
                    <a:lumMod val="75000"/>
                  </a:schemeClr>
                </a:solidFill>
              </a:rPr>
              <a:t>Share </a:t>
            </a:r>
            <a:r>
              <a:rPr lang="fr-FR" sz="1600" dirty="0" err="1" smtClean="0">
                <a:solidFill>
                  <a:schemeClr val="accent2">
                    <a:lumMod val="75000"/>
                  </a:schemeClr>
                </a:solidFill>
              </a:rPr>
              <a:t>semantics</a:t>
            </a:r>
            <a:endParaRPr lang="fr-FR" sz="16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sz="1600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fr-FR" sz="1600" dirty="0" smtClean="0">
                <a:solidFill>
                  <a:schemeClr val="accent2">
                    <a:lumMod val="75000"/>
                  </a:schemeClr>
                </a:solidFill>
              </a:rPr>
              <a:t>o </a:t>
            </a:r>
            <a:r>
              <a:rPr lang="fr-FR" sz="1600" dirty="0" err="1" smtClean="0">
                <a:solidFill>
                  <a:schemeClr val="accent2">
                    <a:lumMod val="75000"/>
                  </a:schemeClr>
                </a:solidFill>
              </a:rPr>
              <a:t>describe</a:t>
            </a:r>
            <a:r>
              <a:rPr lang="fr-FR" sz="16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  <a:p>
            <a:r>
              <a:rPr lang="fr-FR" sz="1600" dirty="0" smtClean="0">
                <a:solidFill>
                  <a:schemeClr val="accent2">
                    <a:lumMod val="75000"/>
                  </a:schemeClr>
                </a:solidFill>
              </a:rPr>
              <a:t>and exchange </a:t>
            </a:r>
            <a:endParaRPr lang="fr-FR" sz="16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sz="1600" dirty="0" smtClean="0">
                <a:solidFill>
                  <a:schemeClr val="accent2">
                    <a:lumMod val="75000"/>
                  </a:schemeClr>
                </a:solidFill>
              </a:rPr>
              <a:t>data</a:t>
            </a:r>
            <a:endParaRPr lang="fr-FR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38" name="Image 37" descr="Tasks 2nd year | gazteluetasocialstudies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411614" y="3166220"/>
            <a:ext cx="1317574" cy="988180"/>
          </a:xfrm>
          <a:prstGeom prst="rect">
            <a:avLst/>
          </a:prstGeom>
        </p:spPr>
      </p:pic>
      <p:cxnSp>
        <p:nvCxnSpPr>
          <p:cNvPr id="39" name="Connecteur en arc 38"/>
          <p:cNvCxnSpPr>
            <a:endCxn id="38" idx="0"/>
          </p:cNvCxnSpPr>
          <p:nvPr/>
        </p:nvCxnSpPr>
        <p:spPr>
          <a:xfrm>
            <a:off x="4625000" y="1362834"/>
            <a:ext cx="1445401" cy="1803386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Connecteur en arc 39"/>
          <p:cNvCxnSpPr>
            <a:endCxn id="38" idx="3"/>
          </p:cNvCxnSpPr>
          <p:nvPr/>
        </p:nvCxnSpPr>
        <p:spPr>
          <a:xfrm>
            <a:off x="4763458" y="2518283"/>
            <a:ext cx="648156" cy="114202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Connecteur en arc 41"/>
          <p:cNvCxnSpPr>
            <a:endCxn id="38" idx="3"/>
          </p:cNvCxnSpPr>
          <p:nvPr/>
        </p:nvCxnSpPr>
        <p:spPr>
          <a:xfrm flipV="1">
            <a:off x="4678668" y="3660310"/>
            <a:ext cx="732946" cy="16332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Connecteur en arc 43"/>
          <p:cNvCxnSpPr/>
          <p:nvPr/>
        </p:nvCxnSpPr>
        <p:spPr>
          <a:xfrm flipV="1">
            <a:off x="4659836" y="4701831"/>
            <a:ext cx="1481728" cy="442027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Connecteur en arc 44"/>
          <p:cNvCxnSpPr/>
          <p:nvPr/>
        </p:nvCxnSpPr>
        <p:spPr>
          <a:xfrm flipV="1">
            <a:off x="4937099" y="4701831"/>
            <a:ext cx="1204465" cy="1647207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6" name="ZoneTexte 45"/>
          <p:cNvSpPr txBox="1"/>
          <p:nvPr/>
        </p:nvSpPr>
        <p:spPr>
          <a:xfrm>
            <a:off x="5347700" y="4047712"/>
            <a:ext cx="17199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err="1" smtClean="0">
                <a:solidFill>
                  <a:schemeClr val="accent2">
                    <a:lumMod val="75000"/>
                  </a:schemeClr>
                </a:solidFill>
              </a:rPr>
              <a:t>Interoperable</a:t>
            </a:r>
            <a:endParaRPr lang="fr-FR" sz="16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sz="1600" dirty="0" smtClean="0">
                <a:solidFill>
                  <a:schemeClr val="accent2">
                    <a:lumMod val="75000"/>
                  </a:schemeClr>
                </a:solidFill>
              </a:rPr>
              <a:t>data</a:t>
            </a:r>
            <a:endParaRPr lang="fr-FR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7" name="Image 46" descr="Base De Données Stockage - Images vectorielles gratuites ..."/>
          <p:cNvPicPr>
            <a:picLocks noChangeAspect="1"/>
          </p:cNvPicPr>
          <p:nvPr/>
        </p:nvPicPr>
        <p:blipFill>
          <a:blip r:embed="rId1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1996" y="2416804"/>
            <a:ext cx="921302" cy="1112982"/>
          </a:xfrm>
          <a:prstGeom prst="rect">
            <a:avLst/>
          </a:prstGeom>
        </p:spPr>
      </p:pic>
      <p:pic>
        <p:nvPicPr>
          <p:cNvPr id="48" name="Image 47" descr="Base De Données Stockage - Images vectorielles gratuites ..."/>
          <p:cNvPicPr>
            <a:picLocks noChangeAspect="1"/>
          </p:cNvPicPr>
          <p:nvPr/>
        </p:nvPicPr>
        <p:blipFill>
          <a:blip r:embed="rId1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1996" y="3693886"/>
            <a:ext cx="921302" cy="1112982"/>
          </a:xfrm>
          <a:prstGeom prst="rect">
            <a:avLst/>
          </a:prstGeom>
        </p:spPr>
      </p:pic>
      <p:pic>
        <p:nvPicPr>
          <p:cNvPr id="49" name="Image 48" descr="Base De Données Stockage - Images vectorielles gratuites ..."/>
          <p:cNvPicPr>
            <a:picLocks noChangeAspect="1"/>
          </p:cNvPicPr>
          <p:nvPr/>
        </p:nvPicPr>
        <p:blipFill>
          <a:blip r:embed="rId1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087" y="4898314"/>
            <a:ext cx="921302" cy="1112982"/>
          </a:xfrm>
          <a:prstGeom prst="rect">
            <a:avLst/>
          </a:prstGeom>
        </p:spPr>
      </p:pic>
      <p:cxnSp>
        <p:nvCxnSpPr>
          <p:cNvPr id="50" name="Connecteur en arc 49"/>
          <p:cNvCxnSpPr/>
          <p:nvPr/>
        </p:nvCxnSpPr>
        <p:spPr>
          <a:xfrm flipV="1">
            <a:off x="7150652" y="3106342"/>
            <a:ext cx="1986435" cy="908003"/>
          </a:xfrm>
          <a:prstGeom prst="curvedConnector3">
            <a:avLst>
              <a:gd name="adj1" fmla="val 41631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Connecteur en arc 50"/>
          <p:cNvCxnSpPr/>
          <p:nvPr/>
        </p:nvCxnSpPr>
        <p:spPr>
          <a:xfrm>
            <a:off x="7150652" y="4014345"/>
            <a:ext cx="1921344" cy="236032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Connecteur en arc 51"/>
          <p:cNvCxnSpPr/>
          <p:nvPr/>
        </p:nvCxnSpPr>
        <p:spPr>
          <a:xfrm>
            <a:off x="7150652" y="4014345"/>
            <a:ext cx="1986435" cy="1440460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3" name="Double flèche verticale 52"/>
          <p:cNvSpPr/>
          <p:nvPr/>
        </p:nvSpPr>
        <p:spPr>
          <a:xfrm>
            <a:off x="9484520" y="3409287"/>
            <a:ext cx="115005" cy="378085"/>
          </a:xfrm>
          <a:prstGeom prst="up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Double flèche verticale 53"/>
          <p:cNvSpPr/>
          <p:nvPr/>
        </p:nvSpPr>
        <p:spPr>
          <a:xfrm>
            <a:off x="9507690" y="4594792"/>
            <a:ext cx="115005" cy="378085"/>
          </a:xfrm>
          <a:prstGeom prst="up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5" name="Image 54" descr="Kostenlose Illustration: Freude, Jubel, Stimmung, Kinder ..."/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285" r="55383" b="15767"/>
          <a:stretch/>
        </p:blipFill>
        <p:spPr>
          <a:xfrm>
            <a:off x="9071996" y="513118"/>
            <a:ext cx="2199795" cy="1821636"/>
          </a:xfrm>
          <a:prstGeom prst="rect">
            <a:avLst/>
          </a:prstGeom>
        </p:spPr>
      </p:pic>
      <p:sp>
        <p:nvSpPr>
          <p:cNvPr id="32" name="ZoneTexte 31"/>
          <p:cNvSpPr txBox="1"/>
          <p:nvPr/>
        </p:nvSpPr>
        <p:spPr>
          <a:xfrm>
            <a:off x="9993298" y="3901667"/>
            <a:ext cx="3022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>
                <a:solidFill>
                  <a:schemeClr val="accent2">
                    <a:lumMod val="75000"/>
                  </a:schemeClr>
                </a:solidFill>
              </a:rPr>
              <a:t>No more </a:t>
            </a:r>
            <a:r>
              <a:rPr lang="fr-FR" sz="1600" dirty="0" err="1" smtClean="0">
                <a:solidFill>
                  <a:schemeClr val="accent2">
                    <a:lumMod val="75000"/>
                  </a:schemeClr>
                </a:solidFill>
              </a:rPr>
              <a:t>siloed</a:t>
            </a:r>
            <a:r>
              <a:rPr lang="fr-FR" sz="16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  <a:p>
            <a:r>
              <a:rPr lang="fr-FR" sz="1600" dirty="0" smtClean="0">
                <a:solidFill>
                  <a:schemeClr val="accent2">
                    <a:lumMod val="75000"/>
                  </a:schemeClr>
                </a:solidFill>
              </a:rPr>
              <a:t>data</a:t>
            </a:r>
            <a:endParaRPr lang="fr-FR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491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3" grpId="0" animBg="1"/>
      <p:bldP spid="54" grpId="0" animBg="1"/>
      <p:bldP spid="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329;p11">
            <a:extLst>
              <a:ext uri="{FF2B5EF4-FFF2-40B4-BE49-F238E27FC236}">
                <a16:creationId xmlns:a16="http://schemas.microsoft.com/office/drawing/2014/main" id="{3B202FF5-9DE6-4D94-A883-442E0282C91D}"/>
              </a:ext>
            </a:extLst>
          </p:cNvPr>
          <p:cNvSpPr/>
          <p:nvPr/>
        </p:nvSpPr>
        <p:spPr>
          <a:xfrm>
            <a:off x="-11430" y="0"/>
            <a:ext cx="12203430" cy="576470"/>
          </a:xfrm>
          <a:custGeom>
            <a:avLst/>
            <a:gdLst/>
            <a:ahLst/>
            <a:cxnLst/>
            <a:rect l="l" t="t" r="r" b="b"/>
            <a:pathLst>
              <a:path w="21627" h="26857" extrusionOk="0">
                <a:moveTo>
                  <a:pt x="27" y="0"/>
                </a:moveTo>
                <a:lnTo>
                  <a:pt x="21627" y="0"/>
                </a:lnTo>
                <a:lnTo>
                  <a:pt x="21627" y="16027"/>
                </a:lnTo>
                <a:cubicBezTo>
                  <a:pt x="10827" y="16027"/>
                  <a:pt x="10800" y="29967"/>
                  <a:pt x="0" y="26217"/>
                </a:cubicBezTo>
                <a:lnTo>
                  <a:pt x="27" y="0"/>
                </a:lnTo>
                <a:close/>
              </a:path>
            </a:pathLst>
          </a:custGeom>
          <a:solidFill>
            <a:srgbClr val="00529C"/>
          </a:solidFill>
          <a:ln w="12700" cap="flat" cmpd="sng">
            <a:solidFill>
              <a:srgbClr val="147E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601E17-E0E0-49A5-BDE9-B83BA2EC1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 dirty="0"/>
          </a:p>
        </p:txBody>
      </p:sp>
      <p:sp>
        <p:nvSpPr>
          <p:cNvPr id="43" name="Google Shape;181;p2">
            <a:extLst>
              <a:ext uri="{FF2B5EF4-FFF2-40B4-BE49-F238E27FC236}">
                <a16:creationId xmlns:a16="http://schemas.microsoft.com/office/drawing/2014/main" id="{ADC0ADEF-78B6-4EC5-9FAF-EC76A83E1060}"/>
              </a:ext>
            </a:extLst>
          </p:cNvPr>
          <p:cNvSpPr txBox="1"/>
          <p:nvPr/>
        </p:nvSpPr>
        <p:spPr>
          <a:xfrm>
            <a:off x="426720" y="794799"/>
            <a:ext cx="1149096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00529C"/>
                </a:solidFill>
                <a:cs typeface="Arial" panose="020B0604020202020204" pitchFamily="34" charset="0"/>
              </a:rPr>
              <a:t>? Interconnecting systems ? -&gt; everywhere in our daily life</a:t>
            </a:r>
            <a:endParaRPr sz="3200" b="1" dirty="0">
              <a:solidFill>
                <a:srgbClr val="00529C"/>
              </a:solidFill>
              <a:cs typeface="Arial" panose="020B0604020202020204" pitchFamily="34" charset="0"/>
            </a:endParaRPr>
          </a:p>
        </p:txBody>
      </p:sp>
      <p:sp>
        <p:nvSpPr>
          <p:cNvPr id="37" name="Espace réservé du texte 2"/>
          <p:cNvSpPr txBox="1">
            <a:spLocks/>
          </p:cNvSpPr>
          <p:nvPr/>
        </p:nvSpPr>
        <p:spPr>
          <a:xfrm>
            <a:off x="539115" y="1710830"/>
            <a:ext cx="11488420" cy="22891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smtClean="0"/>
              <a:t>Simple </a:t>
            </a:r>
            <a:r>
              <a:rPr lang="fr-FR" dirty="0" err="1" smtClean="0"/>
              <a:t>thing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 </a:t>
            </a:r>
            <a:r>
              <a:rPr lang="fr-FR" dirty="0" err="1" smtClean="0"/>
              <a:t>everyday</a:t>
            </a:r>
            <a:r>
              <a:rPr lang="fr-FR" dirty="0" smtClean="0"/>
              <a:t> </a:t>
            </a:r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r>
              <a:rPr lang="fr-FR" dirty="0" err="1" smtClean="0"/>
              <a:t>Shared</a:t>
            </a:r>
            <a:r>
              <a:rPr lang="fr-FR" dirty="0" smtClean="0"/>
              <a:t> </a:t>
            </a:r>
            <a:r>
              <a:rPr lang="fr-FR" dirty="0" err="1" smtClean="0"/>
              <a:t>driving</a:t>
            </a:r>
            <a:r>
              <a:rPr lang="fr-FR" dirty="0" smtClean="0"/>
              <a:t> </a:t>
            </a:r>
            <a:r>
              <a:rPr lang="fr-FR" dirty="0" err="1" smtClean="0"/>
              <a:t>signs</a:t>
            </a:r>
            <a:r>
              <a:rPr lang="fr-FR" dirty="0" smtClean="0"/>
              <a:t>*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en-US" dirty="0" smtClean="0"/>
              <a:t>	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4" y="2254660"/>
            <a:ext cx="1676646" cy="1201447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2606719" y="2486051"/>
            <a:ext cx="44333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Simple </a:t>
            </a:r>
            <a:r>
              <a:rPr lang="fr-FR" dirty="0" err="1" smtClean="0"/>
              <a:t>because</a:t>
            </a:r>
            <a:r>
              <a:rPr lang="fr-FR" dirty="0" smtClean="0"/>
              <a:t> </a:t>
            </a:r>
            <a:r>
              <a:rPr lang="fr-FR" dirty="0" err="1" smtClean="0"/>
              <a:t>normalized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easily</a:t>
            </a:r>
            <a:r>
              <a:rPr lang="fr-FR" dirty="0" smtClean="0"/>
              <a:t> </a:t>
            </a:r>
          </a:p>
          <a:p>
            <a:r>
              <a:rPr lang="fr-FR" dirty="0" smtClean="0"/>
              <a:t>plug </a:t>
            </a:r>
            <a:r>
              <a:rPr lang="fr-FR" dirty="0" err="1" smtClean="0"/>
              <a:t>our</a:t>
            </a:r>
            <a:r>
              <a:rPr lang="fr-FR" dirty="0" smtClean="0"/>
              <a:t> water boiler at home or at the office</a:t>
            </a:r>
            <a:endParaRPr lang="fr-FR" dirty="0"/>
          </a:p>
        </p:txBody>
      </p:sp>
      <p:pic>
        <p:nvPicPr>
          <p:cNvPr id="10" name="Image 9" descr="Le merdier des prises électriques - Le Hollandais Volant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4341" y="1479315"/>
            <a:ext cx="2650380" cy="2404468"/>
          </a:xfrm>
          <a:prstGeom prst="rect">
            <a:avLst/>
          </a:prstGeom>
        </p:spPr>
      </p:pic>
      <p:sp>
        <p:nvSpPr>
          <p:cNvPr id="11" name="ZoneTexte 10"/>
          <p:cNvSpPr txBox="1"/>
          <p:nvPr/>
        </p:nvSpPr>
        <p:spPr>
          <a:xfrm>
            <a:off x="8554225" y="3999938"/>
            <a:ext cx="2855949" cy="54374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fr-FR" sz="1400" dirty="0" err="1" smtClean="0"/>
              <a:t>Adaptators</a:t>
            </a:r>
            <a:r>
              <a:rPr lang="fr-FR" sz="1400" dirty="0" smtClean="0"/>
              <a:t> </a:t>
            </a:r>
            <a:r>
              <a:rPr lang="fr-FR" sz="1400" dirty="0" err="1" smtClean="0"/>
              <a:t>exist</a:t>
            </a:r>
            <a:r>
              <a:rPr lang="fr-FR" sz="1400" dirty="0" smtClean="0"/>
              <a:t> </a:t>
            </a:r>
            <a:r>
              <a:rPr lang="fr-FR" sz="1400" dirty="0" err="1" smtClean="0"/>
              <a:t>when</a:t>
            </a:r>
            <a:r>
              <a:rPr lang="fr-FR" sz="1400" dirty="0" smtClean="0"/>
              <a:t> </a:t>
            </a:r>
            <a:r>
              <a:rPr lang="fr-FR" sz="1400" dirty="0" err="1" smtClean="0"/>
              <a:t>need</a:t>
            </a:r>
            <a:r>
              <a:rPr lang="fr-FR" sz="1400" dirty="0" smtClean="0"/>
              <a:t> </a:t>
            </a:r>
            <a:r>
              <a:rPr lang="fr-FR" sz="1400" dirty="0" err="1" smtClean="0"/>
              <a:t>be</a:t>
            </a:r>
            <a:endParaRPr lang="fr-FR" sz="1400" dirty="0"/>
          </a:p>
        </p:txBody>
      </p:sp>
      <p:pic>
        <p:nvPicPr>
          <p:cNvPr id="12" name="Image 11" descr="Stoppskylt – Wikipedia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123" y="4775159"/>
            <a:ext cx="1253836" cy="1253836"/>
          </a:xfrm>
          <a:prstGeom prst="rect">
            <a:avLst/>
          </a:prstGeom>
        </p:spPr>
      </p:pic>
      <p:pic>
        <p:nvPicPr>
          <p:cNvPr id="13" name="Image 12" descr="Bruit et silence - Dix mois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4927" y="4775159"/>
            <a:ext cx="564264" cy="1133042"/>
          </a:xfrm>
          <a:prstGeom prst="rect">
            <a:avLst/>
          </a:prstGeom>
        </p:spPr>
      </p:pic>
      <p:pic>
        <p:nvPicPr>
          <p:cNvPr id="14" name="Picture 2" descr="Panneaux d'avertissement | Panneaux de signalisation: Canada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157" y="5353714"/>
            <a:ext cx="1108973" cy="1108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b9d9d963a315d0706eb0f1e62cf9906e.gif (379×380) (avec images ...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4438" y="5353714"/>
            <a:ext cx="1267702" cy="1271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ZoneTexte 15"/>
          <p:cNvSpPr txBox="1"/>
          <p:nvPr/>
        </p:nvSpPr>
        <p:spPr>
          <a:xfrm>
            <a:off x="8147448" y="5908200"/>
            <a:ext cx="4862517" cy="31542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fr-FR" sz="1400" dirty="0" err="1" smtClean="0"/>
              <a:t>With</a:t>
            </a:r>
            <a:r>
              <a:rPr lang="fr-FR" sz="1400" dirty="0" smtClean="0"/>
              <a:t> local </a:t>
            </a:r>
            <a:r>
              <a:rPr lang="fr-FR" sz="1400" dirty="0" err="1" smtClean="0"/>
              <a:t>specificities</a:t>
            </a:r>
            <a:endParaRPr lang="fr-FR" sz="1400" dirty="0"/>
          </a:p>
        </p:txBody>
      </p:sp>
      <p:sp>
        <p:nvSpPr>
          <p:cNvPr id="17" name="ZoneTexte 16"/>
          <p:cNvSpPr txBox="1"/>
          <p:nvPr/>
        </p:nvSpPr>
        <p:spPr>
          <a:xfrm>
            <a:off x="734594" y="6525711"/>
            <a:ext cx="4862517" cy="315421"/>
          </a:xfrm>
          <a:prstGeom prst="rect">
            <a:avLst/>
          </a:prstGeom>
          <a:noFill/>
        </p:spPr>
        <p:txBody>
          <a:bodyPr wrap="square" rtlCol="0">
            <a:normAutofit fontScale="77500" lnSpcReduction="20000"/>
          </a:bodyPr>
          <a:lstStyle/>
          <a:p>
            <a:r>
              <a:rPr lang="fr-FR" sz="1400" dirty="0" smtClean="0"/>
              <a:t>* </a:t>
            </a:r>
            <a:r>
              <a:rPr lang="fr-FR" sz="1400" dirty="0" err="1" smtClean="0"/>
              <a:t>let’s</a:t>
            </a:r>
            <a:r>
              <a:rPr lang="fr-FR" sz="1400" dirty="0" smtClean="0"/>
              <a:t> not </a:t>
            </a:r>
            <a:r>
              <a:rPr lang="fr-FR" sz="1400" dirty="0" err="1" smtClean="0"/>
              <a:t>discuss</a:t>
            </a:r>
            <a:r>
              <a:rPr lang="fr-FR" sz="1400" dirty="0" smtClean="0"/>
              <a:t> </a:t>
            </a:r>
            <a:r>
              <a:rPr lang="fr-FR" sz="1400" dirty="0" err="1" smtClean="0"/>
              <a:t>who</a:t>
            </a:r>
            <a:r>
              <a:rPr lang="fr-FR" sz="1400" dirty="0" smtClean="0"/>
              <a:t> </a:t>
            </a:r>
            <a:r>
              <a:rPr lang="fr-FR" sz="1400" dirty="0" err="1" smtClean="0"/>
              <a:t>is</a:t>
            </a:r>
            <a:r>
              <a:rPr lang="fr-FR" sz="1400" dirty="0" smtClean="0"/>
              <a:t> </a:t>
            </a:r>
            <a:r>
              <a:rPr lang="fr-FR" sz="1400" dirty="0" err="1" smtClean="0"/>
              <a:t>driving</a:t>
            </a:r>
            <a:r>
              <a:rPr lang="fr-FR" sz="1400" dirty="0" smtClean="0"/>
              <a:t> on the good(right</a:t>
            </a:r>
            <a:r>
              <a:rPr lang="fr-FR" sz="1400" dirty="0" smtClean="0"/>
              <a:t>) </a:t>
            </a:r>
            <a:r>
              <a:rPr lang="fr-FR" sz="1400" dirty="0" err="1" smtClean="0"/>
              <a:t>side</a:t>
            </a:r>
            <a:r>
              <a:rPr lang="fr-FR" sz="1400" dirty="0" smtClean="0"/>
              <a:t> of the road </a:t>
            </a:r>
            <a:r>
              <a:rPr lang="fr-FR" sz="1400" dirty="0" err="1" smtClean="0"/>
              <a:t>please</a:t>
            </a:r>
            <a:r>
              <a:rPr lang="fr-FR" sz="1400" dirty="0" smtClean="0"/>
              <a:t> </a:t>
            </a:r>
            <a:r>
              <a:rPr lang="fr-FR" sz="1400" dirty="0" smtClean="0">
                <a:sym typeface="Wingdings" panose="05000000000000000000" pitchFamily="2" charset="2"/>
              </a:rPr>
              <a:t>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762334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329;p11">
            <a:extLst>
              <a:ext uri="{FF2B5EF4-FFF2-40B4-BE49-F238E27FC236}">
                <a16:creationId xmlns:a16="http://schemas.microsoft.com/office/drawing/2014/main" id="{3B202FF5-9DE6-4D94-A883-442E0282C91D}"/>
              </a:ext>
            </a:extLst>
          </p:cNvPr>
          <p:cNvSpPr/>
          <p:nvPr/>
        </p:nvSpPr>
        <p:spPr>
          <a:xfrm>
            <a:off x="-11430" y="0"/>
            <a:ext cx="12203430" cy="576470"/>
          </a:xfrm>
          <a:custGeom>
            <a:avLst/>
            <a:gdLst/>
            <a:ahLst/>
            <a:cxnLst/>
            <a:rect l="l" t="t" r="r" b="b"/>
            <a:pathLst>
              <a:path w="21627" h="26857" extrusionOk="0">
                <a:moveTo>
                  <a:pt x="27" y="0"/>
                </a:moveTo>
                <a:lnTo>
                  <a:pt x="21627" y="0"/>
                </a:lnTo>
                <a:lnTo>
                  <a:pt x="21627" y="16027"/>
                </a:lnTo>
                <a:cubicBezTo>
                  <a:pt x="10827" y="16027"/>
                  <a:pt x="10800" y="29967"/>
                  <a:pt x="0" y="26217"/>
                </a:cubicBezTo>
                <a:lnTo>
                  <a:pt x="27" y="0"/>
                </a:lnTo>
                <a:close/>
              </a:path>
            </a:pathLst>
          </a:custGeom>
          <a:solidFill>
            <a:srgbClr val="00529C"/>
          </a:solidFill>
          <a:ln w="12700" cap="flat" cmpd="sng">
            <a:solidFill>
              <a:srgbClr val="147E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601E17-E0E0-49A5-BDE9-B83BA2EC1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 dirty="0"/>
          </a:p>
        </p:txBody>
      </p:sp>
      <p:sp>
        <p:nvSpPr>
          <p:cNvPr id="43" name="Google Shape;181;p2">
            <a:extLst>
              <a:ext uri="{FF2B5EF4-FFF2-40B4-BE49-F238E27FC236}">
                <a16:creationId xmlns:a16="http://schemas.microsoft.com/office/drawing/2014/main" id="{ADC0ADEF-78B6-4EC5-9FAF-EC76A83E1060}"/>
              </a:ext>
            </a:extLst>
          </p:cNvPr>
          <p:cNvSpPr txBox="1"/>
          <p:nvPr/>
        </p:nvSpPr>
        <p:spPr>
          <a:xfrm>
            <a:off x="426720" y="794799"/>
            <a:ext cx="1149096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00529C"/>
                </a:solidFill>
                <a:cs typeface="Arial" panose="020B0604020202020204" pitchFamily="34" charset="0"/>
              </a:rPr>
              <a:t>? Interconnecting systems ? -&gt; benefits</a:t>
            </a:r>
            <a:endParaRPr sz="3200" b="1" dirty="0">
              <a:solidFill>
                <a:srgbClr val="00529C"/>
              </a:solidFill>
              <a:cs typeface="Arial" panose="020B0604020202020204" pitchFamily="34" charset="0"/>
            </a:endParaRPr>
          </a:p>
        </p:txBody>
      </p:sp>
      <p:sp>
        <p:nvSpPr>
          <p:cNvPr id="37" name="Espace réservé du texte 2"/>
          <p:cNvSpPr txBox="1">
            <a:spLocks/>
          </p:cNvSpPr>
          <p:nvPr/>
        </p:nvSpPr>
        <p:spPr>
          <a:xfrm>
            <a:off x="539115" y="1710830"/>
            <a:ext cx="11488420" cy="22891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2 </a:t>
            </a:r>
            <a:r>
              <a:rPr lang="en-US" dirty="0"/>
              <a:t>folds aspects: </a:t>
            </a:r>
            <a:endParaRPr lang="en-US" dirty="0" smtClean="0"/>
          </a:p>
          <a:p>
            <a:pPr lvl="1"/>
            <a:r>
              <a:rPr lang="en-US" dirty="0" smtClean="0"/>
              <a:t>Either </a:t>
            </a:r>
            <a:r>
              <a:rPr lang="en-US" dirty="0"/>
              <a:t>we have legal constraints </a:t>
            </a:r>
            <a:r>
              <a:rPr lang="en-US" dirty="0" smtClean="0"/>
              <a:t>(ex : EU environmental </a:t>
            </a:r>
            <a:r>
              <a:rPr lang="en-US" dirty="0" err="1" smtClean="0"/>
              <a:t>reportings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But when </a:t>
            </a:r>
            <a:r>
              <a:rPr lang="en-US" dirty="0"/>
              <a:t>no constraints exist, how to set up a WQ Data Sharing culture</a:t>
            </a:r>
            <a:r>
              <a:rPr lang="en-US" dirty="0" smtClean="0"/>
              <a:t>?</a:t>
            </a:r>
          </a:p>
          <a:p>
            <a:pPr lvl="1"/>
            <a:endParaRPr lang="en-US" dirty="0"/>
          </a:p>
          <a:p>
            <a:r>
              <a:rPr lang="en-US" dirty="0" smtClean="0"/>
              <a:t>Creating </a:t>
            </a:r>
            <a:r>
              <a:rPr lang="en-US" dirty="0"/>
              <a:t>the necessary organizational context to opening / sharing data is already quite an endeavor. </a:t>
            </a:r>
          </a:p>
          <a:p>
            <a:pPr lvl="1"/>
            <a:r>
              <a:rPr lang="en-US" dirty="0" smtClean="0"/>
              <a:t>So</a:t>
            </a:r>
            <a:r>
              <a:rPr lang="en-US" dirty="0"/>
              <a:t>, when this point is reached, the technical aspects </a:t>
            </a:r>
            <a:r>
              <a:rPr lang="en-US" dirty="0" smtClean="0"/>
              <a:t>should be </a:t>
            </a:r>
            <a:r>
              <a:rPr lang="en-US" dirty="0"/>
              <a:t>straightforward. </a:t>
            </a:r>
          </a:p>
        </p:txBody>
      </p:sp>
    </p:spTree>
    <p:extLst>
      <p:ext uri="{BB962C8B-B14F-4D97-AF65-F5344CB8AC3E}">
        <p14:creationId xmlns:p14="http://schemas.microsoft.com/office/powerpoint/2010/main" val="1166576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329;p11">
            <a:extLst>
              <a:ext uri="{FF2B5EF4-FFF2-40B4-BE49-F238E27FC236}">
                <a16:creationId xmlns:a16="http://schemas.microsoft.com/office/drawing/2014/main" id="{3B202FF5-9DE6-4D94-A883-442E0282C91D}"/>
              </a:ext>
            </a:extLst>
          </p:cNvPr>
          <p:cNvSpPr/>
          <p:nvPr/>
        </p:nvSpPr>
        <p:spPr>
          <a:xfrm>
            <a:off x="-11430" y="0"/>
            <a:ext cx="12203430" cy="576470"/>
          </a:xfrm>
          <a:custGeom>
            <a:avLst/>
            <a:gdLst/>
            <a:ahLst/>
            <a:cxnLst/>
            <a:rect l="l" t="t" r="r" b="b"/>
            <a:pathLst>
              <a:path w="21627" h="26857" extrusionOk="0">
                <a:moveTo>
                  <a:pt x="27" y="0"/>
                </a:moveTo>
                <a:lnTo>
                  <a:pt x="21627" y="0"/>
                </a:lnTo>
                <a:lnTo>
                  <a:pt x="21627" y="16027"/>
                </a:lnTo>
                <a:cubicBezTo>
                  <a:pt x="10827" y="16027"/>
                  <a:pt x="10800" y="29967"/>
                  <a:pt x="0" y="26217"/>
                </a:cubicBezTo>
                <a:lnTo>
                  <a:pt x="27" y="0"/>
                </a:lnTo>
                <a:close/>
              </a:path>
            </a:pathLst>
          </a:custGeom>
          <a:solidFill>
            <a:srgbClr val="00529C"/>
          </a:solidFill>
          <a:ln w="12700" cap="flat" cmpd="sng">
            <a:solidFill>
              <a:srgbClr val="147E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601E17-E0E0-49A5-BDE9-B83BA2EC1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 dirty="0"/>
          </a:p>
        </p:txBody>
      </p:sp>
      <p:sp>
        <p:nvSpPr>
          <p:cNvPr id="43" name="Google Shape;181;p2">
            <a:extLst>
              <a:ext uri="{FF2B5EF4-FFF2-40B4-BE49-F238E27FC236}">
                <a16:creationId xmlns:a16="http://schemas.microsoft.com/office/drawing/2014/main" id="{ADC0ADEF-78B6-4EC5-9FAF-EC76A83E1060}"/>
              </a:ext>
            </a:extLst>
          </p:cNvPr>
          <p:cNvSpPr txBox="1"/>
          <p:nvPr/>
        </p:nvSpPr>
        <p:spPr>
          <a:xfrm>
            <a:off x="426720" y="794799"/>
            <a:ext cx="1149096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00529C"/>
                </a:solidFill>
                <a:cs typeface="Arial" panose="020B0604020202020204" pitchFamily="34" charset="0"/>
              </a:rPr>
              <a:t>? Interconnecting systems ? -&gt; an urgent need</a:t>
            </a:r>
            <a:endParaRPr sz="3200" b="1" dirty="0">
              <a:solidFill>
                <a:srgbClr val="00529C"/>
              </a:solidFill>
              <a:cs typeface="Arial" panose="020B0604020202020204" pitchFamily="34" charset="0"/>
            </a:endParaRPr>
          </a:p>
        </p:txBody>
      </p:sp>
      <p:sp>
        <p:nvSpPr>
          <p:cNvPr id="37" name="Espace réservé du texte 2"/>
          <p:cNvSpPr txBox="1">
            <a:spLocks/>
          </p:cNvSpPr>
          <p:nvPr/>
        </p:nvSpPr>
        <p:spPr>
          <a:xfrm>
            <a:off x="539115" y="1710830"/>
            <a:ext cx="11488420" cy="22891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 smtClean="0"/>
              <a:t>Context</a:t>
            </a:r>
            <a:r>
              <a:rPr lang="fr-FR" dirty="0" smtClean="0"/>
              <a:t> </a:t>
            </a:r>
          </a:p>
          <a:p>
            <a:pPr lvl="1"/>
            <a:r>
              <a:rPr lang="fr-FR" dirty="0" err="1" smtClean="0"/>
              <a:t>Climate</a:t>
            </a:r>
            <a:r>
              <a:rPr lang="fr-FR" dirty="0" smtClean="0"/>
              <a:t> change</a:t>
            </a:r>
          </a:p>
          <a:p>
            <a:pPr lvl="1"/>
            <a:r>
              <a:rPr lang="fr-FR" dirty="0" err="1" smtClean="0"/>
              <a:t>Health</a:t>
            </a:r>
            <a:r>
              <a:rPr lang="fr-FR" dirty="0" smtClean="0"/>
              <a:t> </a:t>
            </a:r>
            <a:r>
              <a:rPr lang="fr-FR" dirty="0" err="1" smtClean="0"/>
              <a:t>crisis</a:t>
            </a:r>
            <a:endParaRPr lang="fr-FR" dirty="0" smtClean="0"/>
          </a:p>
          <a:p>
            <a:pPr lvl="1"/>
            <a:r>
              <a:rPr lang="fr-FR" dirty="0" err="1" smtClean="0"/>
              <a:t>Reduced</a:t>
            </a:r>
            <a:r>
              <a:rPr lang="fr-FR" dirty="0" smtClean="0"/>
              <a:t> </a:t>
            </a:r>
            <a:r>
              <a:rPr lang="fr-FR" dirty="0" err="1" smtClean="0"/>
              <a:t>funding</a:t>
            </a:r>
            <a:r>
              <a:rPr lang="fr-FR" dirty="0" smtClean="0"/>
              <a:t> </a:t>
            </a:r>
          </a:p>
          <a:p>
            <a:r>
              <a:rPr lang="fr-FR" dirty="0" err="1" smtClean="0"/>
              <a:t>Organizations</a:t>
            </a:r>
            <a:r>
              <a:rPr lang="fr-FR" dirty="0" smtClean="0"/>
              <a:t> </a:t>
            </a:r>
            <a:r>
              <a:rPr lang="fr-FR" dirty="0" err="1" smtClean="0"/>
              <a:t>cannot</a:t>
            </a:r>
            <a:r>
              <a:rPr lang="fr-FR" dirty="0" smtClean="0"/>
              <a:t> </a:t>
            </a:r>
            <a:r>
              <a:rPr lang="fr-FR" dirty="0" err="1" smtClean="0"/>
              <a:t>afford</a:t>
            </a:r>
            <a:r>
              <a:rPr lang="fr-FR" dirty="0" smtClean="0"/>
              <a:t> to </a:t>
            </a:r>
            <a:r>
              <a:rPr lang="fr-FR" dirty="0" err="1" smtClean="0"/>
              <a:t>reinvent</a:t>
            </a:r>
            <a:r>
              <a:rPr lang="fr-FR" dirty="0" smtClean="0"/>
              <a:t> </a:t>
            </a:r>
            <a:r>
              <a:rPr lang="fr-FR" dirty="0" err="1" smtClean="0"/>
              <a:t>their</a:t>
            </a:r>
            <a:r>
              <a:rPr lang="fr-FR" dirty="0" smtClean="0"/>
              <a:t> </a:t>
            </a:r>
            <a:r>
              <a:rPr lang="fr-FR" dirty="0" err="1" smtClean="0"/>
              <a:t>own</a:t>
            </a:r>
            <a:r>
              <a:rPr lang="fr-FR" dirty="0" smtClean="0"/>
              <a:t> </a:t>
            </a:r>
            <a:r>
              <a:rPr lang="fr-FR" dirty="0" err="1" smtClean="0"/>
              <a:t>wheel</a:t>
            </a:r>
            <a:r>
              <a:rPr lang="fr-FR" dirty="0" smtClean="0"/>
              <a:t> </a:t>
            </a:r>
            <a:r>
              <a:rPr lang="fr-FR" dirty="0" err="1" smtClean="0"/>
              <a:t>locally</a:t>
            </a:r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Even more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have 90% of the solutions at hand</a:t>
            </a:r>
          </a:p>
          <a:p>
            <a:pPr lvl="1"/>
            <a:r>
              <a:rPr lang="fr-FR" dirty="0" err="1" smtClean="0"/>
              <a:t>Experience</a:t>
            </a:r>
            <a:r>
              <a:rPr lang="fr-FR" dirty="0" smtClean="0"/>
              <a:t> show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it’s</a:t>
            </a:r>
            <a:r>
              <a:rPr lang="fr-FR" dirty="0" smtClean="0"/>
              <a:t> not a </a:t>
            </a:r>
            <a:r>
              <a:rPr lang="fr-FR" dirty="0" err="1" smtClean="0"/>
              <a:t>matter</a:t>
            </a:r>
            <a:r>
              <a:rPr lang="fr-FR" dirty="0" smtClean="0"/>
              <a:t> of IT issues (</a:t>
            </a:r>
            <a:r>
              <a:rPr lang="fr-FR" dirty="0" err="1" smtClean="0"/>
              <a:t>those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always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fixed</a:t>
            </a:r>
            <a:r>
              <a:rPr lang="fr-FR" dirty="0" smtClean="0"/>
              <a:t>)</a:t>
            </a:r>
          </a:p>
          <a:p>
            <a:pPr lvl="1"/>
            <a:r>
              <a:rPr lang="fr-FR" dirty="0" err="1" smtClean="0"/>
              <a:t>It’s</a:t>
            </a:r>
            <a:r>
              <a:rPr lang="fr-FR" dirty="0" smtClean="0"/>
              <a:t> a </a:t>
            </a:r>
            <a:r>
              <a:rPr lang="fr-FR" dirty="0" err="1" smtClean="0"/>
              <a:t>matter</a:t>
            </a:r>
            <a:r>
              <a:rPr lang="fr-FR" dirty="0" smtClean="0"/>
              <a:t> of </a:t>
            </a:r>
            <a:r>
              <a:rPr lang="fr-FR" dirty="0" err="1" smtClean="0"/>
              <a:t>organizing</a:t>
            </a:r>
            <a:r>
              <a:rPr lang="fr-FR" dirty="0" smtClean="0"/>
              <a:t> </a:t>
            </a:r>
            <a:r>
              <a:rPr lang="fr-FR" dirty="0" err="1" smtClean="0"/>
              <a:t>communities</a:t>
            </a:r>
            <a:r>
              <a:rPr lang="fr-FR" dirty="0" smtClean="0"/>
              <a:t> &amp; </a:t>
            </a:r>
            <a:r>
              <a:rPr lang="fr-FR" dirty="0" err="1" smtClean="0"/>
              <a:t>chaging</a:t>
            </a:r>
            <a:r>
              <a:rPr lang="fr-FR" dirty="0" smtClean="0"/>
              <a:t> </a:t>
            </a:r>
            <a:r>
              <a:rPr lang="fr-FR" dirty="0" err="1" smtClean="0"/>
              <a:t>behaviours</a:t>
            </a:r>
            <a:endParaRPr lang="fr-FR" dirty="0" smtClean="0"/>
          </a:p>
          <a:p>
            <a:pPr marL="0" indent="0">
              <a:buNone/>
            </a:pPr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pPr marL="0" indent="0">
              <a:buNone/>
            </a:pPr>
            <a:r>
              <a:rPr lang="en-US" dirty="0" smtClean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198393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picture containing water, outdoor, group, flock&#10;&#10;Description automatically generated">
            <a:extLst>
              <a:ext uri="{FF2B5EF4-FFF2-40B4-BE49-F238E27FC236}">
                <a16:creationId xmlns:a16="http://schemas.microsoft.com/office/drawing/2014/main" id="{DCC0482E-C173-4D94-8F25-D12871A4478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7" b="21373"/>
          <a:stretch/>
        </p:blipFill>
        <p:spPr>
          <a:xfrm>
            <a:off x="0" y="-41079"/>
            <a:ext cx="12192000" cy="5582986"/>
          </a:xfrm>
          <a:prstGeom prst="rect">
            <a:avLst/>
          </a:prstGeom>
        </p:spPr>
      </p:pic>
      <p:sp>
        <p:nvSpPr>
          <p:cNvPr id="29" name="Google Shape;165;p1">
            <a:extLst>
              <a:ext uri="{FF2B5EF4-FFF2-40B4-BE49-F238E27FC236}">
                <a16:creationId xmlns:a16="http://schemas.microsoft.com/office/drawing/2014/main" id="{20E9B654-2108-4B07-8B68-512939A3B1A6}"/>
              </a:ext>
            </a:extLst>
          </p:cNvPr>
          <p:cNvSpPr txBox="1"/>
          <p:nvPr/>
        </p:nvSpPr>
        <p:spPr>
          <a:xfrm>
            <a:off x="0" y="2948406"/>
            <a:ext cx="12213390" cy="1223805"/>
          </a:xfrm>
          <a:prstGeom prst="rect">
            <a:avLst/>
          </a:prstGeom>
          <a:solidFill>
            <a:srgbClr val="FAFDFC">
              <a:alpha val="81176"/>
            </a:srgbClr>
          </a:solidFill>
          <a:ln>
            <a:noFill/>
          </a:ln>
          <a:effectLst>
            <a:reflection stA="0" endPos="65000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6000" b="1" dirty="0">
                <a:solidFill>
                  <a:srgbClr val="00529C"/>
                </a:solidFill>
              </a:rPr>
              <a:t>Thank you!</a:t>
            </a:r>
          </a:p>
        </p:txBody>
      </p:sp>
      <p:sp>
        <p:nvSpPr>
          <p:cNvPr id="14" name="Google Shape;165;p1">
            <a:extLst>
              <a:ext uri="{FF2B5EF4-FFF2-40B4-BE49-F238E27FC236}">
                <a16:creationId xmlns:a16="http://schemas.microsoft.com/office/drawing/2014/main" id="{4CED877F-EE1B-4D9D-B63E-E6960CBCF363}"/>
              </a:ext>
            </a:extLst>
          </p:cNvPr>
          <p:cNvSpPr txBox="1"/>
          <p:nvPr/>
        </p:nvSpPr>
        <p:spPr>
          <a:xfrm>
            <a:off x="0" y="-41079"/>
            <a:ext cx="12213390" cy="732842"/>
          </a:xfrm>
          <a:prstGeom prst="rect">
            <a:avLst/>
          </a:prstGeom>
          <a:solidFill>
            <a:srgbClr val="00529C">
              <a:alpha val="83137"/>
            </a:srgbClr>
          </a:solidFill>
          <a:ln>
            <a:noFill/>
          </a:ln>
          <a:effectLst>
            <a:reflection stA="0" endPos="65000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40000"/>
              </a:lnSpc>
              <a:buClr>
                <a:srgbClr val="18529E"/>
              </a:buClr>
              <a:buSzPts val="3200"/>
            </a:pPr>
            <a:r>
              <a:rPr lang="en-CH" sz="2400" dirty="0">
                <a:solidFill>
                  <a:schemeClr val="bg1"/>
                </a:solidFill>
                <a:latin typeface="+mn-lt"/>
              </a:rPr>
              <a:t>Workshop Series on Water Quality Monitoring – Opening Workshop</a:t>
            </a:r>
            <a:endParaRPr lang="en-US" sz="2400" dirty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B156772-DA93-4477-B5B0-15B57A3666E2}"/>
              </a:ext>
            </a:extLst>
          </p:cNvPr>
          <p:cNvGrpSpPr/>
          <p:nvPr/>
        </p:nvGrpSpPr>
        <p:grpSpPr>
          <a:xfrm>
            <a:off x="0" y="5084701"/>
            <a:ext cx="4559640" cy="457206"/>
            <a:chOff x="-4050" y="5361346"/>
            <a:chExt cx="4559640" cy="457206"/>
          </a:xfrm>
        </p:grpSpPr>
        <p:pic>
          <p:nvPicPr>
            <p:cNvPr id="24" name="Picture 23" descr="Chart, treemap chart&#10;&#10;Description automatically generated">
              <a:extLst>
                <a:ext uri="{FF2B5EF4-FFF2-40B4-BE49-F238E27FC236}">
                  <a16:creationId xmlns:a16="http://schemas.microsoft.com/office/drawing/2014/main" id="{71D7A07D-A1E9-43AB-B777-78736FB26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4050" y="5585119"/>
              <a:ext cx="3797641" cy="233433"/>
            </a:xfrm>
            <a:prstGeom prst="rect">
              <a:avLst/>
            </a:prstGeom>
          </p:spPr>
        </p:pic>
        <p:sp>
          <p:nvSpPr>
            <p:cNvPr id="25" name="TextBox 4">
              <a:extLst>
                <a:ext uri="{FF2B5EF4-FFF2-40B4-BE49-F238E27FC236}">
                  <a16:creationId xmlns:a16="http://schemas.microsoft.com/office/drawing/2014/main" id="{5F85057D-4C75-4C8F-972E-6B0FF05DAA5C}"/>
                </a:ext>
              </a:extLst>
            </p:cNvPr>
            <p:cNvSpPr txBox="1"/>
            <p:nvPr/>
          </p:nvSpPr>
          <p:spPr>
            <a:xfrm>
              <a:off x="1812390" y="5361346"/>
              <a:ext cx="2743200" cy="230832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b="1" dirty="0">
                  <a:solidFill>
                    <a:srgbClr val="FFFFFF"/>
                  </a:solidFill>
                  <a:latin typeface="Calibri"/>
                  <a:cs typeface="Calibri"/>
                </a:rPr>
                <a:t> </a:t>
              </a:r>
              <a:r>
                <a:rPr lang="en-US" sz="900" dirty="0">
                  <a:solidFill>
                    <a:srgbClr val="FFFFFF"/>
                  </a:solidFill>
                  <a:latin typeface="Calibri"/>
                  <a:cs typeface="Calibri"/>
                </a:rPr>
                <a:t>WEATHER       CLIMATE       WATER</a:t>
              </a:r>
              <a:endParaRPr lang="en-US" sz="900" dirty="0">
                <a:latin typeface="Calibri"/>
                <a:cs typeface="Calibri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5402712-DA54-4D76-ACBF-614B38BBBCF7}"/>
              </a:ext>
            </a:extLst>
          </p:cNvPr>
          <p:cNvGrpSpPr/>
          <p:nvPr/>
        </p:nvGrpSpPr>
        <p:grpSpPr>
          <a:xfrm>
            <a:off x="587643" y="5661638"/>
            <a:ext cx="11054815" cy="1035582"/>
            <a:chOff x="-321937" y="5919990"/>
            <a:chExt cx="9974568" cy="868456"/>
          </a:xfrm>
        </p:grpSpPr>
        <p:pic>
          <p:nvPicPr>
            <p:cNvPr id="27" name="Picture 26" descr="Text&#10;&#10;Description automatically generated">
              <a:extLst>
                <a:ext uri="{FF2B5EF4-FFF2-40B4-BE49-F238E27FC236}">
                  <a16:creationId xmlns:a16="http://schemas.microsoft.com/office/drawing/2014/main" id="{5F4DB950-67CC-4C08-A0A5-C16BFD01D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321937" y="6038564"/>
              <a:ext cx="1756083" cy="576462"/>
            </a:xfrm>
            <a:prstGeom prst="rect">
              <a:avLst/>
            </a:prstGeom>
          </p:spPr>
        </p:pic>
        <p:pic>
          <p:nvPicPr>
            <p:cNvPr id="28" name="Picture 27" descr="Logo&#10;&#10;Description automatically generated">
              <a:extLst>
                <a:ext uri="{FF2B5EF4-FFF2-40B4-BE49-F238E27FC236}">
                  <a16:creationId xmlns:a16="http://schemas.microsoft.com/office/drawing/2014/main" id="{727C9521-46C2-4079-AE1B-EFDF463E9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817091" y="6015788"/>
              <a:ext cx="1432307" cy="685916"/>
            </a:xfrm>
            <a:prstGeom prst="rect">
              <a:avLst/>
            </a:prstGeom>
          </p:spPr>
        </p:pic>
        <p:pic>
          <p:nvPicPr>
            <p:cNvPr id="30" name="Picture 29" descr="Text&#10;&#10;Description automatically generated">
              <a:extLst>
                <a:ext uri="{FF2B5EF4-FFF2-40B4-BE49-F238E27FC236}">
                  <a16:creationId xmlns:a16="http://schemas.microsoft.com/office/drawing/2014/main" id="{B5CA8860-03F9-4BAD-B95C-1FA19D4B7B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30647" y="5919990"/>
              <a:ext cx="1025063" cy="868456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59229604-6AFE-4A20-A497-1B4DC773C53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65370" y="5929047"/>
              <a:ext cx="1687261" cy="859399"/>
            </a:xfrm>
            <a:prstGeom prst="rect">
              <a:avLst/>
            </a:prstGeom>
          </p:spPr>
        </p:pic>
        <p:pic>
          <p:nvPicPr>
            <p:cNvPr id="32" name="Picture 31" descr="Logo&#10;&#10;Description automatically generated">
              <a:extLst>
                <a:ext uri="{FF2B5EF4-FFF2-40B4-BE49-F238E27FC236}">
                  <a16:creationId xmlns:a16="http://schemas.microsoft.com/office/drawing/2014/main" id="{085CC85B-B8B5-4498-85EB-1BC4757C3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65716" y="5949586"/>
              <a:ext cx="771362" cy="794503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CE13B985-D152-47C8-9C1C-C7DF00953C6A}"/>
                </a:ext>
              </a:extLst>
            </p:cNvPr>
            <p:cNvPicPr/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2343" y="6019855"/>
              <a:ext cx="1432309" cy="685916"/>
            </a:xfrm>
            <a:prstGeom prst="rect">
              <a:avLst/>
            </a:prstGeom>
            <a:noFill/>
          </p:spPr>
        </p:pic>
      </p:grpSp>
      <p:pic>
        <p:nvPicPr>
          <p:cNvPr id="15" name="Picture 14" descr="Text&#10;&#10;Description automatically generated">
            <a:extLst>
              <a:ext uri="{FF2B5EF4-FFF2-40B4-BE49-F238E27FC236}">
                <a16:creationId xmlns:a16="http://schemas.microsoft.com/office/drawing/2014/main" id="{2DABC479-CE41-4542-A9D4-B7CA68E6052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250" y="802113"/>
            <a:ext cx="2091109" cy="67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258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02C8CC97D889459A2AEE769AEE9F66" ma:contentTypeVersion="14" ma:contentTypeDescription="Create a new document." ma:contentTypeScope="" ma:versionID="c5f83413b5b5ac3e9eb70b21de18753e">
  <xsd:schema xmlns:xsd="http://www.w3.org/2001/XMLSchema" xmlns:xs="http://www.w3.org/2001/XMLSchema" xmlns:p="http://schemas.microsoft.com/office/2006/metadata/properties" xmlns:ns3="c78a0dc1-b179-4679-97f6-6eb0abd10448" xmlns:ns4="32cfd5c5-897a-40bb-9b02-60597f36d7f6" targetNamespace="http://schemas.microsoft.com/office/2006/metadata/properties" ma:root="true" ma:fieldsID="676b2b69b63966241ae1930d0e386cff" ns3:_="" ns4:_="">
    <xsd:import namespace="c78a0dc1-b179-4679-97f6-6eb0abd10448"/>
    <xsd:import namespace="32cfd5c5-897a-40bb-9b02-60597f36d7f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8a0dc1-b179-4679-97f6-6eb0abd104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cfd5c5-897a-40bb-9b02-60597f36d7f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908DFCE-B5CB-42E1-A924-F89BFDBCDF29}">
  <ds:schemaRefs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c78a0dc1-b179-4679-97f6-6eb0abd10448"/>
    <ds:schemaRef ds:uri="http://schemas.microsoft.com/office/2006/metadata/properties"/>
    <ds:schemaRef ds:uri="32cfd5c5-897a-40bb-9b02-60597f36d7f6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D9B9C95-2E5E-4C9B-8D2F-97CB210AD3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8a0dc1-b179-4679-97f6-6eb0abd10448"/>
    <ds:schemaRef ds:uri="32cfd5c5-897a-40bb-9b02-60597f36d7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806A50D-B2EC-40EC-9A4A-913187912CA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866</TotalTime>
  <Words>968</Words>
  <Application>Microsoft Office PowerPoint</Application>
  <PresentationFormat>Grand écran</PresentationFormat>
  <Paragraphs>165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Helvetica Neue</vt:lpstr>
      <vt:lpstr>Wingdings</vt:lpstr>
      <vt:lpstr>office theme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Igor Chernov</dc:creator>
  <cp:lastModifiedBy>Grellet Sylvain</cp:lastModifiedBy>
  <cp:revision>140</cp:revision>
  <dcterms:created xsi:type="dcterms:W3CDTF">2020-04-08T10:55:26Z</dcterms:created>
  <dcterms:modified xsi:type="dcterms:W3CDTF">2022-03-31T10:35:44Z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0x010100DC02C8CC97D889459A2AEE769AEE9F66</vt:lpwstr>
  </property>
</Properties>
</file>