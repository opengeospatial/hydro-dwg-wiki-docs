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4631"/>
  </p:normalViewPr>
  <p:slideViewPr>
    <p:cSldViewPr>
      <p:cViewPr varScale="1">
        <p:scale>
          <a:sx n="101" d="100"/>
          <a:sy n="101" d="100"/>
        </p:scale>
        <p:origin x="1408" y="20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52992AF-B417-3F49-A1FC-7962D29840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77047" y="1011238"/>
            <a:ext cx="589905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Arial" charset="0"/>
              </a:rPr>
              <a:t>Sponsors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D59B6A-72FB-6342-B093-B73140FACE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799" y="1267097"/>
            <a:ext cx="2362200" cy="8436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D0ED12-253C-4D4A-8B5C-F25F322689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2220" y="2182382"/>
            <a:ext cx="1357357" cy="1018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8B5EB-A3D5-324E-9E72-3197DB0993E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81600" y="1267097"/>
            <a:ext cx="28956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B1B06-ECAE-E949-8EDE-C05C29315D8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146040" y="2387339"/>
            <a:ext cx="2895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Hydro Domain Working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>
                <a:ea typeface="MS PGothic" charset="-128"/>
              </a:rPr>
              <a:t>111th OGC Technical Committee</a:t>
            </a:r>
          </a:p>
          <a:p>
            <a:r>
              <a:rPr lang="en-US" altLang="en-US" dirty="0">
                <a:ea typeface="MS PGothic" charset="-128"/>
              </a:rPr>
              <a:t>Leuven, Belgium</a:t>
            </a:r>
          </a:p>
          <a:p>
            <a:r>
              <a:rPr lang="en-US" altLang="en-US" dirty="0">
                <a:ea typeface="MS PGothic" charset="-128"/>
              </a:rPr>
              <a:t>Dave Blodgett</a:t>
            </a:r>
          </a:p>
          <a:p>
            <a:r>
              <a:rPr lang="en-US" altLang="en-US" dirty="0">
                <a:ea typeface="MS PGothic" charset="-128"/>
              </a:rPr>
              <a:t>26 June 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Updates on existing WaterML2 specifications. </a:t>
            </a:r>
          </a:p>
          <a:p>
            <a:pPr lvl="1"/>
            <a:r>
              <a:rPr lang="en-US" dirty="0"/>
              <a:t>Presented by the best rep present with opportunity to comment.</a:t>
            </a:r>
          </a:p>
          <a:p>
            <a:r>
              <a:rPr lang="en-US" dirty="0"/>
              <a:t>Update on </a:t>
            </a:r>
            <a:r>
              <a:rPr lang="en-US" dirty="0" err="1"/>
              <a:t>CHy</a:t>
            </a:r>
            <a:r>
              <a:rPr lang="en-US" dirty="0"/>
              <a:t> and WMO process for GWML2 </a:t>
            </a:r>
          </a:p>
          <a:p>
            <a:pPr lvl="1"/>
            <a:r>
              <a:rPr lang="en-US" dirty="0"/>
              <a:t>Presented by </a:t>
            </a:r>
            <a:r>
              <a:rPr lang="en-US" dirty="0" err="1"/>
              <a:t>Silvano</a:t>
            </a:r>
            <a:r>
              <a:rPr lang="en-US" dirty="0"/>
              <a:t> Pecora</a:t>
            </a:r>
          </a:p>
          <a:p>
            <a:r>
              <a:rPr lang="en-US" dirty="0"/>
              <a:t>HDWG activities in Summer / Fall 2019</a:t>
            </a:r>
          </a:p>
          <a:p>
            <a:pPr lvl="1"/>
            <a:r>
              <a:rPr lang="en-US" dirty="0" err="1"/>
              <a:t>Silvano</a:t>
            </a:r>
            <a:r>
              <a:rPr lang="en-US" dirty="0"/>
              <a:t> and Dave lead discussion</a:t>
            </a:r>
          </a:p>
          <a:p>
            <a:r>
              <a:rPr lang="en-US" dirty="0"/>
              <a:t>Discussion: Work related to existing specifications. </a:t>
            </a:r>
          </a:p>
          <a:p>
            <a:pPr lvl="1"/>
            <a:r>
              <a:rPr lang="en-US" dirty="0"/>
              <a:t>Better support for RDF/JSON-LD linked data applications.</a:t>
            </a:r>
          </a:p>
          <a:p>
            <a:pPr lvl="1"/>
            <a:r>
              <a:rPr lang="en-US" dirty="0"/>
              <a:t>JSON encodings to accompany OGC-API activities?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2019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948080231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</TotalTime>
  <Words>95</Words>
  <Application>Microsoft Macintosh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PGothic</vt:lpstr>
      <vt:lpstr>Arial</vt:lpstr>
      <vt:lpstr>Arial Black</vt:lpstr>
      <vt:lpstr>CG Times</vt:lpstr>
      <vt:lpstr>Times New Roman</vt:lpstr>
      <vt:lpstr>OGC_PowerPoint_Template</vt:lpstr>
      <vt:lpstr>Hydro Domain Working Group</vt:lpstr>
      <vt:lpstr>Agenda</vt:lpstr>
    </vt:vector>
  </TitlesOfParts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Blodgett, David L</cp:lastModifiedBy>
  <cp:revision>67</cp:revision>
  <cp:lastPrinted>2003-02-03T21:59:32Z</cp:lastPrinted>
  <dcterms:created xsi:type="dcterms:W3CDTF">2015-09-08T23:47:11Z</dcterms:created>
  <dcterms:modified xsi:type="dcterms:W3CDTF">2019-06-26T13:18:56Z</dcterms:modified>
</cp:coreProperties>
</file>