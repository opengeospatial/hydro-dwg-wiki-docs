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JPG" ContentType="image/jpeg"/>
  <Default Extension="emf" ContentType="image/x-em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Override1.xml" ContentType="application/vnd.openxmlformats-officedocument.themeOverrid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8" r:id="rId2"/>
    <p:sldMasterId id="2147483660" r:id="rId3"/>
    <p:sldMasterId id="2147483662" r:id="rId4"/>
    <p:sldMasterId id="2147483704" r:id="rId5"/>
  </p:sldMasterIdLst>
  <p:notesMasterIdLst>
    <p:notesMasterId r:id="rId23"/>
  </p:notesMasterIdLst>
  <p:handoutMasterIdLst>
    <p:handoutMasterId r:id="rId24"/>
  </p:handoutMasterIdLst>
  <p:sldIdLst>
    <p:sldId id="328" r:id="rId6"/>
    <p:sldId id="445" r:id="rId7"/>
    <p:sldId id="446" r:id="rId8"/>
    <p:sldId id="447" r:id="rId9"/>
    <p:sldId id="448" r:id="rId10"/>
    <p:sldId id="449" r:id="rId11"/>
    <p:sldId id="451" r:id="rId12"/>
    <p:sldId id="452" r:id="rId13"/>
    <p:sldId id="453" r:id="rId14"/>
    <p:sldId id="454" r:id="rId15"/>
    <p:sldId id="456" r:id="rId16"/>
    <p:sldId id="460" r:id="rId17"/>
    <p:sldId id="459" r:id="rId18"/>
    <p:sldId id="462" r:id="rId19"/>
    <p:sldId id="458" r:id="rId20"/>
    <p:sldId id="461" r:id="rId21"/>
    <p:sldId id="384" r:id="rId22"/>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5200"/>
    <a:srgbClr val="FFFFFF"/>
    <a:srgbClr val="D8D88C"/>
    <a:srgbClr val="FFC5C5"/>
    <a:srgbClr val="CAEE9C"/>
    <a:srgbClr val="007F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83" autoAdjust="0"/>
    <p:restoredTop sz="95501" autoAdjust="0"/>
  </p:normalViewPr>
  <p:slideViewPr>
    <p:cSldViewPr>
      <p:cViewPr>
        <p:scale>
          <a:sx n="103" d="100"/>
          <a:sy n="103" d="100"/>
        </p:scale>
        <p:origin x="-456" y="376"/>
      </p:cViewPr>
      <p:guideLst>
        <p:guide orient="horz" pos="2160"/>
        <p:guide pos="2880"/>
      </p:guideLst>
    </p:cSldViewPr>
  </p:slideViewPr>
  <p:outlineViewPr>
    <p:cViewPr>
      <p:scale>
        <a:sx n="33" d="100"/>
        <a:sy n="33" d="100"/>
      </p:scale>
      <p:origin x="0" y="14871"/>
    </p:cViewPr>
  </p:outlineViewPr>
  <p:notesTextViewPr>
    <p:cViewPr>
      <p:scale>
        <a:sx n="100" d="100"/>
        <a:sy n="100" d="100"/>
      </p:scale>
      <p:origin x="0" y="0"/>
    </p:cViewPr>
  </p:notesTextViewPr>
  <p:sorterViewPr>
    <p:cViewPr varScale="1">
      <p:scale>
        <a:sx n="1" d="1"/>
        <a:sy n="1" d="1"/>
      </p:scale>
      <p:origin x="0" y="-1548"/>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interSettings" Target="printerSettings/printerSettings1.bin"/><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0822B87D-93FF-4700-A1F4-E34DF07EC39B}" type="datetimeFigureOut">
              <a:rPr lang="en-AU"/>
              <a:pPr>
                <a:defRPr/>
              </a:pPr>
              <a:t>18/09/15</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5D3CF2F3-2778-4A50-84FF-437EBBCAEB25}" type="slidenum">
              <a:rPr lang="en-AU"/>
              <a:pPr>
                <a:defRPr/>
              </a:pPr>
              <a:t>‹#›</a:t>
            </a:fld>
            <a:endParaRPr lang="en-AU"/>
          </a:p>
        </p:txBody>
      </p:sp>
    </p:spTree>
    <p:extLst>
      <p:ext uri="{BB962C8B-B14F-4D97-AF65-F5344CB8AC3E}">
        <p14:creationId xmlns:p14="http://schemas.microsoft.com/office/powerpoint/2010/main" val="23918713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15C2A18D-19A7-4C58-9621-BB17B5750FDA}" type="datetimeFigureOut">
              <a:rPr lang="en-AU"/>
              <a:pPr>
                <a:defRPr/>
              </a:pPr>
              <a:t>18/09/15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9B3AFCFB-5FBD-40BC-9128-C1A22C77A012}" type="slidenum">
              <a:rPr lang="en-AU"/>
              <a:pPr>
                <a:defRPr/>
              </a:pPr>
              <a:t>‹#›</a:t>
            </a:fld>
            <a:endParaRPr lang="en-AU"/>
          </a:p>
        </p:txBody>
      </p:sp>
    </p:spTree>
    <p:extLst>
      <p:ext uri="{BB962C8B-B14F-4D97-AF65-F5344CB8AC3E}">
        <p14:creationId xmlns:p14="http://schemas.microsoft.com/office/powerpoint/2010/main" val="331873662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AU" b="0" dirty="0" smtClean="0">
              <a:effectLst/>
            </a:endParaRPr>
          </a:p>
        </p:txBody>
      </p:sp>
      <p:sp>
        <p:nvSpPr>
          <p:cNvPr id="4" name="Slide Number Placeholder 3"/>
          <p:cNvSpPr>
            <a:spLocks noGrp="1"/>
          </p:cNvSpPr>
          <p:nvPr>
            <p:ph type="sldNum" sz="quarter" idx="10"/>
          </p:nvPr>
        </p:nvSpPr>
        <p:spPr/>
        <p:txBody>
          <a:bodyPr/>
          <a:lstStyle/>
          <a:p>
            <a:pPr>
              <a:defRPr/>
            </a:pPr>
            <a:fld id="{9B3AFCFB-5FBD-40BC-9128-C1A22C77A012}" type="slidenum">
              <a:rPr lang="en-AU" smtClean="0"/>
              <a:pPr>
                <a:defRPr/>
              </a:pPr>
              <a:t>1</a:t>
            </a:fld>
            <a:endParaRPr lang="en-AU"/>
          </a:p>
        </p:txBody>
      </p:sp>
    </p:spTree>
    <p:extLst>
      <p:ext uri="{BB962C8B-B14F-4D97-AF65-F5344CB8AC3E}">
        <p14:creationId xmlns:p14="http://schemas.microsoft.com/office/powerpoint/2010/main" val="278290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5521A414-44EE-410C-A1B8-579872A9817C}" type="slidenum">
              <a:rPr lang="en-US">
                <a:solidFill>
                  <a:prstClr val="black"/>
                </a:solidFill>
              </a:rPr>
              <a:pPr>
                <a:defRPr/>
              </a:pPr>
              <a:t>2</a:t>
            </a:fld>
            <a:endParaRPr lang="en-US">
              <a:solidFill>
                <a:prstClr val="black"/>
              </a:solidFill>
            </a:endParaRPr>
          </a:p>
        </p:txBody>
      </p:sp>
      <p:sp>
        <p:nvSpPr>
          <p:cNvPr id="151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1556"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dirty="0" smtClean="0"/>
          </a:p>
        </p:txBody>
      </p:sp>
    </p:spTree>
    <p:extLst>
      <p:ext uri="{BB962C8B-B14F-4D97-AF65-F5344CB8AC3E}">
        <p14:creationId xmlns:p14="http://schemas.microsoft.com/office/powerpoint/2010/main" val="3162387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9B3AFCFB-5FBD-40BC-9128-C1A22C77A012}" type="slidenum">
              <a:rPr lang="en-AU" smtClean="0"/>
              <a:pPr>
                <a:defRPr/>
              </a:pPr>
              <a:t>6</a:t>
            </a:fld>
            <a:endParaRPr lang="en-AU"/>
          </a:p>
        </p:txBody>
      </p:sp>
    </p:spTree>
    <p:extLst>
      <p:ext uri="{BB962C8B-B14F-4D97-AF65-F5344CB8AC3E}">
        <p14:creationId xmlns:p14="http://schemas.microsoft.com/office/powerpoint/2010/main" val="969586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5069" name="Title Placeholder 1"/>
          <p:cNvSpPr>
            <a:spLocks noGrp="1"/>
          </p:cNvSpPr>
          <p:nvPr>
            <p:ph type="ctrTitle"/>
          </p:nvPr>
        </p:nvSpPr>
        <p:spPr>
          <a:xfrm>
            <a:off x="358775" y="3105150"/>
            <a:ext cx="8461375" cy="1096963"/>
          </a:xfrm>
        </p:spPr>
        <p:txBody>
          <a:bodyPr anchor="b"/>
          <a:lstStyle>
            <a:lvl1pPr>
              <a:defRPr sz="4400" smtClean="0">
                <a:solidFill>
                  <a:schemeClr val="bg1"/>
                </a:solidFill>
              </a:defRPr>
            </a:lvl1pPr>
          </a:lstStyle>
          <a:p>
            <a:r>
              <a:rPr lang="en-US" smtClean="0"/>
              <a:t>Click to edit Master title style</a:t>
            </a:r>
            <a:endParaRPr lang="en-AU" smtClean="0"/>
          </a:p>
        </p:txBody>
      </p:sp>
      <p:sp>
        <p:nvSpPr>
          <p:cNvPr id="45070" name="Text Placeholder 2"/>
          <p:cNvSpPr>
            <a:spLocks noGrp="1"/>
          </p:cNvSpPr>
          <p:nvPr>
            <p:ph type="subTitle" idx="1"/>
          </p:nvPr>
        </p:nvSpPr>
        <p:spPr>
          <a:xfrm>
            <a:off x="358775" y="4257675"/>
            <a:ext cx="8461375" cy="396875"/>
          </a:xfrm>
        </p:spPr>
        <p:txBody>
          <a:bodyPr/>
          <a:lstStyle>
            <a:lvl1pPr marL="0" indent="0">
              <a:buFont typeface="Arial" charset="0"/>
              <a:buNone/>
              <a:defRPr sz="2200" b="1" smtClean="0">
                <a:solidFill>
                  <a:schemeClr val="bg1"/>
                </a:solidFill>
              </a:defRPr>
            </a:lvl1pPr>
          </a:lstStyle>
          <a:p>
            <a:r>
              <a:rPr lang="en-US" smtClean="0"/>
              <a:t>Click to edit Master subtitle style</a:t>
            </a:r>
            <a:endParaRPr lang="en-AU" smtClean="0"/>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grpSp>
        <p:nvGrpSpPr>
          <p:cNvPr id="45102" name="Group 25"/>
          <p:cNvGrpSpPr>
            <a:grpSpLocks/>
          </p:cNvGrpSpPr>
          <p:nvPr/>
        </p:nvGrpSpPr>
        <p:grpSpPr bwMode="auto">
          <a:xfrm>
            <a:off x="1588" y="5500688"/>
            <a:ext cx="9170987" cy="1357312"/>
            <a:chOff x="1497" y="5500319"/>
            <a:chExt cx="9170984" cy="1357681"/>
          </a:xfrm>
        </p:grpSpPr>
        <p:sp>
          <p:nvSpPr>
            <p:cNvPr id="20" name="Rectangle 19"/>
            <p:cNvSpPr/>
            <p:nvPr/>
          </p:nvSpPr>
          <p:spPr>
            <a:xfrm>
              <a:off x="1497" y="5940176"/>
              <a:ext cx="9158284" cy="91782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AU"/>
            </a:p>
          </p:txBody>
        </p:sp>
        <p:sp>
          <p:nvSpPr>
            <p:cNvPr id="21" name="Freeform 7"/>
            <p:cNvSpPr>
              <a:spLocks noEditPoints="1"/>
            </p:cNvSpPr>
            <p:nvPr/>
          </p:nvSpPr>
          <p:spPr bwMode="auto">
            <a:xfrm>
              <a:off x="1497" y="5563836"/>
              <a:ext cx="9170984" cy="932115"/>
            </a:xfrm>
            <a:custGeom>
              <a:avLst/>
              <a:gdLst/>
              <a:ahLst/>
              <a:cxnLst>
                <a:cxn ang="0">
                  <a:pos x="2313" y="117"/>
                </a:cxn>
                <a:cxn ang="0">
                  <a:pos x="0" y="117"/>
                </a:cxn>
                <a:cxn ang="0">
                  <a:pos x="0" y="137"/>
                </a:cxn>
                <a:cxn ang="0">
                  <a:pos x="2030" y="137"/>
                </a:cxn>
                <a:cxn ang="0">
                  <a:pos x="2313" y="117"/>
                </a:cxn>
                <a:cxn ang="0">
                  <a:pos x="2880" y="0"/>
                </a:cxn>
                <a:cxn ang="0">
                  <a:pos x="2880" y="0"/>
                </a:cxn>
                <a:cxn ang="0">
                  <a:pos x="2880" y="117"/>
                </a:cxn>
                <a:cxn ang="0">
                  <a:pos x="2313" y="117"/>
                </a:cxn>
                <a:cxn ang="0">
                  <a:pos x="2784" y="293"/>
                </a:cxn>
                <a:cxn ang="0">
                  <a:pos x="2880" y="293"/>
                </a:cxn>
                <a:cxn ang="0">
                  <a:pos x="2880" y="0"/>
                </a:cxn>
              </a:cxnLst>
              <a:rect l="0" t="0" r="r" b="b"/>
              <a:pathLst>
                <a:path w="2880" h="293">
                  <a:moveTo>
                    <a:pt x="2313" y="117"/>
                  </a:moveTo>
                  <a:cubicBezTo>
                    <a:pt x="0" y="117"/>
                    <a:pt x="0" y="117"/>
                    <a:pt x="0" y="117"/>
                  </a:cubicBezTo>
                  <a:cubicBezTo>
                    <a:pt x="0" y="137"/>
                    <a:pt x="0" y="137"/>
                    <a:pt x="0" y="137"/>
                  </a:cubicBezTo>
                  <a:cubicBezTo>
                    <a:pt x="2030" y="137"/>
                    <a:pt x="2030" y="137"/>
                    <a:pt x="2030" y="137"/>
                  </a:cubicBezTo>
                  <a:cubicBezTo>
                    <a:pt x="2214" y="137"/>
                    <a:pt x="2274" y="132"/>
                    <a:pt x="2313" y="117"/>
                  </a:cubicBezTo>
                  <a:moveTo>
                    <a:pt x="2880" y="0"/>
                  </a:moveTo>
                  <a:cubicBezTo>
                    <a:pt x="2880" y="0"/>
                    <a:pt x="2880" y="0"/>
                    <a:pt x="2880" y="0"/>
                  </a:cubicBezTo>
                  <a:cubicBezTo>
                    <a:pt x="2880" y="117"/>
                    <a:pt x="2880" y="117"/>
                    <a:pt x="2880" y="117"/>
                  </a:cubicBezTo>
                  <a:cubicBezTo>
                    <a:pt x="2313" y="117"/>
                    <a:pt x="2313" y="117"/>
                    <a:pt x="2313" y="117"/>
                  </a:cubicBezTo>
                  <a:cubicBezTo>
                    <a:pt x="2411" y="197"/>
                    <a:pt x="2542" y="293"/>
                    <a:pt x="2784" y="293"/>
                  </a:cubicBezTo>
                  <a:cubicBezTo>
                    <a:pt x="2842" y="293"/>
                    <a:pt x="2880" y="293"/>
                    <a:pt x="2880" y="293"/>
                  </a:cubicBezTo>
                  <a:cubicBezTo>
                    <a:pt x="2880" y="0"/>
                    <a:pt x="2880" y="0"/>
                    <a:pt x="2880" y="0"/>
                  </a:cubicBezTo>
                </a:path>
              </a:pathLst>
            </a:custGeom>
            <a:solidFill>
              <a:srgbClr val="BFBFBF"/>
            </a:solidFill>
            <a:ln w="9525">
              <a:noFill/>
              <a:round/>
              <a:headEnd/>
              <a:tailEnd/>
            </a:ln>
          </p:spPr>
          <p:txBody>
            <a:bodyPr/>
            <a:lstStyle/>
            <a:p>
              <a:pPr defTabSz="457200">
                <a:defRPr/>
              </a:pPr>
              <a:endParaRPr lang="en-AU"/>
            </a:p>
          </p:txBody>
        </p:sp>
        <p:sp>
          <p:nvSpPr>
            <p:cNvPr id="22" name="Freeform 8"/>
            <p:cNvSpPr>
              <a:spLocks noEditPoints="1"/>
            </p:cNvSpPr>
            <p:nvPr/>
          </p:nvSpPr>
          <p:spPr bwMode="auto">
            <a:xfrm>
              <a:off x="1497" y="5500319"/>
              <a:ext cx="9170984" cy="435093"/>
            </a:xfrm>
            <a:custGeom>
              <a:avLst/>
              <a:gdLst/>
              <a:ahLst/>
              <a:cxnLst>
                <a:cxn ang="0">
                  <a:pos x="2880" y="20"/>
                </a:cxn>
                <a:cxn ang="0">
                  <a:pos x="2789" y="20"/>
                </a:cxn>
                <a:cxn ang="0">
                  <a:pos x="2313" y="137"/>
                </a:cxn>
                <a:cxn ang="0">
                  <a:pos x="2313" y="137"/>
                </a:cxn>
                <a:cxn ang="0">
                  <a:pos x="2880" y="137"/>
                </a:cxn>
                <a:cxn ang="0">
                  <a:pos x="2880" y="20"/>
                </a:cxn>
                <a:cxn ang="0">
                  <a:pos x="1860" y="0"/>
                </a:cxn>
                <a:cxn ang="0">
                  <a:pos x="0" y="0"/>
                </a:cxn>
                <a:cxn ang="0">
                  <a:pos x="0" y="137"/>
                </a:cxn>
                <a:cxn ang="0">
                  <a:pos x="2313" y="137"/>
                </a:cxn>
                <a:cxn ang="0">
                  <a:pos x="2313" y="137"/>
                </a:cxn>
                <a:cxn ang="0">
                  <a:pos x="2313" y="137"/>
                </a:cxn>
                <a:cxn ang="0">
                  <a:pos x="2313" y="137"/>
                </a:cxn>
                <a:cxn ang="0">
                  <a:pos x="1860" y="0"/>
                </a:cxn>
              </a:cxnLst>
              <a:rect l="0" t="0" r="r" b="b"/>
              <a:pathLst>
                <a:path w="2880" h="137">
                  <a:moveTo>
                    <a:pt x="2880" y="20"/>
                  </a:moveTo>
                  <a:cubicBezTo>
                    <a:pt x="2789" y="20"/>
                    <a:pt x="2789" y="20"/>
                    <a:pt x="2789" y="20"/>
                  </a:cubicBezTo>
                  <a:cubicBezTo>
                    <a:pt x="2500" y="20"/>
                    <a:pt x="2393" y="107"/>
                    <a:pt x="2313" y="137"/>
                  </a:cubicBezTo>
                  <a:cubicBezTo>
                    <a:pt x="2313" y="137"/>
                    <a:pt x="2313" y="137"/>
                    <a:pt x="2313" y="137"/>
                  </a:cubicBezTo>
                  <a:cubicBezTo>
                    <a:pt x="2880" y="137"/>
                    <a:pt x="2880" y="137"/>
                    <a:pt x="2880" y="137"/>
                  </a:cubicBezTo>
                  <a:cubicBezTo>
                    <a:pt x="2880" y="20"/>
                    <a:pt x="2880" y="20"/>
                    <a:pt x="2880" y="20"/>
                  </a:cubicBezTo>
                  <a:moveTo>
                    <a:pt x="1860" y="0"/>
                  </a:moveTo>
                  <a:cubicBezTo>
                    <a:pt x="0" y="0"/>
                    <a:pt x="0" y="0"/>
                    <a:pt x="0" y="0"/>
                  </a:cubicBezTo>
                  <a:cubicBezTo>
                    <a:pt x="0" y="137"/>
                    <a:pt x="0" y="137"/>
                    <a:pt x="0" y="137"/>
                  </a:cubicBezTo>
                  <a:cubicBezTo>
                    <a:pt x="2313" y="137"/>
                    <a:pt x="2313" y="137"/>
                    <a:pt x="2313" y="137"/>
                  </a:cubicBezTo>
                  <a:cubicBezTo>
                    <a:pt x="2313" y="137"/>
                    <a:pt x="2313" y="137"/>
                    <a:pt x="2313" y="137"/>
                  </a:cubicBezTo>
                  <a:cubicBezTo>
                    <a:pt x="2313" y="137"/>
                    <a:pt x="2313" y="137"/>
                    <a:pt x="2313" y="137"/>
                  </a:cubicBezTo>
                  <a:cubicBezTo>
                    <a:pt x="2313" y="137"/>
                    <a:pt x="2313" y="137"/>
                    <a:pt x="2313" y="137"/>
                  </a:cubicBezTo>
                  <a:cubicBezTo>
                    <a:pt x="2216" y="57"/>
                    <a:pt x="2053" y="0"/>
                    <a:pt x="1860" y="0"/>
                  </a:cubicBezTo>
                </a:path>
              </a:pathLst>
            </a:custGeom>
            <a:solidFill>
              <a:schemeClr val="accent1">
                <a:lumMod val="75000"/>
              </a:schemeClr>
            </a:solidFill>
            <a:ln w="9525">
              <a:noFill/>
              <a:round/>
              <a:headEnd/>
              <a:tailEnd/>
            </a:ln>
          </p:spPr>
          <p:txBody>
            <a:bodyPr/>
            <a:lstStyle/>
            <a:p>
              <a:pPr defTabSz="457200">
                <a:defRPr/>
              </a:pPr>
              <a:endParaRPr lang="en-AU"/>
            </a:p>
          </p:txBody>
        </p:sp>
        <p:sp>
          <p:nvSpPr>
            <p:cNvPr id="23" name="Freeform 9"/>
            <p:cNvSpPr>
              <a:spLocks/>
            </p:cNvSpPr>
            <p:nvPr/>
          </p:nvSpPr>
          <p:spPr bwMode="auto">
            <a:xfrm>
              <a:off x="1497" y="5563836"/>
              <a:ext cx="7365998" cy="431917"/>
            </a:xfrm>
            <a:custGeom>
              <a:avLst/>
              <a:gdLst/>
              <a:ahLst/>
              <a:cxnLst>
                <a:cxn ang="0">
                  <a:pos x="2313" y="117"/>
                </a:cxn>
                <a:cxn ang="0">
                  <a:pos x="1860" y="0"/>
                </a:cxn>
                <a:cxn ang="0">
                  <a:pos x="0" y="0"/>
                </a:cxn>
                <a:cxn ang="0">
                  <a:pos x="0" y="136"/>
                </a:cxn>
                <a:cxn ang="0">
                  <a:pos x="2030" y="136"/>
                </a:cxn>
                <a:cxn ang="0">
                  <a:pos x="2313" y="117"/>
                </a:cxn>
              </a:cxnLst>
              <a:rect l="0" t="0" r="r" b="b"/>
              <a:pathLst>
                <a:path w="2313" h="136">
                  <a:moveTo>
                    <a:pt x="2313" y="117"/>
                  </a:moveTo>
                  <a:cubicBezTo>
                    <a:pt x="2204" y="55"/>
                    <a:pt x="2053" y="0"/>
                    <a:pt x="1860" y="0"/>
                  </a:cubicBezTo>
                  <a:cubicBezTo>
                    <a:pt x="0" y="0"/>
                    <a:pt x="0" y="0"/>
                    <a:pt x="0" y="0"/>
                  </a:cubicBezTo>
                  <a:cubicBezTo>
                    <a:pt x="0" y="136"/>
                    <a:pt x="0" y="136"/>
                    <a:pt x="0" y="136"/>
                  </a:cubicBezTo>
                  <a:cubicBezTo>
                    <a:pt x="2030" y="136"/>
                    <a:pt x="2030" y="136"/>
                    <a:pt x="2030" y="136"/>
                  </a:cubicBezTo>
                  <a:cubicBezTo>
                    <a:pt x="2214" y="136"/>
                    <a:pt x="2274" y="132"/>
                    <a:pt x="2313" y="117"/>
                  </a:cubicBezTo>
                </a:path>
              </a:pathLst>
            </a:custGeom>
            <a:solidFill>
              <a:schemeClr val="accent2"/>
            </a:solidFill>
            <a:ln w="9525">
              <a:noFill/>
              <a:round/>
              <a:headEnd/>
              <a:tailEnd/>
            </a:ln>
          </p:spPr>
          <p:txBody>
            <a:bodyPr/>
            <a:lstStyle/>
            <a:p>
              <a:pPr defTabSz="457200">
                <a:defRPr/>
              </a:pPr>
              <a:endParaRPr lang="en-AU"/>
            </a:p>
          </p:txBody>
        </p:sp>
        <p:sp>
          <p:nvSpPr>
            <p:cNvPr id="24" name="Freeform 10"/>
            <p:cNvSpPr>
              <a:spLocks/>
            </p:cNvSpPr>
            <p:nvPr/>
          </p:nvSpPr>
          <p:spPr bwMode="auto">
            <a:xfrm>
              <a:off x="7367495" y="5563836"/>
              <a:ext cx="1804986" cy="868598"/>
            </a:xfrm>
            <a:custGeom>
              <a:avLst/>
              <a:gdLst/>
              <a:ahLst/>
              <a:cxnLst>
                <a:cxn ang="0">
                  <a:pos x="476" y="0"/>
                </a:cxn>
                <a:cxn ang="0">
                  <a:pos x="0" y="117"/>
                </a:cxn>
                <a:cxn ang="0">
                  <a:pos x="471" y="273"/>
                </a:cxn>
                <a:cxn ang="0">
                  <a:pos x="567" y="273"/>
                </a:cxn>
                <a:cxn ang="0">
                  <a:pos x="567" y="0"/>
                </a:cxn>
                <a:cxn ang="0">
                  <a:pos x="476" y="0"/>
                </a:cxn>
              </a:cxnLst>
              <a:rect l="0" t="0" r="r" b="b"/>
              <a:pathLst>
                <a:path w="567" h="273">
                  <a:moveTo>
                    <a:pt x="476" y="0"/>
                  </a:moveTo>
                  <a:cubicBezTo>
                    <a:pt x="187" y="0"/>
                    <a:pt x="80" y="87"/>
                    <a:pt x="0" y="117"/>
                  </a:cubicBezTo>
                  <a:cubicBezTo>
                    <a:pt x="128" y="190"/>
                    <a:pt x="229" y="273"/>
                    <a:pt x="471" y="273"/>
                  </a:cubicBezTo>
                  <a:cubicBezTo>
                    <a:pt x="529" y="273"/>
                    <a:pt x="567" y="273"/>
                    <a:pt x="567" y="273"/>
                  </a:cubicBezTo>
                  <a:cubicBezTo>
                    <a:pt x="567" y="0"/>
                    <a:pt x="567" y="0"/>
                    <a:pt x="567" y="0"/>
                  </a:cubicBezTo>
                  <a:lnTo>
                    <a:pt x="476" y="0"/>
                  </a:lnTo>
                  <a:close/>
                </a:path>
              </a:pathLst>
            </a:custGeom>
            <a:solidFill>
              <a:srgbClr val="FFFFFF"/>
            </a:solidFill>
            <a:ln w="9525">
              <a:noFill/>
              <a:round/>
              <a:headEnd/>
              <a:tailEnd/>
            </a:ln>
          </p:spPr>
          <p:txBody>
            <a:bodyPr/>
            <a:lstStyle/>
            <a:p>
              <a:pPr defTabSz="457200">
                <a:defRPr/>
              </a:pPr>
              <a:endParaRPr lang="en-AU"/>
            </a:p>
          </p:txBody>
        </p:sp>
        <p:pic>
          <p:nvPicPr>
            <p:cNvPr id="45108" name="Picture 78"/>
            <p:cNvPicPr>
              <a:picLocks noChangeAspect="1" noChangeArrowheads="1"/>
            </p:cNvPicPr>
            <p:nvPr/>
          </p:nvPicPr>
          <p:blipFill>
            <a:blip r:embed="rId2" cstate="print"/>
            <a:srcRect/>
            <a:stretch>
              <a:fillRect/>
            </a:stretch>
          </p:blipFill>
          <p:spPr bwMode="auto">
            <a:xfrm>
              <a:off x="8169275" y="5675743"/>
              <a:ext cx="655638" cy="655637"/>
            </a:xfrm>
            <a:prstGeom prst="rect">
              <a:avLst/>
            </a:prstGeom>
            <a:noFill/>
            <a:ln w="9525">
              <a:noFill/>
              <a:miter lim="800000"/>
              <a:headEnd/>
              <a:tailEnd/>
            </a:ln>
          </p:spPr>
        </p:pic>
        <p:grpSp>
          <p:nvGrpSpPr>
            <p:cNvPr id="26" name="Group 19"/>
            <p:cNvGrpSpPr/>
            <p:nvPr/>
          </p:nvGrpSpPr>
          <p:grpSpPr>
            <a:xfrm>
              <a:off x="360000" y="5807505"/>
              <a:ext cx="814388" cy="95250"/>
              <a:chOff x="3495675" y="5969000"/>
              <a:chExt cx="814388" cy="95250"/>
            </a:xfrm>
            <a:solidFill>
              <a:schemeClr val="accent1"/>
            </a:solidFill>
          </p:grpSpPr>
          <p:sp>
            <p:nvSpPr>
              <p:cNvPr id="27" name="Freeform 26"/>
              <p:cNvSpPr>
                <a:spLocks/>
              </p:cNvSpPr>
              <p:nvPr/>
            </p:nvSpPr>
            <p:spPr bwMode="auto">
              <a:xfrm>
                <a:off x="34956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1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1"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1" y="13"/>
                      <a:pt x="21" y="13"/>
                      <a:pt x="21"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28" name="Freeform 27"/>
              <p:cNvSpPr>
                <a:spLocks/>
              </p:cNvSpPr>
              <p:nvPr/>
            </p:nvSpPr>
            <p:spPr bwMode="auto">
              <a:xfrm>
                <a:off x="360362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29" name="Freeform 28"/>
              <p:cNvSpPr>
                <a:spLocks/>
              </p:cNvSpPr>
              <p:nvPr/>
            </p:nvSpPr>
            <p:spPr bwMode="auto">
              <a:xfrm>
                <a:off x="37115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9"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30" name="Oval 29"/>
              <p:cNvSpPr>
                <a:spLocks noChangeArrowheads="1"/>
              </p:cNvSpPr>
              <p:nvPr/>
            </p:nvSpPr>
            <p:spPr bwMode="auto">
              <a:xfrm>
                <a:off x="3819525" y="6042025"/>
                <a:ext cx="19050" cy="22225"/>
              </a:xfrm>
              <a:prstGeom prst="ellipse">
                <a:avLst/>
              </a:prstGeom>
              <a:grpFill/>
              <a:ln>
                <a:noFill/>
              </a:ln>
              <a:extLst/>
            </p:spPr>
            <p:txBody>
              <a:bodyPr/>
              <a:lstStyle/>
              <a:p>
                <a:pPr defTabSz="457200">
                  <a:defRPr/>
                </a:pPr>
                <a:endParaRPr lang="en-AU"/>
              </a:p>
            </p:txBody>
          </p:sp>
          <p:sp>
            <p:nvSpPr>
              <p:cNvPr id="31" name="Freeform 30"/>
              <p:cNvSpPr>
                <a:spLocks/>
              </p:cNvSpPr>
              <p:nvPr/>
            </p:nvSpPr>
            <p:spPr bwMode="auto">
              <a:xfrm>
                <a:off x="3851275" y="5997575"/>
                <a:ext cx="50800" cy="66675"/>
              </a:xfrm>
              <a:custGeom>
                <a:avLst/>
                <a:gdLst>
                  <a:gd name="T0" fmla="*/ 16 w 16"/>
                  <a:gd name="T1" fmla="*/ 20 h 21"/>
                  <a:gd name="T2" fmla="*/ 10 w 16"/>
                  <a:gd name="T3" fmla="*/ 21 h 21"/>
                  <a:gd name="T4" fmla="*/ 0 w 16"/>
                  <a:gd name="T5" fmla="*/ 11 h 21"/>
                  <a:gd name="T6" fmla="*/ 10 w 16"/>
                  <a:gd name="T7" fmla="*/ 0 h 21"/>
                  <a:gd name="T8" fmla="*/ 16 w 16"/>
                  <a:gd name="T9" fmla="*/ 1 h 21"/>
                  <a:gd name="T10" fmla="*/ 14 w 16"/>
                  <a:gd name="T11" fmla="*/ 5 h 21"/>
                  <a:gd name="T12" fmla="*/ 11 w 16"/>
                  <a:gd name="T13" fmla="*/ 4 h 21"/>
                  <a:gd name="T14" fmla="*/ 6 w 16"/>
                  <a:gd name="T15" fmla="*/ 10 h 21"/>
                  <a:gd name="T16" fmla="*/ 11 w 16"/>
                  <a:gd name="T17" fmla="*/ 17 h 21"/>
                  <a:gd name="T18" fmla="*/ 15 w 16"/>
                  <a:gd name="T19" fmla="*/ 16 h 21"/>
                  <a:gd name="T20" fmla="*/ 16 w 16"/>
                  <a:gd name="T21"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1">
                    <a:moveTo>
                      <a:pt x="16" y="20"/>
                    </a:moveTo>
                    <a:cubicBezTo>
                      <a:pt x="14" y="21"/>
                      <a:pt x="12" y="21"/>
                      <a:pt x="10" y="21"/>
                    </a:cubicBezTo>
                    <a:cubicBezTo>
                      <a:pt x="3" y="21"/>
                      <a:pt x="0" y="17"/>
                      <a:pt x="0" y="11"/>
                    </a:cubicBezTo>
                    <a:cubicBezTo>
                      <a:pt x="0" y="4"/>
                      <a:pt x="4" y="0"/>
                      <a:pt x="10" y="0"/>
                    </a:cubicBezTo>
                    <a:cubicBezTo>
                      <a:pt x="12" y="0"/>
                      <a:pt x="14" y="0"/>
                      <a:pt x="16" y="1"/>
                    </a:cubicBezTo>
                    <a:cubicBezTo>
                      <a:pt x="14" y="5"/>
                      <a:pt x="14" y="5"/>
                      <a:pt x="14" y="5"/>
                    </a:cubicBezTo>
                    <a:cubicBezTo>
                      <a:pt x="13" y="4"/>
                      <a:pt x="12" y="4"/>
                      <a:pt x="11" y="4"/>
                    </a:cubicBezTo>
                    <a:cubicBezTo>
                      <a:pt x="7" y="4"/>
                      <a:pt x="6" y="6"/>
                      <a:pt x="6" y="10"/>
                    </a:cubicBezTo>
                    <a:cubicBezTo>
                      <a:pt x="6" y="15"/>
                      <a:pt x="7" y="17"/>
                      <a:pt x="11" y="17"/>
                    </a:cubicBezTo>
                    <a:cubicBezTo>
                      <a:pt x="12" y="17"/>
                      <a:pt x="14" y="17"/>
                      <a:pt x="15" y="16"/>
                    </a:cubicBezTo>
                    <a:lnTo>
                      <a:pt x="16" y="20"/>
                    </a:lnTo>
                    <a:close/>
                  </a:path>
                </a:pathLst>
              </a:custGeom>
              <a:grpFill/>
              <a:ln>
                <a:noFill/>
              </a:ln>
              <a:extLst/>
            </p:spPr>
            <p:txBody>
              <a:bodyPr/>
              <a:lstStyle/>
              <a:p>
                <a:pPr defTabSz="457200">
                  <a:defRPr/>
                </a:pPr>
                <a:endParaRPr lang="en-AU"/>
              </a:p>
            </p:txBody>
          </p:sp>
          <p:sp>
            <p:nvSpPr>
              <p:cNvPr id="32" name="Freeform 31"/>
              <p:cNvSpPr>
                <a:spLocks/>
              </p:cNvSpPr>
              <p:nvPr/>
            </p:nvSpPr>
            <p:spPr bwMode="auto">
              <a:xfrm>
                <a:off x="3911600" y="5997575"/>
                <a:ext cx="47625" cy="66675"/>
              </a:xfrm>
              <a:custGeom>
                <a:avLst/>
                <a:gdLst>
                  <a:gd name="T0" fmla="*/ 6 w 15"/>
                  <a:gd name="T1" fmla="*/ 21 h 21"/>
                  <a:gd name="T2" fmla="*/ 0 w 15"/>
                  <a:gd name="T3" fmla="*/ 20 h 21"/>
                  <a:gd name="T4" fmla="*/ 1 w 15"/>
                  <a:gd name="T5" fmla="*/ 16 h 21"/>
                  <a:gd name="T6" fmla="*/ 6 w 15"/>
                  <a:gd name="T7" fmla="*/ 17 h 21"/>
                  <a:gd name="T8" fmla="*/ 9 w 15"/>
                  <a:gd name="T9" fmla="*/ 15 h 21"/>
                  <a:gd name="T10" fmla="*/ 6 w 15"/>
                  <a:gd name="T11" fmla="*/ 12 h 21"/>
                  <a:gd name="T12" fmla="*/ 0 w 15"/>
                  <a:gd name="T13" fmla="*/ 6 h 21"/>
                  <a:gd name="T14" fmla="*/ 8 w 15"/>
                  <a:gd name="T15" fmla="*/ 0 h 21"/>
                  <a:gd name="T16" fmla="*/ 13 w 15"/>
                  <a:gd name="T17" fmla="*/ 0 h 21"/>
                  <a:gd name="T18" fmla="*/ 13 w 15"/>
                  <a:gd name="T19" fmla="*/ 4 h 21"/>
                  <a:gd name="T20" fmla="*/ 9 w 15"/>
                  <a:gd name="T21" fmla="*/ 4 h 21"/>
                  <a:gd name="T22" fmla="*/ 6 w 15"/>
                  <a:gd name="T23" fmla="*/ 6 h 21"/>
                  <a:gd name="T24" fmla="*/ 9 w 15"/>
                  <a:gd name="T25" fmla="*/ 9 h 21"/>
                  <a:gd name="T26" fmla="*/ 15 w 15"/>
                  <a:gd name="T27" fmla="*/ 14 h 21"/>
                  <a:gd name="T28" fmla="*/ 6 w 15"/>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1">
                    <a:moveTo>
                      <a:pt x="6" y="21"/>
                    </a:moveTo>
                    <a:cubicBezTo>
                      <a:pt x="4" y="21"/>
                      <a:pt x="2" y="21"/>
                      <a:pt x="0" y="20"/>
                    </a:cubicBezTo>
                    <a:cubicBezTo>
                      <a:pt x="1" y="16"/>
                      <a:pt x="1" y="16"/>
                      <a:pt x="1" y="16"/>
                    </a:cubicBezTo>
                    <a:cubicBezTo>
                      <a:pt x="3" y="17"/>
                      <a:pt x="5" y="17"/>
                      <a:pt x="6" y="17"/>
                    </a:cubicBezTo>
                    <a:cubicBezTo>
                      <a:pt x="8" y="17"/>
                      <a:pt x="9" y="16"/>
                      <a:pt x="9" y="15"/>
                    </a:cubicBezTo>
                    <a:cubicBezTo>
                      <a:pt x="9" y="14"/>
                      <a:pt x="8" y="13"/>
                      <a:pt x="6" y="12"/>
                    </a:cubicBezTo>
                    <a:cubicBezTo>
                      <a:pt x="3" y="11"/>
                      <a:pt x="0" y="10"/>
                      <a:pt x="0" y="6"/>
                    </a:cubicBezTo>
                    <a:cubicBezTo>
                      <a:pt x="0" y="2"/>
                      <a:pt x="3" y="0"/>
                      <a:pt x="8" y="0"/>
                    </a:cubicBezTo>
                    <a:cubicBezTo>
                      <a:pt x="10" y="0"/>
                      <a:pt x="12" y="0"/>
                      <a:pt x="13" y="0"/>
                    </a:cubicBezTo>
                    <a:cubicBezTo>
                      <a:pt x="13" y="4"/>
                      <a:pt x="13" y="4"/>
                      <a:pt x="13" y="4"/>
                    </a:cubicBezTo>
                    <a:cubicBezTo>
                      <a:pt x="11" y="4"/>
                      <a:pt x="10" y="4"/>
                      <a:pt x="9" y="4"/>
                    </a:cubicBezTo>
                    <a:cubicBezTo>
                      <a:pt x="6" y="4"/>
                      <a:pt x="6" y="5"/>
                      <a:pt x="6" y="6"/>
                    </a:cubicBezTo>
                    <a:cubicBezTo>
                      <a:pt x="6" y="7"/>
                      <a:pt x="7" y="8"/>
                      <a:pt x="9" y="9"/>
                    </a:cubicBezTo>
                    <a:cubicBezTo>
                      <a:pt x="13" y="10"/>
                      <a:pt x="15" y="11"/>
                      <a:pt x="15" y="14"/>
                    </a:cubicBezTo>
                    <a:cubicBezTo>
                      <a:pt x="15" y="18"/>
                      <a:pt x="11" y="21"/>
                      <a:pt x="6" y="21"/>
                    </a:cubicBezTo>
                  </a:path>
                </a:pathLst>
              </a:custGeom>
              <a:grpFill/>
              <a:ln>
                <a:noFill/>
              </a:ln>
              <a:extLst/>
            </p:spPr>
            <p:txBody>
              <a:bodyPr/>
              <a:lstStyle/>
              <a:p>
                <a:pPr defTabSz="457200">
                  <a:defRPr/>
                </a:pPr>
                <a:endParaRPr lang="en-AU"/>
              </a:p>
            </p:txBody>
          </p:sp>
          <p:sp>
            <p:nvSpPr>
              <p:cNvPr id="33" name="Freeform 32"/>
              <p:cNvSpPr>
                <a:spLocks noEditPoints="1"/>
              </p:cNvSpPr>
              <p:nvPr/>
            </p:nvSpPr>
            <p:spPr bwMode="auto">
              <a:xfrm>
                <a:off x="3965575" y="5969000"/>
                <a:ext cx="28575" cy="95250"/>
              </a:xfrm>
              <a:custGeom>
                <a:avLst/>
                <a:gdLst>
                  <a:gd name="T0" fmla="*/ 4 w 9"/>
                  <a:gd name="T1" fmla="*/ 30 h 30"/>
                  <a:gd name="T2" fmla="*/ 4 w 9"/>
                  <a:gd name="T3" fmla="*/ 13 h 30"/>
                  <a:gd name="T4" fmla="*/ 0 w 9"/>
                  <a:gd name="T5" fmla="*/ 13 h 30"/>
                  <a:gd name="T6" fmla="*/ 0 w 9"/>
                  <a:gd name="T7" fmla="*/ 9 h 30"/>
                  <a:gd name="T8" fmla="*/ 9 w 9"/>
                  <a:gd name="T9" fmla="*/ 9 h 30"/>
                  <a:gd name="T10" fmla="*/ 9 w 9"/>
                  <a:gd name="T11" fmla="*/ 30 h 30"/>
                  <a:gd name="T12" fmla="*/ 4 w 9"/>
                  <a:gd name="T13" fmla="*/ 30 h 30"/>
                  <a:gd name="T14" fmla="*/ 6 w 9"/>
                  <a:gd name="T15" fmla="*/ 6 h 30"/>
                  <a:gd name="T16" fmla="*/ 3 w 9"/>
                  <a:gd name="T17" fmla="*/ 3 h 30"/>
                  <a:gd name="T18" fmla="*/ 6 w 9"/>
                  <a:gd name="T19" fmla="*/ 0 h 30"/>
                  <a:gd name="T20" fmla="*/ 9 w 9"/>
                  <a:gd name="T21" fmla="*/ 3 h 30"/>
                  <a:gd name="T22" fmla="*/ 6 w 9"/>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30">
                    <a:moveTo>
                      <a:pt x="4" y="30"/>
                    </a:moveTo>
                    <a:cubicBezTo>
                      <a:pt x="4" y="13"/>
                      <a:pt x="4" y="13"/>
                      <a:pt x="4" y="13"/>
                    </a:cubicBezTo>
                    <a:cubicBezTo>
                      <a:pt x="0" y="13"/>
                      <a:pt x="0" y="13"/>
                      <a:pt x="0" y="13"/>
                    </a:cubicBezTo>
                    <a:cubicBezTo>
                      <a:pt x="0" y="9"/>
                      <a:pt x="0" y="9"/>
                      <a:pt x="0" y="9"/>
                    </a:cubicBezTo>
                    <a:cubicBezTo>
                      <a:pt x="9" y="9"/>
                      <a:pt x="9" y="9"/>
                      <a:pt x="9" y="9"/>
                    </a:cubicBezTo>
                    <a:cubicBezTo>
                      <a:pt x="9" y="30"/>
                      <a:pt x="9" y="30"/>
                      <a:pt x="9" y="30"/>
                    </a:cubicBezTo>
                    <a:lnTo>
                      <a:pt x="4" y="30"/>
                    </a:lnTo>
                    <a:close/>
                    <a:moveTo>
                      <a:pt x="6" y="6"/>
                    </a:moveTo>
                    <a:cubicBezTo>
                      <a:pt x="4" y="6"/>
                      <a:pt x="3" y="5"/>
                      <a:pt x="3" y="3"/>
                    </a:cubicBezTo>
                    <a:cubicBezTo>
                      <a:pt x="3" y="1"/>
                      <a:pt x="4" y="0"/>
                      <a:pt x="6" y="0"/>
                    </a:cubicBezTo>
                    <a:cubicBezTo>
                      <a:pt x="8" y="0"/>
                      <a:pt x="9" y="1"/>
                      <a:pt x="9" y="3"/>
                    </a:cubicBezTo>
                    <a:cubicBezTo>
                      <a:pt x="9" y="5"/>
                      <a:pt x="8" y="6"/>
                      <a:pt x="6" y="6"/>
                    </a:cubicBezTo>
                  </a:path>
                </a:pathLst>
              </a:custGeom>
              <a:grpFill/>
              <a:ln>
                <a:noFill/>
              </a:ln>
              <a:extLst/>
            </p:spPr>
            <p:txBody>
              <a:bodyPr/>
              <a:lstStyle/>
              <a:p>
                <a:pPr defTabSz="457200">
                  <a:defRPr/>
                </a:pPr>
                <a:endParaRPr lang="en-AU"/>
              </a:p>
            </p:txBody>
          </p:sp>
          <p:sp>
            <p:nvSpPr>
              <p:cNvPr id="34" name="Freeform 33"/>
              <p:cNvSpPr>
                <a:spLocks/>
              </p:cNvSpPr>
              <p:nvPr/>
            </p:nvSpPr>
            <p:spPr bwMode="auto">
              <a:xfrm>
                <a:off x="4013200" y="5997575"/>
                <a:ext cx="39687" cy="66675"/>
              </a:xfrm>
              <a:custGeom>
                <a:avLst/>
                <a:gdLst>
                  <a:gd name="T0" fmla="*/ 11 w 12"/>
                  <a:gd name="T1" fmla="*/ 5 h 21"/>
                  <a:gd name="T2" fmla="*/ 9 w 12"/>
                  <a:gd name="T3" fmla="*/ 5 h 21"/>
                  <a:gd name="T4" fmla="*/ 5 w 12"/>
                  <a:gd name="T5" fmla="*/ 8 h 21"/>
                  <a:gd name="T6" fmla="*/ 5 w 12"/>
                  <a:gd name="T7" fmla="*/ 21 h 21"/>
                  <a:gd name="T8" fmla="*/ 0 w 12"/>
                  <a:gd name="T9" fmla="*/ 21 h 21"/>
                  <a:gd name="T10" fmla="*/ 0 w 12"/>
                  <a:gd name="T11" fmla="*/ 0 h 21"/>
                  <a:gd name="T12" fmla="*/ 4 w 12"/>
                  <a:gd name="T13" fmla="*/ 0 h 21"/>
                  <a:gd name="T14" fmla="*/ 4 w 12"/>
                  <a:gd name="T15" fmla="*/ 4 h 21"/>
                  <a:gd name="T16" fmla="*/ 10 w 12"/>
                  <a:gd name="T17" fmla="*/ 0 h 21"/>
                  <a:gd name="T18" fmla="*/ 12 w 12"/>
                  <a:gd name="T19" fmla="*/ 0 h 21"/>
                  <a:gd name="T20" fmla="*/ 11 w 12"/>
                  <a:gd name="T21"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1">
                    <a:moveTo>
                      <a:pt x="11" y="5"/>
                    </a:moveTo>
                    <a:cubicBezTo>
                      <a:pt x="11" y="5"/>
                      <a:pt x="10" y="5"/>
                      <a:pt x="9" y="5"/>
                    </a:cubicBezTo>
                    <a:cubicBezTo>
                      <a:pt x="8" y="5"/>
                      <a:pt x="7" y="6"/>
                      <a:pt x="5" y="8"/>
                    </a:cubicBezTo>
                    <a:cubicBezTo>
                      <a:pt x="5" y="21"/>
                      <a:pt x="5" y="21"/>
                      <a:pt x="5" y="21"/>
                    </a:cubicBezTo>
                    <a:cubicBezTo>
                      <a:pt x="0" y="21"/>
                      <a:pt x="0" y="21"/>
                      <a:pt x="0" y="21"/>
                    </a:cubicBezTo>
                    <a:cubicBezTo>
                      <a:pt x="0" y="0"/>
                      <a:pt x="0" y="0"/>
                      <a:pt x="0" y="0"/>
                    </a:cubicBezTo>
                    <a:cubicBezTo>
                      <a:pt x="4" y="0"/>
                      <a:pt x="4" y="0"/>
                      <a:pt x="4" y="0"/>
                    </a:cubicBezTo>
                    <a:cubicBezTo>
                      <a:pt x="4" y="4"/>
                      <a:pt x="4" y="4"/>
                      <a:pt x="4" y="4"/>
                    </a:cubicBezTo>
                    <a:cubicBezTo>
                      <a:pt x="6" y="1"/>
                      <a:pt x="8" y="0"/>
                      <a:pt x="10" y="0"/>
                    </a:cubicBezTo>
                    <a:cubicBezTo>
                      <a:pt x="11" y="0"/>
                      <a:pt x="11" y="0"/>
                      <a:pt x="12" y="0"/>
                    </a:cubicBezTo>
                    <a:lnTo>
                      <a:pt x="11" y="5"/>
                    </a:lnTo>
                    <a:close/>
                  </a:path>
                </a:pathLst>
              </a:custGeom>
              <a:grpFill/>
              <a:ln>
                <a:noFill/>
              </a:ln>
              <a:extLst/>
            </p:spPr>
            <p:txBody>
              <a:bodyPr/>
              <a:lstStyle/>
              <a:p>
                <a:pPr defTabSz="457200">
                  <a:defRPr/>
                </a:pPr>
                <a:endParaRPr lang="en-AU"/>
              </a:p>
            </p:txBody>
          </p:sp>
          <p:sp>
            <p:nvSpPr>
              <p:cNvPr id="35" name="Freeform 34"/>
              <p:cNvSpPr>
                <a:spLocks noEditPoints="1"/>
              </p:cNvSpPr>
              <p:nvPr/>
            </p:nvSpPr>
            <p:spPr bwMode="auto">
              <a:xfrm>
                <a:off x="4062413" y="5997575"/>
                <a:ext cx="66675" cy="66675"/>
              </a:xfrm>
              <a:custGeom>
                <a:avLst/>
                <a:gdLst>
                  <a:gd name="T0" fmla="*/ 10 w 21"/>
                  <a:gd name="T1" fmla="*/ 21 h 21"/>
                  <a:gd name="T2" fmla="*/ 0 w 21"/>
                  <a:gd name="T3" fmla="*/ 11 h 21"/>
                  <a:gd name="T4" fmla="*/ 10 w 21"/>
                  <a:gd name="T5" fmla="*/ 0 h 21"/>
                  <a:gd name="T6" fmla="*/ 21 w 21"/>
                  <a:gd name="T7" fmla="*/ 10 h 21"/>
                  <a:gd name="T8" fmla="*/ 10 w 21"/>
                  <a:gd name="T9" fmla="*/ 21 h 21"/>
                  <a:gd name="T10" fmla="*/ 10 w 21"/>
                  <a:gd name="T11" fmla="*/ 4 h 21"/>
                  <a:gd name="T12" fmla="*/ 5 w 21"/>
                  <a:gd name="T13" fmla="*/ 10 h 21"/>
                  <a:gd name="T14" fmla="*/ 10 w 21"/>
                  <a:gd name="T15" fmla="*/ 17 h 21"/>
                  <a:gd name="T16" fmla="*/ 15 w 21"/>
                  <a:gd name="T17" fmla="*/ 11 h 21"/>
                  <a:gd name="T18" fmla="*/ 10 w 21"/>
                  <a:gd name="T19"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1">
                    <a:moveTo>
                      <a:pt x="10" y="21"/>
                    </a:moveTo>
                    <a:cubicBezTo>
                      <a:pt x="3" y="21"/>
                      <a:pt x="0" y="17"/>
                      <a:pt x="0" y="11"/>
                    </a:cubicBezTo>
                    <a:cubicBezTo>
                      <a:pt x="0" y="4"/>
                      <a:pt x="3" y="0"/>
                      <a:pt x="10" y="0"/>
                    </a:cubicBezTo>
                    <a:cubicBezTo>
                      <a:pt x="17" y="0"/>
                      <a:pt x="21" y="4"/>
                      <a:pt x="21" y="10"/>
                    </a:cubicBezTo>
                    <a:cubicBezTo>
                      <a:pt x="21" y="17"/>
                      <a:pt x="17" y="21"/>
                      <a:pt x="10" y="21"/>
                    </a:cubicBezTo>
                    <a:moveTo>
                      <a:pt x="10" y="4"/>
                    </a:moveTo>
                    <a:cubicBezTo>
                      <a:pt x="7" y="4"/>
                      <a:pt x="5" y="7"/>
                      <a:pt x="5" y="10"/>
                    </a:cubicBezTo>
                    <a:cubicBezTo>
                      <a:pt x="5" y="14"/>
                      <a:pt x="6" y="17"/>
                      <a:pt x="10" y="17"/>
                    </a:cubicBezTo>
                    <a:cubicBezTo>
                      <a:pt x="14" y="17"/>
                      <a:pt x="15" y="14"/>
                      <a:pt x="15" y="11"/>
                    </a:cubicBezTo>
                    <a:cubicBezTo>
                      <a:pt x="15" y="6"/>
                      <a:pt x="14" y="4"/>
                      <a:pt x="10" y="4"/>
                    </a:cubicBezTo>
                  </a:path>
                </a:pathLst>
              </a:custGeom>
              <a:grpFill/>
              <a:ln>
                <a:noFill/>
              </a:ln>
              <a:extLst/>
            </p:spPr>
            <p:txBody>
              <a:bodyPr/>
              <a:lstStyle/>
              <a:p>
                <a:pPr defTabSz="457200">
                  <a:defRPr/>
                </a:pPr>
                <a:endParaRPr lang="en-AU"/>
              </a:p>
            </p:txBody>
          </p:sp>
          <p:sp>
            <p:nvSpPr>
              <p:cNvPr id="2" name="Oval 35"/>
              <p:cNvSpPr>
                <a:spLocks noChangeArrowheads="1"/>
              </p:cNvSpPr>
              <p:nvPr/>
            </p:nvSpPr>
            <p:spPr bwMode="auto">
              <a:xfrm>
                <a:off x="4141788" y="6042025"/>
                <a:ext cx="19050" cy="22225"/>
              </a:xfrm>
              <a:prstGeom prst="ellipse">
                <a:avLst/>
              </a:prstGeom>
              <a:grpFill/>
              <a:ln>
                <a:noFill/>
              </a:ln>
              <a:extLst/>
            </p:spPr>
            <p:txBody>
              <a:bodyPr/>
              <a:lstStyle/>
              <a:p>
                <a:pPr defTabSz="457200">
                  <a:defRPr/>
                </a:pPr>
                <a:endParaRPr lang="en-AU"/>
              </a:p>
            </p:txBody>
          </p:sp>
          <p:sp>
            <p:nvSpPr>
              <p:cNvPr id="37" name="Freeform 36"/>
              <p:cNvSpPr>
                <a:spLocks noEditPoints="1"/>
              </p:cNvSpPr>
              <p:nvPr/>
            </p:nvSpPr>
            <p:spPr bwMode="auto">
              <a:xfrm>
                <a:off x="4176713" y="5997575"/>
                <a:ext cx="57150" cy="66675"/>
              </a:xfrm>
              <a:custGeom>
                <a:avLst/>
                <a:gdLst>
                  <a:gd name="T0" fmla="*/ 14 w 18"/>
                  <a:gd name="T1" fmla="*/ 21 h 21"/>
                  <a:gd name="T2" fmla="*/ 13 w 18"/>
                  <a:gd name="T3" fmla="*/ 19 h 21"/>
                  <a:gd name="T4" fmla="*/ 7 w 18"/>
                  <a:gd name="T5" fmla="*/ 21 h 21"/>
                  <a:gd name="T6" fmla="*/ 0 w 18"/>
                  <a:gd name="T7" fmla="*/ 15 h 21"/>
                  <a:gd name="T8" fmla="*/ 10 w 18"/>
                  <a:gd name="T9" fmla="*/ 8 h 21"/>
                  <a:gd name="T10" fmla="*/ 13 w 18"/>
                  <a:gd name="T11" fmla="*/ 8 h 21"/>
                  <a:gd name="T12" fmla="*/ 13 w 18"/>
                  <a:gd name="T13" fmla="*/ 7 h 21"/>
                  <a:gd name="T14" fmla="*/ 8 w 18"/>
                  <a:gd name="T15" fmla="*/ 4 h 21"/>
                  <a:gd name="T16" fmla="*/ 2 w 18"/>
                  <a:gd name="T17" fmla="*/ 5 h 21"/>
                  <a:gd name="T18" fmla="*/ 2 w 18"/>
                  <a:gd name="T19" fmla="*/ 1 h 21"/>
                  <a:gd name="T20" fmla="*/ 9 w 18"/>
                  <a:gd name="T21" fmla="*/ 0 h 21"/>
                  <a:gd name="T22" fmla="*/ 18 w 18"/>
                  <a:gd name="T23" fmla="*/ 7 h 21"/>
                  <a:gd name="T24" fmla="*/ 18 w 18"/>
                  <a:gd name="T25" fmla="*/ 21 h 21"/>
                  <a:gd name="T26" fmla="*/ 14 w 18"/>
                  <a:gd name="T27" fmla="*/ 21 h 21"/>
                  <a:gd name="T28" fmla="*/ 13 w 18"/>
                  <a:gd name="T29" fmla="*/ 12 h 21"/>
                  <a:gd name="T30" fmla="*/ 10 w 18"/>
                  <a:gd name="T31" fmla="*/ 12 h 21"/>
                  <a:gd name="T32" fmla="*/ 5 w 18"/>
                  <a:gd name="T33" fmla="*/ 15 h 21"/>
                  <a:gd name="T34" fmla="*/ 8 w 18"/>
                  <a:gd name="T35" fmla="*/ 17 h 21"/>
                  <a:gd name="T36" fmla="*/ 13 w 18"/>
                  <a:gd name="T37" fmla="*/ 15 h 21"/>
                  <a:gd name="T38" fmla="*/ 13 w 18"/>
                  <a:gd name="T39"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1">
                    <a:moveTo>
                      <a:pt x="14" y="21"/>
                    </a:moveTo>
                    <a:cubicBezTo>
                      <a:pt x="13" y="19"/>
                      <a:pt x="13" y="19"/>
                      <a:pt x="13" y="19"/>
                    </a:cubicBezTo>
                    <a:cubicBezTo>
                      <a:pt x="12" y="20"/>
                      <a:pt x="10" y="21"/>
                      <a:pt x="7" y="21"/>
                    </a:cubicBezTo>
                    <a:cubicBezTo>
                      <a:pt x="3" y="21"/>
                      <a:pt x="0" y="19"/>
                      <a:pt x="0" y="15"/>
                    </a:cubicBezTo>
                    <a:cubicBezTo>
                      <a:pt x="0" y="10"/>
                      <a:pt x="4" y="8"/>
                      <a:pt x="10" y="8"/>
                    </a:cubicBezTo>
                    <a:cubicBezTo>
                      <a:pt x="13" y="8"/>
                      <a:pt x="13" y="8"/>
                      <a:pt x="13" y="8"/>
                    </a:cubicBezTo>
                    <a:cubicBezTo>
                      <a:pt x="13" y="7"/>
                      <a:pt x="13" y="7"/>
                      <a:pt x="13" y="7"/>
                    </a:cubicBezTo>
                    <a:cubicBezTo>
                      <a:pt x="13" y="5"/>
                      <a:pt x="12" y="4"/>
                      <a:pt x="8" y="4"/>
                    </a:cubicBezTo>
                    <a:cubicBezTo>
                      <a:pt x="6" y="4"/>
                      <a:pt x="4" y="4"/>
                      <a:pt x="2" y="5"/>
                    </a:cubicBezTo>
                    <a:cubicBezTo>
                      <a:pt x="2" y="1"/>
                      <a:pt x="2" y="1"/>
                      <a:pt x="2" y="1"/>
                    </a:cubicBezTo>
                    <a:cubicBezTo>
                      <a:pt x="4" y="0"/>
                      <a:pt x="6" y="0"/>
                      <a:pt x="9" y="0"/>
                    </a:cubicBezTo>
                    <a:cubicBezTo>
                      <a:pt x="15" y="0"/>
                      <a:pt x="18" y="2"/>
                      <a:pt x="18" y="7"/>
                    </a:cubicBezTo>
                    <a:cubicBezTo>
                      <a:pt x="18" y="21"/>
                      <a:pt x="18" y="21"/>
                      <a:pt x="18" y="21"/>
                    </a:cubicBezTo>
                    <a:lnTo>
                      <a:pt x="14" y="21"/>
                    </a:lnTo>
                    <a:close/>
                    <a:moveTo>
                      <a:pt x="13" y="12"/>
                    </a:moveTo>
                    <a:cubicBezTo>
                      <a:pt x="10" y="12"/>
                      <a:pt x="10" y="12"/>
                      <a:pt x="10" y="12"/>
                    </a:cubicBezTo>
                    <a:cubicBezTo>
                      <a:pt x="7" y="12"/>
                      <a:pt x="5" y="13"/>
                      <a:pt x="5" y="15"/>
                    </a:cubicBezTo>
                    <a:cubicBezTo>
                      <a:pt x="5" y="16"/>
                      <a:pt x="6" y="17"/>
                      <a:pt x="8" y="17"/>
                    </a:cubicBezTo>
                    <a:cubicBezTo>
                      <a:pt x="10" y="17"/>
                      <a:pt x="11" y="17"/>
                      <a:pt x="13" y="15"/>
                    </a:cubicBezTo>
                    <a:lnTo>
                      <a:pt x="13" y="12"/>
                    </a:lnTo>
                    <a:close/>
                  </a:path>
                </a:pathLst>
              </a:custGeom>
              <a:grpFill/>
              <a:ln>
                <a:noFill/>
              </a:ln>
              <a:extLst/>
            </p:spPr>
            <p:txBody>
              <a:bodyPr/>
              <a:lstStyle/>
              <a:p>
                <a:pPr defTabSz="457200">
                  <a:defRPr/>
                </a:pPr>
                <a:endParaRPr lang="en-AU"/>
              </a:p>
            </p:txBody>
          </p:sp>
          <p:sp>
            <p:nvSpPr>
              <p:cNvPr id="38" name="Freeform 37"/>
              <p:cNvSpPr>
                <a:spLocks/>
              </p:cNvSpPr>
              <p:nvPr/>
            </p:nvSpPr>
            <p:spPr bwMode="auto">
              <a:xfrm>
                <a:off x="4252913" y="5997575"/>
                <a:ext cx="57150" cy="66675"/>
              </a:xfrm>
              <a:custGeom>
                <a:avLst/>
                <a:gdLst>
                  <a:gd name="T0" fmla="*/ 14 w 18"/>
                  <a:gd name="T1" fmla="*/ 21 h 21"/>
                  <a:gd name="T2" fmla="*/ 14 w 18"/>
                  <a:gd name="T3" fmla="*/ 18 h 21"/>
                  <a:gd name="T4" fmla="*/ 7 w 18"/>
                  <a:gd name="T5" fmla="*/ 21 h 21"/>
                  <a:gd name="T6" fmla="*/ 0 w 18"/>
                  <a:gd name="T7" fmla="*/ 13 h 21"/>
                  <a:gd name="T8" fmla="*/ 0 w 18"/>
                  <a:gd name="T9" fmla="*/ 0 h 21"/>
                  <a:gd name="T10" fmla="*/ 5 w 18"/>
                  <a:gd name="T11" fmla="*/ 0 h 21"/>
                  <a:gd name="T12" fmla="*/ 5 w 18"/>
                  <a:gd name="T13" fmla="*/ 12 h 21"/>
                  <a:gd name="T14" fmla="*/ 8 w 18"/>
                  <a:gd name="T15" fmla="*/ 17 h 21"/>
                  <a:gd name="T16" fmla="*/ 13 w 18"/>
                  <a:gd name="T17" fmla="*/ 14 h 21"/>
                  <a:gd name="T18" fmla="*/ 13 w 18"/>
                  <a:gd name="T19" fmla="*/ 0 h 21"/>
                  <a:gd name="T20" fmla="*/ 18 w 18"/>
                  <a:gd name="T21" fmla="*/ 0 h 21"/>
                  <a:gd name="T22" fmla="*/ 18 w 18"/>
                  <a:gd name="T23" fmla="*/ 21 h 21"/>
                  <a:gd name="T24" fmla="*/ 14 w 18"/>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1">
                    <a:moveTo>
                      <a:pt x="14" y="21"/>
                    </a:moveTo>
                    <a:cubicBezTo>
                      <a:pt x="14" y="18"/>
                      <a:pt x="14" y="18"/>
                      <a:pt x="14" y="18"/>
                    </a:cubicBezTo>
                    <a:cubicBezTo>
                      <a:pt x="12" y="20"/>
                      <a:pt x="10" y="21"/>
                      <a:pt x="7" y="21"/>
                    </a:cubicBezTo>
                    <a:cubicBezTo>
                      <a:pt x="2" y="21"/>
                      <a:pt x="0" y="18"/>
                      <a:pt x="0" y="13"/>
                    </a:cubicBezTo>
                    <a:cubicBezTo>
                      <a:pt x="0" y="0"/>
                      <a:pt x="0" y="0"/>
                      <a:pt x="0" y="0"/>
                    </a:cubicBezTo>
                    <a:cubicBezTo>
                      <a:pt x="5" y="0"/>
                      <a:pt x="5" y="0"/>
                      <a:pt x="5" y="0"/>
                    </a:cubicBezTo>
                    <a:cubicBezTo>
                      <a:pt x="5" y="12"/>
                      <a:pt x="5" y="12"/>
                      <a:pt x="5" y="12"/>
                    </a:cubicBezTo>
                    <a:cubicBezTo>
                      <a:pt x="5" y="15"/>
                      <a:pt x="6" y="17"/>
                      <a:pt x="8" y="17"/>
                    </a:cubicBezTo>
                    <a:cubicBezTo>
                      <a:pt x="10" y="17"/>
                      <a:pt x="11" y="16"/>
                      <a:pt x="13" y="14"/>
                    </a:cubicBezTo>
                    <a:cubicBezTo>
                      <a:pt x="13" y="0"/>
                      <a:pt x="13" y="0"/>
                      <a:pt x="13" y="0"/>
                    </a:cubicBezTo>
                    <a:cubicBezTo>
                      <a:pt x="18" y="0"/>
                      <a:pt x="18" y="0"/>
                      <a:pt x="18" y="0"/>
                    </a:cubicBezTo>
                    <a:cubicBezTo>
                      <a:pt x="18" y="21"/>
                      <a:pt x="18" y="21"/>
                      <a:pt x="18" y="21"/>
                    </a:cubicBezTo>
                    <a:lnTo>
                      <a:pt x="14" y="21"/>
                    </a:lnTo>
                    <a:close/>
                  </a:path>
                </a:pathLst>
              </a:custGeom>
              <a:grpFill/>
              <a:ln>
                <a:noFill/>
              </a:ln>
              <a:extLst/>
            </p:spPr>
            <p:txBody>
              <a:bodyPr/>
              <a:lstStyle/>
              <a:p>
                <a:pPr defTabSz="457200">
                  <a:defRPr/>
                </a:pPr>
                <a:endParaRPr lang="en-AU"/>
              </a:p>
            </p:txBody>
          </p:sp>
        </p:grpSp>
      </p:gr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lvl1pPr>
              <a:defRPr sz="24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4" name="Footer Placeholder 4"/>
          <p:cNvSpPr>
            <a:spLocks noGrp="1"/>
          </p:cNvSpPr>
          <p:nvPr>
            <p:ph type="ftr" sz="quarter" idx="10"/>
          </p:nvPr>
        </p:nvSpPr>
        <p:spPr/>
        <p:txBody>
          <a:bodyPr/>
          <a:lstStyle>
            <a:lvl1pPr>
              <a:defRPr/>
            </a:lvl1pPr>
          </a:lstStyle>
          <a:p>
            <a:r>
              <a:rPr lang="en-AU" smtClean="0"/>
              <a:t>OGC - SWE DWG - 2015-09-16</a:t>
            </a:r>
            <a:endParaRPr lang="en-AU" dirty="0"/>
          </a:p>
        </p:txBody>
      </p:sp>
      <p:sp>
        <p:nvSpPr>
          <p:cNvPr id="5" name="Slide Number Placeholder 17"/>
          <p:cNvSpPr>
            <a:spLocks noGrp="1"/>
          </p:cNvSpPr>
          <p:nvPr>
            <p:ph type="sldNum" sz="quarter" idx="11"/>
          </p:nvPr>
        </p:nvSpPr>
        <p:spPr/>
        <p:txBody>
          <a:bodyPr/>
          <a:lstStyle>
            <a:lvl1pPr>
              <a:defRPr/>
            </a:lvl1pPr>
          </a:lstStyle>
          <a:p>
            <a:pPr>
              <a:defRPr/>
            </a:pPr>
            <a:fld id="{A111B642-03BA-413E-9BF3-A9DB15D631A2}" type="slidenum">
              <a:rPr lang="en-AU"/>
              <a:pPr>
                <a:defRPr/>
              </a:pPr>
              <a:t>‹#›</a:t>
            </a:fld>
            <a:r>
              <a:rPr lang="en-AU" dirty="0"/>
              <a:t>  |</a:t>
            </a:r>
          </a:p>
        </p:txBody>
      </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AU" dirty="0"/>
          </a:p>
        </p:txBody>
      </p:sp>
      <p:sp>
        <p:nvSpPr>
          <p:cNvPr id="3" name="Content Placeholder 2"/>
          <p:cNvSpPr>
            <a:spLocks noGrp="1"/>
          </p:cNvSpPr>
          <p:nvPr>
            <p:ph idx="1"/>
          </p:nvPr>
        </p:nvSpPr>
        <p:spPr/>
        <p:txBody>
          <a:bodyPr numCol="2" spcCol="360000"/>
          <a:lstStyle>
            <a:lvl1pPr>
              <a:defRPr sz="24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4"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17"/>
          <p:cNvSpPr>
            <a:spLocks noGrp="1"/>
          </p:cNvSpPr>
          <p:nvPr>
            <p:ph type="sldNum" sz="quarter" idx="11"/>
          </p:nvPr>
        </p:nvSpPr>
        <p:spPr/>
        <p:txBody>
          <a:bodyPr/>
          <a:lstStyle>
            <a:lvl1pPr>
              <a:defRPr/>
            </a:lvl1pPr>
          </a:lstStyle>
          <a:p>
            <a:pPr>
              <a:defRPr/>
            </a:pPr>
            <a:fld id="{C1B567E1-F98A-4884-8788-C7EA2286B307}" type="slidenum">
              <a:rPr lang="en-AU"/>
              <a:pPr>
                <a:defRPr/>
              </a:pPr>
              <a:t>‹#›</a:t>
            </a:fld>
            <a:r>
              <a:rPr lang="en-AU" dirty="0"/>
              <a:t>  |</a:t>
            </a:r>
          </a:p>
        </p:txBody>
      </p:sp>
    </p:spTree>
  </p:cSld>
  <p:clrMapOvr>
    <a:masterClrMapping/>
  </p:clrMapOvr>
  <p:transition xmlns:p14="http://schemas.microsoft.com/office/powerpoint/2010/mai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400"/>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6" name="Text Placeholder 7"/>
          <p:cNvSpPr>
            <a:spLocks noGrp="1"/>
          </p:cNvSpPr>
          <p:nvPr>
            <p:ph type="body" sz="quarter" idx="13"/>
          </p:nvPr>
        </p:nvSpPr>
        <p:spPr>
          <a:xfrm>
            <a:off x="360363" y="270000"/>
            <a:ext cx="8460000" cy="853200"/>
          </a:xfrm>
        </p:spPr>
        <p:txBody>
          <a:bodyPr>
            <a:normAutofit/>
          </a:bodyPr>
          <a:lstStyle>
            <a:lvl1pPr marL="0" indent="0">
              <a:lnSpc>
                <a:spcPct val="100000"/>
              </a:lnSpc>
              <a:spcBef>
                <a:spcPts val="0"/>
              </a:spcBef>
              <a:spcAft>
                <a:spcPts val="300"/>
              </a:spcAft>
              <a:buNone/>
              <a:defRPr sz="3200" b="1">
                <a:solidFill>
                  <a:schemeClr val="accent2"/>
                </a:solidFill>
              </a:defRPr>
            </a:lvl1pPr>
            <a:lvl2pPr marL="0" indent="0">
              <a:lnSpc>
                <a:spcPct val="80000"/>
              </a:lnSpc>
              <a:spcBef>
                <a:spcPts val="0"/>
              </a:spcBef>
              <a:buNone/>
              <a:defRPr sz="2200" b="1">
                <a:solidFill>
                  <a:schemeClr val="accent1">
                    <a:lumMod val="75000"/>
                  </a:schemeClr>
                </a:solidFill>
              </a:defRPr>
            </a:lvl2pPr>
            <a:lvl3pPr>
              <a:buNone/>
              <a:defRPr sz="2800">
                <a:solidFill>
                  <a:srgbClr val="00A9CE"/>
                </a:solidFill>
              </a:defRPr>
            </a:lvl3pPr>
            <a:lvl4pPr>
              <a:buNone/>
              <a:defRPr sz="2800">
                <a:solidFill>
                  <a:srgbClr val="00A9CE"/>
                </a:solidFill>
              </a:defRPr>
            </a:lvl4pPr>
            <a:lvl5pPr>
              <a:buNone/>
              <a:defRPr sz="2800">
                <a:solidFill>
                  <a:srgbClr val="00A9CE"/>
                </a:solidFill>
              </a:defRPr>
            </a:lvl5pPr>
          </a:lstStyle>
          <a:p>
            <a:pPr lvl="0"/>
            <a:r>
              <a:rPr lang="en-US" smtClean="0"/>
              <a:t>Click to edit Master text styles</a:t>
            </a:r>
          </a:p>
          <a:p>
            <a:pPr lvl="1"/>
            <a:r>
              <a:rPr lang="en-US" smtClean="0"/>
              <a:t>Second level</a:t>
            </a:r>
          </a:p>
        </p:txBody>
      </p:sp>
      <p:sp>
        <p:nvSpPr>
          <p:cNvPr id="4" name="Footer Placeholder 4"/>
          <p:cNvSpPr>
            <a:spLocks noGrp="1"/>
          </p:cNvSpPr>
          <p:nvPr>
            <p:ph type="ftr" sz="quarter" idx="14"/>
          </p:nvPr>
        </p:nvSpPr>
        <p:spPr/>
        <p:txBody>
          <a:bodyPr/>
          <a:lstStyle>
            <a:lvl1pPr>
              <a:defRPr/>
            </a:lvl1pPr>
          </a:lstStyle>
          <a:p>
            <a:r>
              <a:rPr lang="en-AU" smtClean="0"/>
              <a:t>OGC - SWE DWG - 2015-09-16</a:t>
            </a:r>
            <a:endParaRPr lang="en-AU"/>
          </a:p>
        </p:txBody>
      </p:sp>
      <p:sp>
        <p:nvSpPr>
          <p:cNvPr id="5" name="Slide Number Placeholder 17"/>
          <p:cNvSpPr>
            <a:spLocks noGrp="1"/>
          </p:cNvSpPr>
          <p:nvPr>
            <p:ph type="sldNum" sz="quarter" idx="15"/>
          </p:nvPr>
        </p:nvSpPr>
        <p:spPr/>
        <p:txBody>
          <a:bodyPr/>
          <a:lstStyle>
            <a:lvl1pPr>
              <a:defRPr/>
            </a:lvl1pPr>
          </a:lstStyle>
          <a:p>
            <a:pPr>
              <a:defRPr/>
            </a:pPr>
            <a:fld id="{D844F3ED-1BEA-45E1-BB5A-D5272E67B4CE}" type="slidenum">
              <a:rPr lang="en-AU"/>
              <a:pPr>
                <a:defRPr/>
              </a:pPr>
              <a:t>‹#›</a:t>
            </a:fld>
            <a:r>
              <a:rPr lang="en-AU" dirty="0"/>
              <a:t>  |</a:t>
            </a:r>
          </a:p>
        </p:txBody>
      </p:sp>
    </p:spTree>
  </p:cSld>
  <p:clrMapOvr>
    <a:masterClrMapping/>
  </p:clrMapOvr>
  <p:transition xmlns:p14="http://schemas.microsoft.com/office/powerpoint/2010/mai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358775" y="1268413"/>
            <a:ext cx="4038600" cy="4525963"/>
          </a:xfrm>
        </p:spPr>
        <p:txBody>
          <a:bodyPr/>
          <a:lstStyle>
            <a:lvl1pPr>
              <a:defRPr sz="2400"/>
            </a:lvl1pPr>
            <a:lvl2pPr>
              <a:defRPr sz="2000"/>
            </a:lvl2pPr>
            <a:lvl3pPr>
              <a:defRPr sz="2000"/>
            </a:lvl3pPr>
            <a:lvl4pPr>
              <a:defRPr sz="20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4" name="Content Placeholder 3"/>
          <p:cNvSpPr>
            <a:spLocks noGrp="1"/>
          </p:cNvSpPr>
          <p:nvPr>
            <p:ph sz="half" idx="2"/>
          </p:nvPr>
        </p:nvSpPr>
        <p:spPr>
          <a:xfrm>
            <a:off x="4781550" y="1268413"/>
            <a:ext cx="4038600" cy="4525963"/>
          </a:xfrm>
        </p:spPr>
        <p:txBody>
          <a:bodyPr/>
          <a:lstStyle>
            <a:lvl1pPr>
              <a:defRPr sz="2400"/>
            </a:lvl1pPr>
            <a:lvl2pPr>
              <a:defRPr sz="2000"/>
            </a:lvl2pPr>
            <a:lvl3pPr>
              <a:defRPr sz="2000"/>
            </a:lvl3pPr>
            <a:lvl4pPr>
              <a:defRPr sz="20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17"/>
          <p:cNvSpPr>
            <a:spLocks noGrp="1"/>
          </p:cNvSpPr>
          <p:nvPr>
            <p:ph type="sldNum" sz="quarter" idx="11"/>
          </p:nvPr>
        </p:nvSpPr>
        <p:spPr/>
        <p:txBody>
          <a:bodyPr/>
          <a:lstStyle>
            <a:lvl1pPr>
              <a:defRPr/>
            </a:lvl1pPr>
          </a:lstStyle>
          <a:p>
            <a:pPr>
              <a:defRPr/>
            </a:pPr>
            <a:fld id="{EFDC2610-573F-409D-8EEB-77423E5DF58A}" type="slidenum">
              <a:rPr lang="en-AU"/>
              <a:pPr>
                <a:defRPr/>
              </a:pPr>
              <a:t>‹#›</a:t>
            </a:fld>
            <a:r>
              <a:rPr lang="en-AU" dirty="0"/>
              <a:t>  |</a:t>
            </a:r>
          </a:p>
        </p:txBody>
      </p:sp>
    </p:spTree>
  </p:cSld>
  <p:clrMapOvr>
    <a:masterClrMapping/>
  </p:clrMapOvr>
  <p:transition xmlns:p14="http://schemas.microsoft.com/office/powerpoint/2010/mai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4" name="Slide Number Placeholder 17"/>
          <p:cNvSpPr>
            <a:spLocks noGrp="1"/>
          </p:cNvSpPr>
          <p:nvPr>
            <p:ph type="sldNum" sz="quarter" idx="11"/>
          </p:nvPr>
        </p:nvSpPr>
        <p:spPr/>
        <p:txBody>
          <a:bodyPr/>
          <a:lstStyle>
            <a:lvl1pPr>
              <a:defRPr/>
            </a:lvl1pPr>
          </a:lstStyle>
          <a:p>
            <a:pPr>
              <a:defRPr/>
            </a:pPr>
            <a:fld id="{5D797139-D64F-4654-960D-B46F379C7236}" type="slidenum">
              <a:rPr lang="en-AU"/>
              <a:pPr>
                <a:defRPr/>
              </a:pPr>
              <a:t>‹#›</a:t>
            </a:fld>
            <a:r>
              <a:rPr lang="en-AU" dirty="0"/>
              <a:t>  |</a:t>
            </a:r>
          </a:p>
        </p:txBody>
      </p:sp>
    </p:spTree>
  </p:cSld>
  <p:clrMapOvr>
    <a:masterClrMapping/>
  </p:clrMapOvr>
  <p:transition xmlns:p14="http://schemas.microsoft.com/office/powerpoint/2010/mai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3" name="Slide Number Placeholder 17"/>
          <p:cNvSpPr>
            <a:spLocks noGrp="1"/>
          </p:cNvSpPr>
          <p:nvPr>
            <p:ph type="sldNum" sz="quarter" idx="11"/>
          </p:nvPr>
        </p:nvSpPr>
        <p:spPr/>
        <p:txBody>
          <a:bodyPr/>
          <a:lstStyle>
            <a:lvl1pPr>
              <a:defRPr/>
            </a:lvl1pPr>
          </a:lstStyle>
          <a:p>
            <a:pPr>
              <a:defRPr/>
            </a:pPr>
            <a:fld id="{AAE0F9EA-6C01-410C-8E9C-954AFAADFC7A}" type="slidenum">
              <a:rPr lang="en-AU"/>
              <a:pPr>
                <a:defRPr/>
              </a:pPr>
              <a:t>‹#›</a:t>
            </a:fld>
            <a:r>
              <a:rPr lang="en-AU" dirty="0"/>
              <a:t>  |</a:t>
            </a:r>
          </a:p>
        </p:txBody>
      </p:sp>
    </p:spTree>
  </p:cSld>
  <p:clrMapOvr>
    <a:masterClrMapping/>
  </p:clrMapOvr>
  <p:transition xmlns:p14="http://schemas.microsoft.com/office/powerpoint/2010/mai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5" name="Content Placeholder 2"/>
          <p:cNvSpPr>
            <a:spLocks noGrp="1"/>
          </p:cNvSpPr>
          <p:nvPr>
            <p:ph idx="1"/>
          </p:nvPr>
        </p:nvSpPr>
        <p:spPr>
          <a:xfrm>
            <a:off x="360000" y="1276350"/>
            <a:ext cx="8460000" cy="4559300"/>
          </a:xfrm>
        </p:spPr>
        <p:txBody>
          <a:bodyPr/>
          <a:lstStyle>
            <a:lvl1pPr>
              <a:lnSpc>
                <a:spcPct val="85000"/>
              </a:lnSpc>
              <a:spcAft>
                <a:spcPts val="0"/>
              </a:spcAft>
              <a:buFontTx/>
              <a:buNone/>
              <a:defRPr sz="4000" b="1">
                <a:solidFill>
                  <a:schemeClr val="accent1">
                    <a:lumMod val="75000"/>
                  </a:schemeClr>
                </a:solidFill>
              </a:defRPr>
            </a:lvl1pPr>
            <a:lvl2pPr marL="0" indent="0">
              <a:lnSpc>
                <a:spcPct val="85000"/>
              </a:lnSpc>
              <a:spcAft>
                <a:spcPts val="0"/>
              </a:spcAft>
              <a:buNone/>
              <a:defRPr sz="4000" b="1">
                <a:solidFill>
                  <a:schemeClr val="accent2"/>
                </a:solidFill>
              </a:defRPr>
            </a:lvl2pPr>
            <a:lvl3pPr marL="0" indent="0">
              <a:spcBef>
                <a:spcPts val="2200"/>
              </a:spcBef>
              <a:buNone/>
              <a:defRPr b="1">
                <a:solidFill>
                  <a:srgbClr val="00313C"/>
                </a:solidFill>
              </a:defRPr>
            </a:lvl3pPr>
          </a:lstStyle>
          <a:p>
            <a:pPr lvl="0"/>
            <a:r>
              <a:rPr lang="en-US" smtClean="0"/>
              <a:t>Click to edit Master text styles</a:t>
            </a:r>
          </a:p>
          <a:p>
            <a:pPr lvl="1"/>
            <a:r>
              <a:rPr lang="en-US" smtClean="0"/>
              <a:t>Second level</a:t>
            </a:r>
          </a:p>
          <a:p>
            <a:pPr lvl="2"/>
            <a:r>
              <a:rPr lang="en-US" smtClean="0"/>
              <a:t>Third level</a:t>
            </a:r>
          </a:p>
        </p:txBody>
      </p:sp>
      <p:sp>
        <p:nvSpPr>
          <p:cNvPr id="4"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17"/>
          <p:cNvSpPr>
            <a:spLocks noGrp="1"/>
          </p:cNvSpPr>
          <p:nvPr>
            <p:ph type="sldNum" sz="quarter" idx="11"/>
          </p:nvPr>
        </p:nvSpPr>
        <p:spPr/>
        <p:txBody>
          <a:bodyPr/>
          <a:lstStyle>
            <a:lvl1pPr>
              <a:defRPr/>
            </a:lvl1pPr>
          </a:lstStyle>
          <a:p>
            <a:pPr>
              <a:defRPr/>
            </a:pPr>
            <a:fld id="{76C9712D-9D14-4D50-993A-9DF224AD27BF}" type="slidenum">
              <a:rPr lang="en-AU"/>
              <a:pPr>
                <a:defRPr/>
              </a:pPr>
              <a:t>‹#›</a:t>
            </a:fld>
            <a:r>
              <a:rPr lang="en-AU" dirty="0"/>
              <a:t>  |</a:t>
            </a:r>
          </a:p>
        </p:txBody>
      </p:sp>
    </p:spTree>
  </p:cSld>
  <p:clrMapOvr>
    <a:masterClrMapping/>
  </p:clrMapOvr>
  <p:transition xmlns:p14="http://schemas.microsoft.com/office/powerpoint/2010/mai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2"/>
        </a:solidFill>
        <a:effectLst/>
      </p:bgPr>
    </p:bg>
    <p:spTree>
      <p:nvGrpSpPr>
        <p:cNvPr id="1" name=""/>
        <p:cNvGrpSpPr/>
        <p:nvPr/>
      </p:nvGrpSpPr>
      <p:grpSpPr>
        <a:xfrm>
          <a:off x="0" y="0"/>
          <a:ext cx="0" cy="0"/>
          <a:chOff x="0" y="0"/>
          <a:chExt cx="0" cy="0"/>
        </a:xfrm>
      </p:grpSpPr>
      <p:grpSp>
        <p:nvGrpSpPr>
          <p:cNvPr id="3" name="Group 14"/>
          <p:cNvGrpSpPr>
            <a:grpSpLocks/>
          </p:cNvGrpSpPr>
          <p:nvPr/>
        </p:nvGrpSpPr>
        <p:grpSpPr bwMode="auto">
          <a:xfrm>
            <a:off x="-7938" y="6056313"/>
            <a:ext cx="9161463" cy="801687"/>
            <a:chOff x="-7938" y="6056313"/>
            <a:chExt cx="9161463" cy="801687"/>
          </a:xfrm>
        </p:grpSpPr>
        <p:sp>
          <p:nvSpPr>
            <p:cNvPr id="4" name="AutoShape 4"/>
            <p:cNvSpPr>
              <a:spLocks noChangeAspect="1" noChangeArrowheads="1" noTextEdit="1"/>
            </p:cNvSpPr>
            <p:nvPr/>
          </p:nvSpPr>
          <p:spPr bwMode="auto">
            <a:xfrm>
              <a:off x="-7938" y="6056313"/>
              <a:ext cx="9161463" cy="801687"/>
            </a:xfrm>
            <a:prstGeom prst="rect">
              <a:avLst/>
            </a:prstGeom>
            <a:noFill/>
            <a:ln>
              <a:noFill/>
            </a:ln>
            <a:extLst/>
          </p:spPr>
          <p:txBody>
            <a:bodyPr/>
            <a:lstStyle/>
            <a:p>
              <a:pPr defTabSz="457200">
                <a:defRPr/>
              </a:pPr>
              <a:endParaRPr lang="en-AU"/>
            </a:p>
          </p:txBody>
        </p:sp>
        <p:grpSp>
          <p:nvGrpSpPr>
            <p:cNvPr id="5" name="Group 1"/>
            <p:cNvGrpSpPr>
              <a:grpSpLocks/>
            </p:cNvGrpSpPr>
            <p:nvPr/>
          </p:nvGrpSpPr>
          <p:grpSpPr bwMode="auto">
            <a:xfrm>
              <a:off x="1588" y="6065838"/>
              <a:ext cx="9142412" cy="690562"/>
              <a:chOff x="1495" y="6065893"/>
              <a:chExt cx="9143026" cy="690563"/>
            </a:xfrm>
          </p:grpSpPr>
          <p:sp>
            <p:nvSpPr>
              <p:cNvPr id="7" name="Freeform 8"/>
              <p:cNvSpPr>
                <a:spLocks noEditPoints="1"/>
              </p:cNvSpPr>
              <p:nvPr/>
            </p:nvSpPr>
            <p:spPr bwMode="auto">
              <a:xfrm>
                <a:off x="1495" y="6065893"/>
                <a:ext cx="9143026" cy="690563"/>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chemeClr val="accent2">
                  <a:lumMod val="75000"/>
                </a:schemeClr>
              </a:solidFill>
              <a:ln>
                <a:noFill/>
              </a:ln>
            </p:spPr>
            <p:txBody>
              <a:bodyPr/>
              <a:lstStyle/>
              <a:p>
                <a:pPr defTabSz="457200">
                  <a:defRPr/>
                </a:pPr>
                <a:endParaRPr lang="en-AU"/>
              </a:p>
            </p:txBody>
          </p:sp>
          <p:sp>
            <p:nvSpPr>
              <p:cNvPr id="8" name="Freeform 9"/>
              <p:cNvSpPr>
                <a:spLocks noEditPoints="1"/>
              </p:cNvSpPr>
              <p:nvPr/>
            </p:nvSpPr>
            <p:spPr bwMode="auto">
              <a:xfrm>
                <a:off x="1495" y="6367518"/>
                <a:ext cx="9143026" cy="388938"/>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p>
            </p:txBody>
          </p:sp>
          <p:sp>
            <p:nvSpPr>
              <p:cNvPr id="9" name="Freeform 10"/>
              <p:cNvSpPr>
                <a:spLocks/>
              </p:cNvSpPr>
              <p:nvPr/>
            </p:nvSpPr>
            <p:spPr bwMode="auto">
              <a:xfrm>
                <a:off x="1495" y="6110343"/>
                <a:ext cx="7891992" cy="298450"/>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p>
            </p:txBody>
          </p:sp>
          <p:sp>
            <p:nvSpPr>
              <p:cNvPr id="10" name="Freeform 11"/>
              <p:cNvSpPr>
                <a:spLocks/>
              </p:cNvSpPr>
              <p:nvPr/>
            </p:nvSpPr>
            <p:spPr bwMode="auto">
              <a:xfrm>
                <a:off x="7893487" y="6110343"/>
                <a:ext cx="1251034" cy="601663"/>
              </a:xfrm>
              <a:custGeom>
                <a:avLst/>
                <a:gdLst>
                  <a:gd name="T0" fmla="*/ 331 w 394"/>
                  <a:gd name="T1" fmla="*/ 0 h 189"/>
                  <a:gd name="T2" fmla="*/ 0 w 394"/>
                  <a:gd name="T3" fmla="*/ 81 h 189"/>
                  <a:gd name="T4" fmla="*/ 327 w 394"/>
                  <a:gd name="T5" fmla="*/ 189 h 189"/>
                  <a:gd name="T6" fmla="*/ 394 w 394"/>
                  <a:gd name="T7" fmla="*/ 189 h 189"/>
                  <a:gd name="T8" fmla="*/ 394 w 394"/>
                  <a:gd name="T9" fmla="*/ 0 h 189"/>
                  <a:gd name="T10" fmla="*/ 331 w 394"/>
                  <a:gd name="T11" fmla="*/ 0 h 189"/>
                </a:gdLst>
                <a:ahLst/>
                <a:cxnLst>
                  <a:cxn ang="0">
                    <a:pos x="T0" y="T1"/>
                  </a:cxn>
                  <a:cxn ang="0">
                    <a:pos x="T2" y="T3"/>
                  </a:cxn>
                  <a:cxn ang="0">
                    <a:pos x="T4" y="T5"/>
                  </a:cxn>
                  <a:cxn ang="0">
                    <a:pos x="T6" y="T7"/>
                  </a:cxn>
                  <a:cxn ang="0">
                    <a:pos x="T8" y="T9"/>
                  </a:cxn>
                  <a:cxn ang="0">
                    <a:pos x="T10" y="T11"/>
                  </a:cxn>
                </a:cxnLst>
                <a:rect l="0" t="0" r="r" b="b"/>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chemeClr val="bg1"/>
              </a:solidFill>
              <a:ln>
                <a:noFill/>
              </a:ln>
              <a:extLst/>
            </p:spPr>
            <p:txBody>
              <a:bodyPr/>
              <a:lstStyle/>
              <a:p>
                <a:pPr defTabSz="457200">
                  <a:defRPr/>
                </a:pPr>
                <a:endParaRPr lang="en-AU"/>
              </a:p>
            </p:txBody>
          </p:sp>
        </p:grpSp>
        <p:pic>
          <p:nvPicPr>
            <p:cNvPr id="6" name="Picture 78"/>
            <p:cNvPicPr>
              <a:picLocks noChangeAspect="1" noChangeArrowheads="1"/>
            </p:cNvPicPr>
            <p:nvPr/>
          </p:nvPicPr>
          <p:blipFill>
            <a:blip r:embed="rId3" cstate="print"/>
            <a:srcRect/>
            <a:stretch>
              <a:fillRect/>
            </a:stretch>
          </p:blipFill>
          <p:spPr bwMode="auto">
            <a:xfrm>
              <a:off x="8459788" y="6191250"/>
              <a:ext cx="454025" cy="454025"/>
            </a:xfrm>
            <a:prstGeom prst="rect">
              <a:avLst/>
            </a:prstGeom>
            <a:noFill/>
            <a:ln w="9525">
              <a:noFill/>
              <a:miter lim="800000"/>
              <a:headEnd/>
              <a:tailEnd/>
            </a:ln>
          </p:spPr>
        </p:pic>
      </p:grpSp>
      <p:sp>
        <p:nvSpPr>
          <p:cNvPr id="39" name="Text Placeholder 8"/>
          <p:cNvSpPr>
            <a:spLocks noGrp="1"/>
          </p:cNvSpPr>
          <p:nvPr>
            <p:ph type="body" sz="quarter" idx="10"/>
          </p:nvPr>
        </p:nvSpPr>
        <p:spPr>
          <a:xfrm>
            <a:off x="360000" y="1276350"/>
            <a:ext cx="7477125" cy="4559301"/>
          </a:xfrm>
        </p:spPr>
        <p:txBody>
          <a:bodyPr/>
          <a:lstStyle>
            <a:lvl1pPr>
              <a:spcAft>
                <a:spcPts val="0"/>
              </a:spcAft>
              <a:buFontTx/>
              <a:buNone/>
              <a:defRPr sz="4400" b="1">
                <a:solidFill>
                  <a:schemeClr val="accent1"/>
                </a:solidFill>
              </a:defRPr>
            </a:lvl1pPr>
            <a:lvl2pPr marL="0" indent="0">
              <a:lnSpc>
                <a:spcPct val="75000"/>
              </a:lnSpc>
              <a:spcAft>
                <a:spcPts val="850"/>
              </a:spcAft>
              <a:buNone/>
              <a:defRPr sz="4400" b="1">
                <a:solidFill>
                  <a:schemeClr val="bg1"/>
                </a:solidFill>
              </a:defRPr>
            </a:lvl2pPr>
            <a:lvl3pPr marL="0" indent="0">
              <a:buNone/>
              <a:defRPr sz="2200" b="1">
                <a:solidFill>
                  <a:srgbClr val="FFFFFF"/>
                </a:solidFill>
              </a:defRPr>
            </a:lvl3pPr>
          </a:lstStyle>
          <a:p>
            <a:pPr lvl="0"/>
            <a:r>
              <a:rPr lang="en-US" smtClean="0"/>
              <a:t>Click to edit Master text styles</a:t>
            </a:r>
          </a:p>
          <a:p>
            <a:pPr lvl="1"/>
            <a:r>
              <a:rPr lang="en-US" smtClean="0"/>
              <a:t>Second level</a:t>
            </a:r>
          </a:p>
          <a:p>
            <a:pPr lvl="2"/>
            <a:r>
              <a:rPr lang="en-US" smtClean="0"/>
              <a:t>Third level</a:t>
            </a:r>
          </a:p>
        </p:txBody>
      </p:sp>
      <p:sp>
        <p:nvSpPr>
          <p:cNvPr id="11" name="Footer Placeholder 3"/>
          <p:cNvSpPr>
            <a:spLocks noGrp="1"/>
          </p:cNvSpPr>
          <p:nvPr>
            <p:ph type="ftr" sz="quarter" idx="11"/>
          </p:nvPr>
        </p:nvSpPr>
        <p:spPr/>
        <p:txBody>
          <a:bodyPr/>
          <a:lstStyle>
            <a:lvl1pPr>
              <a:defRPr/>
            </a:lvl1pPr>
          </a:lstStyle>
          <a:p>
            <a:r>
              <a:rPr lang="en-AU" smtClean="0"/>
              <a:t>OGC - SWE DWG - 2015-09-16</a:t>
            </a:r>
            <a:endParaRPr lang="en-AU"/>
          </a:p>
        </p:txBody>
      </p:sp>
      <p:sp>
        <p:nvSpPr>
          <p:cNvPr id="12" name="Slide Number Placeholder 17"/>
          <p:cNvSpPr>
            <a:spLocks noGrp="1"/>
          </p:cNvSpPr>
          <p:nvPr>
            <p:ph type="sldNum" sz="quarter" idx="12"/>
          </p:nvPr>
        </p:nvSpPr>
        <p:spPr/>
        <p:txBody>
          <a:bodyPr/>
          <a:lstStyle>
            <a:lvl1pPr algn="r">
              <a:defRPr sz="900" smtClean="0">
                <a:solidFill>
                  <a:schemeClr val="bg1"/>
                </a:solidFill>
              </a:defRPr>
            </a:lvl1pPr>
          </a:lstStyle>
          <a:p>
            <a:pPr>
              <a:defRPr/>
            </a:pPr>
            <a:fld id="{44485D46-5146-4123-AF90-ABC009F0FE32}" type="slidenum">
              <a:rPr lang="en-AU"/>
              <a:pPr>
                <a:defRPr/>
              </a:pPr>
              <a:t>‹#›</a:t>
            </a:fld>
            <a:r>
              <a:rPr lang="en-AU" dirty="0"/>
              <a:t>  |</a:t>
            </a:r>
          </a:p>
        </p:txBody>
      </p:sp>
    </p:spTree>
  </p:cSld>
  <p:clrMapOvr>
    <a:overrideClrMapping bg1="lt1" tx1="dk1" bg2="lt2" tx2="dk2" accent1="accent1" accent2="accent2" accent3="accent3" accent4="accent4" accent5="accent5" accent6="accent6" hlink="hlink" folHlink="folHlink"/>
  </p:clrMapOvr>
  <p:transition xmlns:p14="http://schemas.microsoft.com/office/powerpoint/2010/mai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0808" y="1304926"/>
            <a:ext cx="8229600" cy="4932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transition xmlns:p14="http://schemas.microsoft.com/office/powerpoint/2010/mai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80921" name="Title Placeholder 1"/>
          <p:cNvSpPr>
            <a:spLocks noGrp="1"/>
          </p:cNvSpPr>
          <p:nvPr>
            <p:ph type="ctrTitle"/>
          </p:nvPr>
        </p:nvSpPr>
        <p:spPr>
          <a:xfrm>
            <a:off x="358775" y="3105150"/>
            <a:ext cx="8461375" cy="1096963"/>
          </a:xfrm>
        </p:spPr>
        <p:txBody>
          <a:bodyPr anchor="b"/>
          <a:lstStyle>
            <a:lvl1pPr>
              <a:defRPr sz="4400">
                <a:solidFill>
                  <a:schemeClr val="bg1"/>
                </a:solidFill>
              </a:defRPr>
            </a:lvl1pPr>
          </a:lstStyle>
          <a:p>
            <a:r>
              <a:rPr lang="en-AU"/>
              <a:t>Click to edit Master title style</a:t>
            </a:r>
          </a:p>
        </p:txBody>
      </p:sp>
      <p:sp>
        <p:nvSpPr>
          <p:cNvPr id="80922" name="Text Placeholder 2"/>
          <p:cNvSpPr>
            <a:spLocks noGrp="1"/>
          </p:cNvSpPr>
          <p:nvPr>
            <p:ph type="subTitle" idx="1"/>
          </p:nvPr>
        </p:nvSpPr>
        <p:spPr>
          <a:xfrm>
            <a:off x="358775" y="4257675"/>
            <a:ext cx="8461375" cy="396875"/>
          </a:xfrm>
        </p:spPr>
        <p:txBody>
          <a:bodyPr/>
          <a:lstStyle>
            <a:lvl1pPr marL="0" indent="0">
              <a:buFont typeface="Arial" charset="0"/>
              <a:buNone/>
              <a:defRPr sz="2200" b="1">
                <a:solidFill>
                  <a:schemeClr val="bg1"/>
                </a:solidFill>
              </a:defRPr>
            </a:lvl1pPr>
          </a:lstStyle>
          <a:p>
            <a:r>
              <a:rPr lang="en-AU"/>
              <a:t>Click to edit Master subtitle style</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grpSp>
        <p:nvGrpSpPr>
          <p:cNvPr id="80925" name="Group 38"/>
          <p:cNvGrpSpPr>
            <a:grpSpLocks/>
          </p:cNvGrpSpPr>
          <p:nvPr/>
        </p:nvGrpSpPr>
        <p:grpSpPr bwMode="auto">
          <a:xfrm>
            <a:off x="-26988" y="357188"/>
            <a:ext cx="9199563" cy="6500812"/>
            <a:chOff x="-26988" y="357188"/>
            <a:chExt cx="9199469" cy="6500812"/>
          </a:xfrm>
        </p:grpSpPr>
        <p:grpSp>
          <p:nvGrpSpPr>
            <p:cNvPr id="80926" name="Group 66"/>
            <p:cNvGrpSpPr>
              <a:grpSpLocks/>
            </p:cNvGrpSpPr>
            <p:nvPr/>
          </p:nvGrpSpPr>
          <p:grpSpPr bwMode="auto">
            <a:xfrm>
              <a:off x="-26988" y="357188"/>
              <a:ext cx="9178926" cy="2571750"/>
              <a:chOff x="-17463" y="357188"/>
              <a:chExt cx="9186863" cy="2571750"/>
            </a:xfrm>
          </p:grpSpPr>
          <p:sp>
            <p:nvSpPr>
              <p:cNvPr id="42" name="Freeform 17"/>
              <p:cNvSpPr>
                <a:spLocks/>
              </p:cNvSpPr>
              <p:nvPr/>
            </p:nvSpPr>
            <p:spPr bwMode="auto">
              <a:xfrm>
                <a:off x="-17463" y="1971675"/>
                <a:ext cx="9186769" cy="957263"/>
              </a:xfrm>
              <a:custGeom>
                <a:avLst/>
                <a:gdLst>
                  <a:gd name="T0" fmla="*/ 0 w 2880"/>
                  <a:gd name="T1" fmla="*/ 0 h 300"/>
                  <a:gd name="T2" fmla="*/ 372 w 2880"/>
                  <a:gd name="T3" fmla="*/ 0 h 300"/>
                  <a:gd name="T4" fmla="*/ 890 w 2880"/>
                  <a:gd name="T5" fmla="*/ 171 h 300"/>
                  <a:gd name="T6" fmla="*/ 1389 w 2880"/>
                  <a:gd name="T7" fmla="*/ 300 h 300"/>
                  <a:gd name="T8" fmla="*/ 2880 w 2880"/>
                  <a:gd name="T9" fmla="*/ 300 h 300"/>
                </a:gdLst>
                <a:ahLst/>
                <a:cxnLst>
                  <a:cxn ang="0">
                    <a:pos x="T0" y="T1"/>
                  </a:cxn>
                  <a:cxn ang="0">
                    <a:pos x="T2" y="T3"/>
                  </a:cxn>
                  <a:cxn ang="0">
                    <a:pos x="T4" y="T5"/>
                  </a:cxn>
                  <a:cxn ang="0">
                    <a:pos x="T6" y="T7"/>
                  </a:cxn>
                  <a:cxn ang="0">
                    <a:pos x="T8" y="T9"/>
                  </a:cxn>
                </a:cxnLst>
                <a:rect l="0" t="0" r="r" b="b"/>
                <a:pathLst>
                  <a:path w="2880" h="300">
                    <a:moveTo>
                      <a:pt x="0" y="0"/>
                    </a:moveTo>
                    <a:cubicBezTo>
                      <a:pt x="0" y="0"/>
                      <a:pt x="308" y="0"/>
                      <a:pt x="372" y="0"/>
                    </a:cubicBezTo>
                    <a:cubicBezTo>
                      <a:pt x="638" y="0"/>
                      <a:pt x="749" y="91"/>
                      <a:pt x="890" y="171"/>
                    </a:cubicBezTo>
                    <a:cubicBezTo>
                      <a:pt x="1011" y="240"/>
                      <a:pt x="1176" y="300"/>
                      <a:pt x="1389" y="300"/>
                    </a:cubicBezTo>
                    <a:cubicBezTo>
                      <a:pt x="2880" y="300"/>
                      <a:pt x="2880" y="300"/>
                      <a:pt x="2880" y="300"/>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2" name="Freeform 18"/>
              <p:cNvSpPr>
                <a:spLocks/>
              </p:cNvSpPr>
              <p:nvPr/>
            </p:nvSpPr>
            <p:spPr bwMode="auto">
              <a:xfrm>
                <a:off x="-17463" y="2449513"/>
                <a:ext cx="9186769" cy="479425"/>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44" name="Freeform 19"/>
              <p:cNvSpPr>
                <a:spLocks/>
              </p:cNvSpPr>
              <p:nvPr/>
            </p:nvSpPr>
            <p:spPr bwMode="auto">
              <a:xfrm>
                <a:off x="-17463" y="1655763"/>
                <a:ext cx="9186769" cy="954087"/>
              </a:xfrm>
              <a:custGeom>
                <a:avLst/>
                <a:gdLst>
                  <a:gd name="T0" fmla="*/ 0 w 2880"/>
                  <a:gd name="T1" fmla="*/ 0 h 299"/>
                  <a:gd name="T2" fmla="*/ 372 w 2880"/>
                  <a:gd name="T3" fmla="*/ 0 h 299"/>
                  <a:gd name="T4" fmla="*/ 890 w 2880"/>
                  <a:gd name="T5" fmla="*/ 170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0"/>
                    </a:cubicBezTo>
                    <a:cubicBezTo>
                      <a:pt x="1011" y="239"/>
                      <a:pt x="1176" y="299"/>
                      <a:pt x="1389" y="299"/>
                    </a:cubicBezTo>
                    <a:cubicBezTo>
                      <a:pt x="2880" y="299"/>
                      <a:pt x="2880" y="299"/>
                      <a:pt x="2880" y="299"/>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45" name="Freeform 20"/>
              <p:cNvSpPr>
                <a:spLocks/>
              </p:cNvSpPr>
              <p:nvPr/>
            </p:nvSpPr>
            <p:spPr bwMode="auto">
              <a:xfrm>
                <a:off x="-17463" y="2130425"/>
                <a:ext cx="9186769" cy="479425"/>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1">
                    <a:lumMod val="75000"/>
                  </a:schemeClr>
                </a:solidFill>
                <a:prstDash val="solid"/>
                <a:miter lim="800000"/>
                <a:headEnd/>
                <a:tailEnd/>
              </a:ln>
              <a:extLst/>
            </p:spPr>
            <p:txBody>
              <a:bodyPr/>
              <a:lstStyle/>
              <a:p>
                <a:pPr defTabSz="457200">
                  <a:defRPr/>
                </a:pPr>
                <a:endParaRPr lang="en-AU"/>
              </a:p>
            </p:txBody>
          </p:sp>
          <p:sp>
            <p:nvSpPr>
              <p:cNvPr id="46" name="Freeform 21"/>
              <p:cNvSpPr>
                <a:spLocks/>
              </p:cNvSpPr>
              <p:nvPr/>
            </p:nvSpPr>
            <p:spPr bwMode="auto">
              <a:xfrm>
                <a:off x="-17463" y="1336675"/>
                <a:ext cx="9186769" cy="954088"/>
              </a:xfrm>
              <a:custGeom>
                <a:avLst/>
                <a:gdLst>
                  <a:gd name="T0" fmla="*/ 0 w 2880"/>
                  <a:gd name="T1" fmla="*/ 0 h 299"/>
                  <a:gd name="T2" fmla="*/ 372 w 2880"/>
                  <a:gd name="T3" fmla="*/ 0 h 299"/>
                  <a:gd name="T4" fmla="*/ 890 w 2880"/>
                  <a:gd name="T5" fmla="*/ 171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1"/>
                    </a:cubicBezTo>
                    <a:cubicBezTo>
                      <a:pt x="1011" y="239"/>
                      <a:pt x="1176" y="299"/>
                      <a:pt x="1389" y="299"/>
                    </a:cubicBezTo>
                    <a:cubicBezTo>
                      <a:pt x="2880" y="299"/>
                      <a:pt x="2880" y="299"/>
                      <a:pt x="2880" y="299"/>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47" name="Freeform 22"/>
              <p:cNvSpPr>
                <a:spLocks/>
              </p:cNvSpPr>
              <p:nvPr/>
            </p:nvSpPr>
            <p:spPr bwMode="auto">
              <a:xfrm>
                <a:off x="-17463" y="1811338"/>
                <a:ext cx="9186769" cy="479425"/>
              </a:xfrm>
              <a:custGeom>
                <a:avLst/>
                <a:gdLst>
                  <a:gd name="T0" fmla="*/ 2880 w 2880"/>
                  <a:gd name="T1" fmla="*/ 0 h 150"/>
                  <a:gd name="T2" fmla="*/ 1202 w 2880"/>
                  <a:gd name="T3" fmla="*/ 0 h 150"/>
                  <a:gd name="T4" fmla="*/ 890 w 2880"/>
                  <a:gd name="T5" fmla="*/ 22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2"/>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48" name="Freeform 23"/>
              <p:cNvSpPr>
                <a:spLocks/>
              </p:cNvSpPr>
              <p:nvPr/>
            </p:nvSpPr>
            <p:spPr bwMode="auto">
              <a:xfrm>
                <a:off x="-17463" y="357188"/>
                <a:ext cx="9186769" cy="957262"/>
              </a:xfrm>
              <a:custGeom>
                <a:avLst/>
                <a:gdLst>
                  <a:gd name="T0" fmla="*/ 2880 w 2880"/>
                  <a:gd name="T1" fmla="*/ 300 h 300"/>
                  <a:gd name="T2" fmla="*/ 2501 w 2880"/>
                  <a:gd name="T3" fmla="*/ 300 h 300"/>
                  <a:gd name="T4" fmla="*/ 1984 w 2880"/>
                  <a:gd name="T5" fmla="*/ 129 h 300"/>
                  <a:gd name="T6" fmla="*/ 1485 w 2880"/>
                  <a:gd name="T7" fmla="*/ 0 h 300"/>
                  <a:gd name="T8" fmla="*/ 0 w 2880"/>
                  <a:gd name="T9" fmla="*/ 0 h 300"/>
                </a:gdLst>
                <a:ahLst/>
                <a:cxnLst>
                  <a:cxn ang="0">
                    <a:pos x="T0" y="T1"/>
                  </a:cxn>
                  <a:cxn ang="0">
                    <a:pos x="T2" y="T3"/>
                  </a:cxn>
                  <a:cxn ang="0">
                    <a:pos x="T4" y="T5"/>
                  </a:cxn>
                  <a:cxn ang="0">
                    <a:pos x="T6" y="T7"/>
                  </a:cxn>
                  <a:cxn ang="0">
                    <a:pos x="T8" y="T9"/>
                  </a:cxn>
                </a:cxnLst>
                <a:rect l="0" t="0" r="r" b="b"/>
                <a:pathLst>
                  <a:path w="2880" h="300">
                    <a:moveTo>
                      <a:pt x="2880" y="300"/>
                    </a:moveTo>
                    <a:cubicBezTo>
                      <a:pt x="2880" y="300"/>
                      <a:pt x="2565" y="300"/>
                      <a:pt x="2501" y="300"/>
                    </a:cubicBezTo>
                    <a:cubicBezTo>
                      <a:pt x="2236" y="300"/>
                      <a:pt x="2124" y="209"/>
                      <a:pt x="1984" y="129"/>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49" name="Freeform 24"/>
              <p:cNvSpPr>
                <a:spLocks/>
              </p:cNvSpPr>
              <p:nvPr/>
            </p:nvSpPr>
            <p:spPr bwMode="auto">
              <a:xfrm>
                <a:off x="-17463" y="357188"/>
                <a:ext cx="9186769" cy="477837"/>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50" name="Freeform 25"/>
              <p:cNvSpPr>
                <a:spLocks/>
              </p:cNvSpPr>
              <p:nvPr/>
            </p:nvSpPr>
            <p:spPr bwMode="auto">
              <a:xfrm>
                <a:off x="-17463" y="676275"/>
                <a:ext cx="9186769" cy="954088"/>
              </a:xfrm>
              <a:custGeom>
                <a:avLst/>
                <a:gdLst>
                  <a:gd name="T0" fmla="*/ 2880 w 2880"/>
                  <a:gd name="T1" fmla="*/ 299 h 299"/>
                  <a:gd name="T2" fmla="*/ 2501 w 2880"/>
                  <a:gd name="T3" fmla="*/ 299 h 299"/>
                  <a:gd name="T4" fmla="*/ 1984 w 2880"/>
                  <a:gd name="T5" fmla="*/ 129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9"/>
                    </a:cubicBezTo>
                    <a:cubicBezTo>
                      <a:pt x="1863" y="60"/>
                      <a:pt x="1698" y="0"/>
                      <a:pt x="1485" y="0"/>
                    </a:cubicBezTo>
                    <a:cubicBezTo>
                      <a:pt x="0" y="0"/>
                      <a:pt x="0" y="0"/>
                      <a:pt x="0" y="0"/>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51" name="Freeform 26"/>
              <p:cNvSpPr>
                <a:spLocks/>
              </p:cNvSpPr>
              <p:nvPr/>
            </p:nvSpPr>
            <p:spPr bwMode="auto">
              <a:xfrm>
                <a:off x="-17463" y="676275"/>
                <a:ext cx="9186769" cy="477838"/>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1">
                    <a:lumMod val="75000"/>
                  </a:schemeClr>
                </a:solidFill>
                <a:prstDash val="solid"/>
                <a:miter lim="800000"/>
                <a:headEnd/>
                <a:tailEnd/>
              </a:ln>
              <a:extLst/>
            </p:spPr>
            <p:txBody>
              <a:bodyPr/>
              <a:lstStyle/>
              <a:p>
                <a:pPr defTabSz="457200">
                  <a:defRPr/>
                </a:pPr>
                <a:endParaRPr lang="en-AU"/>
              </a:p>
            </p:txBody>
          </p:sp>
          <p:sp>
            <p:nvSpPr>
              <p:cNvPr id="52" name="Freeform 27"/>
              <p:cNvSpPr>
                <a:spLocks/>
              </p:cNvSpPr>
              <p:nvPr/>
            </p:nvSpPr>
            <p:spPr bwMode="auto">
              <a:xfrm>
                <a:off x="-17463" y="995363"/>
                <a:ext cx="9186769" cy="954087"/>
              </a:xfrm>
              <a:custGeom>
                <a:avLst/>
                <a:gdLst>
                  <a:gd name="T0" fmla="*/ 2880 w 2880"/>
                  <a:gd name="T1" fmla="*/ 299 h 299"/>
                  <a:gd name="T2" fmla="*/ 2501 w 2880"/>
                  <a:gd name="T3" fmla="*/ 299 h 299"/>
                  <a:gd name="T4" fmla="*/ 1984 w 2880"/>
                  <a:gd name="T5" fmla="*/ 128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8"/>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53" name="Freeform 28"/>
              <p:cNvSpPr>
                <a:spLocks/>
              </p:cNvSpPr>
              <p:nvPr/>
            </p:nvSpPr>
            <p:spPr bwMode="auto">
              <a:xfrm>
                <a:off x="-17463" y="995363"/>
                <a:ext cx="9186769" cy="474662"/>
              </a:xfrm>
              <a:custGeom>
                <a:avLst/>
                <a:gdLst>
                  <a:gd name="T0" fmla="*/ 0 w 2880"/>
                  <a:gd name="T1" fmla="*/ 149 h 149"/>
                  <a:gd name="T2" fmla="*/ 1672 w 2880"/>
                  <a:gd name="T3" fmla="*/ 149 h 149"/>
                  <a:gd name="T4" fmla="*/ 1984 w 2880"/>
                  <a:gd name="T5" fmla="*/ 128 h 149"/>
                  <a:gd name="T6" fmla="*/ 2507 w 2880"/>
                  <a:gd name="T7" fmla="*/ 0 h 149"/>
                  <a:gd name="T8" fmla="*/ 2880 w 2880"/>
                  <a:gd name="T9" fmla="*/ 0 h 149"/>
                </a:gdLst>
                <a:ahLst/>
                <a:cxnLst>
                  <a:cxn ang="0">
                    <a:pos x="T0" y="T1"/>
                  </a:cxn>
                  <a:cxn ang="0">
                    <a:pos x="T2" y="T3"/>
                  </a:cxn>
                  <a:cxn ang="0">
                    <a:pos x="T4" y="T5"/>
                  </a:cxn>
                  <a:cxn ang="0">
                    <a:pos x="T6" y="T7"/>
                  </a:cxn>
                  <a:cxn ang="0">
                    <a:pos x="T8" y="T9"/>
                  </a:cxn>
                </a:cxnLst>
                <a:rect l="0" t="0" r="r" b="b"/>
                <a:pathLst>
                  <a:path w="2880" h="149">
                    <a:moveTo>
                      <a:pt x="0" y="149"/>
                    </a:moveTo>
                    <a:cubicBezTo>
                      <a:pt x="1672" y="149"/>
                      <a:pt x="1672" y="149"/>
                      <a:pt x="1672" y="149"/>
                    </a:cubicBezTo>
                    <a:cubicBezTo>
                      <a:pt x="1875" y="149"/>
                      <a:pt x="1941" y="145"/>
                      <a:pt x="1984" y="128"/>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grpSp>
        <p:grpSp>
          <p:nvGrpSpPr>
            <p:cNvPr id="80939" name="Group 37"/>
            <p:cNvGrpSpPr>
              <a:grpSpLocks/>
            </p:cNvGrpSpPr>
            <p:nvPr/>
          </p:nvGrpSpPr>
          <p:grpSpPr bwMode="auto">
            <a:xfrm>
              <a:off x="1497" y="5500319"/>
              <a:ext cx="9170984" cy="1357681"/>
              <a:chOff x="1497" y="5500319"/>
              <a:chExt cx="9170984" cy="1357681"/>
            </a:xfrm>
          </p:grpSpPr>
          <p:sp>
            <p:nvSpPr>
              <p:cNvPr id="22" name="Rectangle 21"/>
              <p:cNvSpPr/>
              <p:nvPr/>
            </p:nvSpPr>
            <p:spPr>
              <a:xfrm>
                <a:off x="1588" y="5940425"/>
                <a:ext cx="9158193" cy="9175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AU"/>
              </a:p>
            </p:txBody>
          </p:sp>
          <p:grpSp>
            <p:nvGrpSpPr>
              <p:cNvPr id="80941" name="Group 41"/>
              <p:cNvGrpSpPr>
                <a:grpSpLocks/>
              </p:cNvGrpSpPr>
              <p:nvPr/>
            </p:nvGrpSpPr>
            <p:grpSpPr bwMode="auto">
              <a:xfrm>
                <a:off x="1497" y="5500319"/>
                <a:ext cx="9170984" cy="996231"/>
                <a:chOff x="1497" y="5500319"/>
                <a:chExt cx="9170984" cy="996231"/>
              </a:xfrm>
            </p:grpSpPr>
            <p:sp>
              <p:nvSpPr>
                <p:cNvPr id="38" name="Freeform 7"/>
                <p:cNvSpPr>
                  <a:spLocks noEditPoints="1"/>
                </p:cNvSpPr>
                <p:nvPr/>
              </p:nvSpPr>
              <p:spPr bwMode="auto">
                <a:xfrm>
                  <a:off x="1588" y="5564188"/>
                  <a:ext cx="9170893" cy="931862"/>
                </a:xfrm>
                <a:custGeom>
                  <a:avLst/>
                  <a:gdLst/>
                  <a:ahLst/>
                  <a:cxnLst>
                    <a:cxn ang="0">
                      <a:pos x="2313" y="117"/>
                    </a:cxn>
                    <a:cxn ang="0">
                      <a:pos x="0" y="117"/>
                    </a:cxn>
                    <a:cxn ang="0">
                      <a:pos x="0" y="137"/>
                    </a:cxn>
                    <a:cxn ang="0">
                      <a:pos x="2030" y="137"/>
                    </a:cxn>
                    <a:cxn ang="0">
                      <a:pos x="2313" y="117"/>
                    </a:cxn>
                    <a:cxn ang="0">
                      <a:pos x="2880" y="0"/>
                    </a:cxn>
                    <a:cxn ang="0">
                      <a:pos x="2880" y="0"/>
                    </a:cxn>
                    <a:cxn ang="0">
                      <a:pos x="2880" y="117"/>
                    </a:cxn>
                    <a:cxn ang="0">
                      <a:pos x="2313" y="117"/>
                    </a:cxn>
                    <a:cxn ang="0">
                      <a:pos x="2784" y="293"/>
                    </a:cxn>
                    <a:cxn ang="0">
                      <a:pos x="2880" y="293"/>
                    </a:cxn>
                    <a:cxn ang="0">
                      <a:pos x="2880" y="0"/>
                    </a:cxn>
                  </a:cxnLst>
                  <a:rect l="0" t="0" r="r" b="b"/>
                  <a:pathLst>
                    <a:path w="2880" h="293">
                      <a:moveTo>
                        <a:pt x="2313" y="117"/>
                      </a:moveTo>
                      <a:cubicBezTo>
                        <a:pt x="0" y="117"/>
                        <a:pt x="0" y="117"/>
                        <a:pt x="0" y="117"/>
                      </a:cubicBezTo>
                      <a:cubicBezTo>
                        <a:pt x="0" y="137"/>
                        <a:pt x="0" y="137"/>
                        <a:pt x="0" y="137"/>
                      </a:cubicBezTo>
                      <a:cubicBezTo>
                        <a:pt x="2030" y="137"/>
                        <a:pt x="2030" y="137"/>
                        <a:pt x="2030" y="137"/>
                      </a:cubicBezTo>
                      <a:cubicBezTo>
                        <a:pt x="2214" y="137"/>
                        <a:pt x="2274" y="132"/>
                        <a:pt x="2313" y="117"/>
                      </a:cubicBezTo>
                      <a:moveTo>
                        <a:pt x="2880" y="0"/>
                      </a:moveTo>
                      <a:cubicBezTo>
                        <a:pt x="2880" y="0"/>
                        <a:pt x="2880" y="0"/>
                        <a:pt x="2880" y="0"/>
                      </a:cubicBezTo>
                      <a:cubicBezTo>
                        <a:pt x="2880" y="117"/>
                        <a:pt x="2880" y="117"/>
                        <a:pt x="2880" y="117"/>
                      </a:cubicBezTo>
                      <a:cubicBezTo>
                        <a:pt x="2313" y="117"/>
                        <a:pt x="2313" y="117"/>
                        <a:pt x="2313" y="117"/>
                      </a:cubicBezTo>
                      <a:cubicBezTo>
                        <a:pt x="2411" y="197"/>
                        <a:pt x="2542" y="293"/>
                        <a:pt x="2784" y="293"/>
                      </a:cubicBezTo>
                      <a:cubicBezTo>
                        <a:pt x="2842" y="293"/>
                        <a:pt x="2880" y="293"/>
                        <a:pt x="2880" y="293"/>
                      </a:cubicBezTo>
                      <a:cubicBezTo>
                        <a:pt x="2880" y="0"/>
                        <a:pt x="2880" y="0"/>
                        <a:pt x="2880" y="0"/>
                      </a:cubicBezTo>
                    </a:path>
                  </a:pathLst>
                </a:custGeom>
                <a:solidFill>
                  <a:srgbClr val="BFBFBF"/>
                </a:solidFill>
                <a:ln w="9525">
                  <a:noFill/>
                  <a:round/>
                  <a:headEnd/>
                  <a:tailEnd/>
                </a:ln>
              </p:spPr>
              <p:txBody>
                <a:bodyPr/>
                <a:lstStyle/>
                <a:p>
                  <a:pPr defTabSz="457200">
                    <a:defRPr/>
                  </a:pPr>
                  <a:endParaRPr lang="en-AU"/>
                </a:p>
              </p:txBody>
            </p:sp>
            <p:sp>
              <p:nvSpPr>
                <p:cNvPr id="39" name="Freeform 8"/>
                <p:cNvSpPr>
                  <a:spLocks noEditPoints="1"/>
                </p:cNvSpPr>
                <p:nvPr/>
              </p:nvSpPr>
              <p:spPr bwMode="auto">
                <a:xfrm>
                  <a:off x="1588" y="5500688"/>
                  <a:ext cx="9170893" cy="434975"/>
                </a:xfrm>
                <a:custGeom>
                  <a:avLst/>
                  <a:gdLst/>
                  <a:ahLst/>
                  <a:cxnLst>
                    <a:cxn ang="0">
                      <a:pos x="2880" y="20"/>
                    </a:cxn>
                    <a:cxn ang="0">
                      <a:pos x="2789" y="20"/>
                    </a:cxn>
                    <a:cxn ang="0">
                      <a:pos x="2313" y="137"/>
                    </a:cxn>
                    <a:cxn ang="0">
                      <a:pos x="2313" y="137"/>
                    </a:cxn>
                    <a:cxn ang="0">
                      <a:pos x="2880" y="137"/>
                    </a:cxn>
                    <a:cxn ang="0">
                      <a:pos x="2880" y="20"/>
                    </a:cxn>
                    <a:cxn ang="0">
                      <a:pos x="1860" y="0"/>
                    </a:cxn>
                    <a:cxn ang="0">
                      <a:pos x="0" y="0"/>
                    </a:cxn>
                    <a:cxn ang="0">
                      <a:pos x="0" y="137"/>
                    </a:cxn>
                    <a:cxn ang="0">
                      <a:pos x="2313" y="137"/>
                    </a:cxn>
                    <a:cxn ang="0">
                      <a:pos x="2313" y="137"/>
                    </a:cxn>
                    <a:cxn ang="0">
                      <a:pos x="2313" y="137"/>
                    </a:cxn>
                    <a:cxn ang="0">
                      <a:pos x="2313" y="137"/>
                    </a:cxn>
                    <a:cxn ang="0">
                      <a:pos x="1860" y="0"/>
                    </a:cxn>
                  </a:cxnLst>
                  <a:rect l="0" t="0" r="r" b="b"/>
                  <a:pathLst>
                    <a:path w="2880" h="137">
                      <a:moveTo>
                        <a:pt x="2880" y="20"/>
                      </a:moveTo>
                      <a:cubicBezTo>
                        <a:pt x="2789" y="20"/>
                        <a:pt x="2789" y="20"/>
                        <a:pt x="2789" y="20"/>
                      </a:cubicBezTo>
                      <a:cubicBezTo>
                        <a:pt x="2500" y="20"/>
                        <a:pt x="2393" y="107"/>
                        <a:pt x="2313" y="137"/>
                      </a:cubicBezTo>
                      <a:cubicBezTo>
                        <a:pt x="2313" y="137"/>
                        <a:pt x="2313" y="137"/>
                        <a:pt x="2313" y="137"/>
                      </a:cubicBezTo>
                      <a:cubicBezTo>
                        <a:pt x="2880" y="137"/>
                        <a:pt x="2880" y="137"/>
                        <a:pt x="2880" y="137"/>
                      </a:cubicBezTo>
                      <a:cubicBezTo>
                        <a:pt x="2880" y="20"/>
                        <a:pt x="2880" y="20"/>
                        <a:pt x="2880" y="20"/>
                      </a:cubicBezTo>
                      <a:moveTo>
                        <a:pt x="1860" y="0"/>
                      </a:moveTo>
                      <a:cubicBezTo>
                        <a:pt x="0" y="0"/>
                        <a:pt x="0" y="0"/>
                        <a:pt x="0" y="0"/>
                      </a:cubicBezTo>
                      <a:cubicBezTo>
                        <a:pt x="0" y="137"/>
                        <a:pt x="0" y="137"/>
                        <a:pt x="0" y="137"/>
                      </a:cubicBezTo>
                      <a:cubicBezTo>
                        <a:pt x="2313" y="137"/>
                        <a:pt x="2313" y="137"/>
                        <a:pt x="2313" y="137"/>
                      </a:cubicBezTo>
                      <a:cubicBezTo>
                        <a:pt x="2313" y="137"/>
                        <a:pt x="2313" y="137"/>
                        <a:pt x="2313" y="137"/>
                      </a:cubicBezTo>
                      <a:cubicBezTo>
                        <a:pt x="2313" y="137"/>
                        <a:pt x="2313" y="137"/>
                        <a:pt x="2313" y="137"/>
                      </a:cubicBezTo>
                      <a:cubicBezTo>
                        <a:pt x="2313" y="137"/>
                        <a:pt x="2313" y="137"/>
                        <a:pt x="2313" y="137"/>
                      </a:cubicBezTo>
                      <a:cubicBezTo>
                        <a:pt x="2216" y="57"/>
                        <a:pt x="2053" y="0"/>
                        <a:pt x="1860" y="0"/>
                      </a:cubicBezTo>
                    </a:path>
                  </a:pathLst>
                </a:custGeom>
                <a:solidFill>
                  <a:schemeClr val="accent1">
                    <a:lumMod val="75000"/>
                  </a:schemeClr>
                </a:solidFill>
                <a:ln w="9525">
                  <a:noFill/>
                  <a:round/>
                  <a:headEnd/>
                  <a:tailEnd/>
                </a:ln>
              </p:spPr>
              <p:txBody>
                <a:bodyPr/>
                <a:lstStyle/>
                <a:p>
                  <a:pPr defTabSz="457200">
                    <a:defRPr/>
                  </a:pPr>
                  <a:endParaRPr lang="en-AU"/>
                </a:p>
              </p:txBody>
            </p:sp>
            <p:sp>
              <p:nvSpPr>
                <p:cNvPr id="40" name="Freeform 9"/>
                <p:cNvSpPr>
                  <a:spLocks/>
                </p:cNvSpPr>
                <p:nvPr/>
              </p:nvSpPr>
              <p:spPr bwMode="auto">
                <a:xfrm>
                  <a:off x="1588" y="5564188"/>
                  <a:ext cx="7365925" cy="431800"/>
                </a:xfrm>
                <a:custGeom>
                  <a:avLst/>
                  <a:gdLst/>
                  <a:ahLst/>
                  <a:cxnLst>
                    <a:cxn ang="0">
                      <a:pos x="2313" y="117"/>
                    </a:cxn>
                    <a:cxn ang="0">
                      <a:pos x="1860" y="0"/>
                    </a:cxn>
                    <a:cxn ang="0">
                      <a:pos x="0" y="0"/>
                    </a:cxn>
                    <a:cxn ang="0">
                      <a:pos x="0" y="136"/>
                    </a:cxn>
                    <a:cxn ang="0">
                      <a:pos x="2030" y="136"/>
                    </a:cxn>
                    <a:cxn ang="0">
                      <a:pos x="2313" y="117"/>
                    </a:cxn>
                  </a:cxnLst>
                  <a:rect l="0" t="0" r="r" b="b"/>
                  <a:pathLst>
                    <a:path w="2313" h="136">
                      <a:moveTo>
                        <a:pt x="2313" y="117"/>
                      </a:moveTo>
                      <a:cubicBezTo>
                        <a:pt x="2204" y="55"/>
                        <a:pt x="2053" y="0"/>
                        <a:pt x="1860" y="0"/>
                      </a:cubicBezTo>
                      <a:cubicBezTo>
                        <a:pt x="0" y="0"/>
                        <a:pt x="0" y="0"/>
                        <a:pt x="0" y="0"/>
                      </a:cubicBezTo>
                      <a:cubicBezTo>
                        <a:pt x="0" y="136"/>
                        <a:pt x="0" y="136"/>
                        <a:pt x="0" y="136"/>
                      </a:cubicBezTo>
                      <a:cubicBezTo>
                        <a:pt x="2030" y="136"/>
                        <a:pt x="2030" y="136"/>
                        <a:pt x="2030" y="136"/>
                      </a:cubicBezTo>
                      <a:cubicBezTo>
                        <a:pt x="2214" y="136"/>
                        <a:pt x="2274" y="132"/>
                        <a:pt x="2313" y="117"/>
                      </a:cubicBezTo>
                    </a:path>
                  </a:pathLst>
                </a:custGeom>
                <a:solidFill>
                  <a:schemeClr val="accent2"/>
                </a:solidFill>
                <a:ln w="9525">
                  <a:noFill/>
                  <a:round/>
                  <a:headEnd/>
                  <a:tailEnd/>
                </a:ln>
              </p:spPr>
              <p:txBody>
                <a:bodyPr/>
                <a:lstStyle/>
                <a:p>
                  <a:pPr defTabSz="457200">
                    <a:defRPr/>
                  </a:pPr>
                  <a:endParaRPr lang="en-AU"/>
                </a:p>
              </p:txBody>
            </p:sp>
            <p:sp>
              <p:nvSpPr>
                <p:cNvPr id="41" name="Freeform 10"/>
                <p:cNvSpPr>
                  <a:spLocks/>
                </p:cNvSpPr>
                <p:nvPr/>
              </p:nvSpPr>
              <p:spPr bwMode="auto">
                <a:xfrm>
                  <a:off x="7367513" y="5564188"/>
                  <a:ext cx="1804968" cy="868362"/>
                </a:xfrm>
                <a:custGeom>
                  <a:avLst/>
                  <a:gdLst/>
                  <a:ahLst/>
                  <a:cxnLst>
                    <a:cxn ang="0">
                      <a:pos x="476" y="0"/>
                    </a:cxn>
                    <a:cxn ang="0">
                      <a:pos x="0" y="117"/>
                    </a:cxn>
                    <a:cxn ang="0">
                      <a:pos x="471" y="273"/>
                    </a:cxn>
                    <a:cxn ang="0">
                      <a:pos x="567" y="273"/>
                    </a:cxn>
                    <a:cxn ang="0">
                      <a:pos x="567" y="0"/>
                    </a:cxn>
                    <a:cxn ang="0">
                      <a:pos x="476" y="0"/>
                    </a:cxn>
                  </a:cxnLst>
                  <a:rect l="0" t="0" r="r" b="b"/>
                  <a:pathLst>
                    <a:path w="567" h="273">
                      <a:moveTo>
                        <a:pt x="476" y="0"/>
                      </a:moveTo>
                      <a:cubicBezTo>
                        <a:pt x="187" y="0"/>
                        <a:pt x="80" y="87"/>
                        <a:pt x="0" y="117"/>
                      </a:cubicBezTo>
                      <a:cubicBezTo>
                        <a:pt x="128" y="190"/>
                        <a:pt x="229" y="273"/>
                        <a:pt x="471" y="273"/>
                      </a:cubicBezTo>
                      <a:cubicBezTo>
                        <a:pt x="529" y="273"/>
                        <a:pt x="567" y="273"/>
                        <a:pt x="567" y="273"/>
                      </a:cubicBezTo>
                      <a:cubicBezTo>
                        <a:pt x="567" y="0"/>
                        <a:pt x="567" y="0"/>
                        <a:pt x="567" y="0"/>
                      </a:cubicBezTo>
                      <a:lnTo>
                        <a:pt x="476" y="0"/>
                      </a:lnTo>
                      <a:close/>
                    </a:path>
                  </a:pathLst>
                </a:custGeom>
                <a:solidFill>
                  <a:srgbClr val="FFFFFF"/>
                </a:solidFill>
                <a:ln w="9525">
                  <a:noFill/>
                  <a:round/>
                  <a:headEnd/>
                  <a:tailEnd/>
                </a:ln>
              </p:spPr>
              <p:txBody>
                <a:bodyPr/>
                <a:lstStyle/>
                <a:p>
                  <a:pPr defTabSz="457200">
                    <a:defRPr/>
                  </a:pPr>
                  <a:endParaRPr lang="en-AU"/>
                </a:p>
              </p:txBody>
            </p:sp>
          </p:grpSp>
          <p:pic>
            <p:nvPicPr>
              <p:cNvPr id="80946" name="Picture 78"/>
              <p:cNvPicPr>
                <a:picLocks noChangeAspect="1" noChangeArrowheads="1"/>
              </p:cNvPicPr>
              <p:nvPr/>
            </p:nvPicPr>
            <p:blipFill>
              <a:blip r:embed="rId2" cstate="print"/>
              <a:srcRect/>
              <a:stretch>
                <a:fillRect/>
              </a:stretch>
            </p:blipFill>
            <p:spPr bwMode="auto">
              <a:xfrm>
                <a:off x="8169275" y="5675743"/>
                <a:ext cx="655638" cy="655637"/>
              </a:xfrm>
              <a:prstGeom prst="rect">
                <a:avLst/>
              </a:prstGeom>
              <a:noFill/>
              <a:ln w="9525">
                <a:noFill/>
                <a:miter lim="800000"/>
                <a:headEnd/>
                <a:tailEnd/>
              </a:ln>
            </p:spPr>
          </p:pic>
          <p:grpSp>
            <p:nvGrpSpPr>
              <p:cNvPr id="25" name="Group 19"/>
              <p:cNvGrpSpPr/>
              <p:nvPr/>
            </p:nvGrpSpPr>
            <p:grpSpPr>
              <a:xfrm>
                <a:off x="360000" y="5807505"/>
                <a:ext cx="814388" cy="95250"/>
                <a:chOff x="3495675" y="5969000"/>
                <a:chExt cx="814388" cy="95250"/>
              </a:xfrm>
              <a:solidFill>
                <a:schemeClr val="accent1"/>
              </a:solidFill>
            </p:grpSpPr>
            <p:sp>
              <p:nvSpPr>
                <p:cNvPr id="26" name="Freeform 26"/>
                <p:cNvSpPr>
                  <a:spLocks/>
                </p:cNvSpPr>
                <p:nvPr/>
              </p:nvSpPr>
              <p:spPr bwMode="auto">
                <a:xfrm>
                  <a:off x="34956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1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1"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1" y="13"/>
                        <a:pt x="21" y="13"/>
                        <a:pt x="21"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27" name="Freeform 27"/>
                <p:cNvSpPr>
                  <a:spLocks/>
                </p:cNvSpPr>
                <p:nvPr/>
              </p:nvSpPr>
              <p:spPr bwMode="auto">
                <a:xfrm>
                  <a:off x="360362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28" name="Freeform 28"/>
                <p:cNvSpPr>
                  <a:spLocks/>
                </p:cNvSpPr>
                <p:nvPr/>
              </p:nvSpPr>
              <p:spPr bwMode="auto">
                <a:xfrm>
                  <a:off x="37115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9"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29" name="Oval 29"/>
                <p:cNvSpPr>
                  <a:spLocks noChangeArrowheads="1"/>
                </p:cNvSpPr>
                <p:nvPr/>
              </p:nvSpPr>
              <p:spPr bwMode="auto">
                <a:xfrm>
                  <a:off x="3819525" y="6042025"/>
                  <a:ext cx="19050" cy="22225"/>
                </a:xfrm>
                <a:prstGeom prst="ellipse">
                  <a:avLst/>
                </a:prstGeom>
                <a:grpFill/>
                <a:ln>
                  <a:noFill/>
                </a:ln>
                <a:extLst/>
              </p:spPr>
              <p:txBody>
                <a:bodyPr/>
                <a:lstStyle/>
                <a:p>
                  <a:pPr defTabSz="457200">
                    <a:defRPr/>
                  </a:pPr>
                  <a:endParaRPr lang="en-AU"/>
                </a:p>
              </p:txBody>
            </p:sp>
            <p:sp>
              <p:nvSpPr>
                <p:cNvPr id="30" name="Freeform 30"/>
                <p:cNvSpPr>
                  <a:spLocks/>
                </p:cNvSpPr>
                <p:nvPr/>
              </p:nvSpPr>
              <p:spPr bwMode="auto">
                <a:xfrm>
                  <a:off x="3851275" y="5997575"/>
                  <a:ext cx="50800" cy="66675"/>
                </a:xfrm>
                <a:custGeom>
                  <a:avLst/>
                  <a:gdLst>
                    <a:gd name="T0" fmla="*/ 16 w 16"/>
                    <a:gd name="T1" fmla="*/ 20 h 21"/>
                    <a:gd name="T2" fmla="*/ 10 w 16"/>
                    <a:gd name="T3" fmla="*/ 21 h 21"/>
                    <a:gd name="T4" fmla="*/ 0 w 16"/>
                    <a:gd name="T5" fmla="*/ 11 h 21"/>
                    <a:gd name="T6" fmla="*/ 10 w 16"/>
                    <a:gd name="T7" fmla="*/ 0 h 21"/>
                    <a:gd name="T8" fmla="*/ 16 w 16"/>
                    <a:gd name="T9" fmla="*/ 1 h 21"/>
                    <a:gd name="T10" fmla="*/ 14 w 16"/>
                    <a:gd name="T11" fmla="*/ 5 h 21"/>
                    <a:gd name="T12" fmla="*/ 11 w 16"/>
                    <a:gd name="T13" fmla="*/ 4 h 21"/>
                    <a:gd name="T14" fmla="*/ 6 w 16"/>
                    <a:gd name="T15" fmla="*/ 10 h 21"/>
                    <a:gd name="T16" fmla="*/ 11 w 16"/>
                    <a:gd name="T17" fmla="*/ 17 h 21"/>
                    <a:gd name="T18" fmla="*/ 15 w 16"/>
                    <a:gd name="T19" fmla="*/ 16 h 21"/>
                    <a:gd name="T20" fmla="*/ 16 w 16"/>
                    <a:gd name="T21"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1">
                      <a:moveTo>
                        <a:pt x="16" y="20"/>
                      </a:moveTo>
                      <a:cubicBezTo>
                        <a:pt x="14" y="21"/>
                        <a:pt x="12" y="21"/>
                        <a:pt x="10" y="21"/>
                      </a:cubicBezTo>
                      <a:cubicBezTo>
                        <a:pt x="3" y="21"/>
                        <a:pt x="0" y="17"/>
                        <a:pt x="0" y="11"/>
                      </a:cubicBezTo>
                      <a:cubicBezTo>
                        <a:pt x="0" y="4"/>
                        <a:pt x="4" y="0"/>
                        <a:pt x="10" y="0"/>
                      </a:cubicBezTo>
                      <a:cubicBezTo>
                        <a:pt x="12" y="0"/>
                        <a:pt x="14" y="0"/>
                        <a:pt x="16" y="1"/>
                      </a:cubicBezTo>
                      <a:cubicBezTo>
                        <a:pt x="14" y="5"/>
                        <a:pt x="14" y="5"/>
                        <a:pt x="14" y="5"/>
                      </a:cubicBezTo>
                      <a:cubicBezTo>
                        <a:pt x="13" y="4"/>
                        <a:pt x="12" y="4"/>
                        <a:pt x="11" y="4"/>
                      </a:cubicBezTo>
                      <a:cubicBezTo>
                        <a:pt x="7" y="4"/>
                        <a:pt x="6" y="6"/>
                        <a:pt x="6" y="10"/>
                      </a:cubicBezTo>
                      <a:cubicBezTo>
                        <a:pt x="6" y="15"/>
                        <a:pt x="7" y="17"/>
                        <a:pt x="11" y="17"/>
                      </a:cubicBezTo>
                      <a:cubicBezTo>
                        <a:pt x="12" y="17"/>
                        <a:pt x="14" y="17"/>
                        <a:pt x="15" y="16"/>
                      </a:cubicBezTo>
                      <a:lnTo>
                        <a:pt x="16" y="20"/>
                      </a:lnTo>
                      <a:close/>
                    </a:path>
                  </a:pathLst>
                </a:custGeom>
                <a:grpFill/>
                <a:ln>
                  <a:noFill/>
                </a:ln>
                <a:extLst/>
              </p:spPr>
              <p:txBody>
                <a:bodyPr/>
                <a:lstStyle/>
                <a:p>
                  <a:pPr defTabSz="457200">
                    <a:defRPr/>
                  </a:pPr>
                  <a:endParaRPr lang="en-AU"/>
                </a:p>
              </p:txBody>
            </p:sp>
            <p:sp>
              <p:nvSpPr>
                <p:cNvPr id="31" name="Freeform 31"/>
                <p:cNvSpPr>
                  <a:spLocks/>
                </p:cNvSpPr>
                <p:nvPr/>
              </p:nvSpPr>
              <p:spPr bwMode="auto">
                <a:xfrm>
                  <a:off x="3911600" y="5997575"/>
                  <a:ext cx="47625" cy="66675"/>
                </a:xfrm>
                <a:custGeom>
                  <a:avLst/>
                  <a:gdLst>
                    <a:gd name="T0" fmla="*/ 6 w 15"/>
                    <a:gd name="T1" fmla="*/ 21 h 21"/>
                    <a:gd name="T2" fmla="*/ 0 w 15"/>
                    <a:gd name="T3" fmla="*/ 20 h 21"/>
                    <a:gd name="T4" fmla="*/ 1 w 15"/>
                    <a:gd name="T5" fmla="*/ 16 h 21"/>
                    <a:gd name="T6" fmla="*/ 6 w 15"/>
                    <a:gd name="T7" fmla="*/ 17 h 21"/>
                    <a:gd name="T8" fmla="*/ 9 w 15"/>
                    <a:gd name="T9" fmla="*/ 15 h 21"/>
                    <a:gd name="T10" fmla="*/ 6 w 15"/>
                    <a:gd name="T11" fmla="*/ 12 h 21"/>
                    <a:gd name="T12" fmla="*/ 0 w 15"/>
                    <a:gd name="T13" fmla="*/ 6 h 21"/>
                    <a:gd name="T14" fmla="*/ 8 w 15"/>
                    <a:gd name="T15" fmla="*/ 0 h 21"/>
                    <a:gd name="T16" fmla="*/ 13 w 15"/>
                    <a:gd name="T17" fmla="*/ 0 h 21"/>
                    <a:gd name="T18" fmla="*/ 13 w 15"/>
                    <a:gd name="T19" fmla="*/ 4 h 21"/>
                    <a:gd name="T20" fmla="*/ 9 w 15"/>
                    <a:gd name="T21" fmla="*/ 4 h 21"/>
                    <a:gd name="T22" fmla="*/ 6 w 15"/>
                    <a:gd name="T23" fmla="*/ 6 h 21"/>
                    <a:gd name="T24" fmla="*/ 9 w 15"/>
                    <a:gd name="T25" fmla="*/ 9 h 21"/>
                    <a:gd name="T26" fmla="*/ 15 w 15"/>
                    <a:gd name="T27" fmla="*/ 14 h 21"/>
                    <a:gd name="T28" fmla="*/ 6 w 15"/>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1">
                      <a:moveTo>
                        <a:pt x="6" y="21"/>
                      </a:moveTo>
                      <a:cubicBezTo>
                        <a:pt x="4" y="21"/>
                        <a:pt x="2" y="21"/>
                        <a:pt x="0" y="20"/>
                      </a:cubicBezTo>
                      <a:cubicBezTo>
                        <a:pt x="1" y="16"/>
                        <a:pt x="1" y="16"/>
                        <a:pt x="1" y="16"/>
                      </a:cubicBezTo>
                      <a:cubicBezTo>
                        <a:pt x="3" y="17"/>
                        <a:pt x="5" y="17"/>
                        <a:pt x="6" y="17"/>
                      </a:cubicBezTo>
                      <a:cubicBezTo>
                        <a:pt x="8" y="17"/>
                        <a:pt x="9" y="16"/>
                        <a:pt x="9" y="15"/>
                      </a:cubicBezTo>
                      <a:cubicBezTo>
                        <a:pt x="9" y="14"/>
                        <a:pt x="8" y="13"/>
                        <a:pt x="6" y="12"/>
                      </a:cubicBezTo>
                      <a:cubicBezTo>
                        <a:pt x="3" y="11"/>
                        <a:pt x="0" y="10"/>
                        <a:pt x="0" y="6"/>
                      </a:cubicBezTo>
                      <a:cubicBezTo>
                        <a:pt x="0" y="2"/>
                        <a:pt x="3" y="0"/>
                        <a:pt x="8" y="0"/>
                      </a:cubicBezTo>
                      <a:cubicBezTo>
                        <a:pt x="10" y="0"/>
                        <a:pt x="12" y="0"/>
                        <a:pt x="13" y="0"/>
                      </a:cubicBezTo>
                      <a:cubicBezTo>
                        <a:pt x="13" y="4"/>
                        <a:pt x="13" y="4"/>
                        <a:pt x="13" y="4"/>
                      </a:cubicBezTo>
                      <a:cubicBezTo>
                        <a:pt x="11" y="4"/>
                        <a:pt x="10" y="4"/>
                        <a:pt x="9" y="4"/>
                      </a:cubicBezTo>
                      <a:cubicBezTo>
                        <a:pt x="6" y="4"/>
                        <a:pt x="6" y="5"/>
                        <a:pt x="6" y="6"/>
                      </a:cubicBezTo>
                      <a:cubicBezTo>
                        <a:pt x="6" y="7"/>
                        <a:pt x="7" y="8"/>
                        <a:pt x="9" y="9"/>
                      </a:cubicBezTo>
                      <a:cubicBezTo>
                        <a:pt x="13" y="10"/>
                        <a:pt x="15" y="11"/>
                        <a:pt x="15" y="14"/>
                      </a:cubicBezTo>
                      <a:cubicBezTo>
                        <a:pt x="15" y="18"/>
                        <a:pt x="11" y="21"/>
                        <a:pt x="6" y="21"/>
                      </a:cubicBezTo>
                    </a:path>
                  </a:pathLst>
                </a:custGeom>
                <a:grpFill/>
                <a:ln>
                  <a:noFill/>
                </a:ln>
                <a:extLst/>
              </p:spPr>
              <p:txBody>
                <a:bodyPr/>
                <a:lstStyle/>
                <a:p>
                  <a:pPr defTabSz="457200">
                    <a:defRPr/>
                  </a:pPr>
                  <a:endParaRPr lang="en-AU"/>
                </a:p>
              </p:txBody>
            </p:sp>
            <p:sp>
              <p:nvSpPr>
                <p:cNvPr id="32" name="Freeform 32"/>
                <p:cNvSpPr>
                  <a:spLocks noEditPoints="1"/>
                </p:cNvSpPr>
                <p:nvPr/>
              </p:nvSpPr>
              <p:spPr bwMode="auto">
                <a:xfrm>
                  <a:off x="3965575" y="5969000"/>
                  <a:ext cx="28575" cy="95250"/>
                </a:xfrm>
                <a:custGeom>
                  <a:avLst/>
                  <a:gdLst>
                    <a:gd name="T0" fmla="*/ 4 w 9"/>
                    <a:gd name="T1" fmla="*/ 30 h 30"/>
                    <a:gd name="T2" fmla="*/ 4 w 9"/>
                    <a:gd name="T3" fmla="*/ 13 h 30"/>
                    <a:gd name="T4" fmla="*/ 0 w 9"/>
                    <a:gd name="T5" fmla="*/ 13 h 30"/>
                    <a:gd name="T6" fmla="*/ 0 w 9"/>
                    <a:gd name="T7" fmla="*/ 9 h 30"/>
                    <a:gd name="T8" fmla="*/ 9 w 9"/>
                    <a:gd name="T9" fmla="*/ 9 h 30"/>
                    <a:gd name="T10" fmla="*/ 9 w 9"/>
                    <a:gd name="T11" fmla="*/ 30 h 30"/>
                    <a:gd name="T12" fmla="*/ 4 w 9"/>
                    <a:gd name="T13" fmla="*/ 30 h 30"/>
                    <a:gd name="T14" fmla="*/ 6 w 9"/>
                    <a:gd name="T15" fmla="*/ 6 h 30"/>
                    <a:gd name="T16" fmla="*/ 3 w 9"/>
                    <a:gd name="T17" fmla="*/ 3 h 30"/>
                    <a:gd name="T18" fmla="*/ 6 w 9"/>
                    <a:gd name="T19" fmla="*/ 0 h 30"/>
                    <a:gd name="T20" fmla="*/ 9 w 9"/>
                    <a:gd name="T21" fmla="*/ 3 h 30"/>
                    <a:gd name="T22" fmla="*/ 6 w 9"/>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30">
                      <a:moveTo>
                        <a:pt x="4" y="30"/>
                      </a:moveTo>
                      <a:cubicBezTo>
                        <a:pt x="4" y="13"/>
                        <a:pt x="4" y="13"/>
                        <a:pt x="4" y="13"/>
                      </a:cubicBezTo>
                      <a:cubicBezTo>
                        <a:pt x="0" y="13"/>
                        <a:pt x="0" y="13"/>
                        <a:pt x="0" y="13"/>
                      </a:cubicBezTo>
                      <a:cubicBezTo>
                        <a:pt x="0" y="9"/>
                        <a:pt x="0" y="9"/>
                        <a:pt x="0" y="9"/>
                      </a:cubicBezTo>
                      <a:cubicBezTo>
                        <a:pt x="9" y="9"/>
                        <a:pt x="9" y="9"/>
                        <a:pt x="9" y="9"/>
                      </a:cubicBezTo>
                      <a:cubicBezTo>
                        <a:pt x="9" y="30"/>
                        <a:pt x="9" y="30"/>
                        <a:pt x="9" y="30"/>
                      </a:cubicBezTo>
                      <a:lnTo>
                        <a:pt x="4" y="30"/>
                      </a:lnTo>
                      <a:close/>
                      <a:moveTo>
                        <a:pt x="6" y="6"/>
                      </a:moveTo>
                      <a:cubicBezTo>
                        <a:pt x="4" y="6"/>
                        <a:pt x="3" y="5"/>
                        <a:pt x="3" y="3"/>
                      </a:cubicBezTo>
                      <a:cubicBezTo>
                        <a:pt x="3" y="1"/>
                        <a:pt x="4" y="0"/>
                        <a:pt x="6" y="0"/>
                      </a:cubicBezTo>
                      <a:cubicBezTo>
                        <a:pt x="8" y="0"/>
                        <a:pt x="9" y="1"/>
                        <a:pt x="9" y="3"/>
                      </a:cubicBezTo>
                      <a:cubicBezTo>
                        <a:pt x="9" y="5"/>
                        <a:pt x="8" y="6"/>
                        <a:pt x="6" y="6"/>
                      </a:cubicBezTo>
                    </a:path>
                  </a:pathLst>
                </a:custGeom>
                <a:grpFill/>
                <a:ln>
                  <a:noFill/>
                </a:ln>
                <a:extLst/>
              </p:spPr>
              <p:txBody>
                <a:bodyPr/>
                <a:lstStyle/>
                <a:p>
                  <a:pPr defTabSz="457200">
                    <a:defRPr/>
                  </a:pPr>
                  <a:endParaRPr lang="en-AU"/>
                </a:p>
              </p:txBody>
            </p:sp>
            <p:sp>
              <p:nvSpPr>
                <p:cNvPr id="33" name="Freeform 33"/>
                <p:cNvSpPr>
                  <a:spLocks/>
                </p:cNvSpPr>
                <p:nvPr/>
              </p:nvSpPr>
              <p:spPr bwMode="auto">
                <a:xfrm>
                  <a:off x="4013200" y="5997575"/>
                  <a:ext cx="39687" cy="66675"/>
                </a:xfrm>
                <a:custGeom>
                  <a:avLst/>
                  <a:gdLst>
                    <a:gd name="T0" fmla="*/ 11 w 12"/>
                    <a:gd name="T1" fmla="*/ 5 h 21"/>
                    <a:gd name="T2" fmla="*/ 9 w 12"/>
                    <a:gd name="T3" fmla="*/ 5 h 21"/>
                    <a:gd name="T4" fmla="*/ 5 w 12"/>
                    <a:gd name="T5" fmla="*/ 8 h 21"/>
                    <a:gd name="T6" fmla="*/ 5 w 12"/>
                    <a:gd name="T7" fmla="*/ 21 h 21"/>
                    <a:gd name="T8" fmla="*/ 0 w 12"/>
                    <a:gd name="T9" fmla="*/ 21 h 21"/>
                    <a:gd name="T10" fmla="*/ 0 w 12"/>
                    <a:gd name="T11" fmla="*/ 0 h 21"/>
                    <a:gd name="T12" fmla="*/ 4 w 12"/>
                    <a:gd name="T13" fmla="*/ 0 h 21"/>
                    <a:gd name="T14" fmla="*/ 4 w 12"/>
                    <a:gd name="T15" fmla="*/ 4 h 21"/>
                    <a:gd name="T16" fmla="*/ 10 w 12"/>
                    <a:gd name="T17" fmla="*/ 0 h 21"/>
                    <a:gd name="T18" fmla="*/ 12 w 12"/>
                    <a:gd name="T19" fmla="*/ 0 h 21"/>
                    <a:gd name="T20" fmla="*/ 11 w 12"/>
                    <a:gd name="T21"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1">
                      <a:moveTo>
                        <a:pt x="11" y="5"/>
                      </a:moveTo>
                      <a:cubicBezTo>
                        <a:pt x="11" y="5"/>
                        <a:pt x="10" y="5"/>
                        <a:pt x="9" y="5"/>
                      </a:cubicBezTo>
                      <a:cubicBezTo>
                        <a:pt x="8" y="5"/>
                        <a:pt x="7" y="6"/>
                        <a:pt x="5" y="8"/>
                      </a:cubicBezTo>
                      <a:cubicBezTo>
                        <a:pt x="5" y="21"/>
                        <a:pt x="5" y="21"/>
                        <a:pt x="5" y="21"/>
                      </a:cubicBezTo>
                      <a:cubicBezTo>
                        <a:pt x="0" y="21"/>
                        <a:pt x="0" y="21"/>
                        <a:pt x="0" y="21"/>
                      </a:cubicBezTo>
                      <a:cubicBezTo>
                        <a:pt x="0" y="0"/>
                        <a:pt x="0" y="0"/>
                        <a:pt x="0" y="0"/>
                      </a:cubicBezTo>
                      <a:cubicBezTo>
                        <a:pt x="4" y="0"/>
                        <a:pt x="4" y="0"/>
                        <a:pt x="4" y="0"/>
                      </a:cubicBezTo>
                      <a:cubicBezTo>
                        <a:pt x="4" y="4"/>
                        <a:pt x="4" y="4"/>
                        <a:pt x="4" y="4"/>
                      </a:cubicBezTo>
                      <a:cubicBezTo>
                        <a:pt x="6" y="1"/>
                        <a:pt x="8" y="0"/>
                        <a:pt x="10" y="0"/>
                      </a:cubicBezTo>
                      <a:cubicBezTo>
                        <a:pt x="11" y="0"/>
                        <a:pt x="11" y="0"/>
                        <a:pt x="12" y="0"/>
                      </a:cubicBezTo>
                      <a:lnTo>
                        <a:pt x="11" y="5"/>
                      </a:lnTo>
                      <a:close/>
                    </a:path>
                  </a:pathLst>
                </a:custGeom>
                <a:grpFill/>
                <a:ln>
                  <a:noFill/>
                </a:ln>
                <a:extLst/>
              </p:spPr>
              <p:txBody>
                <a:bodyPr/>
                <a:lstStyle/>
                <a:p>
                  <a:pPr defTabSz="457200">
                    <a:defRPr/>
                  </a:pPr>
                  <a:endParaRPr lang="en-AU"/>
                </a:p>
              </p:txBody>
            </p:sp>
            <p:sp>
              <p:nvSpPr>
                <p:cNvPr id="34" name="Freeform 34"/>
                <p:cNvSpPr>
                  <a:spLocks noEditPoints="1"/>
                </p:cNvSpPr>
                <p:nvPr/>
              </p:nvSpPr>
              <p:spPr bwMode="auto">
                <a:xfrm>
                  <a:off x="4062413" y="5997575"/>
                  <a:ext cx="66675" cy="66675"/>
                </a:xfrm>
                <a:custGeom>
                  <a:avLst/>
                  <a:gdLst>
                    <a:gd name="T0" fmla="*/ 10 w 21"/>
                    <a:gd name="T1" fmla="*/ 21 h 21"/>
                    <a:gd name="T2" fmla="*/ 0 w 21"/>
                    <a:gd name="T3" fmla="*/ 11 h 21"/>
                    <a:gd name="T4" fmla="*/ 10 w 21"/>
                    <a:gd name="T5" fmla="*/ 0 h 21"/>
                    <a:gd name="T6" fmla="*/ 21 w 21"/>
                    <a:gd name="T7" fmla="*/ 10 h 21"/>
                    <a:gd name="T8" fmla="*/ 10 w 21"/>
                    <a:gd name="T9" fmla="*/ 21 h 21"/>
                    <a:gd name="T10" fmla="*/ 10 w 21"/>
                    <a:gd name="T11" fmla="*/ 4 h 21"/>
                    <a:gd name="T12" fmla="*/ 5 w 21"/>
                    <a:gd name="T13" fmla="*/ 10 h 21"/>
                    <a:gd name="T14" fmla="*/ 10 w 21"/>
                    <a:gd name="T15" fmla="*/ 17 h 21"/>
                    <a:gd name="T16" fmla="*/ 15 w 21"/>
                    <a:gd name="T17" fmla="*/ 11 h 21"/>
                    <a:gd name="T18" fmla="*/ 10 w 21"/>
                    <a:gd name="T19"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1">
                      <a:moveTo>
                        <a:pt x="10" y="21"/>
                      </a:moveTo>
                      <a:cubicBezTo>
                        <a:pt x="3" y="21"/>
                        <a:pt x="0" y="17"/>
                        <a:pt x="0" y="11"/>
                      </a:cubicBezTo>
                      <a:cubicBezTo>
                        <a:pt x="0" y="4"/>
                        <a:pt x="3" y="0"/>
                        <a:pt x="10" y="0"/>
                      </a:cubicBezTo>
                      <a:cubicBezTo>
                        <a:pt x="17" y="0"/>
                        <a:pt x="21" y="4"/>
                        <a:pt x="21" y="10"/>
                      </a:cubicBezTo>
                      <a:cubicBezTo>
                        <a:pt x="21" y="17"/>
                        <a:pt x="17" y="21"/>
                        <a:pt x="10" y="21"/>
                      </a:cubicBezTo>
                      <a:moveTo>
                        <a:pt x="10" y="4"/>
                      </a:moveTo>
                      <a:cubicBezTo>
                        <a:pt x="7" y="4"/>
                        <a:pt x="5" y="7"/>
                        <a:pt x="5" y="10"/>
                      </a:cubicBezTo>
                      <a:cubicBezTo>
                        <a:pt x="5" y="14"/>
                        <a:pt x="6" y="17"/>
                        <a:pt x="10" y="17"/>
                      </a:cubicBezTo>
                      <a:cubicBezTo>
                        <a:pt x="14" y="17"/>
                        <a:pt x="15" y="14"/>
                        <a:pt x="15" y="11"/>
                      </a:cubicBezTo>
                      <a:cubicBezTo>
                        <a:pt x="15" y="6"/>
                        <a:pt x="14" y="4"/>
                        <a:pt x="10" y="4"/>
                      </a:cubicBezTo>
                    </a:path>
                  </a:pathLst>
                </a:custGeom>
                <a:grpFill/>
                <a:ln>
                  <a:noFill/>
                </a:ln>
                <a:extLst/>
              </p:spPr>
              <p:txBody>
                <a:bodyPr/>
                <a:lstStyle/>
                <a:p>
                  <a:pPr defTabSz="457200">
                    <a:defRPr/>
                  </a:pPr>
                  <a:endParaRPr lang="en-AU"/>
                </a:p>
              </p:txBody>
            </p:sp>
            <p:sp>
              <p:nvSpPr>
                <p:cNvPr id="35" name="Oval 35"/>
                <p:cNvSpPr>
                  <a:spLocks noChangeArrowheads="1"/>
                </p:cNvSpPr>
                <p:nvPr/>
              </p:nvSpPr>
              <p:spPr bwMode="auto">
                <a:xfrm>
                  <a:off x="4141788" y="6042025"/>
                  <a:ext cx="19050" cy="22225"/>
                </a:xfrm>
                <a:prstGeom prst="ellipse">
                  <a:avLst/>
                </a:prstGeom>
                <a:grpFill/>
                <a:ln>
                  <a:noFill/>
                </a:ln>
                <a:extLst/>
              </p:spPr>
              <p:txBody>
                <a:bodyPr/>
                <a:lstStyle/>
                <a:p>
                  <a:pPr defTabSz="457200">
                    <a:defRPr/>
                  </a:pPr>
                  <a:endParaRPr lang="en-AU"/>
                </a:p>
              </p:txBody>
            </p:sp>
            <p:sp>
              <p:nvSpPr>
                <p:cNvPr id="3" name="Freeform 36"/>
                <p:cNvSpPr>
                  <a:spLocks noEditPoints="1"/>
                </p:cNvSpPr>
                <p:nvPr/>
              </p:nvSpPr>
              <p:spPr bwMode="auto">
                <a:xfrm>
                  <a:off x="4176713" y="5997575"/>
                  <a:ext cx="57150" cy="66675"/>
                </a:xfrm>
                <a:custGeom>
                  <a:avLst/>
                  <a:gdLst>
                    <a:gd name="T0" fmla="*/ 14 w 18"/>
                    <a:gd name="T1" fmla="*/ 21 h 21"/>
                    <a:gd name="T2" fmla="*/ 13 w 18"/>
                    <a:gd name="T3" fmla="*/ 19 h 21"/>
                    <a:gd name="T4" fmla="*/ 7 w 18"/>
                    <a:gd name="T5" fmla="*/ 21 h 21"/>
                    <a:gd name="T6" fmla="*/ 0 w 18"/>
                    <a:gd name="T7" fmla="*/ 15 h 21"/>
                    <a:gd name="T8" fmla="*/ 10 w 18"/>
                    <a:gd name="T9" fmla="*/ 8 h 21"/>
                    <a:gd name="T10" fmla="*/ 13 w 18"/>
                    <a:gd name="T11" fmla="*/ 8 h 21"/>
                    <a:gd name="T12" fmla="*/ 13 w 18"/>
                    <a:gd name="T13" fmla="*/ 7 h 21"/>
                    <a:gd name="T14" fmla="*/ 8 w 18"/>
                    <a:gd name="T15" fmla="*/ 4 h 21"/>
                    <a:gd name="T16" fmla="*/ 2 w 18"/>
                    <a:gd name="T17" fmla="*/ 5 h 21"/>
                    <a:gd name="T18" fmla="*/ 2 w 18"/>
                    <a:gd name="T19" fmla="*/ 1 h 21"/>
                    <a:gd name="T20" fmla="*/ 9 w 18"/>
                    <a:gd name="T21" fmla="*/ 0 h 21"/>
                    <a:gd name="T22" fmla="*/ 18 w 18"/>
                    <a:gd name="T23" fmla="*/ 7 h 21"/>
                    <a:gd name="T24" fmla="*/ 18 w 18"/>
                    <a:gd name="T25" fmla="*/ 21 h 21"/>
                    <a:gd name="T26" fmla="*/ 14 w 18"/>
                    <a:gd name="T27" fmla="*/ 21 h 21"/>
                    <a:gd name="T28" fmla="*/ 13 w 18"/>
                    <a:gd name="T29" fmla="*/ 12 h 21"/>
                    <a:gd name="T30" fmla="*/ 10 w 18"/>
                    <a:gd name="T31" fmla="*/ 12 h 21"/>
                    <a:gd name="T32" fmla="*/ 5 w 18"/>
                    <a:gd name="T33" fmla="*/ 15 h 21"/>
                    <a:gd name="T34" fmla="*/ 8 w 18"/>
                    <a:gd name="T35" fmla="*/ 17 h 21"/>
                    <a:gd name="T36" fmla="*/ 13 w 18"/>
                    <a:gd name="T37" fmla="*/ 15 h 21"/>
                    <a:gd name="T38" fmla="*/ 13 w 18"/>
                    <a:gd name="T39"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1">
                      <a:moveTo>
                        <a:pt x="14" y="21"/>
                      </a:moveTo>
                      <a:cubicBezTo>
                        <a:pt x="13" y="19"/>
                        <a:pt x="13" y="19"/>
                        <a:pt x="13" y="19"/>
                      </a:cubicBezTo>
                      <a:cubicBezTo>
                        <a:pt x="12" y="20"/>
                        <a:pt x="10" y="21"/>
                        <a:pt x="7" y="21"/>
                      </a:cubicBezTo>
                      <a:cubicBezTo>
                        <a:pt x="3" y="21"/>
                        <a:pt x="0" y="19"/>
                        <a:pt x="0" y="15"/>
                      </a:cubicBezTo>
                      <a:cubicBezTo>
                        <a:pt x="0" y="10"/>
                        <a:pt x="4" y="8"/>
                        <a:pt x="10" y="8"/>
                      </a:cubicBezTo>
                      <a:cubicBezTo>
                        <a:pt x="13" y="8"/>
                        <a:pt x="13" y="8"/>
                        <a:pt x="13" y="8"/>
                      </a:cubicBezTo>
                      <a:cubicBezTo>
                        <a:pt x="13" y="7"/>
                        <a:pt x="13" y="7"/>
                        <a:pt x="13" y="7"/>
                      </a:cubicBezTo>
                      <a:cubicBezTo>
                        <a:pt x="13" y="5"/>
                        <a:pt x="12" y="4"/>
                        <a:pt x="8" y="4"/>
                      </a:cubicBezTo>
                      <a:cubicBezTo>
                        <a:pt x="6" y="4"/>
                        <a:pt x="4" y="4"/>
                        <a:pt x="2" y="5"/>
                      </a:cubicBezTo>
                      <a:cubicBezTo>
                        <a:pt x="2" y="1"/>
                        <a:pt x="2" y="1"/>
                        <a:pt x="2" y="1"/>
                      </a:cubicBezTo>
                      <a:cubicBezTo>
                        <a:pt x="4" y="0"/>
                        <a:pt x="6" y="0"/>
                        <a:pt x="9" y="0"/>
                      </a:cubicBezTo>
                      <a:cubicBezTo>
                        <a:pt x="15" y="0"/>
                        <a:pt x="18" y="2"/>
                        <a:pt x="18" y="7"/>
                      </a:cubicBezTo>
                      <a:cubicBezTo>
                        <a:pt x="18" y="21"/>
                        <a:pt x="18" y="21"/>
                        <a:pt x="18" y="21"/>
                      </a:cubicBezTo>
                      <a:lnTo>
                        <a:pt x="14" y="21"/>
                      </a:lnTo>
                      <a:close/>
                      <a:moveTo>
                        <a:pt x="13" y="12"/>
                      </a:moveTo>
                      <a:cubicBezTo>
                        <a:pt x="10" y="12"/>
                        <a:pt x="10" y="12"/>
                        <a:pt x="10" y="12"/>
                      </a:cubicBezTo>
                      <a:cubicBezTo>
                        <a:pt x="7" y="12"/>
                        <a:pt x="5" y="13"/>
                        <a:pt x="5" y="15"/>
                      </a:cubicBezTo>
                      <a:cubicBezTo>
                        <a:pt x="5" y="16"/>
                        <a:pt x="6" y="17"/>
                        <a:pt x="8" y="17"/>
                      </a:cubicBezTo>
                      <a:cubicBezTo>
                        <a:pt x="10" y="17"/>
                        <a:pt x="11" y="17"/>
                        <a:pt x="13" y="15"/>
                      </a:cubicBezTo>
                      <a:lnTo>
                        <a:pt x="13" y="12"/>
                      </a:lnTo>
                      <a:close/>
                    </a:path>
                  </a:pathLst>
                </a:custGeom>
                <a:grpFill/>
                <a:ln>
                  <a:noFill/>
                </a:ln>
                <a:extLst/>
              </p:spPr>
              <p:txBody>
                <a:bodyPr/>
                <a:lstStyle/>
                <a:p>
                  <a:pPr defTabSz="457200">
                    <a:defRPr/>
                  </a:pPr>
                  <a:endParaRPr lang="en-AU"/>
                </a:p>
              </p:txBody>
            </p:sp>
            <p:sp>
              <p:nvSpPr>
                <p:cNvPr id="37" name="Freeform 37"/>
                <p:cNvSpPr>
                  <a:spLocks/>
                </p:cNvSpPr>
                <p:nvPr/>
              </p:nvSpPr>
              <p:spPr bwMode="auto">
                <a:xfrm>
                  <a:off x="4252913" y="5997575"/>
                  <a:ext cx="57150" cy="66675"/>
                </a:xfrm>
                <a:custGeom>
                  <a:avLst/>
                  <a:gdLst>
                    <a:gd name="T0" fmla="*/ 14 w 18"/>
                    <a:gd name="T1" fmla="*/ 21 h 21"/>
                    <a:gd name="T2" fmla="*/ 14 w 18"/>
                    <a:gd name="T3" fmla="*/ 18 h 21"/>
                    <a:gd name="T4" fmla="*/ 7 w 18"/>
                    <a:gd name="T5" fmla="*/ 21 h 21"/>
                    <a:gd name="T6" fmla="*/ 0 w 18"/>
                    <a:gd name="T7" fmla="*/ 13 h 21"/>
                    <a:gd name="T8" fmla="*/ 0 w 18"/>
                    <a:gd name="T9" fmla="*/ 0 h 21"/>
                    <a:gd name="T10" fmla="*/ 5 w 18"/>
                    <a:gd name="T11" fmla="*/ 0 h 21"/>
                    <a:gd name="T12" fmla="*/ 5 w 18"/>
                    <a:gd name="T13" fmla="*/ 12 h 21"/>
                    <a:gd name="T14" fmla="*/ 8 w 18"/>
                    <a:gd name="T15" fmla="*/ 17 h 21"/>
                    <a:gd name="T16" fmla="*/ 13 w 18"/>
                    <a:gd name="T17" fmla="*/ 14 h 21"/>
                    <a:gd name="T18" fmla="*/ 13 w 18"/>
                    <a:gd name="T19" fmla="*/ 0 h 21"/>
                    <a:gd name="T20" fmla="*/ 18 w 18"/>
                    <a:gd name="T21" fmla="*/ 0 h 21"/>
                    <a:gd name="T22" fmla="*/ 18 w 18"/>
                    <a:gd name="T23" fmla="*/ 21 h 21"/>
                    <a:gd name="T24" fmla="*/ 14 w 18"/>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1">
                      <a:moveTo>
                        <a:pt x="14" y="21"/>
                      </a:moveTo>
                      <a:cubicBezTo>
                        <a:pt x="14" y="18"/>
                        <a:pt x="14" y="18"/>
                        <a:pt x="14" y="18"/>
                      </a:cubicBezTo>
                      <a:cubicBezTo>
                        <a:pt x="12" y="20"/>
                        <a:pt x="10" y="21"/>
                        <a:pt x="7" y="21"/>
                      </a:cubicBezTo>
                      <a:cubicBezTo>
                        <a:pt x="2" y="21"/>
                        <a:pt x="0" y="18"/>
                        <a:pt x="0" y="13"/>
                      </a:cubicBezTo>
                      <a:cubicBezTo>
                        <a:pt x="0" y="0"/>
                        <a:pt x="0" y="0"/>
                        <a:pt x="0" y="0"/>
                      </a:cubicBezTo>
                      <a:cubicBezTo>
                        <a:pt x="5" y="0"/>
                        <a:pt x="5" y="0"/>
                        <a:pt x="5" y="0"/>
                      </a:cubicBezTo>
                      <a:cubicBezTo>
                        <a:pt x="5" y="12"/>
                        <a:pt x="5" y="12"/>
                        <a:pt x="5" y="12"/>
                      </a:cubicBezTo>
                      <a:cubicBezTo>
                        <a:pt x="5" y="15"/>
                        <a:pt x="6" y="17"/>
                        <a:pt x="8" y="17"/>
                      </a:cubicBezTo>
                      <a:cubicBezTo>
                        <a:pt x="10" y="17"/>
                        <a:pt x="11" y="16"/>
                        <a:pt x="13" y="14"/>
                      </a:cubicBezTo>
                      <a:cubicBezTo>
                        <a:pt x="13" y="0"/>
                        <a:pt x="13" y="0"/>
                        <a:pt x="13" y="0"/>
                      </a:cubicBezTo>
                      <a:cubicBezTo>
                        <a:pt x="18" y="0"/>
                        <a:pt x="18" y="0"/>
                        <a:pt x="18" y="0"/>
                      </a:cubicBezTo>
                      <a:cubicBezTo>
                        <a:pt x="18" y="21"/>
                        <a:pt x="18" y="21"/>
                        <a:pt x="18" y="21"/>
                      </a:cubicBezTo>
                      <a:lnTo>
                        <a:pt x="14" y="21"/>
                      </a:lnTo>
                      <a:close/>
                    </a:path>
                  </a:pathLst>
                </a:custGeom>
                <a:grpFill/>
                <a:ln>
                  <a:noFill/>
                </a:ln>
                <a:extLst/>
              </p:spPr>
              <p:txBody>
                <a:bodyPr/>
                <a:lstStyle/>
                <a:p>
                  <a:pPr defTabSz="457200">
                    <a:defRPr/>
                  </a:pPr>
                  <a:endParaRPr lang="en-AU"/>
                </a:p>
              </p:txBody>
            </p:sp>
          </p:grpSp>
        </p:grpSp>
      </p:gr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63CAC834-2FD6-4696-84D4-6AB161425A59}"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BE64472B-5B5E-445B-A58E-A04D9A22A19B}"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358775" y="1268413"/>
            <a:ext cx="4154488"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65663" y="1268413"/>
            <a:ext cx="4154487"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A72FE502-BB81-4C87-98A3-520F2C64BE8F}"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Footer Placeholder 6"/>
          <p:cNvSpPr>
            <a:spLocks noGrp="1"/>
          </p:cNvSpPr>
          <p:nvPr>
            <p:ph type="ftr" sz="quarter" idx="10"/>
          </p:nvPr>
        </p:nvSpPr>
        <p:spPr/>
        <p:txBody>
          <a:bodyPr/>
          <a:lstStyle>
            <a:lvl1pPr>
              <a:defRPr/>
            </a:lvl1pPr>
          </a:lstStyle>
          <a:p>
            <a:r>
              <a:rPr lang="en-AU" smtClean="0"/>
              <a:t>OGC - SWE DWG - 2015-09-16</a:t>
            </a:r>
            <a:endParaRPr lang="en-AU"/>
          </a:p>
        </p:txBody>
      </p:sp>
      <p:sp>
        <p:nvSpPr>
          <p:cNvPr id="8" name="Slide Number Placeholder 7"/>
          <p:cNvSpPr>
            <a:spLocks noGrp="1"/>
          </p:cNvSpPr>
          <p:nvPr>
            <p:ph type="sldNum" sz="quarter" idx="11"/>
          </p:nvPr>
        </p:nvSpPr>
        <p:spPr/>
        <p:txBody>
          <a:bodyPr/>
          <a:lstStyle>
            <a:lvl1pPr>
              <a:defRPr/>
            </a:lvl1pPr>
          </a:lstStyle>
          <a:p>
            <a:pPr>
              <a:defRPr/>
            </a:pPr>
            <a:fld id="{6F779F2E-E8B4-47E0-8335-F3BFAB4A672E}"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Footer Placeholder 2"/>
          <p:cNvSpPr>
            <a:spLocks noGrp="1"/>
          </p:cNvSpPr>
          <p:nvPr>
            <p:ph type="ftr" sz="quarter" idx="10"/>
          </p:nvPr>
        </p:nvSpPr>
        <p:spPr/>
        <p:txBody>
          <a:bodyPr/>
          <a:lstStyle>
            <a:lvl1pPr>
              <a:defRPr/>
            </a:lvl1pPr>
          </a:lstStyle>
          <a:p>
            <a:r>
              <a:rPr lang="en-AU" smtClean="0"/>
              <a:t>OGC - SWE DWG - 2015-09-16</a:t>
            </a:r>
            <a:endParaRPr lang="en-AU"/>
          </a:p>
        </p:txBody>
      </p:sp>
      <p:sp>
        <p:nvSpPr>
          <p:cNvPr id="4" name="Slide Number Placeholder 3"/>
          <p:cNvSpPr>
            <a:spLocks noGrp="1"/>
          </p:cNvSpPr>
          <p:nvPr>
            <p:ph type="sldNum" sz="quarter" idx="11"/>
          </p:nvPr>
        </p:nvSpPr>
        <p:spPr/>
        <p:txBody>
          <a:bodyPr/>
          <a:lstStyle>
            <a:lvl1pPr>
              <a:defRPr/>
            </a:lvl1pPr>
          </a:lstStyle>
          <a:p>
            <a:pPr>
              <a:defRPr/>
            </a:pPr>
            <a:fld id="{539A3BA8-8EA4-49F5-A59C-5101A6016B1F}"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AU" smtClean="0"/>
              <a:t>OGC - SWE DWG - 2015-09-16</a:t>
            </a:r>
            <a:endParaRPr lang="en-AU"/>
          </a:p>
        </p:txBody>
      </p:sp>
      <p:sp>
        <p:nvSpPr>
          <p:cNvPr id="3" name="Slide Number Placeholder 2"/>
          <p:cNvSpPr>
            <a:spLocks noGrp="1"/>
          </p:cNvSpPr>
          <p:nvPr>
            <p:ph type="sldNum" sz="quarter" idx="11"/>
          </p:nvPr>
        </p:nvSpPr>
        <p:spPr/>
        <p:txBody>
          <a:bodyPr/>
          <a:lstStyle>
            <a:lvl1pPr>
              <a:defRPr/>
            </a:lvl1pPr>
          </a:lstStyle>
          <a:p>
            <a:pPr>
              <a:defRPr/>
            </a:pPr>
            <a:fld id="{F4D39E0D-57C2-4467-8A8F-5E857B16B8C3}"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5C615FE9-4222-4DE6-82E7-4CAFF48997EE}"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0C2716C1-7234-4E62-9489-FD1BBD6930C9}"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A3ABA3C9-0FEB-4016-87FC-1C33C259C43D}"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74638"/>
            <a:ext cx="2114550" cy="5567362"/>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358775" y="274638"/>
            <a:ext cx="6194425" cy="5567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171A9F96-9AEE-44A8-9FB7-7CEB457D5BC6}"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82955" name="Title Placeholder 1"/>
          <p:cNvSpPr>
            <a:spLocks noGrp="1"/>
          </p:cNvSpPr>
          <p:nvPr>
            <p:ph type="ctrTitle"/>
          </p:nvPr>
        </p:nvSpPr>
        <p:spPr>
          <a:xfrm>
            <a:off x="358775" y="3105150"/>
            <a:ext cx="8461375" cy="1096963"/>
          </a:xfrm>
        </p:spPr>
        <p:txBody>
          <a:bodyPr anchor="b"/>
          <a:lstStyle>
            <a:lvl1pPr>
              <a:defRPr sz="4400">
                <a:solidFill>
                  <a:schemeClr val="bg1"/>
                </a:solidFill>
              </a:defRPr>
            </a:lvl1pPr>
          </a:lstStyle>
          <a:p>
            <a:r>
              <a:rPr lang="en-AU"/>
              <a:t>Click to edit Master title style</a:t>
            </a:r>
          </a:p>
        </p:txBody>
      </p:sp>
      <p:sp>
        <p:nvSpPr>
          <p:cNvPr id="82956" name="Text Placeholder 2"/>
          <p:cNvSpPr>
            <a:spLocks noGrp="1"/>
          </p:cNvSpPr>
          <p:nvPr>
            <p:ph type="subTitle" idx="1"/>
          </p:nvPr>
        </p:nvSpPr>
        <p:spPr>
          <a:xfrm>
            <a:off x="358775" y="4257675"/>
            <a:ext cx="8461375" cy="396875"/>
          </a:xfrm>
        </p:spPr>
        <p:txBody>
          <a:bodyPr/>
          <a:lstStyle>
            <a:lvl1pPr marL="0" indent="0">
              <a:buFont typeface="Arial" charset="0"/>
              <a:buNone/>
              <a:defRPr sz="2200" b="1">
                <a:solidFill>
                  <a:schemeClr val="bg1"/>
                </a:solidFill>
              </a:defRPr>
            </a:lvl1pPr>
          </a:lstStyle>
          <a:p>
            <a:r>
              <a:rPr lang="en-AU"/>
              <a:t>Click to edit Master subtitle style</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grpSp>
        <p:nvGrpSpPr>
          <p:cNvPr id="82960" name="Group 35"/>
          <p:cNvGrpSpPr>
            <a:grpSpLocks/>
          </p:cNvGrpSpPr>
          <p:nvPr/>
        </p:nvGrpSpPr>
        <p:grpSpPr bwMode="auto">
          <a:xfrm>
            <a:off x="0" y="5500688"/>
            <a:ext cx="9167813" cy="996950"/>
            <a:chOff x="608" y="5500319"/>
            <a:chExt cx="9167813" cy="996950"/>
          </a:xfrm>
        </p:grpSpPr>
        <p:grpSp>
          <p:nvGrpSpPr>
            <p:cNvPr id="82961" name="Group 22"/>
            <p:cNvGrpSpPr>
              <a:grpSpLocks/>
            </p:cNvGrpSpPr>
            <p:nvPr/>
          </p:nvGrpSpPr>
          <p:grpSpPr bwMode="auto">
            <a:xfrm>
              <a:off x="608" y="5500319"/>
              <a:ext cx="9167813" cy="996950"/>
              <a:chOff x="-7938" y="5668963"/>
              <a:chExt cx="9167813" cy="996950"/>
            </a:xfrm>
          </p:grpSpPr>
          <p:sp>
            <p:nvSpPr>
              <p:cNvPr id="49" name="Freeform 11"/>
              <p:cNvSpPr>
                <a:spLocks noEditPoints="1"/>
              </p:cNvSpPr>
              <p:nvPr/>
            </p:nvSpPr>
            <p:spPr bwMode="auto">
              <a:xfrm>
                <a:off x="-7938" y="5668963"/>
                <a:ext cx="9167813" cy="996950"/>
              </a:xfrm>
              <a:custGeom>
                <a:avLst/>
                <a:gdLst>
                  <a:gd name="T0" fmla="*/ 2880 w 2880"/>
                  <a:gd name="T1" fmla="*/ 20 h 313"/>
                  <a:gd name="T2" fmla="*/ 2789 w 2880"/>
                  <a:gd name="T3" fmla="*/ 20 h 313"/>
                  <a:gd name="T4" fmla="*/ 2313 w 2880"/>
                  <a:gd name="T5" fmla="*/ 137 h 313"/>
                  <a:gd name="T6" fmla="*/ 2784 w 2880"/>
                  <a:gd name="T7" fmla="*/ 313 h 313"/>
                  <a:gd name="T8" fmla="*/ 2880 w 2880"/>
                  <a:gd name="T9" fmla="*/ 313 h 313"/>
                  <a:gd name="T10" fmla="*/ 2880 w 2880"/>
                  <a:gd name="T11" fmla="*/ 20 h 313"/>
                  <a:gd name="T12" fmla="*/ 1860 w 2880"/>
                  <a:gd name="T13" fmla="*/ 0 h 313"/>
                  <a:gd name="T14" fmla="*/ 0 w 2880"/>
                  <a:gd name="T15" fmla="*/ 0 h 313"/>
                  <a:gd name="T16" fmla="*/ 0 w 2880"/>
                  <a:gd name="T17" fmla="*/ 157 h 313"/>
                  <a:gd name="T18" fmla="*/ 2030 w 2880"/>
                  <a:gd name="T19" fmla="*/ 157 h 313"/>
                  <a:gd name="T20" fmla="*/ 2313 w 2880"/>
                  <a:gd name="T21" fmla="*/ 137 h 313"/>
                  <a:gd name="T22" fmla="*/ 2313 w 2880"/>
                  <a:gd name="T23" fmla="*/ 137 h 313"/>
                  <a:gd name="T24" fmla="*/ 2313 w 2880"/>
                  <a:gd name="T25" fmla="*/ 137 h 313"/>
                  <a:gd name="T26" fmla="*/ 1860 w 2880"/>
                  <a:gd name="T27"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0" h="313">
                    <a:moveTo>
                      <a:pt x="2880" y="20"/>
                    </a:moveTo>
                    <a:cubicBezTo>
                      <a:pt x="2789" y="20"/>
                      <a:pt x="2789" y="20"/>
                      <a:pt x="2789" y="20"/>
                    </a:cubicBezTo>
                    <a:cubicBezTo>
                      <a:pt x="2500" y="20"/>
                      <a:pt x="2393" y="107"/>
                      <a:pt x="2313" y="137"/>
                    </a:cubicBezTo>
                    <a:cubicBezTo>
                      <a:pt x="2411" y="217"/>
                      <a:pt x="2542" y="313"/>
                      <a:pt x="2784" y="313"/>
                    </a:cubicBezTo>
                    <a:cubicBezTo>
                      <a:pt x="2842" y="313"/>
                      <a:pt x="2880" y="313"/>
                      <a:pt x="2880" y="313"/>
                    </a:cubicBezTo>
                    <a:cubicBezTo>
                      <a:pt x="2880" y="20"/>
                      <a:pt x="2880" y="20"/>
                      <a:pt x="2880" y="20"/>
                    </a:cubicBezTo>
                    <a:moveTo>
                      <a:pt x="1860" y="0"/>
                    </a:moveTo>
                    <a:cubicBezTo>
                      <a:pt x="0" y="0"/>
                      <a:pt x="0" y="0"/>
                      <a:pt x="0" y="0"/>
                    </a:cubicBezTo>
                    <a:cubicBezTo>
                      <a:pt x="0" y="157"/>
                      <a:pt x="0" y="157"/>
                      <a:pt x="0" y="157"/>
                    </a:cubicBezTo>
                    <a:cubicBezTo>
                      <a:pt x="2030" y="157"/>
                      <a:pt x="2030" y="157"/>
                      <a:pt x="2030" y="157"/>
                    </a:cubicBezTo>
                    <a:cubicBezTo>
                      <a:pt x="2214" y="157"/>
                      <a:pt x="2274" y="152"/>
                      <a:pt x="2313" y="137"/>
                    </a:cubicBezTo>
                    <a:cubicBezTo>
                      <a:pt x="2313" y="137"/>
                      <a:pt x="2313" y="137"/>
                      <a:pt x="2313" y="137"/>
                    </a:cubicBezTo>
                    <a:cubicBezTo>
                      <a:pt x="2313" y="137"/>
                      <a:pt x="2313" y="137"/>
                      <a:pt x="2313" y="137"/>
                    </a:cubicBezTo>
                    <a:cubicBezTo>
                      <a:pt x="2216" y="57"/>
                      <a:pt x="2053" y="0"/>
                      <a:pt x="1860" y="0"/>
                    </a:cubicBezTo>
                  </a:path>
                </a:pathLst>
              </a:custGeom>
              <a:solidFill>
                <a:schemeClr val="accent1">
                  <a:lumMod val="75000"/>
                </a:schemeClr>
              </a:solidFill>
              <a:ln>
                <a:noFill/>
              </a:ln>
              <a:extLst/>
            </p:spPr>
            <p:txBody>
              <a:bodyPr/>
              <a:lstStyle/>
              <a:p>
                <a:pPr defTabSz="457200">
                  <a:defRPr/>
                </a:pPr>
                <a:endParaRPr lang="en-AU"/>
              </a:p>
            </p:txBody>
          </p:sp>
          <p:sp>
            <p:nvSpPr>
              <p:cNvPr id="50" name="Freeform 24"/>
              <p:cNvSpPr>
                <a:spLocks/>
              </p:cNvSpPr>
              <p:nvPr/>
            </p:nvSpPr>
            <p:spPr bwMode="auto">
              <a:xfrm>
                <a:off x="-7938" y="5732463"/>
                <a:ext cx="7362825" cy="433387"/>
              </a:xfrm>
              <a:custGeom>
                <a:avLst/>
                <a:gdLst>
                  <a:gd name="T0" fmla="*/ 2313 w 2313"/>
                  <a:gd name="T1" fmla="*/ 117 h 136"/>
                  <a:gd name="T2" fmla="*/ 1860 w 2313"/>
                  <a:gd name="T3" fmla="*/ 0 h 136"/>
                  <a:gd name="T4" fmla="*/ 0 w 2313"/>
                  <a:gd name="T5" fmla="*/ 0 h 136"/>
                  <a:gd name="T6" fmla="*/ 0 w 2313"/>
                  <a:gd name="T7" fmla="*/ 136 h 136"/>
                  <a:gd name="T8" fmla="*/ 2030 w 2313"/>
                  <a:gd name="T9" fmla="*/ 136 h 136"/>
                  <a:gd name="T10" fmla="*/ 2313 w 2313"/>
                  <a:gd name="T11" fmla="*/ 117 h 136"/>
                </a:gdLst>
                <a:ahLst/>
                <a:cxnLst>
                  <a:cxn ang="0">
                    <a:pos x="T0" y="T1"/>
                  </a:cxn>
                  <a:cxn ang="0">
                    <a:pos x="T2" y="T3"/>
                  </a:cxn>
                  <a:cxn ang="0">
                    <a:pos x="T4" y="T5"/>
                  </a:cxn>
                  <a:cxn ang="0">
                    <a:pos x="T6" y="T7"/>
                  </a:cxn>
                  <a:cxn ang="0">
                    <a:pos x="T8" y="T9"/>
                  </a:cxn>
                  <a:cxn ang="0">
                    <a:pos x="T10" y="T11"/>
                  </a:cxn>
                </a:cxnLst>
                <a:rect l="0" t="0" r="r" b="b"/>
                <a:pathLst>
                  <a:path w="2313" h="136">
                    <a:moveTo>
                      <a:pt x="2313" y="117"/>
                    </a:moveTo>
                    <a:cubicBezTo>
                      <a:pt x="2204" y="55"/>
                      <a:pt x="2053" y="0"/>
                      <a:pt x="1860" y="0"/>
                    </a:cubicBezTo>
                    <a:cubicBezTo>
                      <a:pt x="0" y="0"/>
                      <a:pt x="0" y="0"/>
                      <a:pt x="0" y="0"/>
                    </a:cubicBezTo>
                    <a:cubicBezTo>
                      <a:pt x="0" y="136"/>
                      <a:pt x="0" y="136"/>
                      <a:pt x="0" y="136"/>
                    </a:cubicBezTo>
                    <a:cubicBezTo>
                      <a:pt x="2030" y="136"/>
                      <a:pt x="2030" y="136"/>
                      <a:pt x="2030" y="136"/>
                    </a:cubicBezTo>
                    <a:cubicBezTo>
                      <a:pt x="2214" y="136"/>
                      <a:pt x="2274" y="132"/>
                      <a:pt x="2313" y="117"/>
                    </a:cubicBezTo>
                  </a:path>
                </a:pathLst>
              </a:custGeom>
              <a:solidFill>
                <a:schemeClr val="accent2"/>
              </a:solidFill>
              <a:ln>
                <a:noFill/>
              </a:ln>
              <a:extLst/>
            </p:spPr>
            <p:txBody>
              <a:bodyPr/>
              <a:lstStyle/>
              <a:p>
                <a:pPr defTabSz="457200">
                  <a:defRPr/>
                </a:pPr>
                <a:endParaRPr lang="en-AU"/>
              </a:p>
            </p:txBody>
          </p:sp>
          <p:sp>
            <p:nvSpPr>
              <p:cNvPr id="51" name="Freeform 25"/>
              <p:cNvSpPr>
                <a:spLocks/>
              </p:cNvSpPr>
              <p:nvPr/>
            </p:nvSpPr>
            <p:spPr bwMode="auto">
              <a:xfrm>
                <a:off x="7354887" y="5732463"/>
                <a:ext cx="1804988" cy="869950"/>
              </a:xfrm>
              <a:custGeom>
                <a:avLst/>
                <a:gdLst>
                  <a:gd name="T0" fmla="*/ 476 w 567"/>
                  <a:gd name="T1" fmla="*/ 0 h 273"/>
                  <a:gd name="T2" fmla="*/ 0 w 567"/>
                  <a:gd name="T3" fmla="*/ 117 h 273"/>
                  <a:gd name="T4" fmla="*/ 471 w 567"/>
                  <a:gd name="T5" fmla="*/ 273 h 273"/>
                  <a:gd name="T6" fmla="*/ 567 w 567"/>
                  <a:gd name="T7" fmla="*/ 273 h 273"/>
                  <a:gd name="T8" fmla="*/ 567 w 567"/>
                  <a:gd name="T9" fmla="*/ 0 h 273"/>
                  <a:gd name="T10" fmla="*/ 476 w 567"/>
                  <a:gd name="T11" fmla="*/ 0 h 273"/>
                </a:gdLst>
                <a:ahLst/>
                <a:cxnLst>
                  <a:cxn ang="0">
                    <a:pos x="T0" y="T1"/>
                  </a:cxn>
                  <a:cxn ang="0">
                    <a:pos x="T2" y="T3"/>
                  </a:cxn>
                  <a:cxn ang="0">
                    <a:pos x="T4" y="T5"/>
                  </a:cxn>
                  <a:cxn ang="0">
                    <a:pos x="T6" y="T7"/>
                  </a:cxn>
                  <a:cxn ang="0">
                    <a:pos x="T8" y="T9"/>
                  </a:cxn>
                  <a:cxn ang="0">
                    <a:pos x="T10" y="T11"/>
                  </a:cxn>
                </a:cxnLst>
                <a:rect l="0" t="0" r="r" b="b"/>
                <a:pathLst>
                  <a:path w="567" h="273">
                    <a:moveTo>
                      <a:pt x="476" y="0"/>
                    </a:moveTo>
                    <a:cubicBezTo>
                      <a:pt x="187" y="0"/>
                      <a:pt x="80" y="87"/>
                      <a:pt x="0" y="117"/>
                    </a:cubicBezTo>
                    <a:cubicBezTo>
                      <a:pt x="128" y="190"/>
                      <a:pt x="229" y="273"/>
                      <a:pt x="471" y="273"/>
                    </a:cubicBezTo>
                    <a:cubicBezTo>
                      <a:pt x="529" y="273"/>
                      <a:pt x="567" y="273"/>
                      <a:pt x="567" y="273"/>
                    </a:cubicBezTo>
                    <a:cubicBezTo>
                      <a:pt x="567" y="0"/>
                      <a:pt x="567" y="0"/>
                      <a:pt x="567" y="0"/>
                    </a:cubicBezTo>
                    <a:lnTo>
                      <a:pt x="476" y="0"/>
                    </a:lnTo>
                    <a:close/>
                  </a:path>
                </a:pathLst>
              </a:custGeom>
              <a:solidFill>
                <a:srgbClr val="FFFFFF"/>
              </a:solidFill>
              <a:ln>
                <a:noFill/>
              </a:ln>
              <a:extLst/>
            </p:spPr>
            <p:txBody>
              <a:bodyPr/>
              <a:lstStyle/>
              <a:p>
                <a:pPr defTabSz="457200">
                  <a:defRPr/>
                </a:pPr>
                <a:endParaRPr lang="en-AU"/>
              </a:p>
            </p:txBody>
          </p:sp>
        </p:grpSp>
        <p:pic>
          <p:nvPicPr>
            <p:cNvPr id="82965" name="Picture 78"/>
            <p:cNvPicPr>
              <a:picLocks noChangeAspect="1" noChangeArrowheads="1"/>
            </p:cNvPicPr>
            <p:nvPr/>
          </p:nvPicPr>
          <p:blipFill>
            <a:blip r:embed="rId2" cstate="print"/>
            <a:srcRect/>
            <a:stretch>
              <a:fillRect/>
            </a:stretch>
          </p:blipFill>
          <p:spPr bwMode="auto">
            <a:xfrm>
              <a:off x="8169275" y="5675743"/>
              <a:ext cx="655638" cy="655637"/>
            </a:xfrm>
            <a:prstGeom prst="rect">
              <a:avLst/>
            </a:prstGeom>
            <a:noFill/>
            <a:ln w="9525">
              <a:noFill/>
              <a:miter lim="800000"/>
              <a:headEnd/>
              <a:tailEnd/>
            </a:ln>
          </p:spPr>
        </p:pic>
        <p:grpSp>
          <p:nvGrpSpPr>
            <p:cNvPr id="2" name="Group 19"/>
            <p:cNvGrpSpPr/>
            <p:nvPr/>
          </p:nvGrpSpPr>
          <p:grpSpPr>
            <a:xfrm>
              <a:off x="360000" y="5807505"/>
              <a:ext cx="814388" cy="95250"/>
              <a:chOff x="3495675" y="5969000"/>
              <a:chExt cx="814388" cy="95250"/>
            </a:xfrm>
            <a:solidFill>
              <a:schemeClr val="accent1"/>
            </a:solidFill>
          </p:grpSpPr>
          <p:sp>
            <p:nvSpPr>
              <p:cNvPr id="37" name="Freeform 26"/>
              <p:cNvSpPr>
                <a:spLocks/>
              </p:cNvSpPr>
              <p:nvPr/>
            </p:nvSpPr>
            <p:spPr bwMode="auto">
              <a:xfrm>
                <a:off x="34956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1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1"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1" y="13"/>
                      <a:pt x="21" y="13"/>
                      <a:pt x="21"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38" name="Freeform 27"/>
              <p:cNvSpPr>
                <a:spLocks/>
              </p:cNvSpPr>
              <p:nvPr/>
            </p:nvSpPr>
            <p:spPr bwMode="auto">
              <a:xfrm>
                <a:off x="360362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39" name="Freeform 28"/>
              <p:cNvSpPr>
                <a:spLocks/>
              </p:cNvSpPr>
              <p:nvPr/>
            </p:nvSpPr>
            <p:spPr bwMode="auto">
              <a:xfrm>
                <a:off x="37115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9"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40" name="Oval 29"/>
              <p:cNvSpPr>
                <a:spLocks noChangeArrowheads="1"/>
              </p:cNvSpPr>
              <p:nvPr/>
            </p:nvSpPr>
            <p:spPr bwMode="auto">
              <a:xfrm>
                <a:off x="3819525" y="6042025"/>
                <a:ext cx="19050" cy="22225"/>
              </a:xfrm>
              <a:prstGeom prst="ellipse">
                <a:avLst/>
              </a:prstGeom>
              <a:grpFill/>
              <a:ln>
                <a:noFill/>
              </a:ln>
              <a:extLst/>
            </p:spPr>
            <p:txBody>
              <a:bodyPr/>
              <a:lstStyle/>
              <a:p>
                <a:pPr defTabSz="457200">
                  <a:defRPr/>
                </a:pPr>
                <a:endParaRPr lang="en-AU"/>
              </a:p>
            </p:txBody>
          </p:sp>
          <p:sp>
            <p:nvSpPr>
              <p:cNvPr id="41" name="Freeform 30"/>
              <p:cNvSpPr>
                <a:spLocks/>
              </p:cNvSpPr>
              <p:nvPr/>
            </p:nvSpPr>
            <p:spPr bwMode="auto">
              <a:xfrm>
                <a:off x="3851275" y="5997575"/>
                <a:ext cx="50800" cy="66675"/>
              </a:xfrm>
              <a:custGeom>
                <a:avLst/>
                <a:gdLst>
                  <a:gd name="T0" fmla="*/ 16 w 16"/>
                  <a:gd name="T1" fmla="*/ 20 h 21"/>
                  <a:gd name="T2" fmla="*/ 10 w 16"/>
                  <a:gd name="T3" fmla="*/ 21 h 21"/>
                  <a:gd name="T4" fmla="*/ 0 w 16"/>
                  <a:gd name="T5" fmla="*/ 11 h 21"/>
                  <a:gd name="T6" fmla="*/ 10 w 16"/>
                  <a:gd name="T7" fmla="*/ 0 h 21"/>
                  <a:gd name="T8" fmla="*/ 16 w 16"/>
                  <a:gd name="T9" fmla="*/ 1 h 21"/>
                  <a:gd name="T10" fmla="*/ 14 w 16"/>
                  <a:gd name="T11" fmla="*/ 5 h 21"/>
                  <a:gd name="T12" fmla="*/ 11 w 16"/>
                  <a:gd name="T13" fmla="*/ 4 h 21"/>
                  <a:gd name="T14" fmla="*/ 6 w 16"/>
                  <a:gd name="T15" fmla="*/ 10 h 21"/>
                  <a:gd name="T16" fmla="*/ 11 w 16"/>
                  <a:gd name="T17" fmla="*/ 17 h 21"/>
                  <a:gd name="T18" fmla="*/ 15 w 16"/>
                  <a:gd name="T19" fmla="*/ 16 h 21"/>
                  <a:gd name="T20" fmla="*/ 16 w 16"/>
                  <a:gd name="T21"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1">
                    <a:moveTo>
                      <a:pt x="16" y="20"/>
                    </a:moveTo>
                    <a:cubicBezTo>
                      <a:pt x="14" y="21"/>
                      <a:pt x="12" y="21"/>
                      <a:pt x="10" y="21"/>
                    </a:cubicBezTo>
                    <a:cubicBezTo>
                      <a:pt x="3" y="21"/>
                      <a:pt x="0" y="17"/>
                      <a:pt x="0" y="11"/>
                    </a:cubicBezTo>
                    <a:cubicBezTo>
                      <a:pt x="0" y="4"/>
                      <a:pt x="4" y="0"/>
                      <a:pt x="10" y="0"/>
                    </a:cubicBezTo>
                    <a:cubicBezTo>
                      <a:pt x="12" y="0"/>
                      <a:pt x="14" y="0"/>
                      <a:pt x="16" y="1"/>
                    </a:cubicBezTo>
                    <a:cubicBezTo>
                      <a:pt x="14" y="5"/>
                      <a:pt x="14" y="5"/>
                      <a:pt x="14" y="5"/>
                    </a:cubicBezTo>
                    <a:cubicBezTo>
                      <a:pt x="13" y="4"/>
                      <a:pt x="12" y="4"/>
                      <a:pt x="11" y="4"/>
                    </a:cubicBezTo>
                    <a:cubicBezTo>
                      <a:pt x="7" y="4"/>
                      <a:pt x="6" y="6"/>
                      <a:pt x="6" y="10"/>
                    </a:cubicBezTo>
                    <a:cubicBezTo>
                      <a:pt x="6" y="15"/>
                      <a:pt x="7" y="17"/>
                      <a:pt x="11" y="17"/>
                    </a:cubicBezTo>
                    <a:cubicBezTo>
                      <a:pt x="12" y="17"/>
                      <a:pt x="14" y="17"/>
                      <a:pt x="15" y="16"/>
                    </a:cubicBezTo>
                    <a:lnTo>
                      <a:pt x="16" y="20"/>
                    </a:lnTo>
                    <a:close/>
                  </a:path>
                </a:pathLst>
              </a:custGeom>
              <a:grpFill/>
              <a:ln>
                <a:noFill/>
              </a:ln>
              <a:extLst/>
            </p:spPr>
            <p:txBody>
              <a:bodyPr/>
              <a:lstStyle/>
              <a:p>
                <a:pPr defTabSz="457200">
                  <a:defRPr/>
                </a:pPr>
                <a:endParaRPr lang="en-AU"/>
              </a:p>
            </p:txBody>
          </p:sp>
          <p:sp>
            <p:nvSpPr>
              <p:cNvPr id="42" name="Freeform 31"/>
              <p:cNvSpPr>
                <a:spLocks/>
              </p:cNvSpPr>
              <p:nvPr/>
            </p:nvSpPr>
            <p:spPr bwMode="auto">
              <a:xfrm>
                <a:off x="3911600" y="5997575"/>
                <a:ext cx="47625" cy="66675"/>
              </a:xfrm>
              <a:custGeom>
                <a:avLst/>
                <a:gdLst>
                  <a:gd name="T0" fmla="*/ 6 w 15"/>
                  <a:gd name="T1" fmla="*/ 21 h 21"/>
                  <a:gd name="T2" fmla="*/ 0 w 15"/>
                  <a:gd name="T3" fmla="*/ 20 h 21"/>
                  <a:gd name="T4" fmla="*/ 1 w 15"/>
                  <a:gd name="T5" fmla="*/ 16 h 21"/>
                  <a:gd name="T6" fmla="*/ 6 w 15"/>
                  <a:gd name="T7" fmla="*/ 17 h 21"/>
                  <a:gd name="T8" fmla="*/ 9 w 15"/>
                  <a:gd name="T9" fmla="*/ 15 h 21"/>
                  <a:gd name="T10" fmla="*/ 6 w 15"/>
                  <a:gd name="T11" fmla="*/ 12 h 21"/>
                  <a:gd name="T12" fmla="*/ 0 w 15"/>
                  <a:gd name="T13" fmla="*/ 6 h 21"/>
                  <a:gd name="T14" fmla="*/ 8 w 15"/>
                  <a:gd name="T15" fmla="*/ 0 h 21"/>
                  <a:gd name="T16" fmla="*/ 13 w 15"/>
                  <a:gd name="T17" fmla="*/ 0 h 21"/>
                  <a:gd name="T18" fmla="*/ 13 w 15"/>
                  <a:gd name="T19" fmla="*/ 4 h 21"/>
                  <a:gd name="T20" fmla="*/ 9 w 15"/>
                  <a:gd name="T21" fmla="*/ 4 h 21"/>
                  <a:gd name="T22" fmla="*/ 6 w 15"/>
                  <a:gd name="T23" fmla="*/ 6 h 21"/>
                  <a:gd name="T24" fmla="*/ 9 w 15"/>
                  <a:gd name="T25" fmla="*/ 9 h 21"/>
                  <a:gd name="T26" fmla="*/ 15 w 15"/>
                  <a:gd name="T27" fmla="*/ 14 h 21"/>
                  <a:gd name="T28" fmla="*/ 6 w 15"/>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1">
                    <a:moveTo>
                      <a:pt x="6" y="21"/>
                    </a:moveTo>
                    <a:cubicBezTo>
                      <a:pt x="4" y="21"/>
                      <a:pt x="2" y="21"/>
                      <a:pt x="0" y="20"/>
                    </a:cubicBezTo>
                    <a:cubicBezTo>
                      <a:pt x="1" y="16"/>
                      <a:pt x="1" y="16"/>
                      <a:pt x="1" y="16"/>
                    </a:cubicBezTo>
                    <a:cubicBezTo>
                      <a:pt x="3" y="17"/>
                      <a:pt x="5" y="17"/>
                      <a:pt x="6" y="17"/>
                    </a:cubicBezTo>
                    <a:cubicBezTo>
                      <a:pt x="8" y="17"/>
                      <a:pt x="9" y="16"/>
                      <a:pt x="9" y="15"/>
                    </a:cubicBezTo>
                    <a:cubicBezTo>
                      <a:pt x="9" y="14"/>
                      <a:pt x="8" y="13"/>
                      <a:pt x="6" y="12"/>
                    </a:cubicBezTo>
                    <a:cubicBezTo>
                      <a:pt x="3" y="11"/>
                      <a:pt x="0" y="10"/>
                      <a:pt x="0" y="6"/>
                    </a:cubicBezTo>
                    <a:cubicBezTo>
                      <a:pt x="0" y="2"/>
                      <a:pt x="3" y="0"/>
                      <a:pt x="8" y="0"/>
                    </a:cubicBezTo>
                    <a:cubicBezTo>
                      <a:pt x="10" y="0"/>
                      <a:pt x="12" y="0"/>
                      <a:pt x="13" y="0"/>
                    </a:cubicBezTo>
                    <a:cubicBezTo>
                      <a:pt x="13" y="4"/>
                      <a:pt x="13" y="4"/>
                      <a:pt x="13" y="4"/>
                    </a:cubicBezTo>
                    <a:cubicBezTo>
                      <a:pt x="11" y="4"/>
                      <a:pt x="10" y="4"/>
                      <a:pt x="9" y="4"/>
                    </a:cubicBezTo>
                    <a:cubicBezTo>
                      <a:pt x="6" y="4"/>
                      <a:pt x="6" y="5"/>
                      <a:pt x="6" y="6"/>
                    </a:cubicBezTo>
                    <a:cubicBezTo>
                      <a:pt x="6" y="7"/>
                      <a:pt x="7" y="8"/>
                      <a:pt x="9" y="9"/>
                    </a:cubicBezTo>
                    <a:cubicBezTo>
                      <a:pt x="13" y="10"/>
                      <a:pt x="15" y="11"/>
                      <a:pt x="15" y="14"/>
                    </a:cubicBezTo>
                    <a:cubicBezTo>
                      <a:pt x="15" y="18"/>
                      <a:pt x="11" y="21"/>
                      <a:pt x="6" y="21"/>
                    </a:cubicBezTo>
                  </a:path>
                </a:pathLst>
              </a:custGeom>
              <a:grpFill/>
              <a:ln>
                <a:noFill/>
              </a:ln>
              <a:extLst/>
            </p:spPr>
            <p:txBody>
              <a:bodyPr/>
              <a:lstStyle/>
              <a:p>
                <a:pPr defTabSz="457200">
                  <a:defRPr/>
                </a:pPr>
                <a:endParaRPr lang="en-AU"/>
              </a:p>
            </p:txBody>
          </p:sp>
          <p:sp>
            <p:nvSpPr>
              <p:cNvPr id="3" name="Freeform 32"/>
              <p:cNvSpPr>
                <a:spLocks noEditPoints="1"/>
              </p:cNvSpPr>
              <p:nvPr/>
            </p:nvSpPr>
            <p:spPr bwMode="auto">
              <a:xfrm>
                <a:off x="3965575" y="5969000"/>
                <a:ext cx="28575" cy="95250"/>
              </a:xfrm>
              <a:custGeom>
                <a:avLst/>
                <a:gdLst>
                  <a:gd name="T0" fmla="*/ 4 w 9"/>
                  <a:gd name="T1" fmla="*/ 30 h 30"/>
                  <a:gd name="T2" fmla="*/ 4 w 9"/>
                  <a:gd name="T3" fmla="*/ 13 h 30"/>
                  <a:gd name="T4" fmla="*/ 0 w 9"/>
                  <a:gd name="T5" fmla="*/ 13 h 30"/>
                  <a:gd name="T6" fmla="*/ 0 w 9"/>
                  <a:gd name="T7" fmla="*/ 9 h 30"/>
                  <a:gd name="T8" fmla="*/ 9 w 9"/>
                  <a:gd name="T9" fmla="*/ 9 h 30"/>
                  <a:gd name="T10" fmla="*/ 9 w 9"/>
                  <a:gd name="T11" fmla="*/ 30 h 30"/>
                  <a:gd name="T12" fmla="*/ 4 w 9"/>
                  <a:gd name="T13" fmla="*/ 30 h 30"/>
                  <a:gd name="T14" fmla="*/ 6 w 9"/>
                  <a:gd name="T15" fmla="*/ 6 h 30"/>
                  <a:gd name="T16" fmla="*/ 3 w 9"/>
                  <a:gd name="T17" fmla="*/ 3 h 30"/>
                  <a:gd name="T18" fmla="*/ 6 w 9"/>
                  <a:gd name="T19" fmla="*/ 0 h 30"/>
                  <a:gd name="T20" fmla="*/ 9 w 9"/>
                  <a:gd name="T21" fmla="*/ 3 h 30"/>
                  <a:gd name="T22" fmla="*/ 6 w 9"/>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30">
                    <a:moveTo>
                      <a:pt x="4" y="30"/>
                    </a:moveTo>
                    <a:cubicBezTo>
                      <a:pt x="4" y="13"/>
                      <a:pt x="4" y="13"/>
                      <a:pt x="4" y="13"/>
                    </a:cubicBezTo>
                    <a:cubicBezTo>
                      <a:pt x="0" y="13"/>
                      <a:pt x="0" y="13"/>
                      <a:pt x="0" y="13"/>
                    </a:cubicBezTo>
                    <a:cubicBezTo>
                      <a:pt x="0" y="9"/>
                      <a:pt x="0" y="9"/>
                      <a:pt x="0" y="9"/>
                    </a:cubicBezTo>
                    <a:cubicBezTo>
                      <a:pt x="9" y="9"/>
                      <a:pt x="9" y="9"/>
                      <a:pt x="9" y="9"/>
                    </a:cubicBezTo>
                    <a:cubicBezTo>
                      <a:pt x="9" y="30"/>
                      <a:pt x="9" y="30"/>
                      <a:pt x="9" y="30"/>
                    </a:cubicBezTo>
                    <a:lnTo>
                      <a:pt x="4" y="30"/>
                    </a:lnTo>
                    <a:close/>
                    <a:moveTo>
                      <a:pt x="6" y="6"/>
                    </a:moveTo>
                    <a:cubicBezTo>
                      <a:pt x="4" y="6"/>
                      <a:pt x="3" y="5"/>
                      <a:pt x="3" y="3"/>
                    </a:cubicBezTo>
                    <a:cubicBezTo>
                      <a:pt x="3" y="1"/>
                      <a:pt x="4" y="0"/>
                      <a:pt x="6" y="0"/>
                    </a:cubicBezTo>
                    <a:cubicBezTo>
                      <a:pt x="8" y="0"/>
                      <a:pt x="9" y="1"/>
                      <a:pt x="9" y="3"/>
                    </a:cubicBezTo>
                    <a:cubicBezTo>
                      <a:pt x="9" y="5"/>
                      <a:pt x="8" y="6"/>
                      <a:pt x="6" y="6"/>
                    </a:cubicBezTo>
                  </a:path>
                </a:pathLst>
              </a:custGeom>
              <a:grpFill/>
              <a:ln>
                <a:noFill/>
              </a:ln>
              <a:extLst/>
            </p:spPr>
            <p:txBody>
              <a:bodyPr/>
              <a:lstStyle/>
              <a:p>
                <a:pPr defTabSz="457200">
                  <a:defRPr/>
                </a:pPr>
                <a:endParaRPr lang="en-AU"/>
              </a:p>
            </p:txBody>
          </p:sp>
          <p:sp>
            <p:nvSpPr>
              <p:cNvPr id="44" name="Freeform 33"/>
              <p:cNvSpPr>
                <a:spLocks/>
              </p:cNvSpPr>
              <p:nvPr/>
            </p:nvSpPr>
            <p:spPr bwMode="auto">
              <a:xfrm>
                <a:off x="4013200" y="5997575"/>
                <a:ext cx="39687" cy="66675"/>
              </a:xfrm>
              <a:custGeom>
                <a:avLst/>
                <a:gdLst>
                  <a:gd name="T0" fmla="*/ 11 w 12"/>
                  <a:gd name="T1" fmla="*/ 5 h 21"/>
                  <a:gd name="T2" fmla="*/ 9 w 12"/>
                  <a:gd name="T3" fmla="*/ 5 h 21"/>
                  <a:gd name="T4" fmla="*/ 5 w 12"/>
                  <a:gd name="T5" fmla="*/ 8 h 21"/>
                  <a:gd name="T6" fmla="*/ 5 w 12"/>
                  <a:gd name="T7" fmla="*/ 21 h 21"/>
                  <a:gd name="T8" fmla="*/ 0 w 12"/>
                  <a:gd name="T9" fmla="*/ 21 h 21"/>
                  <a:gd name="T10" fmla="*/ 0 w 12"/>
                  <a:gd name="T11" fmla="*/ 0 h 21"/>
                  <a:gd name="T12" fmla="*/ 4 w 12"/>
                  <a:gd name="T13" fmla="*/ 0 h 21"/>
                  <a:gd name="T14" fmla="*/ 4 w 12"/>
                  <a:gd name="T15" fmla="*/ 4 h 21"/>
                  <a:gd name="T16" fmla="*/ 10 w 12"/>
                  <a:gd name="T17" fmla="*/ 0 h 21"/>
                  <a:gd name="T18" fmla="*/ 12 w 12"/>
                  <a:gd name="T19" fmla="*/ 0 h 21"/>
                  <a:gd name="T20" fmla="*/ 11 w 12"/>
                  <a:gd name="T21"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1">
                    <a:moveTo>
                      <a:pt x="11" y="5"/>
                    </a:moveTo>
                    <a:cubicBezTo>
                      <a:pt x="11" y="5"/>
                      <a:pt x="10" y="5"/>
                      <a:pt x="9" y="5"/>
                    </a:cubicBezTo>
                    <a:cubicBezTo>
                      <a:pt x="8" y="5"/>
                      <a:pt x="7" y="6"/>
                      <a:pt x="5" y="8"/>
                    </a:cubicBezTo>
                    <a:cubicBezTo>
                      <a:pt x="5" y="21"/>
                      <a:pt x="5" y="21"/>
                      <a:pt x="5" y="21"/>
                    </a:cubicBezTo>
                    <a:cubicBezTo>
                      <a:pt x="0" y="21"/>
                      <a:pt x="0" y="21"/>
                      <a:pt x="0" y="21"/>
                    </a:cubicBezTo>
                    <a:cubicBezTo>
                      <a:pt x="0" y="0"/>
                      <a:pt x="0" y="0"/>
                      <a:pt x="0" y="0"/>
                    </a:cubicBezTo>
                    <a:cubicBezTo>
                      <a:pt x="4" y="0"/>
                      <a:pt x="4" y="0"/>
                      <a:pt x="4" y="0"/>
                    </a:cubicBezTo>
                    <a:cubicBezTo>
                      <a:pt x="4" y="4"/>
                      <a:pt x="4" y="4"/>
                      <a:pt x="4" y="4"/>
                    </a:cubicBezTo>
                    <a:cubicBezTo>
                      <a:pt x="6" y="1"/>
                      <a:pt x="8" y="0"/>
                      <a:pt x="10" y="0"/>
                    </a:cubicBezTo>
                    <a:cubicBezTo>
                      <a:pt x="11" y="0"/>
                      <a:pt x="11" y="0"/>
                      <a:pt x="12" y="0"/>
                    </a:cubicBezTo>
                    <a:lnTo>
                      <a:pt x="11" y="5"/>
                    </a:lnTo>
                    <a:close/>
                  </a:path>
                </a:pathLst>
              </a:custGeom>
              <a:grpFill/>
              <a:ln>
                <a:noFill/>
              </a:ln>
              <a:extLst/>
            </p:spPr>
            <p:txBody>
              <a:bodyPr/>
              <a:lstStyle/>
              <a:p>
                <a:pPr defTabSz="457200">
                  <a:defRPr/>
                </a:pPr>
                <a:endParaRPr lang="en-AU"/>
              </a:p>
            </p:txBody>
          </p:sp>
          <p:sp>
            <p:nvSpPr>
              <p:cNvPr id="45" name="Freeform 34"/>
              <p:cNvSpPr>
                <a:spLocks noEditPoints="1"/>
              </p:cNvSpPr>
              <p:nvPr/>
            </p:nvSpPr>
            <p:spPr bwMode="auto">
              <a:xfrm>
                <a:off x="4062413" y="5997575"/>
                <a:ext cx="66675" cy="66675"/>
              </a:xfrm>
              <a:custGeom>
                <a:avLst/>
                <a:gdLst>
                  <a:gd name="T0" fmla="*/ 10 w 21"/>
                  <a:gd name="T1" fmla="*/ 21 h 21"/>
                  <a:gd name="T2" fmla="*/ 0 w 21"/>
                  <a:gd name="T3" fmla="*/ 11 h 21"/>
                  <a:gd name="T4" fmla="*/ 10 w 21"/>
                  <a:gd name="T5" fmla="*/ 0 h 21"/>
                  <a:gd name="T6" fmla="*/ 21 w 21"/>
                  <a:gd name="T7" fmla="*/ 10 h 21"/>
                  <a:gd name="T8" fmla="*/ 10 w 21"/>
                  <a:gd name="T9" fmla="*/ 21 h 21"/>
                  <a:gd name="T10" fmla="*/ 10 w 21"/>
                  <a:gd name="T11" fmla="*/ 4 h 21"/>
                  <a:gd name="T12" fmla="*/ 5 w 21"/>
                  <a:gd name="T13" fmla="*/ 10 h 21"/>
                  <a:gd name="T14" fmla="*/ 10 w 21"/>
                  <a:gd name="T15" fmla="*/ 17 h 21"/>
                  <a:gd name="T16" fmla="*/ 15 w 21"/>
                  <a:gd name="T17" fmla="*/ 11 h 21"/>
                  <a:gd name="T18" fmla="*/ 10 w 21"/>
                  <a:gd name="T19"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1">
                    <a:moveTo>
                      <a:pt x="10" y="21"/>
                    </a:moveTo>
                    <a:cubicBezTo>
                      <a:pt x="3" y="21"/>
                      <a:pt x="0" y="17"/>
                      <a:pt x="0" y="11"/>
                    </a:cubicBezTo>
                    <a:cubicBezTo>
                      <a:pt x="0" y="4"/>
                      <a:pt x="3" y="0"/>
                      <a:pt x="10" y="0"/>
                    </a:cubicBezTo>
                    <a:cubicBezTo>
                      <a:pt x="17" y="0"/>
                      <a:pt x="21" y="4"/>
                      <a:pt x="21" y="10"/>
                    </a:cubicBezTo>
                    <a:cubicBezTo>
                      <a:pt x="21" y="17"/>
                      <a:pt x="17" y="21"/>
                      <a:pt x="10" y="21"/>
                    </a:cubicBezTo>
                    <a:moveTo>
                      <a:pt x="10" y="4"/>
                    </a:moveTo>
                    <a:cubicBezTo>
                      <a:pt x="7" y="4"/>
                      <a:pt x="5" y="7"/>
                      <a:pt x="5" y="10"/>
                    </a:cubicBezTo>
                    <a:cubicBezTo>
                      <a:pt x="5" y="14"/>
                      <a:pt x="6" y="17"/>
                      <a:pt x="10" y="17"/>
                    </a:cubicBezTo>
                    <a:cubicBezTo>
                      <a:pt x="14" y="17"/>
                      <a:pt x="15" y="14"/>
                      <a:pt x="15" y="11"/>
                    </a:cubicBezTo>
                    <a:cubicBezTo>
                      <a:pt x="15" y="6"/>
                      <a:pt x="14" y="4"/>
                      <a:pt x="10" y="4"/>
                    </a:cubicBezTo>
                  </a:path>
                </a:pathLst>
              </a:custGeom>
              <a:grpFill/>
              <a:ln>
                <a:noFill/>
              </a:ln>
              <a:extLst/>
            </p:spPr>
            <p:txBody>
              <a:bodyPr/>
              <a:lstStyle/>
              <a:p>
                <a:pPr defTabSz="457200">
                  <a:defRPr/>
                </a:pPr>
                <a:endParaRPr lang="en-AU"/>
              </a:p>
            </p:txBody>
          </p:sp>
          <p:sp>
            <p:nvSpPr>
              <p:cNvPr id="46" name="Oval 35"/>
              <p:cNvSpPr>
                <a:spLocks noChangeArrowheads="1"/>
              </p:cNvSpPr>
              <p:nvPr/>
            </p:nvSpPr>
            <p:spPr bwMode="auto">
              <a:xfrm>
                <a:off x="4141788" y="6042025"/>
                <a:ext cx="19050" cy="22225"/>
              </a:xfrm>
              <a:prstGeom prst="ellipse">
                <a:avLst/>
              </a:prstGeom>
              <a:grpFill/>
              <a:ln>
                <a:noFill/>
              </a:ln>
              <a:extLst/>
            </p:spPr>
            <p:txBody>
              <a:bodyPr/>
              <a:lstStyle/>
              <a:p>
                <a:pPr defTabSz="457200">
                  <a:defRPr/>
                </a:pPr>
                <a:endParaRPr lang="en-AU"/>
              </a:p>
            </p:txBody>
          </p:sp>
          <p:sp>
            <p:nvSpPr>
              <p:cNvPr id="47" name="Freeform 36"/>
              <p:cNvSpPr>
                <a:spLocks noEditPoints="1"/>
              </p:cNvSpPr>
              <p:nvPr/>
            </p:nvSpPr>
            <p:spPr bwMode="auto">
              <a:xfrm>
                <a:off x="4176713" y="5997575"/>
                <a:ext cx="57150" cy="66675"/>
              </a:xfrm>
              <a:custGeom>
                <a:avLst/>
                <a:gdLst>
                  <a:gd name="T0" fmla="*/ 14 w 18"/>
                  <a:gd name="T1" fmla="*/ 21 h 21"/>
                  <a:gd name="T2" fmla="*/ 13 w 18"/>
                  <a:gd name="T3" fmla="*/ 19 h 21"/>
                  <a:gd name="T4" fmla="*/ 7 w 18"/>
                  <a:gd name="T5" fmla="*/ 21 h 21"/>
                  <a:gd name="T6" fmla="*/ 0 w 18"/>
                  <a:gd name="T7" fmla="*/ 15 h 21"/>
                  <a:gd name="T8" fmla="*/ 10 w 18"/>
                  <a:gd name="T9" fmla="*/ 8 h 21"/>
                  <a:gd name="T10" fmla="*/ 13 w 18"/>
                  <a:gd name="T11" fmla="*/ 8 h 21"/>
                  <a:gd name="T12" fmla="*/ 13 w 18"/>
                  <a:gd name="T13" fmla="*/ 7 h 21"/>
                  <a:gd name="T14" fmla="*/ 8 w 18"/>
                  <a:gd name="T15" fmla="*/ 4 h 21"/>
                  <a:gd name="T16" fmla="*/ 2 w 18"/>
                  <a:gd name="T17" fmla="*/ 5 h 21"/>
                  <a:gd name="T18" fmla="*/ 2 w 18"/>
                  <a:gd name="T19" fmla="*/ 1 h 21"/>
                  <a:gd name="T20" fmla="*/ 9 w 18"/>
                  <a:gd name="T21" fmla="*/ 0 h 21"/>
                  <a:gd name="T22" fmla="*/ 18 w 18"/>
                  <a:gd name="T23" fmla="*/ 7 h 21"/>
                  <a:gd name="T24" fmla="*/ 18 w 18"/>
                  <a:gd name="T25" fmla="*/ 21 h 21"/>
                  <a:gd name="T26" fmla="*/ 14 w 18"/>
                  <a:gd name="T27" fmla="*/ 21 h 21"/>
                  <a:gd name="T28" fmla="*/ 13 w 18"/>
                  <a:gd name="T29" fmla="*/ 12 h 21"/>
                  <a:gd name="T30" fmla="*/ 10 w 18"/>
                  <a:gd name="T31" fmla="*/ 12 h 21"/>
                  <a:gd name="T32" fmla="*/ 5 w 18"/>
                  <a:gd name="T33" fmla="*/ 15 h 21"/>
                  <a:gd name="T34" fmla="*/ 8 w 18"/>
                  <a:gd name="T35" fmla="*/ 17 h 21"/>
                  <a:gd name="T36" fmla="*/ 13 w 18"/>
                  <a:gd name="T37" fmla="*/ 15 h 21"/>
                  <a:gd name="T38" fmla="*/ 13 w 18"/>
                  <a:gd name="T39"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1">
                    <a:moveTo>
                      <a:pt x="14" y="21"/>
                    </a:moveTo>
                    <a:cubicBezTo>
                      <a:pt x="13" y="19"/>
                      <a:pt x="13" y="19"/>
                      <a:pt x="13" y="19"/>
                    </a:cubicBezTo>
                    <a:cubicBezTo>
                      <a:pt x="12" y="20"/>
                      <a:pt x="10" y="21"/>
                      <a:pt x="7" y="21"/>
                    </a:cubicBezTo>
                    <a:cubicBezTo>
                      <a:pt x="3" y="21"/>
                      <a:pt x="0" y="19"/>
                      <a:pt x="0" y="15"/>
                    </a:cubicBezTo>
                    <a:cubicBezTo>
                      <a:pt x="0" y="10"/>
                      <a:pt x="4" y="8"/>
                      <a:pt x="10" y="8"/>
                    </a:cubicBezTo>
                    <a:cubicBezTo>
                      <a:pt x="13" y="8"/>
                      <a:pt x="13" y="8"/>
                      <a:pt x="13" y="8"/>
                    </a:cubicBezTo>
                    <a:cubicBezTo>
                      <a:pt x="13" y="7"/>
                      <a:pt x="13" y="7"/>
                      <a:pt x="13" y="7"/>
                    </a:cubicBezTo>
                    <a:cubicBezTo>
                      <a:pt x="13" y="5"/>
                      <a:pt x="12" y="4"/>
                      <a:pt x="8" y="4"/>
                    </a:cubicBezTo>
                    <a:cubicBezTo>
                      <a:pt x="6" y="4"/>
                      <a:pt x="4" y="4"/>
                      <a:pt x="2" y="5"/>
                    </a:cubicBezTo>
                    <a:cubicBezTo>
                      <a:pt x="2" y="1"/>
                      <a:pt x="2" y="1"/>
                      <a:pt x="2" y="1"/>
                    </a:cubicBezTo>
                    <a:cubicBezTo>
                      <a:pt x="4" y="0"/>
                      <a:pt x="6" y="0"/>
                      <a:pt x="9" y="0"/>
                    </a:cubicBezTo>
                    <a:cubicBezTo>
                      <a:pt x="15" y="0"/>
                      <a:pt x="18" y="2"/>
                      <a:pt x="18" y="7"/>
                    </a:cubicBezTo>
                    <a:cubicBezTo>
                      <a:pt x="18" y="21"/>
                      <a:pt x="18" y="21"/>
                      <a:pt x="18" y="21"/>
                    </a:cubicBezTo>
                    <a:lnTo>
                      <a:pt x="14" y="21"/>
                    </a:lnTo>
                    <a:close/>
                    <a:moveTo>
                      <a:pt x="13" y="12"/>
                    </a:moveTo>
                    <a:cubicBezTo>
                      <a:pt x="10" y="12"/>
                      <a:pt x="10" y="12"/>
                      <a:pt x="10" y="12"/>
                    </a:cubicBezTo>
                    <a:cubicBezTo>
                      <a:pt x="7" y="12"/>
                      <a:pt x="5" y="13"/>
                      <a:pt x="5" y="15"/>
                    </a:cubicBezTo>
                    <a:cubicBezTo>
                      <a:pt x="5" y="16"/>
                      <a:pt x="6" y="17"/>
                      <a:pt x="8" y="17"/>
                    </a:cubicBezTo>
                    <a:cubicBezTo>
                      <a:pt x="10" y="17"/>
                      <a:pt x="11" y="17"/>
                      <a:pt x="13" y="15"/>
                    </a:cubicBezTo>
                    <a:lnTo>
                      <a:pt x="13" y="12"/>
                    </a:lnTo>
                    <a:close/>
                  </a:path>
                </a:pathLst>
              </a:custGeom>
              <a:grpFill/>
              <a:ln>
                <a:noFill/>
              </a:ln>
              <a:extLst/>
            </p:spPr>
            <p:txBody>
              <a:bodyPr/>
              <a:lstStyle/>
              <a:p>
                <a:pPr defTabSz="457200">
                  <a:defRPr/>
                </a:pPr>
                <a:endParaRPr lang="en-AU"/>
              </a:p>
            </p:txBody>
          </p:sp>
          <p:sp>
            <p:nvSpPr>
              <p:cNvPr id="48" name="Freeform 37"/>
              <p:cNvSpPr>
                <a:spLocks/>
              </p:cNvSpPr>
              <p:nvPr/>
            </p:nvSpPr>
            <p:spPr bwMode="auto">
              <a:xfrm>
                <a:off x="4252913" y="5997575"/>
                <a:ext cx="57150" cy="66675"/>
              </a:xfrm>
              <a:custGeom>
                <a:avLst/>
                <a:gdLst>
                  <a:gd name="T0" fmla="*/ 14 w 18"/>
                  <a:gd name="T1" fmla="*/ 21 h 21"/>
                  <a:gd name="T2" fmla="*/ 14 w 18"/>
                  <a:gd name="T3" fmla="*/ 18 h 21"/>
                  <a:gd name="T4" fmla="*/ 7 w 18"/>
                  <a:gd name="T5" fmla="*/ 21 h 21"/>
                  <a:gd name="T6" fmla="*/ 0 w 18"/>
                  <a:gd name="T7" fmla="*/ 13 h 21"/>
                  <a:gd name="T8" fmla="*/ 0 w 18"/>
                  <a:gd name="T9" fmla="*/ 0 h 21"/>
                  <a:gd name="T10" fmla="*/ 5 w 18"/>
                  <a:gd name="T11" fmla="*/ 0 h 21"/>
                  <a:gd name="T12" fmla="*/ 5 w 18"/>
                  <a:gd name="T13" fmla="*/ 12 h 21"/>
                  <a:gd name="T14" fmla="*/ 8 w 18"/>
                  <a:gd name="T15" fmla="*/ 17 h 21"/>
                  <a:gd name="T16" fmla="*/ 13 w 18"/>
                  <a:gd name="T17" fmla="*/ 14 h 21"/>
                  <a:gd name="T18" fmla="*/ 13 w 18"/>
                  <a:gd name="T19" fmla="*/ 0 h 21"/>
                  <a:gd name="T20" fmla="*/ 18 w 18"/>
                  <a:gd name="T21" fmla="*/ 0 h 21"/>
                  <a:gd name="T22" fmla="*/ 18 w 18"/>
                  <a:gd name="T23" fmla="*/ 21 h 21"/>
                  <a:gd name="T24" fmla="*/ 14 w 18"/>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1">
                    <a:moveTo>
                      <a:pt x="14" y="21"/>
                    </a:moveTo>
                    <a:cubicBezTo>
                      <a:pt x="14" y="18"/>
                      <a:pt x="14" y="18"/>
                      <a:pt x="14" y="18"/>
                    </a:cubicBezTo>
                    <a:cubicBezTo>
                      <a:pt x="12" y="20"/>
                      <a:pt x="10" y="21"/>
                      <a:pt x="7" y="21"/>
                    </a:cubicBezTo>
                    <a:cubicBezTo>
                      <a:pt x="2" y="21"/>
                      <a:pt x="0" y="18"/>
                      <a:pt x="0" y="13"/>
                    </a:cubicBezTo>
                    <a:cubicBezTo>
                      <a:pt x="0" y="0"/>
                      <a:pt x="0" y="0"/>
                      <a:pt x="0" y="0"/>
                    </a:cubicBezTo>
                    <a:cubicBezTo>
                      <a:pt x="5" y="0"/>
                      <a:pt x="5" y="0"/>
                      <a:pt x="5" y="0"/>
                    </a:cubicBezTo>
                    <a:cubicBezTo>
                      <a:pt x="5" y="12"/>
                      <a:pt x="5" y="12"/>
                      <a:pt x="5" y="12"/>
                    </a:cubicBezTo>
                    <a:cubicBezTo>
                      <a:pt x="5" y="15"/>
                      <a:pt x="6" y="17"/>
                      <a:pt x="8" y="17"/>
                    </a:cubicBezTo>
                    <a:cubicBezTo>
                      <a:pt x="10" y="17"/>
                      <a:pt x="11" y="16"/>
                      <a:pt x="13" y="14"/>
                    </a:cubicBezTo>
                    <a:cubicBezTo>
                      <a:pt x="13" y="0"/>
                      <a:pt x="13" y="0"/>
                      <a:pt x="13" y="0"/>
                    </a:cubicBezTo>
                    <a:cubicBezTo>
                      <a:pt x="18" y="0"/>
                      <a:pt x="18" y="0"/>
                      <a:pt x="18" y="0"/>
                    </a:cubicBezTo>
                    <a:cubicBezTo>
                      <a:pt x="18" y="21"/>
                      <a:pt x="18" y="21"/>
                      <a:pt x="18" y="21"/>
                    </a:cubicBezTo>
                    <a:lnTo>
                      <a:pt x="14" y="21"/>
                    </a:lnTo>
                    <a:close/>
                  </a:path>
                </a:pathLst>
              </a:custGeom>
              <a:grpFill/>
              <a:ln>
                <a:noFill/>
              </a:ln>
              <a:extLst/>
            </p:spPr>
            <p:txBody>
              <a:bodyPr/>
              <a:lstStyle/>
              <a:p>
                <a:pPr defTabSz="457200">
                  <a:defRPr/>
                </a:pPr>
                <a:endParaRPr lang="en-AU"/>
              </a:p>
            </p:txBody>
          </p:sp>
        </p:grpSp>
      </p:gr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D219307C-080A-46E7-882A-6A6A7387B840}"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8CE77216-F63E-4D50-AF41-F5BDADEA9762}"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358775" y="1268413"/>
            <a:ext cx="4154488"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65663" y="1268413"/>
            <a:ext cx="4154487"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449156FC-71DD-40B9-A1DD-D007098B8FFF}"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Footer Placeholder 6"/>
          <p:cNvSpPr>
            <a:spLocks noGrp="1"/>
          </p:cNvSpPr>
          <p:nvPr>
            <p:ph type="ftr" sz="quarter" idx="10"/>
          </p:nvPr>
        </p:nvSpPr>
        <p:spPr/>
        <p:txBody>
          <a:bodyPr/>
          <a:lstStyle>
            <a:lvl1pPr>
              <a:defRPr/>
            </a:lvl1pPr>
          </a:lstStyle>
          <a:p>
            <a:r>
              <a:rPr lang="en-AU" smtClean="0"/>
              <a:t>OGC - SWE DWG - 2015-09-16</a:t>
            </a:r>
            <a:endParaRPr lang="en-AU"/>
          </a:p>
        </p:txBody>
      </p:sp>
      <p:sp>
        <p:nvSpPr>
          <p:cNvPr id="8" name="Slide Number Placeholder 7"/>
          <p:cNvSpPr>
            <a:spLocks noGrp="1"/>
          </p:cNvSpPr>
          <p:nvPr>
            <p:ph type="sldNum" sz="quarter" idx="11"/>
          </p:nvPr>
        </p:nvSpPr>
        <p:spPr/>
        <p:txBody>
          <a:bodyPr/>
          <a:lstStyle>
            <a:lvl1pPr>
              <a:defRPr/>
            </a:lvl1pPr>
          </a:lstStyle>
          <a:p>
            <a:pPr>
              <a:defRPr/>
            </a:pPr>
            <a:fld id="{714FFEA7-557C-4D87-A8D3-77739310CB83}"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Footer Placeholder 2"/>
          <p:cNvSpPr>
            <a:spLocks noGrp="1"/>
          </p:cNvSpPr>
          <p:nvPr>
            <p:ph type="ftr" sz="quarter" idx="10"/>
          </p:nvPr>
        </p:nvSpPr>
        <p:spPr/>
        <p:txBody>
          <a:bodyPr/>
          <a:lstStyle>
            <a:lvl1pPr>
              <a:defRPr/>
            </a:lvl1pPr>
          </a:lstStyle>
          <a:p>
            <a:r>
              <a:rPr lang="en-AU" smtClean="0"/>
              <a:t>OGC - SWE DWG - 2015-09-16</a:t>
            </a:r>
            <a:endParaRPr lang="en-AU"/>
          </a:p>
        </p:txBody>
      </p:sp>
      <p:sp>
        <p:nvSpPr>
          <p:cNvPr id="4" name="Slide Number Placeholder 3"/>
          <p:cNvSpPr>
            <a:spLocks noGrp="1"/>
          </p:cNvSpPr>
          <p:nvPr>
            <p:ph type="sldNum" sz="quarter" idx="11"/>
          </p:nvPr>
        </p:nvSpPr>
        <p:spPr/>
        <p:txBody>
          <a:bodyPr/>
          <a:lstStyle>
            <a:lvl1pPr>
              <a:defRPr/>
            </a:lvl1pPr>
          </a:lstStyle>
          <a:p>
            <a:pPr>
              <a:defRPr/>
            </a:pPr>
            <a:fld id="{C1294416-3B22-425D-BB5B-21DDEA7FBD93}"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AU" smtClean="0"/>
              <a:t>OGC - SWE DWG - 2015-09-16</a:t>
            </a:r>
            <a:endParaRPr lang="en-AU"/>
          </a:p>
        </p:txBody>
      </p:sp>
      <p:sp>
        <p:nvSpPr>
          <p:cNvPr id="3" name="Slide Number Placeholder 2"/>
          <p:cNvSpPr>
            <a:spLocks noGrp="1"/>
          </p:cNvSpPr>
          <p:nvPr>
            <p:ph type="sldNum" sz="quarter" idx="11"/>
          </p:nvPr>
        </p:nvSpPr>
        <p:spPr/>
        <p:txBody>
          <a:bodyPr/>
          <a:lstStyle>
            <a:lvl1pPr>
              <a:defRPr/>
            </a:lvl1pPr>
          </a:lstStyle>
          <a:p>
            <a:pPr>
              <a:defRPr/>
            </a:pPr>
            <a:fld id="{81566DA9-AB3D-4049-AE84-1F9D2FBF43A5}"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91D077FD-71D6-41C3-8FBA-4DE233614B86}"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ABA24F59-A6A7-4A62-A353-895A55D29635}"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80AB1CA8-D382-4960-ADB9-4F0E546322F7}"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74638"/>
            <a:ext cx="2114550" cy="5567362"/>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358775" y="274638"/>
            <a:ext cx="6194425" cy="5567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15DC8C04-0A98-412E-ACAA-B428105D2605}"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85003" name="Title Placeholder 1"/>
          <p:cNvSpPr>
            <a:spLocks noGrp="1"/>
          </p:cNvSpPr>
          <p:nvPr>
            <p:ph type="ctrTitle"/>
          </p:nvPr>
        </p:nvSpPr>
        <p:spPr>
          <a:xfrm>
            <a:off x="358775" y="3105150"/>
            <a:ext cx="8461375" cy="1096963"/>
          </a:xfrm>
        </p:spPr>
        <p:txBody>
          <a:bodyPr anchor="b"/>
          <a:lstStyle>
            <a:lvl1pPr>
              <a:defRPr sz="4400">
                <a:solidFill>
                  <a:schemeClr val="bg1"/>
                </a:solidFill>
              </a:defRPr>
            </a:lvl1pPr>
          </a:lstStyle>
          <a:p>
            <a:r>
              <a:rPr lang="en-AU"/>
              <a:t>Click to edit Master title style</a:t>
            </a:r>
          </a:p>
        </p:txBody>
      </p:sp>
      <p:sp>
        <p:nvSpPr>
          <p:cNvPr id="85004" name="Text Placeholder 2"/>
          <p:cNvSpPr>
            <a:spLocks noGrp="1"/>
          </p:cNvSpPr>
          <p:nvPr>
            <p:ph type="subTitle" idx="1"/>
          </p:nvPr>
        </p:nvSpPr>
        <p:spPr>
          <a:xfrm>
            <a:off x="358775" y="4257675"/>
            <a:ext cx="8461375" cy="396875"/>
          </a:xfrm>
        </p:spPr>
        <p:txBody>
          <a:bodyPr/>
          <a:lstStyle>
            <a:lvl1pPr marL="0" indent="0">
              <a:buFont typeface="Arial" charset="0"/>
              <a:buNone/>
              <a:defRPr sz="2200" b="1">
                <a:solidFill>
                  <a:schemeClr val="bg1"/>
                </a:solidFill>
              </a:defRPr>
            </a:lvl1pPr>
          </a:lstStyle>
          <a:p>
            <a:r>
              <a:rPr lang="en-AU"/>
              <a:t>Click to edit Master subtitle style</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grpSp>
        <p:nvGrpSpPr>
          <p:cNvPr id="85008" name="Group 66"/>
          <p:cNvGrpSpPr>
            <a:grpSpLocks/>
          </p:cNvGrpSpPr>
          <p:nvPr/>
        </p:nvGrpSpPr>
        <p:grpSpPr bwMode="auto">
          <a:xfrm>
            <a:off x="-26988" y="357188"/>
            <a:ext cx="9178926" cy="2571750"/>
            <a:chOff x="-17463" y="357188"/>
            <a:chExt cx="9186863" cy="2571750"/>
          </a:xfrm>
        </p:grpSpPr>
        <p:sp>
          <p:nvSpPr>
            <p:cNvPr id="2" name="Freeform 17"/>
            <p:cNvSpPr>
              <a:spLocks/>
            </p:cNvSpPr>
            <p:nvPr userDrawn="1"/>
          </p:nvSpPr>
          <p:spPr bwMode="auto">
            <a:xfrm>
              <a:off x="-17463" y="1971675"/>
              <a:ext cx="9186863" cy="957263"/>
            </a:xfrm>
            <a:custGeom>
              <a:avLst/>
              <a:gdLst>
                <a:gd name="T0" fmla="*/ 0 w 2880"/>
                <a:gd name="T1" fmla="*/ 0 h 300"/>
                <a:gd name="T2" fmla="*/ 372 w 2880"/>
                <a:gd name="T3" fmla="*/ 0 h 300"/>
                <a:gd name="T4" fmla="*/ 890 w 2880"/>
                <a:gd name="T5" fmla="*/ 171 h 300"/>
                <a:gd name="T6" fmla="*/ 1389 w 2880"/>
                <a:gd name="T7" fmla="*/ 300 h 300"/>
                <a:gd name="T8" fmla="*/ 2880 w 2880"/>
                <a:gd name="T9" fmla="*/ 300 h 300"/>
              </a:gdLst>
              <a:ahLst/>
              <a:cxnLst>
                <a:cxn ang="0">
                  <a:pos x="T0" y="T1"/>
                </a:cxn>
                <a:cxn ang="0">
                  <a:pos x="T2" y="T3"/>
                </a:cxn>
                <a:cxn ang="0">
                  <a:pos x="T4" y="T5"/>
                </a:cxn>
                <a:cxn ang="0">
                  <a:pos x="T6" y="T7"/>
                </a:cxn>
                <a:cxn ang="0">
                  <a:pos x="T8" y="T9"/>
                </a:cxn>
              </a:cxnLst>
              <a:rect l="0" t="0" r="r" b="b"/>
              <a:pathLst>
                <a:path w="2880" h="300">
                  <a:moveTo>
                    <a:pt x="0" y="0"/>
                  </a:moveTo>
                  <a:cubicBezTo>
                    <a:pt x="0" y="0"/>
                    <a:pt x="308" y="0"/>
                    <a:pt x="372" y="0"/>
                  </a:cubicBezTo>
                  <a:cubicBezTo>
                    <a:pt x="638" y="0"/>
                    <a:pt x="749" y="91"/>
                    <a:pt x="890" y="171"/>
                  </a:cubicBezTo>
                  <a:cubicBezTo>
                    <a:pt x="1011" y="240"/>
                    <a:pt x="1176" y="300"/>
                    <a:pt x="1389" y="300"/>
                  </a:cubicBezTo>
                  <a:cubicBezTo>
                    <a:pt x="2880" y="300"/>
                    <a:pt x="2880" y="300"/>
                    <a:pt x="2880" y="300"/>
                  </a:cubicBezTo>
                </a:path>
              </a:pathLst>
            </a:custGeom>
            <a:noFill/>
            <a:ln w="19050" cap="flat">
              <a:solidFill>
                <a:schemeClr val="bg1"/>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3" name="Freeform 18"/>
            <p:cNvSpPr>
              <a:spLocks/>
            </p:cNvSpPr>
            <p:nvPr userDrawn="1"/>
          </p:nvSpPr>
          <p:spPr bwMode="auto">
            <a:xfrm>
              <a:off x="-17463" y="2449513"/>
              <a:ext cx="9186863" cy="479425"/>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4" name="Freeform 19"/>
            <p:cNvSpPr>
              <a:spLocks/>
            </p:cNvSpPr>
            <p:nvPr userDrawn="1"/>
          </p:nvSpPr>
          <p:spPr bwMode="auto">
            <a:xfrm>
              <a:off x="-17463" y="1655763"/>
              <a:ext cx="9186863" cy="954087"/>
            </a:xfrm>
            <a:custGeom>
              <a:avLst/>
              <a:gdLst>
                <a:gd name="T0" fmla="*/ 0 w 2880"/>
                <a:gd name="T1" fmla="*/ 0 h 299"/>
                <a:gd name="T2" fmla="*/ 372 w 2880"/>
                <a:gd name="T3" fmla="*/ 0 h 299"/>
                <a:gd name="T4" fmla="*/ 890 w 2880"/>
                <a:gd name="T5" fmla="*/ 170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0"/>
                  </a:cubicBezTo>
                  <a:cubicBezTo>
                    <a:pt x="1011" y="239"/>
                    <a:pt x="1176" y="299"/>
                    <a:pt x="1389" y="299"/>
                  </a:cubicBezTo>
                  <a:cubicBezTo>
                    <a:pt x="2880" y="299"/>
                    <a:pt x="2880" y="299"/>
                    <a:pt x="2880" y="299"/>
                  </a:cubicBezTo>
                </a:path>
              </a:pathLst>
            </a:custGeom>
            <a:noFill/>
            <a:ln w="19050" cap="flat">
              <a:solidFill>
                <a:schemeClr val="accent2">
                  <a:lumMod val="90000"/>
                  <a:lumOff val="10000"/>
                </a:schemeClr>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 name="Freeform 20"/>
            <p:cNvSpPr>
              <a:spLocks/>
            </p:cNvSpPr>
            <p:nvPr userDrawn="1"/>
          </p:nvSpPr>
          <p:spPr bwMode="auto">
            <a:xfrm>
              <a:off x="-17463" y="2130425"/>
              <a:ext cx="9186863" cy="479425"/>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1">
                  <a:lumMod val="75000"/>
                </a:schemeClr>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2" name="Freeform 21"/>
            <p:cNvSpPr>
              <a:spLocks/>
            </p:cNvSpPr>
            <p:nvPr userDrawn="1"/>
          </p:nvSpPr>
          <p:spPr bwMode="auto">
            <a:xfrm>
              <a:off x="-17463" y="1336675"/>
              <a:ext cx="9186863" cy="954088"/>
            </a:xfrm>
            <a:custGeom>
              <a:avLst/>
              <a:gdLst>
                <a:gd name="T0" fmla="*/ 0 w 2880"/>
                <a:gd name="T1" fmla="*/ 0 h 299"/>
                <a:gd name="T2" fmla="*/ 372 w 2880"/>
                <a:gd name="T3" fmla="*/ 0 h 299"/>
                <a:gd name="T4" fmla="*/ 890 w 2880"/>
                <a:gd name="T5" fmla="*/ 171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1"/>
                  </a:cubicBezTo>
                  <a:cubicBezTo>
                    <a:pt x="1011" y="239"/>
                    <a:pt x="1176" y="299"/>
                    <a:pt x="1389" y="299"/>
                  </a:cubicBezTo>
                  <a:cubicBezTo>
                    <a:pt x="2880" y="299"/>
                    <a:pt x="2880" y="299"/>
                    <a:pt x="2880" y="299"/>
                  </a:cubicBezTo>
                </a:path>
              </a:pathLst>
            </a:custGeom>
            <a:noFill/>
            <a:ln w="19050" cap="flat">
              <a:solidFill>
                <a:schemeClr val="bg1"/>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3" name="Freeform 22"/>
            <p:cNvSpPr>
              <a:spLocks/>
            </p:cNvSpPr>
            <p:nvPr userDrawn="1"/>
          </p:nvSpPr>
          <p:spPr bwMode="auto">
            <a:xfrm>
              <a:off x="-17463" y="1811338"/>
              <a:ext cx="9186863" cy="479425"/>
            </a:xfrm>
            <a:custGeom>
              <a:avLst/>
              <a:gdLst>
                <a:gd name="T0" fmla="*/ 2880 w 2880"/>
                <a:gd name="T1" fmla="*/ 0 h 150"/>
                <a:gd name="T2" fmla="*/ 1202 w 2880"/>
                <a:gd name="T3" fmla="*/ 0 h 150"/>
                <a:gd name="T4" fmla="*/ 890 w 2880"/>
                <a:gd name="T5" fmla="*/ 22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2"/>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4" name="Freeform 23"/>
            <p:cNvSpPr>
              <a:spLocks/>
            </p:cNvSpPr>
            <p:nvPr userDrawn="1"/>
          </p:nvSpPr>
          <p:spPr bwMode="auto">
            <a:xfrm>
              <a:off x="-17463" y="357188"/>
              <a:ext cx="9186863" cy="957262"/>
            </a:xfrm>
            <a:custGeom>
              <a:avLst/>
              <a:gdLst>
                <a:gd name="T0" fmla="*/ 2880 w 2880"/>
                <a:gd name="T1" fmla="*/ 300 h 300"/>
                <a:gd name="T2" fmla="*/ 2501 w 2880"/>
                <a:gd name="T3" fmla="*/ 300 h 300"/>
                <a:gd name="T4" fmla="*/ 1984 w 2880"/>
                <a:gd name="T5" fmla="*/ 129 h 300"/>
                <a:gd name="T6" fmla="*/ 1485 w 2880"/>
                <a:gd name="T7" fmla="*/ 0 h 300"/>
                <a:gd name="T8" fmla="*/ 0 w 2880"/>
                <a:gd name="T9" fmla="*/ 0 h 300"/>
              </a:gdLst>
              <a:ahLst/>
              <a:cxnLst>
                <a:cxn ang="0">
                  <a:pos x="T0" y="T1"/>
                </a:cxn>
                <a:cxn ang="0">
                  <a:pos x="T2" y="T3"/>
                </a:cxn>
                <a:cxn ang="0">
                  <a:pos x="T4" y="T5"/>
                </a:cxn>
                <a:cxn ang="0">
                  <a:pos x="T6" y="T7"/>
                </a:cxn>
                <a:cxn ang="0">
                  <a:pos x="T8" y="T9"/>
                </a:cxn>
              </a:cxnLst>
              <a:rect l="0" t="0" r="r" b="b"/>
              <a:pathLst>
                <a:path w="2880" h="300">
                  <a:moveTo>
                    <a:pt x="2880" y="300"/>
                  </a:moveTo>
                  <a:cubicBezTo>
                    <a:pt x="2880" y="300"/>
                    <a:pt x="2565" y="300"/>
                    <a:pt x="2501" y="300"/>
                  </a:cubicBezTo>
                  <a:cubicBezTo>
                    <a:pt x="2236" y="300"/>
                    <a:pt x="2124" y="209"/>
                    <a:pt x="1984" y="129"/>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5" name="Freeform 24"/>
            <p:cNvSpPr>
              <a:spLocks/>
            </p:cNvSpPr>
            <p:nvPr userDrawn="1"/>
          </p:nvSpPr>
          <p:spPr bwMode="auto">
            <a:xfrm>
              <a:off x="-17463" y="357188"/>
              <a:ext cx="9186863" cy="477837"/>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6" name="Freeform 25"/>
            <p:cNvSpPr>
              <a:spLocks/>
            </p:cNvSpPr>
            <p:nvPr userDrawn="1"/>
          </p:nvSpPr>
          <p:spPr bwMode="auto">
            <a:xfrm>
              <a:off x="-17463" y="676275"/>
              <a:ext cx="9186863" cy="954088"/>
            </a:xfrm>
            <a:custGeom>
              <a:avLst/>
              <a:gdLst>
                <a:gd name="T0" fmla="*/ 2880 w 2880"/>
                <a:gd name="T1" fmla="*/ 299 h 299"/>
                <a:gd name="T2" fmla="*/ 2501 w 2880"/>
                <a:gd name="T3" fmla="*/ 299 h 299"/>
                <a:gd name="T4" fmla="*/ 1984 w 2880"/>
                <a:gd name="T5" fmla="*/ 129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9"/>
                  </a:cubicBezTo>
                  <a:cubicBezTo>
                    <a:pt x="1863" y="60"/>
                    <a:pt x="1698" y="0"/>
                    <a:pt x="1485" y="0"/>
                  </a:cubicBezTo>
                  <a:cubicBezTo>
                    <a:pt x="0" y="0"/>
                    <a:pt x="0" y="0"/>
                    <a:pt x="0" y="0"/>
                  </a:cubicBezTo>
                </a:path>
              </a:pathLst>
            </a:custGeom>
            <a:noFill/>
            <a:ln w="19050" cap="flat">
              <a:solidFill>
                <a:schemeClr val="bg1"/>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7" name="Freeform 26"/>
            <p:cNvSpPr>
              <a:spLocks/>
            </p:cNvSpPr>
            <p:nvPr userDrawn="1"/>
          </p:nvSpPr>
          <p:spPr bwMode="auto">
            <a:xfrm>
              <a:off x="-17463" y="676275"/>
              <a:ext cx="9186863" cy="477838"/>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1">
                  <a:lumMod val="75000"/>
                </a:schemeClr>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8" name="Freeform 27"/>
            <p:cNvSpPr>
              <a:spLocks/>
            </p:cNvSpPr>
            <p:nvPr userDrawn="1"/>
          </p:nvSpPr>
          <p:spPr bwMode="auto">
            <a:xfrm>
              <a:off x="-17463" y="995363"/>
              <a:ext cx="9186863" cy="954087"/>
            </a:xfrm>
            <a:custGeom>
              <a:avLst/>
              <a:gdLst>
                <a:gd name="T0" fmla="*/ 2880 w 2880"/>
                <a:gd name="T1" fmla="*/ 299 h 299"/>
                <a:gd name="T2" fmla="*/ 2501 w 2880"/>
                <a:gd name="T3" fmla="*/ 299 h 299"/>
                <a:gd name="T4" fmla="*/ 1984 w 2880"/>
                <a:gd name="T5" fmla="*/ 128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8"/>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fontAlgn="auto">
                <a:spcBef>
                  <a:spcPts val="0"/>
                </a:spcBef>
                <a:spcAft>
                  <a:spcPts val="0"/>
                </a:spcAft>
                <a:defRPr/>
              </a:pPr>
              <a:endParaRPr lang="en-AU">
                <a:latin typeface="+mn-lt"/>
              </a:endParaRPr>
            </a:p>
          </p:txBody>
        </p:sp>
        <p:sp>
          <p:nvSpPr>
            <p:cNvPr id="59" name="Freeform 28"/>
            <p:cNvSpPr>
              <a:spLocks/>
            </p:cNvSpPr>
            <p:nvPr userDrawn="1"/>
          </p:nvSpPr>
          <p:spPr bwMode="auto">
            <a:xfrm>
              <a:off x="-17463" y="995363"/>
              <a:ext cx="9186863" cy="474662"/>
            </a:xfrm>
            <a:custGeom>
              <a:avLst/>
              <a:gdLst>
                <a:gd name="T0" fmla="*/ 0 w 2880"/>
                <a:gd name="T1" fmla="*/ 149 h 149"/>
                <a:gd name="T2" fmla="*/ 1672 w 2880"/>
                <a:gd name="T3" fmla="*/ 149 h 149"/>
                <a:gd name="T4" fmla="*/ 1984 w 2880"/>
                <a:gd name="T5" fmla="*/ 128 h 149"/>
                <a:gd name="T6" fmla="*/ 2507 w 2880"/>
                <a:gd name="T7" fmla="*/ 0 h 149"/>
                <a:gd name="T8" fmla="*/ 2880 w 2880"/>
                <a:gd name="T9" fmla="*/ 0 h 149"/>
              </a:gdLst>
              <a:ahLst/>
              <a:cxnLst>
                <a:cxn ang="0">
                  <a:pos x="T0" y="T1"/>
                </a:cxn>
                <a:cxn ang="0">
                  <a:pos x="T2" y="T3"/>
                </a:cxn>
                <a:cxn ang="0">
                  <a:pos x="T4" y="T5"/>
                </a:cxn>
                <a:cxn ang="0">
                  <a:pos x="T6" y="T7"/>
                </a:cxn>
                <a:cxn ang="0">
                  <a:pos x="T8" y="T9"/>
                </a:cxn>
              </a:cxnLst>
              <a:rect l="0" t="0" r="r" b="b"/>
              <a:pathLst>
                <a:path w="2880" h="149">
                  <a:moveTo>
                    <a:pt x="0" y="149"/>
                  </a:moveTo>
                  <a:cubicBezTo>
                    <a:pt x="1672" y="149"/>
                    <a:pt x="1672" y="149"/>
                    <a:pt x="1672" y="149"/>
                  </a:cubicBezTo>
                  <a:cubicBezTo>
                    <a:pt x="1875" y="149"/>
                    <a:pt x="1941" y="145"/>
                    <a:pt x="1984" y="128"/>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fontAlgn="auto">
                <a:spcBef>
                  <a:spcPts val="0"/>
                </a:spcBef>
                <a:spcAft>
                  <a:spcPts val="0"/>
                </a:spcAft>
                <a:defRPr/>
              </a:pPr>
              <a:endParaRPr lang="en-AU">
                <a:latin typeface="+mn-lt"/>
              </a:endParaRPr>
            </a:p>
          </p:txBody>
        </p:sp>
      </p:grpSp>
      <p:grpSp>
        <p:nvGrpSpPr>
          <p:cNvPr id="85030" name="Group 36"/>
          <p:cNvGrpSpPr>
            <a:grpSpLocks/>
          </p:cNvGrpSpPr>
          <p:nvPr/>
        </p:nvGrpSpPr>
        <p:grpSpPr bwMode="auto">
          <a:xfrm>
            <a:off x="-26988" y="357188"/>
            <a:ext cx="9194801" cy="6140450"/>
            <a:chOff x="-26988" y="357188"/>
            <a:chExt cx="9195409" cy="6140081"/>
          </a:xfrm>
        </p:grpSpPr>
        <p:grpSp>
          <p:nvGrpSpPr>
            <p:cNvPr id="85031" name="Group 35"/>
            <p:cNvGrpSpPr>
              <a:grpSpLocks/>
            </p:cNvGrpSpPr>
            <p:nvPr/>
          </p:nvGrpSpPr>
          <p:grpSpPr bwMode="auto">
            <a:xfrm>
              <a:off x="608" y="5500319"/>
              <a:ext cx="9167813" cy="996950"/>
              <a:chOff x="608" y="5500319"/>
              <a:chExt cx="9167813" cy="996950"/>
            </a:xfrm>
          </p:grpSpPr>
          <p:grpSp>
            <p:nvGrpSpPr>
              <p:cNvPr id="85032" name="Group 22"/>
              <p:cNvGrpSpPr>
                <a:grpSpLocks/>
              </p:cNvGrpSpPr>
              <p:nvPr/>
            </p:nvGrpSpPr>
            <p:grpSpPr bwMode="auto">
              <a:xfrm>
                <a:off x="608" y="5500319"/>
                <a:ext cx="9167813" cy="996950"/>
                <a:chOff x="-7938" y="5668963"/>
                <a:chExt cx="9167813" cy="996950"/>
              </a:xfrm>
            </p:grpSpPr>
            <p:sp>
              <p:nvSpPr>
                <p:cNvPr id="49" name="Freeform 11"/>
                <p:cNvSpPr>
                  <a:spLocks noEditPoints="1"/>
                </p:cNvSpPr>
                <p:nvPr/>
              </p:nvSpPr>
              <p:spPr bwMode="auto">
                <a:xfrm>
                  <a:off x="-8544" y="5669023"/>
                  <a:ext cx="9168419" cy="996890"/>
                </a:xfrm>
                <a:custGeom>
                  <a:avLst/>
                  <a:gdLst>
                    <a:gd name="T0" fmla="*/ 2880 w 2880"/>
                    <a:gd name="T1" fmla="*/ 20 h 313"/>
                    <a:gd name="T2" fmla="*/ 2789 w 2880"/>
                    <a:gd name="T3" fmla="*/ 20 h 313"/>
                    <a:gd name="T4" fmla="*/ 2313 w 2880"/>
                    <a:gd name="T5" fmla="*/ 137 h 313"/>
                    <a:gd name="T6" fmla="*/ 2784 w 2880"/>
                    <a:gd name="T7" fmla="*/ 313 h 313"/>
                    <a:gd name="T8" fmla="*/ 2880 w 2880"/>
                    <a:gd name="T9" fmla="*/ 313 h 313"/>
                    <a:gd name="T10" fmla="*/ 2880 w 2880"/>
                    <a:gd name="T11" fmla="*/ 20 h 313"/>
                    <a:gd name="T12" fmla="*/ 1860 w 2880"/>
                    <a:gd name="T13" fmla="*/ 0 h 313"/>
                    <a:gd name="T14" fmla="*/ 0 w 2880"/>
                    <a:gd name="T15" fmla="*/ 0 h 313"/>
                    <a:gd name="T16" fmla="*/ 0 w 2880"/>
                    <a:gd name="T17" fmla="*/ 157 h 313"/>
                    <a:gd name="T18" fmla="*/ 2030 w 2880"/>
                    <a:gd name="T19" fmla="*/ 157 h 313"/>
                    <a:gd name="T20" fmla="*/ 2313 w 2880"/>
                    <a:gd name="T21" fmla="*/ 137 h 313"/>
                    <a:gd name="T22" fmla="*/ 2313 w 2880"/>
                    <a:gd name="T23" fmla="*/ 137 h 313"/>
                    <a:gd name="T24" fmla="*/ 2313 w 2880"/>
                    <a:gd name="T25" fmla="*/ 137 h 313"/>
                    <a:gd name="T26" fmla="*/ 1860 w 2880"/>
                    <a:gd name="T27"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0" h="313">
                      <a:moveTo>
                        <a:pt x="2880" y="20"/>
                      </a:moveTo>
                      <a:cubicBezTo>
                        <a:pt x="2789" y="20"/>
                        <a:pt x="2789" y="20"/>
                        <a:pt x="2789" y="20"/>
                      </a:cubicBezTo>
                      <a:cubicBezTo>
                        <a:pt x="2500" y="20"/>
                        <a:pt x="2393" y="107"/>
                        <a:pt x="2313" y="137"/>
                      </a:cubicBezTo>
                      <a:cubicBezTo>
                        <a:pt x="2411" y="217"/>
                        <a:pt x="2542" y="313"/>
                        <a:pt x="2784" y="313"/>
                      </a:cubicBezTo>
                      <a:cubicBezTo>
                        <a:pt x="2842" y="313"/>
                        <a:pt x="2880" y="313"/>
                        <a:pt x="2880" y="313"/>
                      </a:cubicBezTo>
                      <a:cubicBezTo>
                        <a:pt x="2880" y="20"/>
                        <a:pt x="2880" y="20"/>
                        <a:pt x="2880" y="20"/>
                      </a:cubicBezTo>
                      <a:moveTo>
                        <a:pt x="1860" y="0"/>
                      </a:moveTo>
                      <a:cubicBezTo>
                        <a:pt x="0" y="0"/>
                        <a:pt x="0" y="0"/>
                        <a:pt x="0" y="0"/>
                      </a:cubicBezTo>
                      <a:cubicBezTo>
                        <a:pt x="0" y="157"/>
                        <a:pt x="0" y="157"/>
                        <a:pt x="0" y="157"/>
                      </a:cubicBezTo>
                      <a:cubicBezTo>
                        <a:pt x="2030" y="157"/>
                        <a:pt x="2030" y="157"/>
                        <a:pt x="2030" y="157"/>
                      </a:cubicBezTo>
                      <a:cubicBezTo>
                        <a:pt x="2214" y="157"/>
                        <a:pt x="2274" y="152"/>
                        <a:pt x="2313" y="137"/>
                      </a:cubicBezTo>
                      <a:cubicBezTo>
                        <a:pt x="2313" y="137"/>
                        <a:pt x="2313" y="137"/>
                        <a:pt x="2313" y="137"/>
                      </a:cubicBezTo>
                      <a:cubicBezTo>
                        <a:pt x="2313" y="137"/>
                        <a:pt x="2313" y="137"/>
                        <a:pt x="2313" y="137"/>
                      </a:cubicBezTo>
                      <a:cubicBezTo>
                        <a:pt x="2216" y="57"/>
                        <a:pt x="2053" y="0"/>
                        <a:pt x="1860" y="0"/>
                      </a:cubicBezTo>
                    </a:path>
                  </a:pathLst>
                </a:custGeom>
                <a:solidFill>
                  <a:schemeClr val="accent1">
                    <a:lumMod val="75000"/>
                  </a:schemeClr>
                </a:solidFill>
                <a:ln>
                  <a:noFill/>
                </a:ln>
                <a:extLst/>
              </p:spPr>
              <p:txBody>
                <a:bodyPr/>
                <a:lstStyle/>
                <a:p>
                  <a:pPr defTabSz="457200">
                    <a:defRPr/>
                  </a:pPr>
                  <a:endParaRPr lang="en-AU"/>
                </a:p>
              </p:txBody>
            </p:sp>
            <p:sp>
              <p:nvSpPr>
                <p:cNvPr id="50" name="Freeform 24"/>
                <p:cNvSpPr>
                  <a:spLocks/>
                </p:cNvSpPr>
                <p:nvPr/>
              </p:nvSpPr>
              <p:spPr bwMode="auto">
                <a:xfrm>
                  <a:off x="-8544" y="5732519"/>
                  <a:ext cx="7363312" cy="433361"/>
                </a:xfrm>
                <a:custGeom>
                  <a:avLst/>
                  <a:gdLst>
                    <a:gd name="T0" fmla="*/ 2313 w 2313"/>
                    <a:gd name="T1" fmla="*/ 117 h 136"/>
                    <a:gd name="T2" fmla="*/ 1860 w 2313"/>
                    <a:gd name="T3" fmla="*/ 0 h 136"/>
                    <a:gd name="T4" fmla="*/ 0 w 2313"/>
                    <a:gd name="T5" fmla="*/ 0 h 136"/>
                    <a:gd name="T6" fmla="*/ 0 w 2313"/>
                    <a:gd name="T7" fmla="*/ 136 h 136"/>
                    <a:gd name="T8" fmla="*/ 2030 w 2313"/>
                    <a:gd name="T9" fmla="*/ 136 h 136"/>
                    <a:gd name="T10" fmla="*/ 2313 w 2313"/>
                    <a:gd name="T11" fmla="*/ 117 h 136"/>
                  </a:gdLst>
                  <a:ahLst/>
                  <a:cxnLst>
                    <a:cxn ang="0">
                      <a:pos x="T0" y="T1"/>
                    </a:cxn>
                    <a:cxn ang="0">
                      <a:pos x="T2" y="T3"/>
                    </a:cxn>
                    <a:cxn ang="0">
                      <a:pos x="T4" y="T5"/>
                    </a:cxn>
                    <a:cxn ang="0">
                      <a:pos x="T6" y="T7"/>
                    </a:cxn>
                    <a:cxn ang="0">
                      <a:pos x="T8" y="T9"/>
                    </a:cxn>
                    <a:cxn ang="0">
                      <a:pos x="T10" y="T11"/>
                    </a:cxn>
                  </a:cxnLst>
                  <a:rect l="0" t="0" r="r" b="b"/>
                  <a:pathLst>
                    <a:path w="2313" h="136">
                      <a:moveTo>
                        <a:pt x="2313" y="117"/>
                      </a:moveTo>
                      <a:cubicBezTo>
                        <a:pt x="2204" y="55"/>
                        <a:pt x="2053" y="0"/>
                        <a:pt x="1860" y="0"/>
                      </a:cubicBezTo>
                      <a:cubicBezTo>
                        <a:pt x="0" y="0"/>
                        <a:pt x="0" y="0"/>
                        <a:pt x="0" y="0"/>
                      </a:cubicBezTo>
                      <a:cubicBezTo>
                        <a:pt x="0" y="136"/>
                        <a:pt x="0" y="136"/>
                        <a:pt x="0" y="136"/>
                      </a:cubicBezTo>
                      <a:cubicBezTo>
                        <a:pt x="2030" y="136"/>
                        <a:pt x="2030" y="136"/>
                        <a:pt x="2030" y="136"/>
                      </a:cubicBezTo>
                      <a:cubicBezTo>
                        <a:pt x="2214" y="136"/>
                        <a:pt x="2274" y="132"/>
                        <a:pt x="2313" y="117"/>
                      </a:cubicBezTo>
                    </a:path>
                  </a:pathLst>
                </a:custGeom>
                <a:solidFill>
                  <a:schemeClr val="accent2"/>
                </a:solidFill>
                <a:ln>
                  <a:noFill/>
                </a:ln>
                <a:extLst/>
              </p:spPr>
              <p:txBody>
                <a:bodyPr/>
                <a:lstStyle/>
                <a:p>
                  <a:pPr defTabSz="457200">
                    <a:defRPr/>
                  </a:pPr>
                  <a:endParaRPr lang="en-AU"/>
                </a:p>
              </p:txBody>
            </p:sp>
            <p:sp>
              <p:nvSpPr>
                <p:cNvPr id="51" name="Freeform 25"/>
                <p:cNvSpPr>
                  <a:spLocks/>
                </p:cNvSpPr>
                <p:nvPr/>
              </p:nvSpPr>
              <p:spPr bwMode="auto">
                <a:xfrm>
                  <a:off x="7354768" y="5732519"/>
                  <a:ext cx="1805107" cy="869898"/>
                </a:xfrm>
                <a:custGeom>
                  <a:avLst/>
                  <a:gdLst>
                    <a:gd name="T0" fmla="*/ 476 w 567"/>
                    <a:gd name="T1" fmla="*/ 0 h 273"/>
                    <a:gd name="T2" fmla="*/ 0 w 567"/>
                    <a:gd name="T3" fmla="*/ 117 h 273"/>
                    <a:gd name="T4" fmla="*/ 471 w 567"/>
                    <a:gd name="T5" fmla="*/ 273 h 273"/>
                    <a:gd name="T6" fmla="*/ 567 w 567"/>
                    <a:gd name="T7" fmla="*/ 273 h 273"/>
                    <a:gd name="T8" fmla="*/ 567 w 567"/>
                    <a:gd name="T9" fmla="*/ 0 h 273"/>
                    <a:gd name="T10" fmla="*/ 476 w 567"/>
                    <a:gd name="T11" fmla="*/ 0 h 273"/>
                  </a:gdLst>
                  <a:ahLst/>
                  <a:cxnLst>
                    <a:cxn ang="0">
                      <a:pos x="T0" y="T1"/>
                    </a:cxn>
                    <a:cxn ang="0">
                      <a:pos x="T2" y="T3"/>
                    </a:cxn>
                    <a:cxn ang="0">
                      <a:pos x="T4" y="T5"/>
                    </a:cxn>
                    <a:cxn ang="0">
                      <a:pos x="T6" y="T7"/>
                    </a:cxn>
                    <a:cxn ang="0">
                      <a:pos x="T8" y="T9"/>
                    </a:cxn>
                    <a:cxn ang="0">
                      <a:pos x="T10" y="T11"/>
                    </a:cxn>
                  </a:cxnLst>
                  <a:rect l="0" t="0" r="r" b="b"/>
                  <a:pathLst>
                    <a:path w="567" h="273">
                      <a:moveTo>
                        <a:pt x="476" y="0"/>
                      </a:moveTo>
                      <a:cubicBezTo>
                        <a:pt x="187" y="0"/>
                        <a:pt x="80" y="87"/>
                        <a:pt x="0" y="117"/>
                      </a:cubicBezTo>
                      <a:cubicBezTo>
                        <a:pt x="128" y="190"/>
                        <a:pt x="229" y="273"/>
                        <a:pt x="471" y="273"/>
                      </a:cubicBezTo>
                      <a:cubicBezTo>
                        <a:pt x="529" y="273"/>
                        <a:pt x="567" y="273"/>
                        <a:pt x="567" y="273"/>
                      </a:cubicBezTo>
                      <a:cubicBezTo>
                        <a:pt x="567" y="0"/>
                        <a:pt x="567" y="0"/>
                        <a:pt x="567" y="0"/>
                      </a:cubicBezTo>
                      <a:lnTo>
                        <a:pt x="476" y="0"/>
                      </a:lnTo>
                      <a:close/>
                    </a:path>
                  </a:pathLst>
                </a:custGeom>
                <a:solidFill>
                  <a:srgbClr val="FFFFFF"/>
                </a:solidFill>
                <a:ln>
                  <a:noFill/>
                </a:ln>
                <a:extLst/>
              </p:spPr>
              <p:txBody>
                <a:bodyPr/>
                <a:lstStyle/>
                <a:p>
                  <a:pPr defTabSz="457200">
                    <a:defRPr/>
                  </a:pPr>
                  <a:endParaRPr lang="en-AU"/>
                </a:p>
              </p:txBody>
            </p:sp>
          </p:grpSp>
          <p:pic>
            <p:nvPicPr>
              <p:cNvPr id="85036" name="Picture 78"/>
              <p:cNvPicPr>
                <a:picLocks noChangeAspect="1" noChangeArrowheads="1"/>
              </p:cNvPicPr>
              <p:nvPr/>
            </p:nvPicPr>
            <p:blipFill>
              <a:blip r:embed="rId2" cstate="print"/>
              <a:srcRect/>
              <a:stretch>
                <a:fillRect/>
              </a:stretch>
            </p:blipFill>
            <p:spPr bwMode="auto">
              <a:xfrm>
                <a:off x="8169275" y="5675743"/>
                <a:ext cx="655638" cy="655637"/>
              </a:xfrm>
              <a:prstGeom prst="rect">
                <a:avLst/>
              </a:prstGeom>
              <a:noFill/>
              <a:ln w="9525">
                <a:noFill/>
                <a:miter lim="800000"/>
                <a:headEnd/>
                <a:tailEnd/>
              </a:ln>
            </p:spPr>
          </p:pic>
          <p:grpSp>
            <p:nvGrpSpPr>
              <p:cNvPr id="6" name="Group 19"/>
              <p:cNvGrpSpPr/>
              <p:nvPr/>
            </p:nvGrpSpPr>
            <p:grpSpPr>
              <a:xfrm>
                <a:off x="360000" y="5807505"/>
                <a:ext cx="814388" cy="95250"/>
                <a:chOff x="3495675" y="5969000"/>
                <a:chExt cx="814388" cy="95250"/>
              </a:xfrm>
              <a:solidFill>
                <a:schemeClr val="accent1"/>
              </a:solidFill>
            </p:grpSpPr>
            <p:sp>
              <p:nvSpPr>
                <p:cNvPr id="37" name="Freeform 26"/>
                <p:cNvSpPr>
                  <a:spLocks/>
                </p:cNvSpPr>
                <p:nvPr/>
              </p:nvSpPr>
              <p:spPr bwMode="auto">
                <a:xfrm>
                  <a:off x="34956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1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1"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1" y="13"/>
                        <a:pt x="21" y="13"/>
                        <a:pt x="21"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38" name="Freeform 27"/>
                <p:cNvSpPr>
                  <a:spLocks/>
                </p:cNvSpPr>
                <p:nvPr/>
              </p:nvSpPr>
              <p:spPr bwMode="auto">
                <a:xfrm>
                  <a:off x="360362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39" name="Freeform 28"/>
                <p:cNvSpPr>
                  <a:spLocks/>
                </p:cNvSpPr>
                <p:nvPr/>
              </p:nvSpPr>
              <p:spPr bwMode="auto">
                <a:xfrm>
                  <a:off x="37115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9"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p>
              </p:txBody>
            </p:sp>
            <p:sp>
              <p:nvSpPr>
                <p:cNvPr id="40" name="Oval 29"/>
                <p:cNvSpPr>
                  <a:spLocks noChangeArrowheads="1"/>
                </p:cNvSpPr>
                <p:nvPr/>
              </p:nvSpPr>
              <p:spPr bwMode="auto">
                <a:xfrm>
                  <a:off x="3819525" y="6042025"/>
                  <a:ext cx="19050" cy="22225"/>
                </a:xfrm>
                <a:prstGeom prst="ellipse">
                  <a:avLst/>
                </a:prstGeom>
                <a:grpFill/>
                <a:ln>
                  <a:noFill/>
                </a:ln>
                <a:extLst/>
              </p:spPr>
              <p:txBody>
                <a:bodyPr/>
                <a:lstStyle/>
                <a:p>
                  <a:pPr defTabSz="457200">
                    <a:defRPr/>
                  </a:pPr>
                  <a:endParaRPr lang="en-AU"/>
                </a:p>
              </p:txBody>
            </p:sp>
            <p:sp>
              <p:nvSpPr>
                <p:cNvPr id="41" name="Freeform 30"/>
                <p:cNvSpPr>
                  <a:spLocks/>
                </p:cNvSpPr>
                <p:nvPr/>
              </p:nvSpPr>
              <p:spPr bwMode="auto">
                <a:xfrm>
                  <a:off x="3851275" y="5997575"/>
                  <a:ext cx="50800" cy="66675"/>
                </a:xfrm>
                <a:custGeom>
                  <a:avLst/>
                  <a:gdLst>
                    <a:gd name="T0" fmla="*/ 16 w 16"/>
                    <a:gd name="T1" fmla="*/ 20 h 21"/>
                    <a:gd name="T2" fmla="*/ 10 w 16"/>
                    <a:gd name="T3" fmla="*/ 21 h 21"/>
                    <a:gd name="T4" fmla="*/ 0 w 16"/>
                    <a:gd name="T5" fmla="*/ 11 h 21"/>
                    <a:gd name="T6" fmla="*/ 10 w 16"/>
                    <a:gd name="T7" fmla="*/ 0 h 21"/>
                    <a:gd name="T8" fmla="*/ 16 w 16"/>
                    <a:gd name="T9" fmla="*/ 1 h 21"/>
                    <a:gd name="T10" fmla="*/ 14 w 16"/>
                    <a:gd name="T11" fmla="*/ 5 h 21"/>
                    <a:gd name="T12" fmla="*/ 11 w 16"/>
                    <a:gd name="T13" fmla="*/ 4 h 21"/>
                    <a:gd name="T14" fmla="*/ 6 w 16"/>
                    <a:gd name="T15" fmla="*/ 10 h 21"/>
                    <a:gd name="T16" fmla="*/ 11 w 16"/>
                    <a:gd name="T17" fmla="*/ 17 h 21"/>
                    <a:gd name="T18" fmla="*/ 15 w 16"/>
                    <a:gd name="T19" fmla="*/ 16 h 21"/>
                    <a:gd name="T20" fmla="*/ 16 w 16"/>
                    <a:gd name="T21"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1">
                      <a:moveTo>
                        <a:pt x="16" y="20"/>
                      </a:moveTo>
                      <a:cubicBezTo>
                        <a:pt x="14" y="21"/>
                        <a:pt x="12" y="21"/>
                        <a:pt x="10" y="21"/>
                      </a:cubicBezTo>
                      <a:cubicBezTo>
                        <a:pt x="3" y="21"/>
                        <a:pt x="0" y="17"/>
                        <a:pt x="0" y="11"/>
                      </a:cubicBezTo>
                      <a:cubicBezTo>
                        <a:pt x="0" y="4"/>
                        <a:pt x="4" y="0"/>
                        <a:pt x="10" y="0"/>
                      </a:cubicBezTo>
                      <a:cubicBezTo>
                        <a:pt x="12" y="0"/>
                        <a:pt x="14" y="0"/>
                        <a:pt x="16" y="1"/>
                      </a:cubicBezTo>
                      <a:cubicBezTo>
                        <a:pt x="14" y="5"/>
                        <a:pt x="14" y="5"/>
                        <a:pt x="14" y="5"/>
                      </a:cubicBezTo>
                      <a:cubicBezTo>
                        <a:pt x="13" y="4"/>
                        <a:pt x="12" y="4"/>
                        <a:pt x="11" y="4"/>
                      </a:cubicBezTo>
                      <a:cubicBezTo>
                        <a:pt x="7" y="4"/>
                        <a:pt x="6" y="6"/>
                        <a:pt x="6" y="10"/>
                      </a:cubicBezTo>
                      <a:cubicBezTo>
                        <a:pt x="6" y="15"/>
                        <a:pt x="7" y="17"/>
                        <a:pt x="11" y="17"/>
                      </a:cubicBezTo>
                      <a:cubicBezTo>
                        <a:pt x="12" y="17"/>
                        <a:pt x="14" y="17"/>
                        <a:pt x="15" y="16"/>
                      </a:cubicBezTo>
                      <a:lnTo>
                        <a:pt x="16" y="20"/>
                      </a:lnTo>
                      <a:close/>
                    </a:path>
                  </a:pathLst>
                </a:custGeom>
                <a:grpFill/>
                <a:ln>
                  <a:noFill/>
                </a:ln>
                <a:extLst/>
              </p:spPr>
              <p:txBody>
                <a:bodyPr/>
                <a:lstStyle/>
                <a:p>
                  <a:pPr defTabSz="457200">
                    <a:defRPr/>
                  </a:pPr>
                  <a:endParaRPr lang="en-AU"/>
                </a:p>
              </p:txBody>
            </p:sp>
            <p:sp>
              <p:nvSpPr>
                <p:cNvPr id="42" name="Freeform 31"/>
                <p:cNvSpPr>
                  <a:spLocks/>
                </p:cNvSpPr>
                <p:nvPr/>
              </p:nvSpPr>
              <p:spPr bwMode="auto">
                <a:xfrm>
                  <a:off x="3911600" y="5997575"/>
                  <a:ext cx="47625" cy="66675"/>
                </a:xfrm>
                <a:custGeom>
                  <a:avLst/>
                  <a:gdLst>
                    <a:gd name="T0" fmla="*/ 6 w 15"/>
                    <a:gd name="T1" fmla="*/ 21 h 21"/>
                    <a:gd name="T2" fmla="*/ 0 w 15"/>
                    <a:gd name="T3" fmla="*/ 20 h 21"/>
                    <a:gd name="T4" fmla="*/ 1 w 15"/>
                    <a:gd name="T5" fmla="*/ 16 h 21"/>
                    <a:gd name="T6" fmla="*/ 6 w 15"/>
                    <a:gd name="T7" fmla="*/ 17 h 21"/>
                    <a:gd name="T8" fmla="*/ 9 w 15"/>
                    <a:gd name="T9" fmla="*/ 15 h 21"/>
                    <a:gd name="T10" fmla="*/ 6 w 15"/>
                    <a:gd name="T11" fmla="*/ 12 h 21"/>
                    <a:gd name="T12" fmla="*/ 0 w 15"/>
                    <a:gd name="T13" fmla="*/ 6 h 21"/>
                    <a:gd name="T14" fmla="*/ 8 w 15"/>
                    <a:gd name="T15" fmla="*/ 0 h 21"/>
                    <a:gd name="T16" fmla="*/ 13 w 15"/>
                    <a:gd name="T17" fmla="*/ 0 h 21"/>
                    <a:gd name="T18" fmla="*/ 13 w 15"/>
                    <a:gd name="T19" fmla="*/ 4 h 21"/>
                    <a:gd name="T20" fmla="*/ 9 w 15"/>
                    <a:gd name="T21" fmla="*/ 4 h 21"/>
                    <a:gd name="T22" fmla="*/ 6 w 15"/>
                    <a:gd name="T23" fmla="*/ 6 h 21"/>
                    <a:gd name="T24" fmla="*/ 9 w 15"/>
                    <a:gd name="T25" fmla="*/ 9 h 21"/>
                    <a:gd name="T26" fmla="*/ 15 w 15"/>
                    <a:gd name="T27" fmla="*/ 14 h 21"/>
                    <a:gd name="T28" fmla="*/ 6 w 15"/>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1">
                      <a:moveTo>
                        <a:pt x="6" y="21"/>
                      </a:moveTo>
                      <a:cubicBezTo>
                        <a:pt x="4" y="21"/>
                        <a:pt x="2" y="21"/>
                        <a:pt x="0" y="20"/>
                      </a:cubicBezTo>
                      <a:cubicBezTo>
                        <a:pt x="1" y="16"/>
                        <a:pt x="1" y="16"/>
                        <a:pt x="1" y="16"/>
                      </a:cubicBezTo>
                      <a:cubicBezTo>
                        <a:pt x="3" y="17"/>
                        <a:pt x="5" y="17"/>
                        <a:pt x="6" y="17"/>
                      </a:cubicBezTo>
                      <a:cubicBezTo>
                        <a:pt x="8" y="17"/>
                        <a:pt x="9" y="16"/>
                        <a:pt x="9" y="15"/>
                      </a:cubicBezTo>
                      <a:cubicBezTo>
                        <a:pt x="9" y="14"/>
                        <a:pt x="8" y="13"/>
                        <a:pt x="6" y="12"/>
                      </a:cubicBezTo>
                      <a:cubicBezTo>
                        <a:pt x="3" y="11"/>
                        <a:pt x="0" y="10"/>
                        <a:pt x="0" y="6"/>
                      </a:cubicBezTo>
                      <a:cubicBezTo>
                        <a:pt x="0" y="2"/>
                        <a:pt x="3" y="0"/>
                        <a:pt x="8" y="0"/>
                      </a:cubicBezTo>
                      <a:cubicBezTo>
                        <a:pt x="10" y="0"/>
                        <a:pt x="12" y="0"/>
                        <a:pt x="13" y="0"/>
                      </a:cubicBezTo>
                      <a:cubicBezTo>
                        <a:pt x="13" y="4"/>
                        <a:pt x="13" y="4"/>
                        <a:pt x="13" y="4"/>
                      </a:cubicBezTo>
                      <a:cubicBezTo>
                        <a:pt x="11" y="4"/>
                        <a:pt x="10" y="4"/>
                        <a:pt x="9" y="4"/>
                      </a:cubicBezTo>
                      <a:cubicBezTo>
                        <a:pt x="6" y="4"/>
                        <a:pt x="6" y="5"/>
                        <a:pt x="6" y="6"/>
                      </a:cubicBezTo>
                      <a:cubicBezTo>
                        <a:pt x="6" y="7"/>
                        <a:pt x="7" y="8"/>
                        <a:pt x="9" y="9"/>
                      </a:cubicBezTo>
                      <a:cubicBezTo>
                        <a:pt x="13" y="10"/>
                        <a:pt x="15" y="11"/>
                        <a:pt x="15" y="14"/>
                      </a:cubicBezTo>
                      <a:cubicBezTo>
                        <a:pt x="15" y="18"/>
                        <a:pt x="11" y="21"/>
                        <a:pt x="6" y="21"/>
                      </a:cubicBezTo>
                    </a:path>
                  </a:pathLst>
                </a:custGeom>
                <a:grpFill/>
                <a:ln>
                  <a:noFill/>
                </a:ln>
                <a:extLst/>
              </p:spPr>
              <p:txBody>
                <a:bodyPr/>
                <a:lstStyle/>
                <a:p>
                  <a:pPr defTabSz="457200">
                    <a:defRPr/>
                  </a:pPr>
                  <a:endParaRPr lang="en-AU"/>
                </a:p>
              </p:txBody>
            </p:sp>
            <p:sp>
              <p:nvSpPr>
                <p:cNvPr id="7" name="Freeform 32"/>
                <p:cNvSpPr>
                  <a:spLocks noEditPoints="1"/>
                </p:cNvSpPr>
                <p:nvPr/>
              </p:nvSpPr>
              <p:spPr bwMode="auto">
                <a:xfrm>
                  <a:off x="3965575" y="5969000"/>
                  <a:ext cx="28575" cy="95250"/>
                </a:xfrm>
                <a:custGeom>
                  <a:avLst/>
                  <a:gdLst>
                    <a:gd name="T0" fmla="*/ 4 w 9"/>
                    <a:gd name="T1" fmla="*/ 30 h 30"/>
                    <a:gd name="T2" fmla="*/ 4 w 9"/>
                    <a:gd name="T3" fmla="*/ 13 h 30"/>
                    <a:gd name="T4" fmla="*/ 0 w 9"/>
                    <a:gd name="T5" fmla="*/ 13 h 30"/>
                    <a:gd name="T6" fmla="*/ 0 w 9"/>
                    <a:gd name="T7" fmla="*/ 9 h 30"/>
                    <a:gd name="T8" fmla="*/ 9 w 9"/>
                    <a:gd name="T9" fmla="*/ 9 h 30"/>
                    <a:gd name="T10" fmla="*/ 9 w 9"/>
                    <a:gd name="T11" fmla="*/ 30 h 30"/>
                    <a:gd name="T12" fmla="*/ 4 w 9"/>
                    <a:gd name="T13" fmla="*/ 30 h 30"/>
                    <a:gd name="T14" fmla="*/ 6 w 9"/>
                    <a:gd name="T15" fmla="*/ 6 h 30"/>
                    <a:gd name="T16" fmla="*/ 3 w 9"/>
                    <a:gd name="T17" fmla="*/ 3 h 30"/>
                    <a:gd name="T18" fmla="*/ 6 w 9"/>
                    <a:gd name="T19" fmla="*/ 0 h 30"/>
                    <a:gd name="T20" fmla="*/ 9 w 9"/>
                    <a:gd name="T21" fmla="*/ 3 h 30"/>
                    <a:gd name="T22" fmla="*/ 6 w 9"/>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30">
                      <a:moveTo>
                        <a:pt x="4" y="30"/>
                      </a:moveTo>
                      <a:cubicBezTo>
                        <a:pt x="4" y="13"/>
                        <a:pt x="4" y="13"/>
                        <a:pt x="4" y="13"/>
                      </a:cubicBezTo>
                      <a:cubicBezTo>
                        <a:pt x="0" y="13"/>
                        <a:pt x="0" y="13"/>
                        <a:pt x="0" y="13"/>
                      </a:cubicBezTo>
                      <a:cubicBezTo>
                        <a:pt x="0" y="9"/>
                        <a:pt x="0" y="9"/>
                        <a:pt x="0" y="9"/>
                      </a:cubicBezTo>
                      <a:cubicBezTo>
                        <a:pt x="9" y="9"/>
                        <a:pt x="9" y="9"/>
                        <a:pt x="9" y="9"/>
                      </a:cubicBezTo>
                      <a:cubicBezTo>
                        <a:pt x="9" y="30"/>
                        <a:pt x="9" y="30"/>
                        <a:pt x="9" y="30"/>
                      </a:cubicBezTo>
                      <a:lnTo>
                        <a:pt x="4" y="30"/>
                      </a:lnTo>
                      <a:close/>
                      <a:moveTo>
                        <a:pt x="6" y="6"/>
                      </a:moveTo>
                      <a:cubicBezTo>
                        <a:pt x="4" y="6"/>
                        <a:pt x="3" y="5"/>
                        <a:pt x="3" y="3"/>
                      </a:cubicBezTo>
                      <a:cubicBezTo>
                        <a:pt x="3" y="1"/>
                        <a:pt x="4" y="0"/>
                        <a:pt x="6" y="0"/>
                      </a:cubicBezTo>
                      <a:cubicBezTo>
                        <a:pt x="8" y="0"/>
                        <a:pt x="9" y="1"/>
                        <a:pt x="9" y="3"/>
                      </a:cubicBezTo>
                      <a:cubicBezTo>
                        <a:pt x="9" y="5"/>
                        <a:pt x="8" y="6"/>
                        <a:pt x="6" y="6"/>
                      </a:cubicBezTo>
                    </a:path>
                  </a:pathLst>
                </a:custGeom>
                <a:grpFill/>
                <a:ln>
                  <a:noFill/>
                </a:ln>
                <a:extLst/>
              </p:spPr>
              <p:txBody>
                <a:bodyPr/>
                <a:lstStyle/>
                <a:p>
                  <a:pPr defTabSz="457200">
                    <a:defRPr/>
                  </a:pPr>
                  <a:endParaRPr lang="en-AU"/>
                </a:p>
              </p:txBody>
            </p:sp>
            <p:sp>
              <p:nvSpPr>
                <p:cNvPr id="44" name="Freeform 33"/>
                <p:cNvSpPr>
                  <a:spLocks/>
                </p:cNvSpPr>
                <p:nvPr/>
              </p:nvSpPr>
              <p:spPr bwMode="auto">
                <a:xfrm>
                  <a:off x="4013200" y="5997575"/>
                  <a:ext cx="39687" cy="66675"/>
                </a:xfrm>
                <a:custGeom>
                  <a:avLst/>
                  <a:gdLst>
                    <a:gd name="T0" fmla="*/ 11 w 12"/>
                    <a:gd name="T1" fmla="*/ 5 h 21"/>
                    <a:gd name="T2" fmla="*/ 9 w 12"/>
                    <a:gd name="T3" fmla="*/ 5 h 21"/>
                    <a:gd name="T4" fmla="*/ 5 w 12"/>
                    <a:gd name="T5" fmla="*/ 8 h 21"/>
                    <a:gd name="T6" fmla="*/ 5 w 12"/>
                    <a:gd name="T7" fmla="*/ 21 h 21"/>
                    <a:gd name="T8" fmla="*/ 0 w 12"/>
                    <a:gd name="T9" fmla="*/ 21 h 21"/>
                    <a:gd name="T10" fmla="*/ 0 w 12"/>
                    <a:gd name="T11" fmla="*/ 0 h 21"/>
                    <a:gd name="T12" fmla="*/ 4 w 12"/>
                    <a:gd name="T13" fmla="*/ 0 h 21"/>
                    <a:gd name="T14" fmla="*/ 4 w 12"/>
                    <a:gd name="T15" fmla="*/ 4 h 21"/>
                    <a:gd name="T16" fmla="*/ 10 w 12"/>
                    <a:gd name="T17" fmla="*/ 0 h 21"/>
                    <a:gd name="T18" fmla="*/ 12 w 12"/>
                    <a:gd name="T19" fmla="*/ 0 h 21"/>
                    <a:gd name="T20" fmla="*/ 11 w 12"/>
                    <a:gd name="T21"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1">
                      <a:moveTo>
                        <a:pt x="11" y="5"/>
                      </a:moveTo>
                      <a:cubicBezTo>
                        <a:pt x="11" y="5"/>
                        <a:pt x="10" y="5"/>
                        <a:pt x="9" y="5"/>
                      </a:cubicBezTo>
                      <a:cubicBezTo>
                        <a:pt x="8" y="5"/>
                        <a:pt x="7" y="6"/>
                        <a:pt x="5" y="8"/>
                      </a:cubicBezTo>
                      <a:cubicBezTo>
                        <a:pt x="5" y="21"/>
                        <a:pt x="5" y="21"/>
                        <a:pt x="5" y="21"/>
                      </a:cubicBezTo>
                      <a:cubicBezTo>
                        <a:pt x="0" y="21"/>
                        <a:pt x="0" y="21"/>
                        <a:pt x="0" y="21"/>
                      </a:cubicBezTo>
                      <a:cubicBezTo>
                        <a:pt x="0" y="0"/>
                        <a:pt x="0" y="0"/>
                        <a:pt x="0" y="0"/>
                      </a:cubicBezTo>
                      <a:cubicBezTo>
                        <a:pt x="4" y="0"/>
                        <a:pt x="4" y="0"/>
                        <a:pt x="4" y="0"/>
                      </a:cubicBezTo>
                      <a:cubicBezTo>
                        <a:pt x="4" y="4"/>
                        <a:pt x="4" y="4"/>
                        <a:pt x="4" y="4"/>
                      </a:cubicBezTo>
                      <a:cubicBezTo>
                        <a:pt x="6" y="1"/>
                        <a:pt x="8" y="0"/>
                        <a:pt x="10" y="0"/>
                      </a:cubicBezTo>
                      <a:cubicBezTo>
                        <a:pt x="11" y="0"/>
                        <a:pt x="11" y="0"/>
                        <a:pt x="12" y="0"/>
                      </a:cubicBezTo>
                      <a:lnTo>
                        <a:pt x="11" y="5"/>
                      </a:lnTo>
                      <a:close/>
                    </a:path>
                  </a:pathLst>
                </a:custGeom>
                <a:grpFill/>
                <a:ln>
                  <a:noFill/>
                </a:ln>
                <a:extLst/>
              </p:spPr>
              <p:txBody>
                <a:bodyPr/>
                <a:lstStyle/>
                <a:p>
                  <a:pPr defTabSz="457200">
                    <a:defRPr/>
                  </a:pPr>
                  <a:endParaRPr lang="en-AU"/>
                </a:p>
              </p:txBody>
            </p:sp>
            <p:sp>
              <p:nvSpPr>
                <p:cNvPr id="45" name="Freeform 34"/>
                <p:cNvSpPr>
                  <a:spLocks noEditPoints="1"/>
                </p:cNvSpPr>
                <p:nvPr/>
              </p:nvSpPr>
              <p:spPr bwMode="auto">
                <a:xfrm>
                  <a:off x="4062413" y="5997575"/>
                  <a:ext cx="66675" cy="66675"/>
                </a:xfrm>
                <a:custGeom>
                  <a:avLst/>
                  <a:gdLst>
                    <a:gd name="T0" fmla="*/ 10 w 21"/>
                    <a:gd name="T1" fmla="*/ 21 h 21"/>
                    <a:gd name="T2" fmla="*/ 0 w 21"/>
                    <a:gd name="T3" fmla="*/ 11 h 21"/>
                    <a:gd name="T4" fmla="*/ 10 w 21"/>
                    <a:gd name="T5" fmla="*/ 0 h 21"/>
                    <a:gd name="T6" fmla="*/ 21 w 21"/>
                    <a:gd name="T7" fmla="*/ 10 h 21"/>
                    <a:gd name="T8" fmla="*/ 10 w 21"/>
                    <a:gd name="T9" fmla="*/ 21 h 21"/>
                    <a:gd name="T10" fmla="*/ 10 w 21"/>
                    <a:gd name="T11" fmla="*/ 4 h 21"/>
                    <a:gd name="T12" fmla="*/ 5 w 21"/>
                    <a:gd name="T13" fmla="*/ 10 h 21"/>
                    <a:gd name="T14" fmla="*/ 10 w 21"/>
                    <a:gd name="T15" fmla="*/ 17 h 21"/>
                    <a:gd name="T16" fmla="*/ 15 w 21"/>
                    <a:gd name="T17" fmla="*/ 11 h 21"/>
                    <a:gd name="T18" fmla="*/ 10 w 21"/>
                    <a:gd name="T19"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1">
                      <a:moveTo>
                        <a:pt x="10" y="21"/>
                      </a:moveTo>
                      <a:cubicBezTo>
                        <a:pt x="3" y="21"/>
                        <a:pt x="0" y="17"/>
                        <a:pt x="0" y="11"/>
                      </a:cubicBezTo>
                      <a:cubicBezTo>
                        <a:pt x="0" y="4"/>
                        <a:pt x="3" y="0"/>
                        <a:pt x="10" y="0"/>
                      </a:cubicBezTo>
                      <a:cubicBezTo>
                        <a:pt x="17" y="0"/>
                        <a:pt x="21" y="4"/>
                        <a:pt x="21" y="10"/>
                      </a:cubicBezTo>
                      <a:cubicBezTo>
                        <a:pt x="21" y="17"/>
                        <a:pt x="17" y="21"/>
                        <a:pt x="10" y="21"/>
                      </a:cubicBezTo>
                      <a:moveTo>
                        <a:pt x="10" y="4"/>
                      </a:moveTo>
                      <a:cubicBezTo>
                        <a:pt x="7" y="4"/>
                        <a:pt x="5" y="7"/>
                        <a:pt x="5" y="10"/>
                      </a:cubicBezTo>
                      <a:cubicBezTo>
                        <a:pt x="5" y="14"/>
                        <a:pt x="6" y="17"/>
                        <a:pt x="10" y="17"/>
                      </a:cubicBezTo>
                      <a:cubicBezTo>
                        <a:pt x="14" y="17"/>
                        <a:pt x="15" y="14"/>
                        <a:pt x="15" y="11"/>
                      </a:cubicBezTo>
                      <a:cubicBezTo>
                        <a:pt x="15" y="6"/>
                        <a:pt x="14" y="4"/>
                        <a:pt x="10" y="4"/>
                      </a:cubicBezTo>
                    </a:path>
                  </a:pathLst>
                </a:custGeom>
                <a:grpFill/>
                <a:ln>
                  <a:noFill/>
                </a:ln>
                <a:extLst/>
              </p:spPr>
              <p:txBody>
                <a:bodyPr/>
                <a:lstStyle/>
                <a:p>
                  <a:pPr defTabSz="457200">
                    <a:defRPr/>
                  </a:pPr>
                  <a:endParaRPr lang="en-AU"/>
                </a:p>
              </p:txBody>
            </p:sp>
            <p:sp>
              <p:nvSpPr>
                <p:cNvPr id="46" name="Oval 35"/>
                <p:cNvSpPr>
                  <a:spLocks noChangeArrowheads="1"/>
                </p:cNvSpPr>
                <p:nvPr/>
              </p:nvSpPr>
              <p:spPr bwMode="auto">
                <a:xfrm>
                  <a:off x="4141788" y="6042025"/>
                  <a:ext cx="19050" cy="22225"/>
                </a:xfrm>
                <a:prstGeom prst="ellipse">
                  <a:avLst/>
                </a:prstGeom>
                <a:grpFill/>
                <a:ln>
                  <a:noFill/>
                </a:ln>
                <a:extLst/>
              </p:spPr>
              <p:txBody>
                <a:bodyPr/>
                <a:lstStyle/>
                <a:p>
                  <a:pPr defTabSz="457200">
                    <a:defRPr/>
                  </a:pPr>
                  <a:endParaRPr lang="en-AU"/>
                </a:p>
              </p:txBody>
            </p:sp>
            <p:sp>
              <p:nvSpPr>
                <p:cNvPr id="47" name="Freeform 36"/>
                <p:cNvSpPr>
                  <a:spLocks noEditPoints="1"/>
                </p:cNvSpPr>
                <p:nvPr/>
              </p:nvSpPr>
              <p:spPr bwMode="auto">
                <a:xfrm>
                  <a:off x="4176713" y="5997575"/>
                  <a:ext cx="57150" cy="66675"/>
                </a:xfrm>
                <a:custGeom>
                  <a:avLst/>
                  <a:gdLst>
                    <a:gd name="T0" fmla="*/ 14 w 18"/>
                    <a:gd name="T1" fmla="*/ 21 h 21"/>
                    <a:gd name="T2" fmla="*/ 13 w 18"/>
                    <a:gd name="T3" fmla="*/ 19 h 21"/>
                    <a:gd name="T4" fmla="*/ 7 w 18"/>
                    <a:gd name="T5" fmla="*/ 21 h 21"/>
                    <a:gd name="T6" fmla="*/ 0 w 18"/>
                    <a:gd name="T7" fmla="*/ 15 h 21"/>
                    <a:gd name="T8" fmla="*/ 10 w 18"/>
                    <a:gd name="T9" fmla="*/ 8 h 21"/>
                    <a:gd name="T10" fmla="*/ 13 w 18"/>
                    <a:gd name="T11" fmla="*/ 8 h 21"/>
                    <a:gd name="T12" fmla="*/ 13 w 18"/>
                    <a:gd name="T13" fmla="*/ 7 h 21"/>
                    <a:gd name="T14" fmla="*/ 8 w 18"/>
                    <a:gd name="T15" fmla="*/ 4 h 21"/>
                    <a:gd name="T16" fmla="*/ 2 w 18"/>
                    <a:gd name="T17" fmla="*/ 5 h 21"/>
                    <a:gd name="T18" fmla="*/ 2 w 18"/>
                    <a:gd name="T19" fmla="*/ 1 h 21"/>
                    <a:gd name="T20" fmla="*/ 9 w 18"/>
                    <a:gd name="T21" fmla="*/ 0 h 21"/>
                    <a:gd name="T22" fmla="*/ 18 w 18"/>
                    <a:gd name="T23" fmla="*/ 7 h 21"/>
                    <a:gd name="T24" fmla="*/ 18 w 18"/>
                    <a:gd name="T25" fmla="*/ 21 h 21"/>
                    <a:gd name="T26" fmla="*/ 14 w 18"/>
                    <a:gd name="T27" fmla="*/ 21 h 21"/>
                    <a:gd name="T28" fmla="*/ 13 w 18"/>
                    <a:gd name="T29" fmla="*/ 12 h 21"/>
                    <a:gd name="T30" fmla="*/ 10 w 18"/>
                    <a:gd name="T31" fmla="*/ 12 h 21"/>
                    <a:gd name="T32" fmla="*/ 5 w 18"/>
                    <a:gd name="T33" fmla="*/ 15 h 21"/>
                    <a:gd name="T34" fmla="*/ 8 w 18"/>
                    <a:gd name="T35" fmla="*/ 17 h 21"/>
                    <a:gd name="T36" fmla="*/ 13 w 18"/>
                    <a:gd name="T37" fmla="*/ 15 h 21"/>
                    <a:gd name="T38" fmla="*/ 13 w 18"/>
                    <a:gd name="T39"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1">
                      <a:moveTo>
                        <a:pt x="14" y="21"/>
                      </a:moveTo>
                      <a:cubicBezTo>
                        <a:pt x="13" y="19"/>
                        <a:pt x="13" y="19"/>
                        <a:pt x="13" y="19"/>
                      </a:cubicBezTo>
                      <a:cubicBezTo>
                        <a:pt x="12" y="20"/>
                        <a:pt x="10" y="21"/>
                        <a:pt x="7" y="21"/>
                      </a:cubicBezTo>
                      <a:cubicBezTo>
                        <a:pt x="3" y="21"/>
                        <a:pt x="0" y="19"/>
                        <a:pt x="0" y="15"/>
                      </a:cubicBezTo>
                      <a:cubicBezTo>
                        <a:pt x="0" y="10"/>
                        <a:pt x="4" y="8"/>
                        <a:pt x="10" y="8"/>
                      </a:cubicBezTo>
                      <a:cubicBezTo>
                        <a:pt x="13" y="8"/>
                        <a:pt x="13" y="8"/>
                        <a:pt x="13" y="8"/>
                      </a:cubicBezTo>
                      <a:cubicBezTo>
                        <a:pt x="13" y="7"/>
                        <a:pt x="13" y="7"/>
                        <a:pt x="13" y="7"/>
                      </a:cubicBezTo>
                      <a:cubicBezTo>
                        <a:pt x="13" y="5"/>
                        <a:pt x="12" y="4"/>
                        <a:pt x="8" y="4"/>
                      </a:cubicBezTo>
                      <a:cubicBezTo>
                        <a:pt x="6" y="4"/>
                        <a:pt x="4" y="4"/>
                        <a:pt x="2" y="5"/>
                      </a:cubicBezTo>
                      <a:cubicBezTo>
                        <a:pt x="2" y="1"/>
                        <a:pt x="2" y="1"/>
                        <a:pt x="2" y="1"/>
                      </a:cubicBezTo>
                      <a:cubicBezTo>
                        <a:pt x="4" y="0"/>
                        <a:pt x="6" y="0"/>
                        <a:pt x="9" y="0"/>
                      </a:cubicBezTo>
                      <a:cubicBezTo>
                        <a:pt x="15" y="0"/>
                        <a:pt x="18" y="2"/>
                        <a:pt x="18" y="7"/>
                      </a:cubicBezTo>
                      <a:cubicBezTo>
                        <a:pt x="18" y="21"/>
                        <a:pt x="18" y="21"/>
                        <a:pt x="18" y="21"/>
                      </a:cubicBezTo>
                      <a:lnTo>
                        <a:pt x="14" y="21"/>
                      </a:lnTo>
                      <a:close/>
                      <a:moveTo>
                        <a:pt x="13" y="12"/>
                      </a:moveTo>
                      <a:cubicBezTo>
                        <a:pt x="10" y="12"/>
                        <a:pt x="10" y="12"/>
                        <a:pt x="10" y="12"/>
                      </a:cubicBezTo>
                      <a:cubicBezTo>
                        <a:pt x="7" y="12"/>
                        <a:pt x="5" y="13"/>
                        <a:pt x="5" y="15"/>
                      </a:cubicBezTo>
                      <a:cubicBezTo>
                        <a:pt x="5" y="16"/>
                        <a:pt x="6" y="17"/>
                        <a:pt x="8" y="17"/>
                      </a:cubicBezTo>
                      <a:cubicBezTo>
                        <a:pt x="10" y="17"/>
                        <a:pt x="11" y="17"/>
                        <a:pt x="13" y="15"/>
                      </a:cubicBezTo>
                      <a:lnTo>
                        <a:pt x="13" y="12"/>
                      </a:lnTo>
                      <a:close/>
                    </a:path>
                  </a:pathLst>
                </a:custGeom>
                <a:grpFill/>
                <a:ln>
                  <a:noFill/>
                </a:ln>
                <a:extLst/>
              </p:spPr>
              <p:txBody>
                <a:bodyPr/>
                <a:lstStyle/>
                <a:p>
                  <a:pPr defTabSz="457200">
                    <a:defRPr/>
                  </a:pPr>
                  <a:endParaRPr lang="en-AU"/>
                </a:p>
              </p:txBody>
            </p:sp>
            <p:sp>
              <p:nvSpPr>
                <p:cNvPr id="48" name="Freeform 37"/>
                <p:cNvSpPr>
                  <a:spLocks/>
                </p:cNvSpPr>
                <p:nvPr/>
              </p:nvSpPr>
              <p:spPr bwMode="auto">
                <a:xfrm>
                  <a:off x="4252913" y="5997575"/>
                  <a:ext cx="57150" cy="66675"/>
                </a:xfrm>
                <a:custGeom>
                  <a:avLst/>
                  <a:gdLst>
                    <a:gd name="T0" fmla="*/ 14 w 18"/>
                    <a:gd name="T1" fmla="*/ 21 h 21"/>
                    <a:gd name="T2" fmla="*/ 14 w 18"/>
                    <a:gd name="T3" fmla="*/ 18 h 21"/>
                    <a:gd name="T4" fmla="*/ 7 w 18"/>
                    <a:gd name="T5" fmla="*/ 21 h 21"/>
                    <a:gd name="T6" fmla="*/ 0 w 18"/>
                    <a:gd name="T7" fmla="*/ 13 h 21"/>
                    <a:gd name="T8" fmla="*/ 0 w 18"/>
                    <a:gd name="T9" fmla="*/ 0 h 21"/>
                    <a:gd name="T10" fmla="*/ 5 w 18"/>
                    <a:gd name="T11" fmla="*/ 0 h 21"/>
                    <a:gd name="T12" fmla="*/ 5 w 18"/>
                    <a:gd name="T13" fmla="*/ 12 h 21"/>
                    <a:gd name="T14" fmla="*/ 8 w 18"/>
                    <a:gd name="T15" fmla="*/ 17 h 21"/>
                    <a:gd name="T16" fmla="*/ 13 w 18"/>
                    <a:gd name="T17" fmla="*/ 14 h 21"/>
                    <a:gd name="T18" fmla="*/ 13 w 18"/>
                    <a:gd name="T19" fmla="*/ 0 h 21"/>
                    <a:gd name="T20" fmla="*/ 18 w 18"/>
                    <a:gd name="T21" fmla="*/ 0 h 21"/>
                    <a:gd name="T22" fmla="*/ 18 w 18"/>
                    <a:gd name="T23" fmla="*/ 21 h 21"/>
                    <a:gd name="T24" fmla="*/ 14 w 18"/>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1">
                      <a:moveTo>
                        <a:pt x="14" y="21"/>
                      </a:moveTo>
                      <a:cubicBezTo>
                        <a:pt x="14" y="18"/>
                        <a:pt x="14" y="18"/>
                        <a:pt x="14" y="18"/>
                      </a:cubicBezTo>
                      <a:cubicBezTo>
                        <a:pt x="12" y="20"/>
                        <a:pt x="10" y="21"/>
                        <a:pt x="7" y="21"/>
                      </a:cubicBezTo>
                      <a:cubicBezTo>
                        <a:pt x="2" y="21"/>
                        <a:pt x="0" y="18"/>
                        <a:pt x="0" y="13"/>
                      </a:cubicBezTo>
                      <a:cubicBezTo>
                        <a:pt x="0" y="0"/>
                        <a:pt x="0" y="0"/>
                        <a:pt x="0" y="0"/>
                      </a:cubicBezTo>
                      <a:cubicBezTo>
                        <a:pt x="5" y="0"/>
                        <a:pt x="5" y="0"/>
                        <a:pt x="5" y="0"/>
                      </a:cubicBezTo>
                      <a:cubicBezTo>
                        <a:pt x="5" y="12"/>
                        <a:pt x="5" y="12"/>
                        <a:pt x="5" y="12"/>
                      </a:cubicBezTo>
                      <a:cubicBezTo>
                        <a:pt x="5" y="15"/>
                        <a:pt x="6" y="17"/>
                        <a:pt x="8" y="17"/>
                      </a:cubicBezTo>
                      <a:cubicBezTo>
                        <a:pt x="10" y="17"/>
                        <a:pt x="11" y="16"/>
                        <a:pt x="13" y="14"/>
                      </a:cubicBezTo>
                      <a:cubicBezTo>
                        <a:pt x="13" y="0"/>
                        <a:pt x="13" y="0"/>
                        <a:pt x="13" y="0"/>
                      </a:cubicBezTo>
                      <a:cubicBezTo>
                        <a:pt x="18" y="0"/>
                        <a:pt x="18" y="0"/>
                        <a:pt x="18" y="0"/>
                      </a:cubicBezTo>
                      <a:cubicBezTo>
                        <a:pt x="18" y="21"/>
                        <a:pt x="18" y="21"/>
                        <a:pt x="18" y="21"/>
                      </a:cubicBezTo>
                      <a:lnTo>
                        <a:pt x="14" y="21"/>
                      </a:lnTo>
                      <a:close/>
                    </a:path>
                  </a:pathLst>
                </a:custGeom>
                <a:grpFill/>
                <a:ln>
                  <a:noFill/>
                </a:ln>
                <a:extLst/>
              </p:spPr>
              <p:txBody>
                <a:bodyPr/>
                <a:lstStyle/>
                <a:p>
                  <a:pPr defTabSz="457200">
                    <a:defRPr/>
                  </a:pPr>
                  <a:endParaRPr lang="en-AU"/>
                </a:p>
              </p:txBody>
            </p:sp>
          </p:grpSp>
        </p:grpSp>
        <p:grpSp>
          <p:nvGrpSpPr>
            <p:cNvPr id="85038" name="Group 66"/>
            <p:cNvGrpSpPr>
              <a:grpSpLocks/>
            </p:cNvGrpSpPr>
            <p:nvPr/>
          </p:nvGrpSpPr>
          <p:grpSpPr bwMode="auto">
            <a:xfrm>
              <a:off x="-26988" y="357188"/>
              <a:ext cx="9178926" cy="2571750"/>
              <a:chOff x="-17463" y="357188"/>
              <a:chExt cx="9186863" cy="2571750"/>
            </a:xfrm>
          </p:grpSpPr>
          <p:sp>
            <p:nvSpPr>
              <p:cNvPr id="22" name="Freeform 17"/>
              <p:cNvSpPr>
                <a:spLocks/>
              </p:cNvSpPr>
              <p:nvPr/>
            </p:nvSpPr>
            <p:spPr bwMode="auto">
              <a:xfrm>
                <a:off x="-17463" y="1971578"/>
                <a:ext cx="9187471" cy="957205"/>
              </a:xfrm>
              <a:custGeom>
                <a:avLst/>
                <a:gdLst>
                  <a:gd name="T0" fmla="*/ 0 w 2880"/>
                  <a:gd name="T1" fmla="*/ 0 h 300"/>
                  <a:gd name="T2" fmla="*/ 372 w 2880"/>
                  <a:gd name="T3" fmla="*/ 0 h 300"/>
                  <a:gd name="T4" fmla="*/ 890 w 2880"/>
                  <a:gd name="T5" fmla="*/ 171 h 300"/>
                  <a:gd name="T6" fmla="*/ 1389 w 2880"/>
                  <a:gd name="T7" fmla="*/ 300 h 300"/>
                  <a:gd name="T8" fmla="*/ 2880 w 2880"/>
                  <a:gd name="T9" fmla="*/ 300 h 300"/>
                </a:gdLst>
                <a:ahLst/>
                <a:cxnLst>
                  <a:cxn ang="0">
                    <a:pos x="T0" y="T1"/>
                  </a:cxn>
                  <a:cxn ang="0">
                    <a:pos x="T2" y="T3"/>
                  </a:cxn>
                  <a:cxn ang="0">
                    <a:pos x="T4" y="T5"/>
                  </a:cxn>
                  <a:cxn ang="0">
                    <a:pos x="T6" y="T7"/>
                  </a:cxn>
                  <a:cxn ang="0">
                    <a:pos x="T8" y="T9"/>
                  </a:cxn>
                </a:cxnLst>
                <a:rect l="0" t="0" r="r" b="b"/>
                <a:pathLst>
                  <a:path w="2880" h="300">
                    <a:moveTo>
                      <a:pt x="0" y="0"/>
                    </a:moveTo>
                    <a:cubicBezTo>
                      <a:pt x="0" y="0"/>
                      <a:pt x="308" y="0"/>
                      <a:pt x="372" y="0"/>
                    </a:cubicBezTo>
                    <a:cubicBezTo>
                      <a:pt x="638" y="0"/>
                      <a:pt x="749" y="91"/>
                      <a:pt x="890" y="171"/>
                    </a:cubicBezTo>
                    <a:cubicBezTo>
                      <a:pt x="1011" y="240"/>
                      <a:pt x="1176" y="300"/>
                      <a:pt x="1389" y="300"/>
                    </a:cubicBezTo>
                    <a:cubicBezTo>
                      <a:pt x="2880" y="300"/>
                      <a:pt x="2880" y="300"/>
                      <a:pt x="2880" y="300"/>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23" name="Freeform 18"/>
              <p:cNvSpPr>
                <a:spLocks/>
              </p:cNvSpPr>
              <p:nvPr/>
            </p:nvSpPr>
            <p:spPr bwMode="auto">
              <a:xfrm>
                <a:off x="-17463" y="2449387"/>
                <a:ext cx="9187471" cy="479396"/>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24" name="Freeform 19"/>
              <p:cNvSpPr>
                <a:spLocks/>
              </p:cNvSpPr>
              <p:nvPr/>
            </p:nvSpPr>
            <p:spPr bwMode="auto">
              <a:xfrm>
                <a:off x="-17463" y="1655685"/>
                <a:ext cx="9187471" cy="954030"/>
              </a:xfrm>
              <a:custGeom>
                <a:avLst/>
                <a:gdLst>
                  <a:gd name="T0" fmla="*/ 0 w 2880"/>
                  <a:gd name="T1" fmla="*/ 0 h 299"/>
                  <a:gd name="T2" fmla="*/ 372 w 2880"/>
                  <a:gd name="T3" fmla="*/ 0 h 299"/>
                  <a:gd name="T4" fmla="*/ 890 w 2880"/>
                  <a:gd name="T5" fmla="*/ 170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0"/>
                    </a:cubicBezTo>
                    <a:cubicBezTo>
                      <a:pt x="1011" y="239"/>
                      <a:pt x="1176" y="299"/>
                      <a:pt x="1389" y="299"/>
                    </a:cubicBezTo>
                    <a:cubicBezTo>
                      <a:pt x="2880" y="299"/>
                      <a:pt x="2880" y="299"/>
                      <a:pt x="2880" y="299"/>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25" name="Freeform 20"/>
              <p:cNvSpPr>
                <a:spLocks/>
              </p:cNvSpPr>
              <p:nvPr/>
            </p:nvSpPr>
            <p:spPr bwMode="auto">
              <a:xfrm>
                <a:off x="-17463" y="2130318"/>
                <a:ext cx="9187471" cy="479396"/>
              </a:xfrm>
              <a:custGeom>
                <a:avLst/>
                <a:gdLst>
                  <a:gd name="T0" fmla="*/ 2880 w 2880"/>
                  <a:gd name="T1" fmla="*/ 0 h 150"/>
                  <a:gd name="T2" fmla="*/ 1202 w 2880"/>
                  <a:gd name="T3" fmla="*/ 0 h 150"/>
                  <a:gd name="T4" fmla="*/ 890 w 2880"/>
                  <a:gd name="T5" fmla="*/ 21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1"/>
                    </a:cubicBezTo>
                    <a:cubicBezTo>
                      <a:pt x="802" y="55"/>
                      <a:pt x="685" y="150"/>
                      <a:pt x="366" y="150"/>
                    </a:cubicBezTo>
                    <a:cubicBezTo>
                      <a:pt x="0" y="150"/>
                      <a:pt x="0" y="150"/>
                      <a:pt x="0" y="150"/>
                    </a:cubicBezTo>
                  </a:path>
                </a:pathLst>
              </a:custGeom>
              <a:noFill/>
              <a:ln w="19050" cap="flat">
                <a:solidFill>
                  <a:schemeClr val="accent1">
                    <a:lumMod val="75000"/>
                  </a:schemeClr>
                </a:solidFill>
                <a:prstDash val="solid"/>
                <a:miter lim="800000"/>
                <a:headEnd/>
                <a:tailEnd/>
              </a:ln>
              <a:extLst/>
            </p:spPr>
            <p:txBody>
              <a:bodyPr/>
              <a:lstStyle/>
              <a:p>
                <a:pPr defTabSz="457200">
                  <a:defRPr/>
                </a:pPr>
                <a:endParaRPr lang="en-AU"/>
              </a:p>
            </p:txBody>
          </p:sp>
          <p:sp>
            <p:nvSpPr>
              <p:cNvPr id="26" name="Freeform 21"/>
              <p:cNvSpPr>
                <a:spLocks/>
              </p:cNvSpPr>
              <p:nvPr/>
            </p:nvSpPr>
            <p:spPr bwMode="auto">
              <a:xfrm>
                <a:off x="-17463" y="1336616"/>
                <a:ext cx="9187471" cy="954031"/>
              </a:xfrm>
              <a:custGeom>
                <a:avLst/>
                <a:gdLst>
                  <a:gd name="T0" fmla="*/ 0 w 2880"/>
                  <a:gd name="T1" fmla="*/ 0 h 299"/>
                  <a:gd name="T2" fmla="*/ 372 w 2880"/>
                  <a:gd name="T3" fmla="*/ 0 h 299"/>
                  <a:gd name="T4" fmla="*/ 890 w 2880"/>
                  <a:gd name="T5" fmla="*/ 171 h 299"/>
                  <a:gd name="T6" fmla="*/ 1389 w 2880"/>
                  <a:gd name="T7" fmla="*/ 299 h 299"/>
                  <a:gd name="T8" fmla="*/ 2880 w 2880"/>
                  <a:gd name="T9" fmla="*/ 299 h 299"/>
                </a:gdLst>
                <a:ahLst/>
                <a:cxnLst>
                  <a:cxn ang="0">
                    <a:pos x="T0" y="T1"/>
                  </a:cxn>
                  <a:cxn ang="0">
                    <a:pos x="T2" y="T3"/>
                  </a:cxn>
                  <a:cxn ang="0">
                    <a:pos x="T4" y="T5"/>
                  </a:cxn>
                  <a:cxn ang="0">
                    <a:pos x="T6" y="T7"/>
                  </a:cxn>
                  <a:cxn ang="0">
                    <a:pos x="T8" y="T9"/>
                  </a:cxn>
                </a:cxnLst>
                <a:rect l="0" t="0" r="r" b="b"/>
                <a:pathLst>
                  <a:path w="2880" h="299">
                    <a:moveTo>
                      <a:pt x="0" y="0"/>
                    </a:moveTo>
                    <a:cubicBezTo>
                      <a:pt x="0" y="0"/>
                      <a:pt x="308" y="0"/>
                      <a:pt x="372" y="0"/>
                    </a:cubicBezTo>
                    <a:cubicBezTo>
                      <a:pt x="638" y="0"/>
                      <a:pt x="749" y="90"/>
                      <a:pt x="890" y="171"/>
                    </a:cubicBezTo>
                    <a:cubicBezTo>
                      <a:pt x="1011" y="239"/>
                      <a:pt x="1176" y="299"/>
                      <a:pt x="1389" y="299"/>
                    </a:cubicBezTo>
                    <a:cubicBezTo>
                      <a:pt x="2880" y="299"/>
                      <a:pt x="2880" y="299"/>
                      <a:pt x="2880" y="299"/>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27" name="Freeform 22"/>
              <p:cNvSpPr>
                <a:spLocks/>
              </p:cNvSpPr>
              <p:nvPr/>
            </p:nvSpPr>
            <p:spPr bwMode="auto">
              <a:xfrm>
                <a:off x="-17463" y="1811250"/>
                <a:ext cx="9187471" cy="479396"/>
              </a:xfrm>
              <a:custGeom>
                <a:avLst/>
                <a:gdLst>
                  <a:gd name="T0" fmla="*/ 2880 w 2880"/>
                  <a:gd name="T1" fmla="*/ 0 h 150"/>
                  <a:gd name="T2" fmla="*/ 1202 w 2880"/>
                  <a:gd name="T3" fmla="*/ 0 h 150"/>
                  <a:gd name="T4" fmla="*/ 890 w 2880"/>
                  <a:gd name="T5" fmla="*/ 22 h 150"/>
                  <a:gd name="T6" fmla="*/ 366 w 2880"/>
                  <a:gd name="T7" fmla="*/ 150 h 150"/>
                  <a:gd name="T8" fmla="*/ 0 w 2880"/>
                  <a:gd name="T9" fmla="*/ 150 h 150"/>
                </a:gdLst>
                <a:ahLst/>
                <a:cxnLst>
                  <a:cxn ang="0">
                    <a:pos x="T0" y="T1"/>
                  </a:cxn>
                  <a:cxn ang="0">
                    <a:pos x="T2" y="T3"/>
                  </a:cxn>
                  <a:cxn ang="0">
                    <a:pos x="T4" y="T5"/>
                  </a:cxn>
                  <a:cxn ang="0">
                    <a:pos x="T6" y="T7"/>
                  </a:cxn>
                  <a:cxn ang="0">
                    <a:pos x="T8" y="T9"/>
                  </a:cxn>
                </a:cxnLst>
                <a:rect l="0" t="0" r="r" b="b"/>
                <a:pathLst>
                  <a:path w="2880" h="150">
                    <a:moveTo>
                      <a:pt x="2880" y="0"/>
                    </a:moveTo>
                    <a:cubicBezTo>
                      <a:pt x="1202" y="0"/>
                      <a:pt x="1202" y="0"/>
                      <a:pt x="1202" y="0"/>
                    </a:cubicBezTo>
                    <a:cubicBezTo>
                      <a:pt x="999" y="0"/>
                      <a:pt x="933" y="5"/>
                      <a:pt x="890" y="22"/>
                    </a:cubicBezTo>
                    <a:cubicBezTo>
                      <a:pt x="802" y="55"/>
                      <a:pt x="685" y="150"/>
                      <a:pt x="366" y="150"/>
                    </a:cubicBezTo>
                    <a:cubicBezTo>
                      <a:pt x="0" y="150"/>
                      <a:pt x="0" y="150"/>
                      <a:pt x="0" y="15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28" name="Freeform 23"/>
              <p:cNvSpPr>
                <a:spLocks/>
              </p:cNvSpPr>
              <p:nvPr/>
            </p:nvSpPr>
            <p:spPr bwMode="auto">
              <a:xfrm>
                <a:off x="-17463" y="357188"/>
                <a:ext cx="9187471" cy="957204"/>
              </a:xfrm>
              <a:custGeom>
                <a:avLst/>
                <a:gdLst>
                  <a:gd name="T0" fmla="*/ 2880 w 2880"/>
                  <a:gd name="T1" fmla="*/ 300 h 300"/>
                  <a:gd name="T2" fmla="*/ 2501 w 2880"/>
                  <a:gd name="T3" fmla="*/ 300 h 300"/>
                  <a:gd name="T4" fmla="*/ 1984 w 2880"/>
                  <a:gd name="T5" fmla="*/ 129 h 300"/>
                  <a:gd name="T6" fmla="*/ 1485 w 2880"/>
                  <a:gd name="T7" fmla="*/ 0 h 300"/>
                  <a:gd name="T8" fmla="*/ 0 w 2880"/>
                  <a:gd name="T9" fmla="*/ 0 h 300"/>
                </a:gdLst>
                <a:ahLst/>
                <a:cxnLst>
                  <a:cxn ang="0">
                    <a:pos x="T0" y="T1"/>
                  </a:cxn>
                  <a:cxn ang="0">
                    <a:pos x="T2" y="T3"/>
                  </a:cxn>
                  <a:cxn ang="0">
                    <a:pos x="T4" y="T5"/>
                  </a:cxn>
                  <a:cxn ang="0">
                    <a:pos x="T6" y="T7"/>
                  </a:cxn>
                  <a:cxn ang="0">
                    <a:pos x="T8" y="T9"/>
                  </a:cxn>
                </a:cxnLst>
                <a:rect l="0" t="0" r="r" b="b"/>
                <a:pathLst>
                  <a:path w="2880" h="300">
                    <a:moveTo>
                      <a:pt x="2880" y="300"/>
                    </a:moveTo>
                    <a:cubicBezTo>
                      <a:pt x="2880" y="300"/>
                      <a:pt x="2565" y="300"/>
                      <a:pt x="2501" y="300"/>
                    </a:cubicBezTo>
                    <a:cubicBezTo>
                      <a:pt x="2236" y="300"/>
                      <a:pt x="2124" y="209"/>
                      <a:pt x="1984" y="129"/>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29" name="Freeform 24"/>
              <p:cNvSpPr>
                <a:spLocks/>
              </p:cNvSpPr>
              <p:nvPr/>
            </p:nvSpPr>
            <p:spPr bwMode="auto">
              <a:xfrm>
                <a:off x="-17463" y="357188"/>
                <a:ext cx="9187471" cy="477808"/>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sp>
            <p:nvSpPr>
              <p:cNvPr id="30" name="Freeform 25"/>
              <p:cNvSpPr>
                <a:spLocks/>
              </p:cNvSpPr>
              <p:nvPr/>
            </p:nvSpPr>
            <p:spPr bwMode="auto">
              <a:xfrm>
                <a:off x="-17463" y="676256"/>
                <a:ext cx="9187471" cy="954031"/>
              </a:xfrm>
              <a:custGeom>
                <a:avLst/>
                <a:gdLst>
                  <a:gd name="T0" fmla="*/ 2880 w 2880"/>
                  <a:gd name="T1" fmla="*/ 299 h 299"/>
                  <a:gd name="T2" fmla="*/ 2501 w 2880"/>
                  <a:gd name="T3" fmla="*/ 299 h 299"/>
                  <a:gd name="T4" fmla="*/ 1984 w 2880"/>
                  <a:gd name="T5" fmla="*/ 129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9"/>
                    </a:cubicBezTo>
                    <a:cubicBezTo>
                      <a:pt x="1863" y="60"/>
                      <a:pt x="1698" y="0"/>
                      <a:pt x="1485" y="0"/>
                    </a:cubicBezTo>
                    <a:cubicBezTo>
                      <a:pt x="0" y="0"/>
                      <a:pt x="0" y="0"/>
                      <a:pt x="0" y="0"/>
                    </a:cubicBezTo>
                  </a:path>
                </a:pathLst>
              </a:custGeom>
              <a:noFill/>
              <a:ln w="19050" cap="flat">
                <a:solidFill>
                  <a:schemeClr val="bg1"/>
                </a:solidFill>
                <a:prstDash val="solid"/>
                <a:miter lim="800000"/>
                <a:headEnd/>
                <a:tailEnd/>
              </a:ln>
              <a:extLst/>
            </p:spPr>
            <p:txBody>
              <a:bodyPr/>
              <a:lstStyle/>
              <a:p>
                <a:pPr defTabSz="457200">
                  <a:defRPr/>
                </a:pPr>
                <a:endParaRPr lang="en-AU"/>
              </a:p>
            </p:txBody>
          </p:sp>
          <p:sp>
            <p:nvSpPr>
              <p:cNvPr id="31" name="Freeform 26"/>
              <p:cNvSpPr>
                <a:spLocks/>
              </p:cNvSpPr>
              <p:nvPr/>
            </p:nvSpPr>
            <p:spPr bwMode="auto">
              <a:xfrm>
                <a:off x="-17463" y="676256"/>
                <a:ext cx="9187471" cy="477809"/>
              </a:xfrm>
              <a:custGeom>
                <a:avLst/>
                <a:gdLst>
                  <a:gd name="T0" fmla="*/ 0 w 2880"/>
                  <a:gd name="T1" fmla="*/ 150 h 150"/>
                  <a:gd name="T2" fmla="*/ 1672 w 2880"/>
                  <a:gd name="T3" fmla="*/ 150 h 150"/>
                  <a:gd name="T4" fmla="*/ 1984 w 2880"/>
                  <a:gd name="T5" fmla="*/ 129 h 150"/>
                  <a:gd name="T6" fmla="*/ 2507 w 2880"/>
                  <a:gd name="T7" fmla="*/ 0 h 150"/>
                  <a:gd name="T8" fmla="*/ 2880 w 2880"/>
                  <a:gd name="T9" fmla="*/ 0 h 150"/>
                </a:gdLst>
                <a:ahLst/>
                <a:cxnLst>
                  <a:cxn ang="0">
                    <a:pos x="T0" y="T1"/>
                  </a:cxn>
                  <a:cxn ang="0">
                    <a:pos x="T2" y="T3"/>
                  </a:cxn>
                  <a:cxn ang="0">
                    <a:pos x="T4" y="T5"/>
                  </a:cxn>
                  <a:cxn ang="0">
                    <a:pos x="T6" y="T7"/>
                  </a:cxn>
                  <a:cxn ang="0">
                    <a:pos x="T8" y="T9"/>
                  </a:cxn>
                </a:cxnLst>
                <a:rect l="0" t="0" r="r" b="b"/>
                <a:pathLst>
                  <a:path w="2880" h="150">
                    <a:moveTo>
                      <a:pt x="0" y="150"/>
                    </a:moveTo>
                    <a:cubicBezTo>
                      <a:pt x="1672" y="150"/>
                      <a:pt x="1672" y="150"/>
                      <a:pt x="1672" y="150"/>
                    </a:cubicBezTo>
                    <a:cubicBezTo>
                      <a:pt x="1875" y="150"/>
                      <a:pt x="1941" y="145"/>
                      <a:pt x="1984" y="129"/>
                    </a:cubicBezTo>
                    <a:cubicBezTo>
                      <a:pt x="2071" y="95"/>
                      <a:pt x="2189" y="0"/>
                      <a:pt x="2507" y="0"/>
                    </a:cubicBezTo>
                    <a:cubicBezTo>
                      <a:pt x="2880" y="0"/>
                      <a:pt x="2880" y="0"/>
                      <a:pt x="2880" y="0"/>
                    </a:cubicBezTo>
                  </a:path>
                </a:pathLst>
              </a:custGeom>
              <a:noFill/>
              <a:ln w="19050" cap="flat">
                <a:solidFill>
                  <a:schemeClr val="accent1">
                    <a:lumMod val="75000"/>
                  </a:schemeClr>
                </a:solidFill>
                <a:prstDash val="solid"/>
                <a:miter lim="800000"/>
                <a:headEnd/>
                <a:tailEnd/>
              </a:ln>
              <a:extLst/>
            </p:spPr>
            <p:txBody>
              <a:bodyPr/>
              <a:lstStyle/>
              <a:p>
                <a:pPr defTabSz="457200">
                  <a:defRPr/>
                </a:pPr>
                <a:endParaRPr lang="en-AU"/>
              </a:p>
            </p:txBody>
          </p:sp>
          <p:sp>
            <p:nvSpPr>
              <p:cNvPr id="32" name="Freeform 27"/>
              <p:cNvSpPr>
                <a:spLocks/>
              </p:cNvSpPr>
              <p:nvPr/>
            </p:nvSpPr>
            <p:spPr bwMode="auto">
              <a:xfrm>
                <a:off x="-17463" y="995325"/>
                <a:ext cx="9187471" cy="954030"/>
              </a:xfrm>
              <a:custGeom>
                <a:avLst/>
                <a:gdLst>
                  <a:gd name="T0" fmla="*/ 2880 w 2880"/>
                  <a:gd name="T1" fmla="*/ 299 h 299"/>
                  <a:gd name="T2" fmla="*/ 2501 w 2880"/>
                  <a:gd name="T3" fmla="*/ 299 h 299"/>
                  <a:gd name="T4" fmla="*/ 1984 w 2880"/>
                  <a:gd name="T5" fmla="*/ 128 h 299"/>
                  <a:gd name="T6" fmla="*/ 1485 w 2880"/>
                  <a:gd name="T7" fmla="*/ 0 h 299"/>
                  <a:gd name="T8" fmla="*/ 0 w 2880"/>
                  <a:gd name="T9" fmla="*/ 0 h 299"/>
                </a:gdLst>
                <a:ahLst/>
                <a:cxnLst>
                  <a:cxn ang="0">
                    <a:pos x="T0" y="T1"/>
                  </a:cxn>
                  <a:cxn ang="0">
                    <a:pos x="T2" y="T3"/>
                  </a:cxn>
                  <a:cxn ang="0">
                    <a:pos x="T4" y="T5"/>
                  </a:cxn>
                  <a:cxn ang="0">
                    <a:pos x="T6" y="T7"/>
                  </a:cxn>
                  <a:cxn ang="0">
                    <a:pos x="T8" y="T9"/>
                  </a:cxn>
                </a:cxnLst>
                <a:rect l="0" t="0" r="r" b="b"/>
                <a:pathLst>
                  <a:path w="2880" h="299">
                    <a:moveTo>
                      <a:pt x="2880" y="299"/>
                    </a:moveTo>
                    <a:cubicBezTo>
                      <a:pt x="2880" y="299"/>
                      <a:pt x="2565" y="299"/>
                      <a:pt x="2501" y="299"/>
                    </a:cubicBezTo>
                    <a:cubicBezTo>
                      <a:pt x="2236" y="299"/>
                      <a:pt x="2124" y="209"/>
                      <a:pt x="1984" y="128"/>
                    </a:cubicBezTo>
                    <a:cubicBezTo>
                      <a:pt x="1863" y="60"/>
                      <a:pt x="1698" y="0"/>
                      <a:pt x="1485" y="0"/>
                    </a:cubicBezTo>
                    <a:cubicBezTo>
                      <a:pt x="0" y="0"/>
                      <a:pt x="0" y="0"/>
                      <a:pt x="0" y="0"/>
                    </a:cubicBezTo>
                  </a:path>
                </a:pathLst>
              </a:custGeom>
              <a:noFill/>
              <a:ln w="19050" cap="flat">
                <a:solidFill>
                  <a:schemeClr val="accent2">
                    <a:lumMod val="90000"/>
                    <a:lumOff val="10000"/>
                  </a:schemeClr>
                </a:solidFill>
                <a:prstDash val="solid"/>
                <a:miter lim="800000"/>
                <a:headEnd/>
                <a:tailEnd/>
              </a:ln>
              <a:extLst/>
            </p:spPr>
            <p:txBody>
              <a:bodyPr/>
              <a:lstStyle/>
              <a:p>
                <a:pPr defTabSz="457200">
                  <a:defRPr/>
                </a:pPr>
                <a:endParaRPr lang="en-AU"/>
              </a:p>
            </p:txBody>
          </p:sp>
          <p:sp>
            <p:nvSpPr>
              <p:cNvPr id="33" name="Freeform 28"/>
              <p:cNvSpPr>
                <a:spLocks/>
              </p:cNvSpPr>
              <p:nvPr/>
            </p:nvSpPr>
            <p:spPr bwMode="auto">
              <a:xfrm>
                <a:off x="-17463" y="995325"/>
                <a:ext cx="9187471" cy="474633"/>
              </a:xfrm>
              <a:custGeom>
                <a:avLst/>
                <a:gdLst>
                  <a:gd name="T0" fmla="*/ 0 w 2880"/>
                  <a:gd name="T1" fmla="*/ 149 h 149"/>
                  <a:gd name="T2" fmla="*/ 1672 w 2880"/>
                  <a:gd name="T3" fmla="*/ 149 h 149"/>
                  <a:gd name="T4" fmla="*/ 1984 w 2880"/>
                  <a:gd name="T5" fmla="*/ 128 h 149"/>
                  <a:gd name="T6" fmla="*/ 2507 w 2880"/>
                  <a:gd name="T7" fmla="*/ 0 h 149"/>
                  <a:gd name="T8" fmla="*/ 2880 w 2880"/>
                  <a:gd name="T9" fmla="*/ 0 h 149"/>
                </a:gdLst>
                <a:ahLst/>
                <a:cxnLst>
                  <a:cxn ang="0">
                    <a:pos x="T0" y="T1"/>
                  </a:cxn>
                  <a:cxn ang="0">
                    <a:pos x="T2" y="T3"/>
                  </a:cxn>
                  <a:cxn ang="0">
                    <a:pos x="T4" y="T5"/>
                  </a:cxn>
                  <a:cxn ang="0">
                    <a:pos x="T6" y="T7"/>
                  </a:cxn>
                  <a:cxn ang="0">
                    <a:pos x="T8" y="T9"/>
                  </a:cxn>
                </a:cxnLst>
                <a:rect l="0" t="0" r="r" b="b"/>
                <a:pathLst>
                  <a:path w="2880" h="149">
                    <a:moveTo>
                      <a:pt x="0" y="149"/>
                    </a:moveTo>
                    <a:cubicBezTo>
                      <a:pt x="1672" y="149"/>
                      <a:pt x="1672" y="149"/>
                      <a:pt x="1672" y="149"/>
                    </a:cubicBezTo>
                    <a:cubicBezTo>
                      <a:pt x="1875" y="149"/>
                      <a:pt x="1941" y="145"/>
                      <a:pt x="1984" y="128"/>
                    </a:cubicBezTo>
                    <a:cubicBezTo>
                      <a:pt x="2071" y="95"/>
                      <a:pt x="2189" y="0"/>
                      <a:pt x="2507" y="0"/>
                    </a:cubicBezTo>
                    <a:cubicBezTo>
                      <a:pt x="2880" y="0"/>
                      <a:pt x="2880" y="0"/>
                      <a:pt x="2880" y="0"/>
                    </a:cubicBezTo>
                  </a:path>
                </a:pathLst>
              </a:custGeom>
              <a:noFill/>
              <a:ln w="19050" cap="flat">
                <a:solidFill>
                  <a:schemeClr val="accent2"/>
                </a:solidFill>
                <a:prstDash val="solid"/>
                <a:miter lim="800000"/>
                <a:headEnd/>
                <a:tailEnd/>
              </a:ln>
              <a:extLst/>
            </p:spPr>
            <p:txBody>
              <a:bodyPr/>
              <a:lstStyle/>
              <a:p>
                <a:pPr defTabSz="457200">
                  <a:defRPr/>
                </a:pPr>
                <a:endParaRPr lang="en-AU"/>
              </a:p>
            </p:txBody>
          </p:sp>
        </p:grpSp>
      </p:gr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24BDA09F-FC67-4E82-AAE8-1FCC1B78623D}"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075941D5-138D-4337-8F86-A87EBA058CB0}"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358775" y="1268413"/>
            <a:ext cx="4154488"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65663" y="1268413"/>
            <a:ext cx="4154487"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1FE60F56-E6DA-4A29-8F3F-E547226C85A6}"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Footer Placeholder 6"/>
          <p:cNvSpPr>
            <a:spLocks noGrp="1"/>
          </p:cNvSpPr>
          <p:nvPr>
            <p:ph type="ftr" sz="quarter" idx="10"/>
          </p:nvPr>
        </p:nvSpPr>
        <p:spPr/>
        <p:txBody>
          <a:bodyPr/>
          <a:lstStyle>
            <a:lvl1pPr>
              <a:defRPr/>
            </a:lvl1pPr>
          </a:lstStyle>
          <a:p>
            <a:r>
              <a:rPr lang="en-AU" smtClean="0"/>
              <a:t>OGC - SWE DWG - 2015-09-16</a:t>
            </a:r>
            <a:endParaRPr lang="en-AU"/>
          </a:p>
        </p:txBody>
      </p:sp>
      <p:sp>
        <p:nvSpPr>
          <p:cNvPr id="8" name="Slide Number Placeholder 7"/>
          <p:cNvSpPr>
            <a:spLocks noGrp="1"/>
          </p:cNvSpPr>
          <p:nvPr>
            <p:ph type="sldNum" sz="quarter" idx="11"/>
          </p:nvPr>
        </p:nvSpPr>
        <p:spPr/>
        <p:txBody>
          <a:bodyPr/>
          <a:lstStyle>
            <a:lvl1pPr>
              <a:defRPr/>
            </a:lvl1pPr>
          </a:lstStyle>
          <a:p>
            <a:pPr>
              <a:defRPr/>
            </a:pPr>
            <a:fld id="{A7557C0D-6070-4893-8A71-8795261E25B4}"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Footer Placeholder 2"/>
          <p:cNvSpPr>
            <a:spLocks noGrp="1"/>
          </p:cNvSpPr>
          <p:nvPr>
            <p:ph type="ftr" sz="quarter" idx="10"/>
          </p:nvPr>
        </p:nvSpPr>
        <p:spPr/>
        <p:txBody>
          <a:bodyPr/>
          <a:lstStyle>
            <a:lvl1pPr>
              <a:defRPr/>
            </a:lvl1pPr>
          </a:lstStyle>
          <a:p>
            <a:r>
              <a:rPr lang="en-AU" smtClean="0"/>
              <a:t>OGC - SWE DWG - 2015-09-16</a:t>
            </a:r>
            <a:endParaRPr lang="en-AU"/>
          </a:p>
        </p:txBody>
      </p:sp>
      <p:sp>
        <p:nvSpPr>
          <p:cNvPr id="4" name="Slide Number Placeholder 3"/>
          <p:cNvSpPr>
            <a:spLocks noGrp="1"/>
          </p:cNvSpPr>
          <p:nvPr>
            <p:ph type="sldNum" sz="quarter" idx="11"/>
          </p:nvPr>
        </p:nvSpPr>
        <p:spPr/>
        <p:txBody>
          <a:bodyPr/>
          <a:lstStyle>
            <a:lvl1pPr>
              <a:defRPr/>
            </a:lvl1pPr>
          </a:lstStyle>
          <a:p>
            <a:pPr>
              <a:defRPr/>
            </a:pPr>
            <a:fld id="{4A5AD381-0E0D-4F13-8FDE-396E5C61DA95}"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AU" smtClean="0"/>
              <a:t>OGC - SWE DWG - 2015-09-16</a:t>
            </a:r>
            <a:endParaRPr lang="en-AU"/>
          </a:p>
        </p:txBody>
      </p:sp>
      <p:sp>
        <p:nvSpPr>
          <p:cNvPr id="3" name="Slide Number Placeholder 2"/>
          <p:cNvSpPr>
            <a:spLocks noGrp="1"/>
          </p:cNvSpPr>
          <p:nvPr>
            <p:ph type="sldNum" sz="quarter" idx="11"/>
          </p:nvPr>
        </p:nvSpPr>
        <p:spPr/>
        <p:txBody>
          <a:bodyPr/>
          <a:lstStyle>
            <a:lvl1pPr>
              <a:defRPr/>
            </a:lvl1pPr>
          </a:lstStyle>
          <a:p>
            <a:pPr>
              <a:defRPr/>
            </a:pPr>
            <a:fld id="{FB3D9201-73B3-41F2-8EF2-7E35A53558F0}"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5F823EDE-F553-4836-A741-04347AE7A842}"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F98D8D98-6B29-4B3A-B934-74891CC64673}"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345FDED5-7A37-4CE5-BD36-48A064ACCE06}"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74638"/>
            <a:ext cx="2114550" cy="5567362"/>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358775" y="274638"/>
            <a:ext cx="6194425" cy="5567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B57C4FC2-280F-48EB-A0FF-7EACEDD5CD0A}" type="slidenum">
              <a:rPr lang="en-AU"/>
              <a:pPr>
                <a:defRPr/>
              </a:pPr>
              <a:t>‹#›</a:t>
            </a:fld>
            <a:r>
              <a:rPr lang="en-AU"/>
              <a:t>  |</a:t>
            </a:r>
            <a:endParaRPr lang="en-AU" dirty="0"/>
          </a:p>
        </p:txBody>
      </p:sp>
    </p:spTree>
  </p:cSld>
  <p:clrMapOvr>
    <a:masterClrMapping/>
  </p:clrMapOvr>
  <p:transition xmlns:p14="http://schemas.microsoft.com/office/powerpoint/2010/mai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82955" name="Title Placeholder 1"/>
          <p:cNvSpPr>
            <a:spLocks noGrp="1"/>
          </p:cNvSpPr>
          <p:nvPr>
            <p:ph type="ctrTitle"/>
          </p:nvPr>
        </p:nvSpPr>
        <p:spPr>
          <a:xfrm>
            <a:off x="358775" y="3105150"/>
            <a:ext cx="8461375" cy="1096963"/>
          </a:xfrm>
        </p:spPr>
        <p:txBody>
          <a:bodyPr anchor="b"/>
          <a:lstStyle>
            <a:lvl1pPr>
              <a:defRPr sz="4400">
                <a:solidFill>
                  <a:schemeClr val="bg1"/>
                </a:solidFill>
              </a:defRPr>
            </a:lvl1pPr>
          </a:lstStyle>
          <a:p>
            <a:r>
              <a:rPr lang="en-AU"/>
              <a:t>Click to edit Master title style</a:t>
            </a:r>
          </a:p>
        </p:txBody>
      </p:sp>
      <p:sp>
        <p:nvSpPr>
          <p:cNvPr id="82956" name="Text Placeholder 2"/>
          <p:cNvSpPr>
            <a:spLocks noGrp="1"/>
          </p:cNvSpPr>
          <p:nvPr>
            <p:ph type="subTitle" idx="1"/>
          </p:nvPr>
        </p:nvSpPr>
        <p:spPr>
          <a:xfrm>
            <a:off x="358775" y="4257675"/>
            <a:ext cx="8461375" cy="396875"/>
          </a:xfrm>
        </p:spPr>
        <p:txBody>
          <a:bodyPr/>
          <a:lstStyle>
            <a:lvl1pPr marL="0" indent="0">
              <a:buFont typeface="Arial" charset="0"/>
              <a:buNone/>
              <a:defRPr sz="2200" b="1">
                <a:solidFill>
                  <a:schemeClr val="bg1"/>
                </a:solidFill>
              </a:defRPr>
            </a:lvl1pPr>
          </a:lstStyle>
          <a:p>
            <a:r>
              <a:rPr lang="en-AU"/>
              <a:t>Click to edit Master subtitle style</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solidFill>
                <a:srgbClr val="000000"/>
              </a:solidFill>
              <a:latin typeface="Calibri"/>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solidFill>
                <a:srgbClr val="000000"/>
              </a:solidFill>
              <a:latin typeface="Calibri"/>
            </a:endParaRPr>
          </a:p>
        </p:txBody>
      </p:sp>
      <p:grpSp>
        <p:nvGrpSpPr>
          <p:cNvPr id="2" name="Group 35"/>
          <p:cNvGrpSpPr>
            <a:grpSpLocks/>
          </p:cNvGrpSpPr>
          <p:nvPr/>
        </p:nvGrpSpPr>
        <p:grpSpPr bwMode="auto">
          <a:xfrm>
            <a:off x="0" y="5500688"/>
            <a:ext cx="9167813" cy="996950"/>
            <a:chOff x="608" y="5500319"/>
            <a:chExt cx="9167813" cy="996950"/>
          </a:xfrm>
        </p:grpSpPr>
        <p:grpSp>
          <p:nvGrpSpPr>
            <p:cNvPr id="4" name="Group 22"/>
            <p:cNvGrpSpPr>
              <a:grpSpLocks/>
            </p:cNvGrpSpPr>
            <p:nvPr/>
          </p:nvGrpSpPr>
          <p:grpSpPr bwMode="auto">
            <a:xfrm>
              <a:off x="608" y="5500319"/>
              <a:ext cx="9167813" cy="996950"/>
              <a:chOff x="-7938" y="5668963"/>
              <a:chExt cx="9167813" cy="996950"/>
            </a:xfrm>
          </p:grpSpPr>
          <p:sp>
            <p:nvSpPr>
              <p:cNvPr id="49" name="Freeform 11"/>
              <p:cNvSpPr>
                <a:spLocks noEditPoints="1"/>
              </p:cNvSpPr>
              <p:nvPr/>
            </p:nvSpPr>
            <p:spPr bwMode="auto">
              <a:xfrm>
                <a:off x="-7938" y="5668963"/>
                <a:ext cx="9167813" cy="996950"/>
              </a:xfrm>
              <a:custGeom>
                <a:avLst/>
                <a:gdLst>
                  <a:gd name="T0" fmla="*/ 2880 w 2880"/>
                  <a:gd name="T1" fmla="*/ 20 h 313"/>
                  <a:gd name="T2" fmla="*/ 2789 w 2880"/>
                  <a:gd name="T3" fmla="*/ 20 h 313"/>
                  <a:gd name="T4" fmla="*/ 2313 w 2880"/>
                  <a:gd name="T5" fmla="*/ 137 h 313"/>
                  <a:gd name="T6" fmla="*/ 2784 w 2880"/>
                  <a:gd name="T7" fmla="*/ 313 h 313"/>
                  <a:gd name="T8" fmla="*/ 2880 w 2880"/>
                  <a:gd name="T9" fmla="*/ 313 h 313"/>
                  <a:gd name="T10" fmla="*/ 2880 w 2880"/>
                  <a:gd name="T11" fmla="*/ 20 h 313"/>
                  <a:gd name="T12" fmla="*/ 1860 w 2880"/>
                  <a:gd name="T13" fmla="*/ 0 h 313"/>
                  <a:gd name="T14" fmla="*/ 0 w 2880"/>
                  <a:gd name="T15" fmla="*/ 0 h 313"/>
                  <a:gd name="T16" fmla="*/ 0 w 2880"/>
                  <a:gd name="T17" fmla="*/ 157 h 313"/>
                  <a:gd name="T18" fmla="*/ 2030 w 2880"/>
                  <a:gd name="T19" fmla="*/ 157 h 313"/>
                  <a:gd name="T20" fmla="*/ 2313 w 2880"/>
                  <a:gd name="T21" fmla="*/ 137 h 313"/>
                  <a:gd name="T22" fmla="*/ 2313 w 2880"/>
                  <a:gd name="T23" fmla="*/ 137 h 313"/>
                  <a:gd name="T24" fmla="*/ 2313 w 2880"/>
                  <a:gd name="T25" fmla="*/ 137 h 313"/>
                  <a:gd name="T26" fmla="*/ 1860 w 2880"/>
                  <a:gd name="T27"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0" h="313">
                    <a:moveTo>
                      <a:pt x="2880" y="20"/>
                    </a:moveTo>
                    <a:cubicBezTo>
                      <a:pt x="2789" y="20"/>
                      <a:pt x="2789" y="20"/>
                      <a:pt x="2789" y="20"/>
                    </a:cubicBezTo>
                    <a:cubicBezTo>
                      <a:pt x="2500" y="20"/>
                      <a:pt x="2393" y="107"/>
                      <a:pt x="2313" y="137"/>
                    </a:cubicBezTo>
                    <a:cubicBezTo>
                      <a:pt x="2411" y="217"/>
                      <a:pt x="2542" y="313"/>
                      <a:pt x="2784" y="313"/>
                    </a:cubicBezTo>
                    <a:cubicBezTo>
                      <a:pt x="2842" y="313"/>
                      <a:pt x="2880" y="313"/>
                      <a:pt x="2880" y="313"/>
                    </a:cubicBezTo>
                    <a:cubicBezTo>
                      <a:pt x="2880" y="20"/>
                      <a:pt x="2880" y="20"/>
                      <a:pt x="2880" y="20"/>
                    </a:cubicBezTo>
                    <a:moveTo>
                      <a:pt x="1860" y="0"/>
                    </a:moveTo>
                    <a:cubicBezTo>
                      <a:pt x="0" y="0"/>
                      <a:pt x="0" y="0"/>
                      <a:pt x="0" y="0"/>
                    </a:cubicBezTo>
                    <a:cubicBezTo>
                      <a:pt x="0" y="157"/>
                      <a:pt x="0" y="157"/>
                      <a:pt x="0" y="157"/>
                    </a:cubicBezTo>
                    <a:cubicBezTo>
                      <a:pt x="2030" y="157"/>
                      <a:pt x="2030" y="157"/>
                      <a:pt x="2030" y="157"/>
                    </a:cubicBezTo>
                    <a:cubicBezTo>
                      <a:pt x="2214" y="157"/>
                      <a:pt x="2274" y="152"/>
                      <a:pt x="2313" y="137"/>
                    </a:cubicBezTo>
                    <a:cubicBezTo>
                      <a:pt x="2313" y="137"/>
                      <a:pt x="2313" y="137"/>
                      <a:pt x="2313" y="137"/>
                    </a:cubicBezTo>
                    <a:cubicBezTo>
                      <a:pt x="2313" y="137"/>
                      <a:pt x="2313" y="137"/>
                      <a:pt x="2313" y="137"/>
                    </a:cubicBezTo>
                    <a:cubicBezTo>
                      <a:pt x="2216" y="57"/>
                      <a:pt x="2053" y="0"/>
                      <a:pt x="1860" y="0"/>
                    </a:cubicBezTo>
                  </a:path>
                </a:pathLst>
              </a:custGeom>
              <a:solidFill>
                <a:schemeClr val="accent1">
                  <a:lumMod val="75000"/>
                </a:schemeClr>
              </a:solidFill>
              <a:ln>
                <a:noFill/>
              </a:ln>
              <a:extLst/>
            </p:spPr>
            <p:txBody>
              <a:bodyPr/>
              <a:lstStyle/>
              <a:p>
                <a:pPr defTabSz="457200">
                  <a:defRPr/>
                </a:pPr>
                <a:endParaRPr lang="en-AU">
                  <a:solidFill>
                    <a:srgbClr val="000000"/>
                  </a:solidFill>
                </a:endParaRPr>
              </a:p>
            </p:txBody>
          </p:sp>
          <p:sp>
            <p:nvSpPr>
              <p:cNvPr id="50" name="Freeform 24"/>
              <p:cNvSpPr>
                <a:spLocks/>
              </p:cNvSpPr>
              <p:nvPr/>
            </p:nvSpPr>
            <p:spPr bwMode="auto">
              <a:xfrm>
                <a:off x="-7938" y="5732463"/>
                <a:ext cx="7362825" cy="433387"/>
              </a:xfrm>
              <a:custGeom>
                <a:avLst/>
                <a:gdLst>
                  <a:gd name="T0" fmla="*/ 2313 w 2313"/>
                  <a:gd name="T1" fmla="*/ 117 h 136"/>
                  <a:gd name="T2" fmla="*/ 1860 w 2313"/>
                  <a:gd name="T3" fmla="*/ 0 h 136"/>
                  <a:gd name="T4" fmla="*/ 0 w 2313"/>
                  <a:gd name="T5" fmla="*/ 0 h 136"/>
                  <a:gd name="T6" fmla="*/ 0 w 2313"/>
                  <a:gd name="T7" fmla="*/ 136 h 136"/>
                  <a:gd name="T8" fmla="*/ 2030 w 2313"/>
                  <a:gd name="T9" fmla="*/ 136 h 136"/>
                  <a:gd name="T10" fmla="*/ 2313 w 2313"/>
                  <a:gd name="T11" fmla="*/ 117 h 136"/>
                </a:gdLst>
                <a:ahLst/>
                <a:cxnLst>
                  <a:cxn ang="0">
                    <a:pos x="T0" y="T1"/>
                  </a:cxn>
                  <a:cxn ang="0">
                    <a:pos x="T2" y="T3"/>
                  </a:cxn>
                  <a:cxn ang="0">
                    <a:pos x="T4" y="T5"/>
                  </a:cxn>
                  <a:cxn ang="0">
                    <a:pos x="T6" y="T7"/>
                  </a:cxn>
                  <a:cxn ang="0">
                    <a:pos x="T8" y="T9"/>
                  </a:cxn>
                  <a:cxn ang="0">
                    <a:pos x="T10" y="T11"/>
                  </a:cxn>
                </a:cxnLst>
                <a:rect l="0" t="0" r="r" b="b"/>
                <a:pathLst>
                  <a:path w="2313" h="136">
                    <a:moveTo>
                      <a:pt x="2313" y="117"/>
                    </a:moveTo>
                    <a:cubicBezTo>
                      <a:pt x="2204" y="55"/>
                      <a:pt x="2053" y="0"/>
                      <a:pt x="1860" y="0"/>
                    </a:cubicBezTo>
                    <a:cubicBezTo>
                      <a:pt x="0" y="0"/>
                      <a:pt x="0" y="0"/>
                      <a:pt x="0" y="0"/>
                    </a:cubicBezTo>
                    <a:cubicBezTo>
                      <a:pt x="0" y="136"/>
                      <a:pt x="0" y="136"/>
                      <a:pt x="0" y="136"/>
                    </a:cubicBezTo>
                    <a:cubicBezTo>
                      <a:pt x="2030" y="136"/>
                      <a:pt x="2030" y="136"/>
                      <a:pt x="2030" y="136"/>
                    </a:cubicBezTo>
                    <a:cubicBezTo>
                      <a:pt x="2214" y="136"/>
                      <a:pt x="2274" y="132"/>
                      <a:pt x="2313" y="117"/>
                    </a:cubicBezTo>
                  </a:path>
                </a:pathLst>
              </a:custGeom>
              <a:solidFill>
                <a:schemeClr val="accent2"/>
              </a:solidFill>
              <a:ln>
                <a:noFill/>
              </a:ln>
              <a:extLst/>
            </p:spPr>
            <p:txBody>
              <a:bodyPr/>
              <a:lstStyle/>
              <a:p>
                <a:pPr defTabSz="457200">
                  <a:defRPr/>
                </a:pPr>
                <a:endParaRPr lang="en-AU">
                  <a:solidFill>
                    <a:srgbClr val="000000"/>
                  </a:solidFill>
                </a:endParaRPr>
              </a:p>
            </p:txBody>
          </p:sp>
          <p:sp>
            <p:nvSpPr>
              <p:cNvPr id="51" name="Freeform 25"/>
              <p:cNvSpPr>
                <a:spLocks/>
              </p:cNvSpPr>
              <p:nvPr/>
            </p:nvSpPr>
            <p:spPr bwMode="auto">
              <a:xfrm>
                <a:off x="7354887" y="5732463"/>
                <a:ext cx="1804988" cy="869950"/>
              </a:xfrm>
              <a:custGeom>
                <a:avLst/>
                <a:gdLst>
                  <a:gd name="T0" fmla="*/ 476 w 567"/>
                  <a:gd name="T1" fmla="*/ 0 h 273"/>
                  <a:gd name="T2" fmla="*/ 0 w 567"/>
                  <a:gd name="T3" fmla="*/ 117 h 273"/>
                  <a:gd name="T4" fmla="*/ 471 w 567"/>
                  <a:gd name="T5" fmla="*/ 273 h 273"/>
                  <a:gd name="T6" fmla="*/ 567 w 567"/>
                  <a:gd name="T7" fmla="*/ 273 h 273"/>
                  <a:gd name="T8" fmla="*/ 567 w 567"/>
                  <a:gd name="T9" fmla="*/ 0 h 273"/>
                  <a:gd name="T10" fmla="*/ 476 w 567"/>
                  <a:gd name="T11" fmla="*/ 0 h 273"/>
                </a:gdLst>
                <a:ahLst/>
                <a:cxnLst>
                  <a:cxn ang="0">
                    <a:pos x="T0" y="T1"/>
                  </a:cxn>
                  <a:cxn ang="0">
                    <a:pos x="T2" y="T3"/>
                  </a:cxn>
                  <a:cxn ang="0">
                    <a:pos x="T4" y="T5"/>
                  </a:cxn>
                  <a:cxn ang="0">
                    <a:pos x="T6" y="T7"/>
                  </a:cxn>
                  <a:cxn ang="0">
                    <a:pos x="T8" y="T9"/>
                  </a:cxn>
                  <a:cxn ang="0">
                    <a:pos x="T10" y="T11"/>
                  </a:cxn>
                </a:cxnLst>
                <a:rect l="0" t="0" r="r" b="b"/>
                <a:pathLst>
                  <a:path w="567" h="273">
                    <a:moveTo>
                      <a:pt x="476" y="0"/>
                    </a:moveTo>
                    <a:cubicBezTo>
                      <a:pt x="187" y="0"/>
                      <a:pt x="80" y="87"/>
                      <a:pt x="0" y="117"/>
                    </a:cubicBezTo>
                    <a:cubicBezTo>
                      <a:pt x="128" y="190"/>
                      <a:pt x="229" y="273"/>
                      <a:pt x="471" y="273"/>
                    </a:cubicBezTo>
                    <a:cubicBezTo>
                      <a:pt x="529" y="273"/>
                      <a:pt x="567" y="273"/>
                      <a:pt x="567" y="273"/>
                    </a:cubicBezTo>
                    <a:cubicBezTo>
                      <a:pt x="567" y="0"/>
                      <a:pt x="567" y="0"/>
                      <a:pt x="567" y="0"/>
                    </a:cubicBezTo>
                    <a:lnTo>
                      <a:pt x="476" y="0"/>
                    </a:lnTo>
                    <a:close/>
                  </a:path>
                </a:pathLst>
              </a:custGeom>
              <a:solidFill>
                <a:srgbClr val="FFFFFF"/>
              </a:solidFill>
              <a:ln>
                <a:noFill/>
              </a:ln>
              <a:extLst/>
            </p:spPr>
            <p:txBody>
              <a:bodyPr/>
              <a:lstStyle/>
              <a:p>
                <a:pPr defTabSz="457200">
                  <a:defRPr/>
                </a:pPr>
                <a:endParaRPr lang="en-AU">
                  <a:solidFill>
                    <a:srgbClr val="000000"/>
                  </a:solidFill>
                </a:endParaRPr>
              </a:p>
            </p:txBody>
          </p:sp>
        </p:grpSp>
        <p:pic>
          <p:nvPicPr>
            <p:cNvPr id="82965" name="Picture 78"/>
            <p:cNvPicPr>
              <a:picLocks noChangeAspect="1" noChangeArrowheads="1"/>
            </p:cNvPicPr>
            <p:nvPr/>
          </p:nvPicPr>
          <p:blipFill>
            <a:blip r:embed="rId2" cstate="print"/>
            <a:srcRect/>
            <a:stretch>
              <a:fillRect/>
            </a:stretch>
          </p:blipFill>
          <p:spPr bwMode="auto">
            <a:xfrm>
              <a:off x="8169275" y="5675743"/>
              <a:ext cx="655638" cy="655637"/>
            </a:xfrm>
            <a:prstGeom prst="rect">
              <a:avLst/>
            </a:prstGeom>
            <a:noFill/>
            <a:ln w="9525">
              <a:noFill/>
              <a:miter lim="800000"/>
              <a:headEnd/>
              <a:tailEnd/>
            </a:ln>
          </p:spPr>
        </p:pic>
        <p:grpSp>
          <p:nvGrpSpPr>
            <p:cNvPr id="5" name="Group 19"/>
            <p:cNvGrpSpPr/>
            <p:nvPr/>
          </p:nvGrpSpPr>
          <p:grpSpPr>
            <a:xfrm>
              <a:off x="360000" y="5807505"/>
              <a:ext cx="814388" cy="95250"/>
              <a:chOff x="3495675" y="5969000"/>
              <a:chExt cx="814388" cy="95250"/>
            </a:xfrm>
            <a:solidFill>
              <a:schemeClr val="accent1"/>
            </a:solidFill>
          </p:grpSpPr>
          <p:sp>
            <p:nvSpPr>
              <p:cNvPr id="37" name="Freeform 26"/>
              <p:cNvSpPr>
                <a:spLocks/>
              </p:cNvSpPr>
              <p:nvPr/>
            </p:nvSpPr>
            <p:spPr bwMode="auto">
              <a:xfrm>
                <a:off x="34956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1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1"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1" y="13"/>
                      <a:pt x="21" y="13"/>
                      <a:pt x="21"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solidFill>
                    <a:srgbClr val="000000"/>
                  </a:solidFill>
                </a:endParaRPr>
              </a:p>
            </p:txBody>
          </p:sp>
          <p:sp>
            <p:nvSpPr>
              <p:cNvPr id="38" name="Freeform 27"/>
              <p:cNvSpPr>
                <a:spLocks/>
              </p:cNvSpPr>
              <p:nvPr/>
            </p:nvSpPr>
            <p:spPr bwMode="auto">
              <a:xfrm>
                <a:off x="360362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8"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solidFill>
                    <a:srgbClr val="000000"/>
                  </a:solidFill>
                </a:endParaRPr>
              </a:p>
            </p:txBody>
          </p:sp>
          <p:sp>
            <p:nvSpPr>
              <p:cNvPr id="39" name="Freeform 28"/>
              <p:cNvSpPr>
                <a:spLocks/>
              </p:cNvSpPr>
              <p:nvPr/>
            </p:nvSpPr>
            <p:spPr bwMode="auto">
              <a:xfrm>
                <a:off x="3711575" y="5997575"/>
                <a:ext cx="98425" cy="66675"/>
              </a:xfrm>
              <a:custGeom>
                <a:avLst/>
                <a:gdLst>
                  <a:gd name="T0" fmla="*/ 31 w 31"/>
                  <a:gd name="T1" fmla="*/ 0 h 21"/>
                  <a:gd name="T2" fmla="*/ 25 w 31"/>
                  <a:gd name="T3" fmla="*/ 21 h 21"/>
                  <a:gd name="T4" fmla="*/ 19 w 31"/>
                  <a:gd name="T5" fmla="*/ 21 h 21"/>
                  <a:gd name="T6" fmla="*/ 16 w 31"/>
                  <a:gd name="T7" fmla="*/ 9 h 21"/>
                  <a:gd name="T8" fmla="*/ 15 w 31"/>
                  <a:gd name="T9" fmla="*/ 7 h 21"/>
                  <a:gd name="T10" fmla="*/ 15 w 31"/>
                  <a:gd name="T11" fmla="*/ 7 h 21"/>
                  <a:gd name="T12" fmla="*/ 15 w 31"/>
                  <a:gd name="T13" fmla="*/ 9 h 21"/>
                  <a:gd name="T14" fmla="*/ 12 w 31"/>
                  <a:gd name="T15" fmla="*/ 21 h 21"/>
                  <a:gd name="T16" fmla="*/ 6 w 31"/>
                  <a:gd name="T17" fmla="*/ 21 h 21"/>
                  <a:gd name="T18" fmla="*/ 0 w 31"/>
                  <a:gd name="T19" fmla="*/ 0 h 21"/>
                  <a:gd name="T20" fmla="*/ 5 w 31"/>
                  <a:gd name="T21" fmla="*/ 0 h 21"/>
                  <a:gd name="T22" fmla="*/ 8 w 31"/>
                  <a:gd name="T23" fmla="*/ 13 h 21"/>
                  <a:gd name="T24" fmla="*/ 9 w 31"/>
                  <a:gd name="T25" fmla="*/ 16 h 21"/>
                  <a:gd name="T26" fmla="*/ 9 w 31"/>
                  <a:gd name="T27" fmla="*/ 16 h 21"/>
                  <a:gd name="T28" fmla="*/ 10 w 31"/>
                  <a:gd name="T29" fmla="*/ 13 h 21"/>
                  <a:gd name="T30" fmla="*/ 13 w 31"/>
                  <a:gd name="T31" fmla="*/ 0 h 21"/>
                  <a:gd name="T32" fmla="*/ 18 w 31"/>
                  <a:gd name="T33" fmla="*/ 0 h 21"/>
                  <a:gd name="T34" fmla="*/ 22 w 31"/>
                  <a:gd name="T35" fmla="*/ 13 h 21"/>
                  <a:gd name="T36" fmla="*/ 22 w 31"/>
                  <a:gd name="T37" fmla="*/ 16 h 21"/>
                  <a:gd name="T38" fmla="*/ 22 w 31"/>
                  <a:gd name="T39" fmla="*/ 16 h 21"/>
                  <a:gd name="T40" fmla="*/ 23 w 31"/>
                  <a:gd name="T41" fmla="*/ 12 h 21"/>
                  <a:gd name="T42" fmla="*/ 26 w 31"/>
                  <a:gd name="T43" fmla="*/ 0 h 21"/>
                  <a:gd name="T44" fmla="*/ 31 w 31"/>
                  <a:gd name="T4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21">
                    <a:moveTo>
                      <a:pt x="31" y="0"/>
                    </a:moveTo>
                    <a:cubicBezTo>
                      <a:pt x="29" y="7"/>
                      <a:pt x="27" y="14"/>
                      <a:pt x="25" y="21"/>
                    </a:cubicBezTo>
                    <a:cubicBezTo>
                      <a:pt x="19" y="21"/>
                      <a:pt x="19" y="21"/>
                      <a:pt x="19" y="21"/>
                    </a:cubicBezTo>
                    <a:cubicBezTo>
                      <a:pt x="16" y="9"/>
                      <a:pt x="16" y="9"/>
                      <a:pt x="16" y="9"/>
                    </a:cubicBezTo>
                    <a:cubicBezTo>
                      <a:pt x="15" y="7"/>
                      <a:pt x="15" y="7"/>
                      <a:pt x="15" y="7"/>
                    </a:cubicBezTo>
                    <a:cubicBezTo>
                      <a:pt x="15" y="7"/>
                      <a:pt x="15" y="7"/>
                      <a:pt x="15" y="7"/>
                    </a:cubicBezTo>
                    <a:cubicBezTo>
                      <a:pt x="15" y="9"/>
                      <a:pt x="15" y="9"/>
                      <a:pt x="15" y="9"/>
                    </a:cubicBezTo>
                    <a:cubicBezTo>
                      <a:pt x="12" y="21"/>
                      <a:pt x="12" y="21"/>
                      <a:pt x="12" y="21"/>
                    </a:cubicBezTo>
                    <a:cubicBezTo>
                      <a:pt x="6" y="21"/>
                      <a:pt x="6" y="21"/>
                      <a:pt x="6" y="21"/>
                    </a:cubicBezTo>
                    <a:cubicBezTo>
                      <a:pt x="4" y="14"/>
                      <a:pt x="2" y="7"/>
                      <a:pt x="0" y="0"/>
                    </a:cubicBezTo>
                    <a:cubicBezTo>
                      <a:pt x="5" y="0"/>
                      <a:pt x="5" y="0"/>
                      <a:pt x="5" y="0"/>
                    </a:cubicBezTo>
                    <a:cubicBezTo>
                      <a:pt x="6" y="5"/>
                      <a:pt x="7" y="9"/>
                      <a:pt x="8" y="13"/>
                    </a:cubicBezTo>
                    <a:cubicBezTo>
                      <a:pt x="9" y="14"/>
                      <a:pt x="9" y="15"/>
                      <a:pt x="9" y="16"/>
                    </a:cubicBezTo>
                    <a:cubicBezTo>
                      <a:pt x="9" y="16"/>
                      <a:pt x="9" y="16"/>
                      <a:pt x="9" y="16"/>
                    </a:cubicBezTo>
                    <a:cubicBezTo>
                      <a:pt x="10" y="13"/>
                      <a:pt x="10" y="13"/>
                      <a:pt x="10" y="13"/>
                    </a:cubicBezTo>
                    <a:cubicBezTo>
                      <a:pt x="13" y="0"/>
                      <a:pt x="13" y="0"/>
                      <a:pt x="13" y="0"/>
                    </a:cubicBezTo>
                    <a:cubicBezTo>
                      <a:pt x="18" y="0"/>
                      <a:pt x="18" y="0"/>
                      <a:pt x="18" y="0"/>
                    </a:cubicBezTo>
                    <a:cubicBezTo>
                      <a:pt x="22" y="13"/>
                      <a:pt x="22" y="13"/>
                      <a:pt x="22" y="13"/>
                    </a:cubicBezTo>
                    <a:cubicBezTo>
                      <a:pt x="22" y="16"/>
                      <a:pt x="22" y="16"/>
                      <a:pt x="22" y="16"/>
                    </a:cubicBezTo>
                    <a:cubicBezTo>
                      <a:pt x="22" y="16"/>
                      <a:pt x="22" y="16"/>
                      <a:pt x="22" y="16"/>
                    </a:cubicBezTo>
                    <a:cubicBezTo>
                      <a:pt x="23" y="15"/>
                      <a:pt x="23" y="13"/>
                      <a:pt x="23" y="12"/>
                    </a:cubicBezTo>
                    <a:cubicBezTo>
                      <a:pt x="24" y="8"/>
                      <a:pt x="25" y="4"/>
                      <a:pt x="26" y="0"/>
                    </a:cubicBezTo>
                    <a:lnTo>
                      <a:pt x="31" y="0"/>
                    </a:lnTo>
                    <a:close/>
                  </a:path>
                </a:pathLst>
              </a:custGeom>
              <a:grpFill/>
              <a:ln>
                <a:noFill/>
              </a:ln>
              <a:extLst/>
            </p:spPr>
            <p:txBody>
              <a:bodyPr/>
              <a:lstStyle/>
              <a:p>
                <a:pPr defTabSz="457200">
                  <a:defRPr/>
                </a:pPr>
                <a:endParaRPr lang="en-AU">
                  <a:solidFill>
                    <a:srgbClr val="000000"/>
                  </a:solidFill>
                </a:endParaRPr>
              </a:p>
            </p:txBody>
          </p:sp>
          <p:sp>
            <p:nvSpPr>
              <p:cNvPr id="40" name="Oval 29"/>
              <p:cNvSpPr>
                <a:spLocks noChangeArrowheads="1"/>
              </p:cNvSpPr>
              <p:nvPr/>
            </p:nvSpPr>
            <p:spPr bwMode="auto">
              <a:xfrm>
                <a:off x="3819525" y="6042025"/>
                <a:ext cx="19050" cy="22225"/>
              </a:xfrm>
              <a:prstGeom prst="ellipse">
                <a:avLst/>
              </a:prstGeom>
              <a:grpFill/>
              <a:ln>
                <a:noFill/>
              </a:ln>
              <a:extLst/>
            </p:spPr>
            <p:txBody>
              <a:bodyPr/>
              <a:lstStyle/>
              <a:p>
                <a:pPr defTabSz="457200">
                  <a:defRPr/>
                </a:pPr>
                <a:endParaRPr lang="en-AU">
                  <a:solidFill>
                    <a:srgbClr val="000000"/>
                  </a:solidFill>
                </a:endParaRPr>
              </a:p>
            </p:txBody>
          </p:sp>
          <p:sp>
            <p:nvSpPr>
              <p:cNvPr id="41" name="Freeform 30"/>
              <p:cNvSpPr>
                <a:spLocks/>
              </p:cNvSpPr>
              <p:nvPr/>
            </p:nvSpPr>
            <p:spPr bwMode="auto">
              <a:xfrm>
                <a:off x="3851275" y="5997575"/>
                <a:ext cx="50800" cy="66675"/>
              </a:xfrm>
              <a:custGeom>
                <a:avLst/>
                <a:gdLst>
                  <a:gd name="T0" fmla="*/ 16 w 16"/>
                  <a:gd name="T1" fmla="*/ 20 h 21"/>
                  <a:gd name="T2" fmla="*/ 10 w 16"/>
                  <a:gd name="T3" fmla="*/ 21 h 21"/>
                  <a:gd name="T4" fmla="*/ 0 w 16"/>
                  <a:gd name="T5" fmla="*/ 11 h 21"/>
                  <a:gd name="T6" fmla="*/ 10 w 16"/>
                  <a:gd name="T7" fmla="*/ 0 h 21"/>
                  <a:gd name="T8" fmla="*/ 16 w 16"/>
                  <a:gd name="T9" fmla="*/ 1 h 21"/>
                  <a:gd name="T10" fmla="*/ 14 w 16"/>
                  <a:gd name="T11" fmla="*/ 5 h 21"/>
                  <a:gd name="T12" fmla="*/ 11 w 16"/>
                  <a:gd name="T13" fmla="*/ 4 h 21"/>
                  <a:gd name="T14" fmla="*/ 6 w 16"/>
                  <a:gd name="T15" fmla="*/ 10 h 21"/>
                  <a:gd name="T16" fmla="*/ 11 w 16"/>
                  <a:gd name="T17" fmla="*/ 17 h 21"/>
                  <a:gd name="T18" fmla="*/ 15 w 16"/>
                  <a:gd name="T19" fmla="*/ 16 h 21"/>
                  <a:gd name="T20" fmla="*/ 16 w 16"/>
                  <a:gd name="T21"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1">
                    <a:moveTo>
                      <a:pt x="16" y="20"/>
                    </a:moveTo>
                    <a:cubicBezTo>
                      <a:pt x="14" y="21"/>
                      <a:pt x="12" y="21"/>
                      <a:pt x="10" y="21"/>
                    </a:cubicBezTo>
                    <a:cubicBezTo>
                      <a:pt x="3" y="21"/>
                      <a:pt x="0" y="17"/>
                      <a:pt x="0" y="11"/>
                    </a:cubicBezTo>
                    <a:cubicBezTo>
                      <a:pt x="0" y="4"/>
                      <a:pt x="4" y="0"/>
                      <a:pt x="10" y="0"/>
                    </a:cubicBezTo>
                    <a:cubicBezTo>
                      <a:pt x="12" y="0"/>
                      <a:pt x="14" y="0"/>
                      <a:pt x="16" y="1"/>
                    </a:cubicBezTo>
                    <a:cubicBezTo>
                      <a:pt x="14" y="5"/>
                      <a:pt x="14" y="5"/>
                      <a:pt x="14" y="5"/>
                    </a:cubicBezTo>
                    <a:cubicBezTo>
                      <a:pt x="13" y="4"/>
                      <a:pt x="12" y="4"/>
                      <a:pt x="11" y="4"/>
                    </a:cubicBezTo>
                    <a:cubicBezTo>
                      <a:pt x="7" y="4"/>
                      <a:pt x="6" y="6"/>
                      <a:pt x="6" y="10"/>
                    </a:cubicBezTo>
                    <a:cubicBezTo>
                      <a:pt x="6" y="15"/>
                      <a:pt x="7" y="17"/>
                      <a:pt x="11" y="17"/>
                    </a:cubicBezTo>
                    <a:cubicBezTo>
                      <a:pt x="12" y="17"/>
                      <a:pt x="14" y="17"/>
                      <a:pt x="15" y="16"/>
                    </a:cubicBezTo>
                    <a:lnTo>
                      <a:pt x="16" y="20"/>
                    </a:lnTo>
                    <a:close/>
                  </a:path>
                </a:pathLst>
              </a:custGeom>
              <a:grpFill/>
              <a:ln>
                <a:noFill/>
              </a:ln>
              <a:extLst/>
            </p:spPr>
            <p:txBody>
              <a:bodyPr/>
              <a:lstStyle/>
              <a:p>
                <a:pPr defTabSz="457200">
                  <a:defRPr/>
                </a:pPr>
                <a:endParaRPr lang="en-AU">
                  <a:solidFill>
                    <a:srgbClr val="000000"/>
                  </a:solidFill>
                </a:endParaRPr>
              </a:p>
            </p:txBody>
          </p:sp>
          <p:sp>
            <p:nvSpPr>
              <p:cNvPr id="42" name="Freeform 31"/>
              <p:cNvSpPr>
                <a:spLocks/>
              </p:cNvSpPr>
              <p:nvPr/>
            </p:nvSpPr>
            <p:spPr bwMode="auto">
              <a:xfrm>
                <a:off x="3911600" y="5997575"/>
                <a:ext cx="47625" cy="66675"/>
              </a:xfrm>
              <a:custGeom>
                <a:avLst/>
                <a:gdLst>
                  <a:gd name="T0" fmla="*/ 6 w 15"/>
                  <a:gd name="T1" fmla="*/ 21 h 21"/>
                  <a:gd name="T2" fmla="*/ 0 w 15"/>
                  <a:gd name="T3" fmla="*/ 20 h 21"/>
                  <a:gd name="T4" fmla="*/ 1 w 15"/>
                  <a:gd name="T5" fmla="*/ 16 h 21"/>
                  <a:gd name="T6" fmla="*/ 6 w 15"/>
                  <a:gd name="T7" fmla="*/ 17 h 21"/>
                  <a:gd name="T8" fmla="*/ 9 w 15"/>
                  <a:gd name="T9" fmla="*/ 15 h 21"/>
                  <a:gd name="T10" fmla="*/ 6 w 15"/>
                  <a:gd name="T11" fmla="*/ 12 h 21"/>
                  <a:gd name="T12" fmla="*/ 0 w 15"/>
                  <a:gd name="T13" fmla="*/ 6 h 21"/>
                  <a:gd name="T14" fmla="*/ 8 w 15"/>
                  <a:gd name="T15" fmla="*/ 0 h 21"/>
                  <a:gd name="T16" fmla="*/ 13 w 15"/>
                  <a:gd name="T17" fmla="*/ 0 h 21"/>
                  <a:gd name="T18" fmla="*/ 13 w 15"/>
                  <a:gd name="T19" fmla="*/ 4 h 21"/>
                  <a:gd name="T20" fmla="*/ 9 w 15"/>
                  <a:gd name="T21" fmla="*/ 4 h 21"/>
                  <a:gd name="T22" fmla="*/ 6 w 15"/>
                  <a:gd name="T23" fmla="*/ 6 h 21"/>
                  <a:gd name="T24" fmla="*/ 9 w 15"/>
                  <a:gd name="T25" fmla="*/ 9 h 21"/>
                  <a:gd name="T26" fmla="*/ 15 w 15"/>
                  <a:gd name="T27" fmla="*/ 14 h 21"/>
                  <a:gd name="T28" fmla="*/ 6 w 15"/>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1">
                    <a:moveTo>
                      <a:pt x="6" y="21"/>
                    </a:moveTo>
                    <a:cubicBezTo>
                      <a:pt x="4" y="21"/>
                      <a:pt x="2" y="21"/>
                      <a:pt x="0" y="20"/>
                    </a:cubicBezTo>
                    <a:cubicBezTo>
                      <a:pt x="1" y="16"/>
                      <a:pt x="1" y="16"/>
                      <a:pt x="1" y="16"/>
                    </a:cubicBezTo>
                    <a:cubicBezTo>
                      <a:pt x="3" y="17"/>
                      <a:pt x="5" y="17"/>
                      <a:pt x="6" y="17"/>
                    </a:cubicBezTo>
                    <a:cubicBezTo>
                      <a:pt x="8" y="17"/>
                      <a:pt x="9" y="16"/>
                      <a:pt x="9" y="15"/>
                    </a:cubicBezTo>
                    <a:cubicBezTo>
                      <a:pt x="9" y="14"/>
                      <a:pt x="8" y="13"/>
                      <a:pt x="6" y="12"/>
                    </a:cubicBezTo>
                    <a:cubicBezTo>
                      <a:pt x="3" y="11"/>
                      <a:pt x="0" y="10"/>
                      <a:pt x="0" y="6"/>
                    </a:cubicBezTo>
                    <a:cubicBezTo>
                      <a:pt x="0" y="2"/>
                      <a:pt x="3" y="0"/>
                      <a:pt x="8" y="0"/>
                    </a:cubicBezTo>
                    <a:cubicBezTo>
                      <a:pt x="10" y="0"/>
                      <a:pt x="12" y="0"/>
                      <a:pt x="13" y="0"/>
                    </a:cubicBezTo>
                    <a:cubicBezTo>
                      <a:pt x="13" y="4"/>
                      <a:pt x="13" y="4"/>
                      <a:pt x="13" y="4"/>
                    </a:cubicBezTo>
                    <a:cubicBezTo>
                      <a:pt x="11" y="4"/>
                      <a:pt x="10" y="4"/>
                      <a:pt x="9" y="4"/>
                    </a:cubicBezTo>
                    <a:cubicBezTo>
                      <a:pt x="6" y="4"/>
                      <a:pt x="6" y="5"/>
                      <a:pt x="6" y="6"/>
                    </a:cubicBezTo>
                    <a:cubicBezTo>
                      <a:pt x="6" y="7"/>
                      <a:pt x="7" y="8"/>
                      <a:pt x="9" y="9"/>
                    </a:cubicBezTo>
                    <a:cubicBezTo>
                      <a:pt x="13" y="10"/>
                      <a:pt x="15" y="11"/>
                      <a:pt x="15" y="14"/>
                    </a:cubicBezTo>
                    <a:cubicBezTo>
                      <a:pt x="15" y="18"/>
                      <a:pt x="11" y="21"/>
                      <a:pt x="6" y="21"/>
                    </a:cubicBezTo>
                  </a:path>
                </a:pathLst>
              </a:custGeom>
              <a:grpFill/>
              <a:ln>
                <a:noFill/>
              </a:ln>
              <a:extLst/>
            </p:spPr>
            <p:txBody>
              <a:bodyPr/>
              <a:lstStyle/>
              <a:p>
                <a:pPr defTabSz="457200">
                  <a:defRPr/>
                </a:pPr>
                <a:endParaRPr lang="en-AU">
                  <a:solidFill>
                    <a:srgbClr val="000000"/>
                  </a:solidFill>
                </a:endParaRPr>
              </a:p>
            </p:txBody>
          </p:sp>
          <p:sp>
            <p:nvSpPr>
              <p:cNvPr id="3" name="Freeform 32"/>
              <p:cNvSpPr>
                <a:spLocks noEditPoints="1"/>
              </p:cNvSpPr>
              <p:nvPr/>
            </p:nvSpPr>
            <p:spPr bwMode="auto">
              <a:xfrm>
                <a:off x="3965575" y="5969000"/>
                <a:ext cx="28575" cy="95250"/>
              </a:xfrm>
              <a:custGeom>
                <a:avLst/>
                <a:gdLst>
                  <a:gd name="T0" fmla="*/ 4 w 9"/>
                  <a:gd name="T1" fmla="*/ 30 h 30"/>
                  <a:gd name="T2" fmla="*/ 4 w 9"/>
                  <a:gd name="T3" fmla="*/ 13 h 30"/>
                  <a:gd name="T4" fmla="*/ 0 w 9"/>
                  <a:gd name="T5" fmla="*/ 13 h 30"/>
                  <a:gd name="T6" fmla="*/ 0 w 9"/>
                  <a:gd name="T7" fmla="*/ 9 h 30"/>
                  <a:gd name="T8" fmla="*/ 9 w 9"/>
                  <a:gd name="T9" fmla="*/ 9 h 30"/>
                  <a:gd name="T10" fmla="*/ 9 w 9"/>
                  <a:gd name="T11" fmla="*/ 30 h 30"/>
                  <a:gd name="T12" fmla="*/ 4 w 9"/>
                  <a:gd name="T13" fmla="*/ 30 h 30"/>
                  <a:gd name="T14" fmla="*/ 6 w 9"/>
                  <a:gd name="T15" fmla="*/ 6 h 30"/>
                  <a:gd name="T16" fmla="*/ 3 w 9"/>
                  <a:gd name="T17" fmla="*/ 3 h 30"/>
                  <a:gd name="T18" fmla="*/ 6 w 9"/>
                  <a:gd name="T19" fmla="*/ 0 h 30"/>
                  <a:gd name="T20" fmla="*/ 9 w 9"/>
                  <a:gd name="T21" fmla="*/ 3 h 30"/>
                  <a:gd name="T22" fmla="*/ 6 w 9"/>
                  <a:gd name="T23"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30">
                    <a:moveTo>
                      <a:pt x="4" y="30"/>
                    </a:moveTo>
                    <a:cubicBezTo>
                      <a:pt x="4" y="13"/>
                      <a:pt x="4" y="13"/>
                      <a:pt x="4" y="13"/>
                    </a:cubicBezTo>
                    <a:cubicBezTo>
                      <a:pt x="0" y="13"/>
                      <a:pt x="0" y="13"/>
                      <a:pt x="0" y="13"/>
                    </a:cubicBezTo>
                    <a:cubicBezTo>
                      <a:pt x="0" y="9"/>
                      <a:pt x="0" y="9"/>
                      <a:pt x="0" y="9"/>
                    </a:cubicBezTo>
                    <a:cubicBezTo>
                      <a:pt x="9" y="9"/>
                      <a:pt x="9" y="9"/>
                      <a:pt x="9" y="9"/>
                    </a:cubicBezTo>
                    <a:cubicBezTo>
                      <a:pt x="9" y="30"/>
                      <a:pt x="9" y="30"/>
                      <a:pt x="9" y="30"/>
                    </a:cubicBezTo>
                    <a:lnTo>
                      <a:pt x="4" y="30"/>
                    </a:lnTo>
                    <a:close/>
                    <a:moveTo>
                      <a:pt x="6" y="6"/>
                    </a:moveTo>
                    <a:cubicBezTo>
                      <a:pt x="4" y="6"/>
                      <a:pt x="3" y="5"/>
                      <a:pt x="3" y="3"/>
                    </a:cubicBezTo>
                    <a:cubicBezTo>
                      <a:pt x="3" y="1"/>
                      <a:pt x="4" y="0"/>
                      <a:pt x="6" y="0"/>
                    </a:cubicBezTo>
                    <a:cubicBezTo>
                      <a:pt x="8" y="0"/>
                      <a:pt x="9" y="1"/>
                      <a:pt x="9" y="3"/>
                    </a:cubicBezTo>
                    <a:cubicBezTo>
                      <a:pt x="9" y="5"/>
                      <a:pt x="8" y="6"/>
                      <a:pt x="6" y="6"/>
                    </a:cubicBezTo>
                  </a:path>
                </a:pathLst>
              </a:custGeom>
              <a:grpFill/>
              <a:ln>
                <a:noFill/>
              </a:ln>
              <a:extLst/>
            </p:spPr>
            <p:txBody>
              <a:bodyPr/>
              <a:lstStyle/>
              <a:p>
                <a:pPr defTabSz="457200">
                  <a:defRPr/>
                </a:pPr>
                <a:endParaRPr lang="en-AU">
                  <a:solidFill>
                    <a:srgbClr val="000000"/>
                  </a:solidFill>
                </a:endParaRPr>
              </a:p>
            </p:txBody>
          </p:sp>
          <p:sp>
            <p:nvSpPr>
              <p:cNvPr id="44" name="Freeform 33"/>
              <p:cNvSpPr>
                <a:spLocks/>
              </p:cNvSpPr>
              <p:nvPr/>
            </p:nvSpPr>
            <p:spPr bwMode="auto">
              <a:xfrm>
                <a:off x="4013200" y="5997575"/>
                <a:ext cx="39687" cy="66675"/>
              </a:xfrm>
              <a:custGeom>
                <a:avLst/>
                <a:gdLst>
                  <a:gd name="T0" fmla="*/ 11 w 12"/>
                  <a:gd name="T1" fmla="*/ 5 h 21"/>
                  <a:gd name="T2" fmla="*/ 9 w 12"/>
                  <a:gd name="T3" fmla="*/ 5 h 21"/>
                  <a:gd name="T4" fmla="*/ 5 w 12"/>
                  <a:gd name="T5" fmla="*/ 8 h 21"/>
                  <a:gd name="T6" fmla="*/ 5 w 12"/>
                  <a:gd name="T7" fmla="*/ 21 h 21"/>
                  <a:gd name="T8" fmla="*/ 0 w 12"/>
                  <a:gd name="T9" fmla="*/ 21 h 21"/>
                  <a:gd name="T10" fmla="*/ 0 w 12"/>
                  <a:gd name="T11" fmla="*/ 0 h 21"/>
                  <a:gd name="T12" fmla="*/ 4 w 12"/>
                  <a:gd name="T13" fmla="*/ 0 h 21"/>
                  <a:gd name="T14" fmla="*/ 4 w 12"/>
                  <a:gd name="T15" fmla="*/ 4 h 21"/>
                  <a:gd name="T16" fmla="*/ 10 w 12"/>
                  <a:gd name="T17" fmla="*/ 0 h 21"/>
                  <a:gd name="T18" fmla="*/ 12 w 12"/>
                  <a:gd name="T19" fmla="*/ 0 h 21"/>
                  <a:gd name="T20" fmla="*/ 11 w 12"/>
                  <a:gd name="T21"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 h="21">
                    <a:moveTo>
                      <a:pt x="11" y="5"/>
                    </a:moveTo>
                    <a:cubicBezTo>
                      <a:pt x="11" y="5"/>
                      <a:pt x="10" y="5"/>
                      <a:pt x="9" y="5"/>
                    </a:cubicBezTo>
                    <a:cubicBezTo>
                      <a:pt x="8" y="5"/>
                      <a:pt x="7" y="6"/>
                      <a:pt x="5" y="8"/>
                    </a:cubicBezTo>
                    <a:cubicBezTo>
                      <a:pt x="5" y="21"/>
                      <a:pt x="5" y="21"/>
                      <a:pt x="5" y="21"/>
                    </a:cubicBezTo>
                    <a:cubicBezTo>
                      <a:pt x="0" y="21"/>
                      <a:pt x="0" y="21"/>
                      <a:pt x="0" y="21"/>
                    </a:cubicBezTo>
                    <a:cubicBezTo>
                      <a:pt x="0" y="0"/>
                      <a:pt x="0" y="0"/>
                      <a:pt x="0" y="0"/>
                    </a:cubicBezTo>
                    <a:cubicBezTo>
                      <a:pt x="4" y="0"/>
                      <a:pt x="4" y="0"/>
                      <a:pt x="4" y="0"/>
                    </a:cubicBezTo>
                    <a:cubicBezTo>
                      <a:pt x="4" y="4"/>
                      <a:pt x="4" y="4"/>
                      <a:pt x="4" y="4"/>
                    </a:cubicBezTo>
                    <a:cubicBezTo>
                      <a:pt x="6" y="1"/>
                      <a:pt x="8" y="0"/>
                      <a:pt x="10" y="0"/>
                    </a:cubicBezTo>
                    <a:cubicBezTo>
                      <a:pt x="11" y="0"/>
                      <a:pt x="11" y="0"/>
                      <a:pt x="12" y="0"/>
                    </a:cubicBezTo>
                    <a:lnTo>
                      <a:pt x="11" y="5"/>
                    </a:lnTo>
                    <a:close/>
                  </a:path>
                </a:pathLst>
              </a:custGeom>
              <a:grpFill/>
              <a:ln>
                <a:noFill/>
              </a:ln>
              <a:extLst/>
            </p:spPr>
            <p:txBody>
              <a:bodyPr/>
              <a:lstStyle/>
              <a:p>
                <a:pPr defTabSz="457200">
                  <a:defRPr/>
                </a:pPr>
                <a:endParaRPr lang="en-AU">
                  <a:solidFill>
                    <a:srgbClr val="000000"/>
                  </a:solidFill>
                </a:endParaRPr>
              </a:p>
            </p:txBody>
          </p:sp>
          <p:sp>
            <p:nvSpPr>
              <p:cNvPr id="45" name="Freeform 34"/>
              <p:cNvSpPr>
                <a:spLocks noEditPoints="1"/>
              </p:cNvSpPr>
              <p:nvPr/>
            </p:nvSpPr>
            <p:spPr bwMode="auto">
              <a:xfrm>
                <a:off x="4062413" y="5997575"/>
                <a:ext cx="66675" cy="66675"/>
              </a:xfrm>
              <a:custGeom>
                <a:avLst/>
                <a:gdLst>
                  <a:gd name="T0" fmla="*/ 10 w 21"/>
                  <a:gd name="T1" fmla="*/ 21 h 21"/>
                  <a:gd name="T2" fmla="*/ 0 w 21"/>
                  <a:gd name="T3" fmla="*/ 11 h 21"/>
                  <a:gd name="T4" fmla="*/ 10 w 21"/>
                  <a:gd name="T5" fmla="*/ 0 h 21"/>
                  <a:gd name="T6" fmla="*/ 21 w 21"/>
                  <a:gd name="T7" fmla="*/ 10 h 21"/>
                  <a:gd name="T8" fmla="*/ 10 w 21"/>
                  <a:gd name="T9" fmla="*/ 21 h 21"/>
                  <a:gd name="T10" fmla="*/ 10 w 21"/>
                  <a:gd name="T11" fmla="*/ 4 h 21"/>
                  <a:gd name="T12" fmla="*/ 5 w 21"/>
                  <a:gd name="T13" fmla="*/ 10 h 21"/>
                  <a:gd name="T14" fmla="*/ 10 w 21"/>
                  <a:gd name="T15" fmla="*/ 17 h 21"/>
                  <a:gd name="T16" fmla="*/ 15 w 21"/>
                  <a:gd name="T17" fmla="*/ 11 h 21"/>
                  <a:gd name="T18" fmla="*/ 10 w 21"/>
                  <a:gd name="T19" fmla="*/ 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1">
                    <a:moveTo>
                      <a:pt x="10" y="21"/>
                    </a:moveTo>
                    <a:cubicBezTo>
                      <a:pt x="3" y="21"/>
                      <a:pt x="0" y="17"/>
                      <a:pt x="0" y="11"/>
                    </a:cubicBezTo>
                    <a:cubicBezTo>
                      <a:pt x="0" y="4"/>
                      <a:pt x="3" y="0"/>
                      <a:pt x="10" y="0"/>
                    </a:cubicBezTo>
                    <a:cubicBezTo>
                      <a:pt x="17" y="0"/>
                      <a:pt x="21" y="4"/>
                      <a:pt x="21" y="10"/>
                    </a:cubicBezTo>
                    <a:cubicBezTo>
                      <a:pt x="21" y="17"/>
                      <a:pt x="17" y="21"/>
                      <a:pt x="10" y="21"/>
                    </a:cubicBezTo>
                    <a:moveTo>
                      <a:pt x="10" y="4"/>
                    </a:moveTo>
                    <a:cubicBezTo>
                      <a:pt x="7" y="4"/>
                      <a:pt x="5" y="7"/>
                      <a:pt x="5" y="10"/>
                    </a:cubicBezTo>
                    <a:cubicBezTo>
                      <a:pt x="5" y="14"/>
                      <a:pt x="6" y="17"/>
                      <a:pt x="10" y="17"/>
                    </a:cubicBezTo>
                    <a:cubicBezTo>
                      <a:pt x="14" y="17"/>
                      <a:pt x="15" y="14"/>
                      <a:pt x="15" y="11"/>
                    </a:cubicBezTo>
                    <a:cubicBezTo>
                      <a:pt x="15" y="6"/>
                      <a:pt x="14" y="4"/>
                      <a:pt x="10" y="4"/>
                    </a:cubicBezTo>
                  </a:path>
                </a:pathLst>
              </a:custGeom>
              <a:grpFill/>
              <a:ln>
                <a:noFill/>
              </a:ln>
              <a:extLst/>
            </p:spPr>
            <p:txBody>
              <a:bodyPr/>
              <a:lstStyle/>
              <a:p>
                <a:pPr defTabSz="457200">
                  <a:defRPr/>
                </a:pPr>
                <a:endParaRPr lang="en-AU">
                  <a:solidFill>
                    <a:srgbClr val="000000"/>
                  </a:solidFill>
                </a:endParaRPr>
              </a:p>
            </p:txBody>
          </p:sp>
          <p:sp>
            <p:nvSpPr>
              <p:cNvPr id="46" name="Oval 35"/>
              <p:cNvSpPr>
                <a:spLocks noChangeArrowheads="1"/>
              </p:cNvSpPr>
              <p:nvPr/>
            </p:nvSpPr>
            <p:spPr bwMode="auto">
              <a:xfrm>
                <a:off x="4141788" y="6042025"/>
                <a:ext cx="19050" cy="22225"/>
              </a:xfrm>
              <a:prstGeom prst="ellipse">
                <a:avLst/>
              </a:prstGeom>
              <a:grpFill/>
              <a:ln>
                <a:noFill/>
              </a:ln>
              <a:extLst/>
            </p:spPr>
            <p:txBody>
              <a:bodyPr/>
              <a:lstStyle/>
              <a:p>
                <a:pPr defTabSz="457200">
                  <a:defRPr/>
                </a:pPr>
                <a:endParaRPr lang="en-AU">
                  <a:solidFill>
                    <a:srgbClr val="000000"/>
                  </a:solidFill>
                </a:endParaRPr>
              </a:p>
            </p:txBody>
          </p:sp>
          <p:sp>
            <p:nvSpPr>
              <p:cNvPr id="47" name="Freeform 36"/>
              <p:cNvSpPr>
                <a:spLocks noEditPoints="1"/>
              </p:cNvSpPr>
              <p:nvPr/>
            </p:nvSpPr>
            <p:spPr bwMode="auto">
              <a:xfrm>
                <a:off x="4176713" y="5997575"/>
                <a:ext cx="57150" cy="66675"/>
              </a:xfrm>
              <a:custGeom>
                <a:avLst/>
                <a:gdLst>
                  <a:gd name="T0" fmla="*/ 14 w 18"/>
                  <a:gd name="T1" fmla="*/ 21 h 21"/>
                  <a:gd name="T2" fmla="*/ 13 w 18"/>
                  <a:gd name="T3" fmla="*/ 19 h 21"/>
                  <a:gd name="T4" fmla="*/ 7 w 18"/>
                  <a:gd name="T5" fmla="*/ 21 h 21"/>
                  <a:gd name="T6" fmla="*/ 0 w 18"/>
                  <a:gd name="T7" fmla="*/ 15 h 21"/>
                  <a:gd name="T8" fmla="*/ 10 w 18"/>
                  <a:gd name="T9" fmla="*/ 8 h 21"/>
                  <a:gd name="T10" fmla="*/ 13 w 18"/>
                  <a:gd name="T11" fmla="*/ 8 h 21"/>
                  <a:gd name="T12" fmla="*/ 13 w 18"/>
                  <a:gd name="T13" fmla="*/ 7 h 21"/>
                  <a:gd name="T14" fmla="*/ 8 w 18"/>
                  <a:gd name="T15" fmla="*/ 4 h 21"/>
                  <a:gd name="T16" fmla="*/ 2 w 18"/>
                  <a:gd name="T17" fmla="*/ 5 h 21"/>
                  <a:gd name="T18" fmla="*/ 2 w 18"/>
                  <a:gd name="T19" fmla="*/ 1 h 21"/>
                  <a:gd name="T20" fmla="*/ 9 w 18"/>
                  <a:gd name="T21" fmla="*/ 0 h 21"/>
                  <a:gd name="T22" fmla="*/ 18 w 18"/>
                  <a:gd name="T23" fmla="*/ 7 h 21"/>
                  <a:gd name="T24" fmla="*/ 18 w 18"/>
                  <a:gd name="T25" fmla="*/ 21 h 21"/>
                  <a:gd name="T26" fmla="*/ 14 w 18"/>
                  <a:gd name="T27" fmla="*/ 21 h 21"/>
                  <a:gd name="T28" fmla="*/ 13 w 18"/>
                  <a:gd name="T29" fmla="*/ 12 h 21"/>
                  <a:gd name="T30" fmla="*/ 10 w 18"/>
                  <a:gd name="T31" fmla="*/ 12 h 21"/>
                  <a:gd name="T32" fmla="*/ 5 w 18"/>
                  <a:gd name="T33" fmla="*/ 15 h 21"/>
                  <a:gd name="T34" fmla="*/ 8 w 18"/>
                  <a:gd name="T35" fmla="*/ 17 h 21"/>
                  <a:gd name="T36" fmla="*/ 13 w 18"/>
                  <a:gd name="T37" fmla="*/ 15 h 21"/>
                  <a:gd name="T38" fmla="*/ 13 w 18"/>
                  <a:gd name="T39"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1">
                    <a:moveTo>
                      <a:pt x="14" y="21"/>
                    </a:moveTo>
                    <a:cubicBezTo>
                      <a:pt x="13" y="19"/>
                      <a:pt x="13" y="19"/>
                      <a:pt x="13" y="19"/>
                    </a:cubicBezTo>
                    <a:cubicBezTo>
                      <a:pt x="12" y="20"/>
                      <a:pt x="10" y="21"/>
                      <a:pt x="7" y="21"/>
                    </a:cubicBezTo>
                    <a:cubicBezTo>
                      <a:pt x="3" y="21"/>
                      <a:pt x="0" y="19"/>
                      <a:pt x="0" y="15"/>
                    </a:cubicBezTo>
                    <a:cubicBezTo>
                      <a:pt x="0" y="10"/>
                      <a:pt x="4" y="8"/>
                      <a:pt x="10" y="8"/>
                    </a:cubicBezTo>
                    <a:cubicBezTo>
                      <a:pt x="13" y="8"/>
                      <a:pt x="13" y="8"/>
                      <a:pt x="13" y="8"/>
                    </a:cubicBezTo>
                    <a:cubicBezTo>
                      <a:pt x="13" y="7"/>
                      <a:pt x="13" y="7"/>
                      <a:pt x="13" y="7"/>
                    </a:cubicBezTo>
                    <a:cubicBezTo>
                      <a:pt x="13" y="5"/>
                      <a:pt x="12" y="4"/>
                      <a:pt x="8" y="4"/>
                    </a:cubicBezTo>
                    <a:cubicBezTo>
                      <a:pt x="6" y="4"/>
                      <a:pt x="4" y="4"/>
                      <a:pt x="2" y="5"/>
                    </a:cubicBezTo>
                    <a:cubicBezTo>
                      <a:pt x="2" y="1"/>
                      <a:pt x="2" y="1"/>
                      <a:pt x="2" y="1"/>
                    </a:cubicBezTo>
                    <a:cubicBezTo>
                      <a:pt x="4" y="0"/>
                      <a:pt x="6" y="0"/>
                      <a:pt x="9" y="0"/>
                    </a:cubicBezTo>
                    <a:cubicBezTo>
                      <a:pt x="15" y="0"/>
                      <a:pt x="18" y="2"/>
                      <a:pt x="18" y="7"/>
                    </a:cubicBezTo>
                    <a:cubicBezTo>
                      <a:pt x="18" y="21"/>
                      <a:pt x="18" y="21"/>
                      <a:pt x="18" y="21"/>
                    </a:cubicBezTo>
                    <a:lnTo>
                      <a:pt x="14" y="21"/>
                    </a:lnTo>
                    <a:close/>
                    <a:moveTo>
                      <a:pt x="13" y="12"/>
                    </a:moveTo>
                    <a:cubicBezTo>
                      <a:pt x="10" y="12"/>
                      <a:pt x="10" y="12"/>
                      <a:pt x="10" y="12"/>
                    </a:cubicBezTo>
                    <a:cubicBezTo>
                      <a:pt x="7" y="12"/>
                      <a:pt x="5" y="13"/>
                      <a:pt x="5" y="15"/>
                    </a:cubicBezTo>
                    <a:cubicBezTo>
                      <a:pt x="5" y="16"/>
                      <a:pt x="6" y="17"/>
                      <a:pt x="8" y="17"/>
                    </a:cubicBezTo>
                    <a:cubicBezTo>
                      <a:pt x="10" y="17"/>
                      <a:pt x="11" y="17"/>
                      <a:pt x="13" y="15"/>
                    </a:cubicBezTo>
                    <a:lnTo>
                      <a:pt x="13" y="12"/>
                    </a:lnTo>
                    <a:close/>
                  </a:path>
                </a:pathLst>
              </a:custGeom>
              <a:grpFill/>
              <a:ln>
                <a:noFill/>
              </a:ln>
              <a:extLst/>
            </p:spPr>
            <p:txBody>
              <a:bodyPr/>
              <a:lstStyle/>
              <a:p>
                <a:pPr defTabSz="457200">
                  <a:defRPr/>
                </a:pPr>
                <a:endParaRPr lang="en-AU">
                  <a:solidFill>
                    <a:srgbClr val="000000"/>
                  </a:solidFill>
                </a:endParaRPr>
              </a:p>
            </p:txBody>
          </p:sp>
          <p:sp>
            <p:nvSpPr>
              <p:cNvPr id="48" name="Freeform 37"/>
              <p:cNvSpPr>
                <a:spLocks/>
              </p:cNvSpPr>
              <p:nvPr/>
            </p:nvSpPr>
            <p:spPr bwMode="auto">
              <a:xfrm>
                <a:off x="4252913" y="5997575"/>
                <a:ext cx="57150" cy="66675"/>
              </a:xfrm>
              <a:custGeom>
                <a:avLst/>
                <a:gdLst>
                  <a:gd name="T0" fmla="*/ 14 w 18"/>
                  <a:gd name="T1" fmla="*/ 21 h 21"/>
                  <a:gd name="T2" fmla="*/ 14 w 18"/>
                  <a:gd name="T3" fmla="*/ 18 h 21"/>
                  <a:gd name="T4" fmla="*/ 7 w 18"/>
                  <a:gd name="T5" fmla="*/ 21 h 21"/>
                  <a:gd name="T6" fmla="*/ 0 w 18"/>
                  <a:gd name="T7" fmla="*/ 13 h 21"/>
                  <a:gd name="T8" fmla="*/ 0 w 18"/>
                  <a:gd name="T9" fmla="*/ 0 h 21"/>
                  <a:gd name="T10" fmla="*/ 5 w 18"/>
                  <a:gd name="T11" fmla="*/ 0 h 21"/>
                  <a:gd name="T12" fmla="*/ 5 w 18"/>
                  <a:gd name="T13" fmla="*/ 12 h 21"/>
                  <a:gd name="T14" fmla="*/ 8 w 18"/>
                  <a:gd name="T15" fmla="*/ 17 h 21"/>
                  <a:gd name="T16" fmla="*/ 13 w 18"/>
                  <a:gd name="T17" fmla="*/ 14 h 21"/>
                  <a:gd name="T18" fmla="*/ 13 w 18"/>
                  <a:gd name="T19" fmla="*/ 0 h 21"/>
                  <a:gd name="T20" fmla="*/ 18 w 18"/>
                  <a:gd name="T21" fmla="*/ 0 h 21"/>
                  <a:gd name="T22" fmla="*/ 18 w 18"/>
                  <a:gd name="T23" fmla="*/ 21 h 21"/>
                  <a:gd name="T24" fmla="*/ 14 w 18"/>
                  <a:gd name="T25"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21">
                    <a:moveTo>
                      <a:pt x="14" y="21"/>
                    </a:moveTo>
                    <a:cubicBezTo>
                      <a:pt x="14" y="18"/>
                      <a:pt x="14" y="18"/>
                      <a:pt x="14" y="18"/>
                    </a:cubicBezTo>
                    <a:cubicBezTo>
                      <a:pt x="12" y="20"/>
                      <a:pt x="10" y="21"/>
                      <a:pt x="7" y="21"/>
                    </a:cubicBezTo>
                    <a:cubicBezTo>
                      <a:pt x="2" y="21"/>
                      <a:pt x="0" y="18"/>
                      <a:pt x="0" y="13"/>
                    </a:cubicBezTo>
                    <a:cubicBezTo>
                      <a:pt x="0" y="0"/>
                      <a:pt x="0" y="0"/>
                      <a:pt x="0" y="0"/>
                    </a:cubicBezTo>
                    <a:cubicBezTo>
                      <a:pt x="5" y="0"/>
                      <a:pt x="5" y="0"/>
                      <a:pt x="5" y="0"/>
                    </a:cubicBezTo>
                    <a:cubicBezTo>
                      <a:pt x="5" y="12"/>
                      <a:pt x="5" y="12"/>
                      <a:pt x="5" y="12"/>
                    </a:cubicBezTo>
                    <a:cubicBezTo>
                      <a:pt x="5" y="15"/>
                      <a:pt x="6" y="17"/>
                      <a:pt x="8" y="17"/>
                    </a:cubicBezTo>
                    <a:cubicBezTo>
                      <a:pt x="10" y="17"/>
                      <a:pt x="11" y="16"/>
                      <a:pt x="13" y="14"/>
                    </a:cubicBezTo>
                    <a:cubicBezTo>
                      <a:pt x="13" y="0"/>
                      <a:pt x="13" y="0"/>
                      <a:pt x="13" y="0"/>
                    </a:cubicBezTo>
                    <a:cubicBezTo>
                      <a:pt x="18" y="0"/>
                      <a:pt x="18" y="0"/>
                      <a:pt x="18" y="0"/>
                    </a:cubicBezTo>
                    <a:cubicBezTo>
                      <a:pt x="18" y="21"/>
                      <a:pt x="18" y="21"/>
                      <a:pt x="18" y="21"/>
                    </a:cubicBezTo>
                    <a:lnTo>
                      <a:pt x="14" y="21"/>
                    </a:lnTo>
                    <a:close/>
                  </a:path>
                </a:pathLst>
              </a:custGeom>
              <a:grpFill/>
              <a:ln>
                <a:noFill/>
              </a:ln>
              <a:extLst/>
            </p:spPr>
            <p:txBody>
              <a:bodyPr/>
              <a:lstStyle/>
              <a:p>
                <a:pPr defTabSz="457200">
                  <a:defRPr/>
                </a:pPr>
                <a:endParaRPr lang="en-AU">
                  <a:solidFill>
                    <a:srgbClr val="000000"/>
                  </a:solidFill>
                </a:endParaRPr>
              </a:p>
            </p:txBody>
          </p:sp>
        </p:grpSp>
      </p:gr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D219307C-080A-46E7-882A-6A6A7387B840}"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xmlns:p14="http://schemas.microsoft.com/office/powerpoint/2010/mai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8CE77216-F63E-4D50-AF41-F5BDADEA9762}"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xmlns:p14="http://schemas.microsoft.com/office/powerpoint/2010/mai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358775" y="1268413"/>
            <a:ext cx="4154488"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65663" y="1268413"/>
            <a:ext cx="4154487" cy="45735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449156FC-71DD-40B9-A1DD-D007098B8FFF}"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xmlns:p14="http://schemas.microsoft.com/office/powerpoint/2010/mai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Footer Placeholder 6"/>
          <p:cNvSpPr>
            <a:spLocks noGrp="1"/>
          </p:cNvSpPr>
          <p:nvPr>
            <p:ph type="ftr" sz="quarter" idx="10"/>
          </p:nvPr>
        </p:nvSpPr>
        <p:spPr/>
        <p:txBody>
          <a:bodyPr/>
          <a:lstStyle>
            <a:lvl1pPr>
              <a:defRPr/>
            </a:lvl1pPr>
          </a:lstStyle>
          <a:p>
            <a:r>
              <a:rPr lang="en-AU" smtClean="0"/>
              <a:t>OGC - SWE DWG - 2015-09-16</a:t>
            </a:r>
            <a:endParaRPr lang="en-AU"/>
          </a:p>
        </p:txBody>
      </p:sp>
      <p:sp>
        <p:nvSpPr>
          <p:cNvPr id="8" name="Slide Number Placeholder 7"/>
          <p:cNvSpPr>
            <a:spLocks noGrp="1"/>
          </p:cNvSpPr>
          <p:nvPr>
            <p:ph type="sldNum" sz="quarter" idx="11"/>
          </p:nvPr>
        </p:nvSpPr>
        <p:spPr/>
        <p:txBody>
          <a:bodyPr/>
          <a:lstStyle>
            <a:lvl1pPr>
              <a:defRPr/>
            </a:lvl1pPr>
          </a:lstStyle>
          <a:p>
            <a:pPr>
              <a:defRPr/>
            </a:pPr>
            <a:fld id="{714FFEA7-557C-4D87-A8D3-77739310CB83}"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xmlns:p14="http://schemas.microsoft.com/office/powerpoint/2010/mai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Footer Placeholder 2"/>
          <p:cNvSpPr>
            <a:spLocks noGrp="1"/>
          </p:cNvSpPr>
          <p:nvPr>
            <p:ph type="ftr" sz="quarter" idx="10"/>
          </p:nvPr>
        </p:nvSpPr>
        <p:spPr/>
        <p:txBody>
          <a:bodyPr/>
          <a:lstStyle>
            <a:lvl1pPr>
              <a:defRPr/>
            </a:lvl1pPr>
          </a:lstStyle>
          <a:p>
            <a:r>
              <a:rPr lang="en-AU" smtClean="0"/>
              <a:t>OGC - SWE DWG - 2015-09-16</a:t>
            </a:r>
            <a:endParaRPr lang="en-AU"/>
          </a:p>
        </p:txBody>
      </p:sp>
      <p:sp>
        <p:nvSpPr>
          <p:cNvPr id="4" name="Slide Number Placeholder 3"/>
          <p:cNvSpPr>
            <a:spLocks noGrp="1"/>
          </p:cNvSpPr>
          <p:nvPr>
            <p:ph type="sldNum" sz="quarter" idx="11"/>
          </p:nvPr>
        </p:nvSpPr>
        <p:spPr/>
        <p:txBody>
          <a:bodyPr/>
          <a:lstStyle>
            <a:lvl1pPr>
              <a:defRPr/>
            </a:lvl1pPr>
          </a:lstStyle>
          <a:p>
            <a:pPr>
              <a:defRPr/>
            </a:pPr>
            <a:fld id="{C1294416-3B22-425D-BB5B-21DDEA7FBD93}"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xmlns:p14="http://schemas.microsoft.com/office/powerpoint/2010/mai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AU" smtClean="0"/>
              <a:t>OGC - SWE DWG - 2015-09-16</a:t>
            </a:r>
            <a:endParaRPr lang="en-AU"/>
          </a:p>
        </p:txBody>
      </p:sp>
      <p:sp>
        <p:nvSpPr>
          <p:cNvPr id="3" name="Slide Number Placeholder 2"/>
          <p:cNvSpPr>
            <a:spLocks noGrp="1"/>
          </p:cNvSpPr>
          <p:nvPr>
            <p:ph type="sldNum" sz="quarter" idx="11"/>
          </p:nvPr>
        </p:nvSpPr>
        <p:spPr/>
        <p:txBody>
          <a:bodyPr/>
          <a:lstStyle>
            <a:lvl1pPr>
              <a:defRPr/>
            </a:lvl1pPr>
          </a:lstStyle>
          <a:p>
            <a:pPr>
              <a:defRPr/>
            </a:pPr>
            <a:fld id="{81566DA9-AB3D-4049-AE84-1F9D2FBF43A5}"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xmlns:p14="http://schemas.microsoft.com/office/powerpoint/2010/mai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91D077FD-71D6-41C3-8FBA-4DE233614B86}"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xmlns:p14="http://schemas.microsoft.com/office/powerpoint/2010/mai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AU" smtClean="0"/>
              <a:t>OGC - SWE DWG - 2015-09-16</a:t>
            </a:r>
            <a:endParaRPr lang="en-AU"/>
          </a:p>
        </p:txBody>
      </p:sp>
      <p:sp>
        <p:nvSpPr>
          <p:cNvPr id="6" name="Slide Number Placeholder 5"/>
          <p:cNvSpPr>
            <a:spLocks noGrp="1"/>
          </p:cNvSpPr>
          <p:nvPr>
            <p:ph type="sldNum" sz="quarter" idx="11"/>
          </p:nvPr>
        </p:nvSpPr>
        <p:spPr/>
        <p:txBody>
          <a:bodyPr/>
          <a:lstStyle>
            <a:lvl1pPr>
              <a:defRPr/>
            </a:lvl1pPr>
          </a:lstStyle>
          <a:p>
            <a:pPr>
              <a:defRPr/>
            </a:pPr>
            <a:fld id="{ABA24F59-A6A7-4A62-A353-895A55D29635}"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xmlns:p14="http://schemas.microsoft.com/office/powerpoint/2010/mai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80AB1CA8-D382-4960-ADB9-4F0E546322F7}"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xmlns:p14="http://schemas.microsoft.com/office/powerpoint/2010/mai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74638"/>
            <a:ext cx="2114550" cy="5567362"/>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358775" y="274638"/>
            <a:ext cx="6194425" cy="5567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Footer Placeholder 3"/>
          <p:cNvSpPr>
            <a:spLocks noGrp="1"/>
          </p:cNvSpPr>
          <p:nvPr>
            <p:ph type="ftr" sz="quarter" idx="10"/>
          </p:nvPr>
        </p:nvSpPr>
        <p:spPr/>
        <p:txBody>
          <a:bodyPr/>
          <a:lstStyle>
            <a:lvl1pPr>
              <a:defRPr/>
            </a:lvl1pPr>
          </a:lstStyle>
          <a:p>
            <a:r>
              <a:rPr lang="en-AU" smtClean="0"/>
              <a:t>OGC - SWE DWG - 2015-09-16</a:t>
            </a:r>
            <a:endParaRPr lang="en-AU"/>
          </a:p>
        </p:txBody>
      </p:sp>
      <p:sp>
        <p:nvSpPr>
          <p:cNvPr id="5" name="Slide Number Placeholder 4"/>
          <p:cNvSpPr>
            <a:spLocks noGrp="1"/>
          </p:cNvSpPr>
          <p:nvPr>
            <p:ph type="sldNum" sz="quarter" idx="11"/>
          </p:nvPr>
        </p:nvSpPr>
        <p:spPr/>
        <p:txBody>
          <a:bodyPr/>
          <a:lstStyle>
            <a:lvl1pPr>
              <a:defRPr/>
            </a:lvl1pPr>
          </a:lstStyle>
          <a:p>
            <a:pPr>
              <a:defRPr/>
            </a:pPr>
            <a:fld id="{15DC8C04-0A98-412E-ACAA-B428105D2605}" type="slidenum">
              <a:rPr lang="en-AU">
                <a:solidFill>
                  <a:srgbClr val="FFFFFF"/>
                </a:solidFill>
              </a:rPr>
              <a:pPr>
                <a:defRPr/>
              </a:pPr>
              <a:t>‹#›</a:t>
            </a:fld>
            <a:r>
              <a:rPr lang="en-AU">
                <a:solidFill>
                  <a:srgbClr val="FFFFFF"/>
                </a:solidFill>
              </a:rPr>
              <a:t>  |</a:t>
            </a:r>
            <a:endParaRPr lang="en-AU" dirty="0">
              <a:solidFill>
                <a:srgbClr val="FFFFFF"/>
              </a:solidFill>
            </a:endParaRPr>
          </a:p>
        </p:txBody>
      </p:sp>
    </p:spTree>
  </p:cSld>
  <p:clrMapOvr>
    <a:masterClrMapping/>
  </p:clrMapOvr>
  <p:transition xmlns:p14="http://schemas.microsoft.com/office/powerpoint/2010/mai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image" Target="../media/image1.emf"/><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2" Type="http://schemas.openxmlformats.org/officeDocument/2006/relationships/theme" Target="../theme/theme2.xml"/><Relationship Id="rId13" Type="http://schemas.openxmlformats.org/officeDocument/2006/relationships/image" Target="../media/image1.emf"/><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theme" Target="../theme/theme3.xml"/><Relationship Id="rId13" Type="http://schemas.openxmlformats.org/officeDocument/2006/relationships/image" Target="../media/image1.emf"/><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3.xml"/><Relationship Id="rId12" Type="http://schemas.openxmlformats.org/officeDocument/2006/relationships/theme" Target="../theme/theme4.xml"/><Relationship Id="rId13" Type="http://schemas.openxmlformats.org/officeDocument/2006/relationships/image" Target="../media/image1.emf"/><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4.xml"/><Relationship Id="rId12" Type="http://schemas.openxmlformats.org/officeDocument/2006/relationships/theme" Target="../theme/theme5.xml"/><Relationship Id="rId13" Type="http://schemas.openxmlformats.org/officeDocument/2006/relationships/image" Target="../media/image1.emf"/><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1" name="Group 21"/>
          <p:cNvGrpSpPr>
            <a:grpSpLocks/>
          </p:cNvGrpSpPr>
          <p:nvPr/>
        </p:nvGrpSpPr>
        <p:grpSpPr bwMode="auto">
          <a:xfrm>
            <a:off x="-71438" y="6051550"/>
            <a:ext cx="9317038" cy="858838"/>
            <a:chOff x="-45" y="3812"/>
            <a:chExt cx="5869" cy="541"/>
          </a:xfrm>
        </p:grpSpPr>
        <p:sp>
          <p:nvSpPr>
            <p:cNvPr id="3" name="AutoShape 4"/>
            <p:cNvSpPr>
              <a:spLocks noChangeAspect="1" noChangeArrowheads="1" noTextEdit="1"/>
            </p:cNvSpPr>
            <p:nvPr/>
          </p:nvSpPr>
          <p:spPr bwMode="auto">
            <a:xfrm>
              <a:off x="-5" y="3815"/>
              <a:ext cx="5771" cy="505"/>
            </a:xfrm>
            <a:prstGeom prst="rect">
              <a:avLst/>
            </a:prstGeom>
            <a:noFill/>
            <a:ln>
              <a:noFill/>
            </a:ln>
            <a:extLst/>
          </p:spPr>
          <p:txBody>
            <a:bodyPr/>
            <a:lstStyle/>
            <a:p>
              <a:pPr defTabSz="457200">
                <a:defRPr/>
              </a:pPr>
              <a:endParaRPr lang="en-AU"/>
            </a:p>
          </p:txBody>
        </p:sp>
        <p:sp>
          <p:nvSpPr>
            <p:cNvPr id="4" name="Rectangle 6"/>
            <p:cNvSpPr>
              <a:spLocks noChangeArrowheads="1"/>
            </p:cNvSpPr>
            <p:nvPr/>
          </p:nvSpPr>
          <p:spPr bwMode="auto">
            <a:xfrm>
              <a:off x="1" y="4011"/>
              <a:ext cx="5759" cy="309"/>
            </a:xfrm>
            <a:prstGeom prst="rect">
              <a:avLst/>
            </a:prstGeom>
            <a:solidFill>
              <a:schemeClr val="accent2"/>
            </a:solidFill>
            <a:ln>
              <a:noFill/>
            </a:ln>
            <a:extLst/>
          </p:spPr>
          <p:txBody>
            <a:bodyPr/>
            <a:lstStyle/>
            <a:p>
              <a:pPr defTabSz="457200">
                <a:defRPr/>
              </a:pPr>
              <a:endParaRPr lang="en-AU"/>
            </a:p>
          </p:txBody>
        </p:sp>
        <p:sp>
          <p:nvSpPr>
            <p:cNvPr id="6" name="Rectangle 7"/>
            <p:cNvSpPr>
              <a:spLocks noChangeArrowheads="1"/>
            </p:cNvSpPr>
            <p:nvPr/>
          </p:nvSpPr>
          <p:spPr bwMode="auto">
            <a:xfrm>
              <a:off x="1" y="4011"/>
              <a:ext cx="5759" cy="309"/>
            </a:xfrm>
            <a:prstGeom prst="rect">
              <a:avLst/>
            </a:prstGeom>
            <a:noFill/>
            <a:ln>
              <a:noFill/>
            </a:ln>
            <a:extLst/>
          </p:spPr>
          <p:txBody>
            <a:bodyPr/>
            <a:lstStyle/>
            <a:p>
              <a:pPr defTabSz="457200">
                <a:defRPr/>
              </a:pPr>
              <a:endParaRPr lang="en-AU"/>
            </a:p>
          </p:txBody>
        </p:sp>
        <p:sp>
          <p:nvSpPr>
            <p:cNvPr id="7" name="Freeform 8"/>
            <p:cNvSpPr>
              <a:spLocks noEditPoints="1"/>
            </p:cNvSpPr>
            <p:nvPr/>
          </p:nvSpPr>
          <p:spPr bwMode="auto">
            <a:xfrm>
              <a:off x="1" y="3821"/>
              <a:ext cx="5759" cy="435"/>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rgbClr val="BFBFBF"/>
            </a:solidFill>
            <a:ln>
              <a:noFill/>
            </a:ln>
            <a:extLst/>
          </p:spPr>
          <p:txBody>
            <a:bodyPr/>
            <a:lstStyle/>
            <a:p>
              <a:pPr defTabSz="457200">
                <a:defRPr/>
              </a:pPr>
              <a:endParaRPr lang="en-AU"/>
            </a:p>
          </p:txBody>
        </p:sp>
        <p:sp>
          <p:nvSpPr>
            <p:cNvPr id="8" name="Freeform 9"/>
            <p:cNvSpPr>
              <a:spLocks noEditPoints="1"/>
            </p:cNvSpPr>
            <p:nvPr/>
          </p:nvSpPr>
          <p:spPr bwMode="auto">
            <a:xfrm>
              <a:off x="1" y="4011"/>
              <a:ext cx="5759" cy="245"/>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p>
          </p:txBody>
        </p:sp>
        <p:sp>
          <p:nvSpPr>
            <p:cNvPr id="9" name="Freeform 10"/>
            <p:cNvSpPr>
              <a:spLocks/>
            </p:cNvSpPr>
            <p:nvPr/>
          </p:nvSpPr>
          <p:spPr bwMode="auto">
            <a:xfrm>
              <a:off x="1" y="3849"/>
              <a:ext cx="4971" cy="188"/>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p>
          </p:txBody>
        </p:sp>
        <p:sp>
          <p:nvSpPr>
            <p:cNvPr id="10" name="Freeform 11"/>
            <p:cNvSpPr>
              <a:spLocks/>
            </p:cNvSpPr>
            <p:nvPr/>
          </p:nvSpPr>
          <p:spPr bwMode="auto">
            <a:xfrm>
              <a:off x="4972" y="3849"/>
              <a:ext cx="788" cy="379"/>
            </a:xfrm>
            <a:custGeom>
              <a:avLst/>
              <a:gdLst>
                <a:gd name="T0" fmla="*/ 1050925 w 394"/>
                <a:gd name="T1" fmla="*/ 0 h 189"/>
                <a:gd name="T2" fmla="*/ 0 w 394"/>
                <a:gd name="T3" fmla="*/ 257855 h 189"/>
                <a:gd name="T4" fmla="*/ 1038225 w 394"/>
                <a:gd name="T5" fmla="*/ 601662 h 189"/>
                <a:gd name="T6" fmla="*/ 1250950 w 394"/>
                <a:gd name="T7" fmla="*/ 601662 h 189"/>
                <a:gd name="T8" fmla="*/ 1250950 w 394"/>
                <a:gd name="T9" fmla="*/ 0 h 189"/>
                <a:gd name="T10" fmla="*/ 1050925 w 394"/>
                <a:gd name="T11" fmla="*/ 0 h 189"/>
                <a:gd name="T12" fmla="*/ 0 60000 65536"/>
                <a:gd name="T13" fmla="*/ 0 60000 65536"/>
                <a:gd name="T14" fmla="*/ 0 60000 65536"/>
                <a:gd name="T15" fmla="*/ 0 60000 65536"/>
                <a:gd name="T16" fmla="*/ 0 60000 65536"/>
                <a:gd name="T17" fmla="*/ 0 60000 65536"/>
                <a:gd name="T18" fmla="*/ 0 w 394"/>
                <a:gd name="T19" fmla="*/ 0 h 189"/>
                <a:gd name="T20" fmla="*/ 394 w 39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rgbClr val="F7F7F7"/>
            </a:solidFill>
            <a:ln w="9525">
              <a:noFill/>
              <a:round/>
              <a:headEnd/>
              <a:tailEnd/>
            </a:ln>
          </p:spPr>
          <p:txBody>
            <a:bodyPr/>
            <a:lstStyle/>
            <a:p>
              <a:endParaRPr lang="en-AU"/>
            </a:p>
          </p:txBody>
        </p:sp>
        <p:sp>
          <p:nvSpPr>
            <p:cNvPr id="1105" name="AutoShape 81"/>
            <p:cNvSpPr>
              <a:spLocks noChangeAspect="1" noChangeArrowheads="1" noTextEdit="1"/>
            </p:cNvSpPr>
            <p:nvPr/>
          </p:nvSpPr>
          <p:spPr bwMode="auto">
            <a:xfrm>
              <a:off x="-6" y="3812"/>
              <a:ext cx="5776" cy="535"/>
            </a:xfrm>
            <a:prstGeom prst="rect">
              <a:avLst/>
            </a:prstGeom>
            <a:noFill/>
            <a:ln w="9525">
              <a:noFill/>
              <a:miter lim="800000"/>
              <a:headEnd/>
              <a:tailEnd/>
            </a:ln>
          </p:spPr>
          <p:txBody>
            <a:bodyPr/>
            <a:lstStyle/>
            <a:p>
              <a:pPr defTabSz="457200">
                <a:defRPr/>
              </a:pPr>
              <a:endParaRPr lang="en-US"/>
            </a:p>
          </p:txBody>
        </p:sp>
        <p:sp>
          <p:nvSpPr>
            <p:cNvPr id="1108" name="Rectangle 84"/>
            <p:cNvSpPr>
              <a:spLocks noChangeArrowheads="1"/>
            </p:cNvSpPr>
            <p:nvPr/>
          </p:nvSpPr>
          <p:spPr bwMode="auto">
            <a:xfrm>
              <a:off x="-6" y="4004"/>
              <a:ext cx="5775" cy="343"/>
            </a:xfrm>
            <a:prstGeom prst="rect">
              <a:avLst/>
            </a:prstGeom>
            <a:noFill/>
            <a:ln w="9525">
              <a:noFill/>
              <a:miter lim="800000"/>
              <a:headEnd/>
              <a:tailEnd/>
            </a:ln>
          </p:spPr>
          <p:txBody>
            <a:bodyPr/>
            <a:lstStyle/>
            <a:p>
              <a:pPr defTabSz="457200">
                <a:defRPr/>
              </a:pPr>
              <a:endParaRPr lang="en-US"/>
            </a:p>
          </p:txBody>
        </p:sp>
        <p:pic>
          <p:nvPicPr>
            <p:cNvPr id="30751" name="Picture 78"/>
            <p:cNvPicPr>
              <a:picLocks noChangeAspect="1" noChangeArrowheads="1"/>
            </p:cNvPicPr>
            <p:nvPr/>
          </p:nvPicPr>
          <p:blipFill>
            <a:blip r:embed="rId12" cstate="print"/>
            <a:srcRect/>
            <a:stretch>
              <a:fillRect/>
            </a:stretch>
          </p:blipFill>
          <p:spPr bwMode="auto">
            <a:xfrm>
              <a:off x="5329" y="3900"/>
              <a:ext cx="286" cy="286"/>
            </a:xfrm>
            <a:prstGeom prst="rect">
              <a:avLst/>
            </a:prstGeom>
            <a:noFill/>
            <a:ln w="9525">
              <a:noFill/>
              <a:miter lim="800000"/>
              <a:headEnd/>
              <a:tailEnd/>
            </a:ln>
          </p:spPr>
        </p:pic>
        <p:sp>
          <p:nvSpPr>
            <p:cNvPr id="1070" name="Rectangle 46"/>
            <p:cNvSpPr>
              <a:spLocks noChangeArrowheads="1"/>
            </p:cNvSpPr>
            <p:nvPr/>
          </p:nvSpPr>
          <p:spPr bwMode="auto">
            <a:xfrm>
              <a:off x="-45" y="4010"/>
              <a:ext cx="5869" cy="343"/>
            </a:xfrm>
            <a:prstGeom prst="rect">
              <a:avLst/>
            </a:prstGeom>
            <a:noFill/>
            <a:ln w="9525">
              <a:noFill/>
              <a:miter lim="800000"/>
              <a:headEnd/>
              <a:tailEnd/>
            </a:ln>
          </p:spPr>
          <p:txBody>
            <a:bodyPr/>
            <a:lstStyle/>
            <a:p>
              <a:pPr defTabSz="457200">
                <a:defRPr/>
              </a:pPr>
              <a:endParaRPr lang="en-US"/>
            </a:p>
          </p:txBody>
        </p:sp>
      </p:grpSp>
      <p:sp>
        <p:nvSpPr>
          <p:cNvPr id="30723" name="Title Placeholder 1"/>
          <p:cNvSpPr>
            <a:spLocks noGrp="1"/>
          </p:cNvSpPr>
          <p:nvPr>
            <p:ph type="title"/>
          </p:nvPr>
        </p:nvSpPr>
        <p:spPr bwMode="auto">
          <a:xfrm>
            <a:off x="358775" y="274638"/>
            <a:ext cx="8461375" cy="8524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endParaRPr lang="en-AU" smtClean="0"/>
          </a:p>
        </p:txBody>
      </p:sp>
      <p:sp>
        <p:nvSpPr>
          <p:cNvPr id="30724" name="Text Placeholder 2"/>
          <p:cNvSpPr>
            <a:spLocks noGrp="1"/>
          </p:cNvSpPr>
          <p:nvPr>
            <p:ph type="body" idx="1"/>
          </p:nvPr>
        </p:nvSpPr>
        <p:spPr bwMode="auto">
          <a:xfrm>
            <a:off x="358775" y="1268413"/>
            <a:ext cx="8461375" cy="4573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smtClean="0"/>
          </a:p>
        </p:txBody>
      </p:sp>
      <p:sp>
        <p:nvSpPr>
          <p:cNvPr id="5" name="Footer Placeholder 4"/>
          <p:cNvSpPr>
            <a:spLocks noGrp="1"/>
          </p:cNvSpPr>
          <p:nvPr>
            <p:ph type="ftr" sz="quarter" idx="3"/>
          </p:nvPr>
        </p:nvSpPr>
        <p:spPr>
          <a:xfrm>
            <a:off x="677863" y="6503988"/>
            <a:ext cx="6083300" cy="123825"/>
          </a:xfrm>
          <a:prstGeom prst="rect">
            <a:avLst/>
          </a:prstGeom>
        </p:spPr>
        <p:txBody>
          <a:bodyPr vert="horz" wrap="square" lIns="0" tIns="0" rIns="0" bIns="0" numCol="1" anchor="ctr" anchorCtr="0" compatLnSpc="1">
            <a:prstTxWarp prst="textNoShape">
              <a:avLst/>
            </a:prstTxWarp>
          </a:bodyPr>
          <a:lstStyle>
            <a:lvl1pPr>
              <a:defRPr sz="900">
                <a:solidFill>
                  <a:srgbClr val="FFFFFF"/>
                </a:solidFill>
                <a:latin typeface="Calibri" pitchFamily="34" charset="0"/>
              </a:defRPr>
            </a:lvl1pPr>
          </a:lstStyle>
          <a:p>
            <a:r>
              <a:rPr lang="en-AU" smtClean="0"/>
              <a:t>OGC - SWE DWG - 2015-09-16</a:t>
            </a:r>
            <a:endParaRPr lang="en-AU"/>
          </a:p>
        </p:txBody>
      </p:sp>
      <p:sp>
        <p:nvSpPr>
          <p:cNvPr id="18" name="Slide Number Placeholder 17"/>
          <p:cNvSpPr>
            <a:spLocks noGrp="1"/>
          </p:cNvSpPr>
          <p:nvPr>
            <p:ph type="sldNum" sz="quarter" idx="4"/>
          </p:nvPr>
        </p:nvSpPr>
        <p:spPr>
          <a:xfrm>
            <a:off x="330200" y="6503988"/>
            <a:ext cx="288925" cy="127000"/>
          </a:xfrm>
          <a:prstGeom prst="rect">
            <a:avLst/>
          </a:prstGeom>
        </p:spPr>
        <p:txBody>
          <a:bodyPr vert="horz" lIns="0" tIns="0" rIns="0" bIns="0" rtlCol="0" anchor="ctr"/>
          <a:lstStyle>
            <a:lvl1pPr algn="r" fontAlgn="auto">
              <a:spcBef>
                <a:spcPts val="0"/>
              </a:spcBef>
              <a:spcAft>
                <a:spcPts val="0"/>
              </a:spcAft>
              <a:defRPr sz="900" smtClean="0">
                <a:solidFill>
                  <a:schemeClr val="bg1"/>
                </a:solidFill>
                <a:latin typeface="+mn-lt"/>
              </a:defRPr>
            </a:lvl1pPr>
          </a:lstStyle>
          <a:p>
            <a:pPr>
              <a:defRPr/>
            </a:pPr>
            <a:fld id="{CF931A3B-F406-4BF3-9CB0-9C1A1E1EA5A9}" type="slidenum">
              <a:rPr lang="en-AU"/>
              <a:pPr>
                <a:defRPr/>
              </a:pPr>
              <a:t>‹#›</a:t>
            </a:fld>
            <a:r>
              <a:rPr lang="en-AU" dirty="0"/>
              <a:t>  |</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38" name="Rectangle 7"/>
          <p:cNvSpPr>
            <a:spLocks noChangeArrowheads="1"/>
          </p:cNvSpPr>
          <p:nvPr/>
        </p:nvSpPr>
        <p:spPr bwMode="auto">
          <a:xfrm>
            <a:off x="12700" y="3636963"/>
            <a:ext cx="9142413" cy="49053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
        <p:nvSpPr>
          <p:cNvPr id="44" name="Rectangle 84"/>
          <p:cNvSpPr>
            <a:spLocks noChangeArrowheads="1"/>
          </p:cNvSpPr>
          <p:nvPr/>
        </p:nvSpPr>
        <p:spPr bwMode="auto">
          <a:xfrm>
            <a:off x="1588" y="3625850"/>
            <a:ext cx="9167812" cy="5445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Tree>
  </p:cSld>
  <p:clrMap bg1="lt1" tx1="dk1" bg2="lt2" tx2="dk2" accent1="accent1" accent2="accent2" accent3="accent3" accent4="accent4" accent5="accent5" accent6="accent6" hlink="hlink" folHlink="folHlink"/>
  <p:sldLayoutIdLst>
    <p:sldLayoutId id="2147483657" r:id="rId1"/>
    <p:sldLayoutId id="2147483664" r:id="rId2"/>
    <p:sldLayoutId id="2147483665" r:id="rId3"/>
    <p:sldLayoutId id="2147483666" r:id="rId4"/>
    <p:sldLayoutId id="2147483667" r:id="rId5"/>
    <p:sldLayoutId id="2147483668" r:id="rId6"/>
    <p:sldLayoutId id="2147483669" r:id="rId7"/>
    <p:sldLayoutId id="2147483670" r:id="rId8"/>
    <p:sldLayoutId id="2147483701" r:id="rId9"/>
    <p:sldLayoutId id="2147483716" r:id="rId10"/>
  </p:sldLayoutIdLst>
  <p:transition xmlns:p14="http://schemas.microsoft.com/office/powerpoint/2010/main">
    <p:fade/>
  </p:transition>
  <p:timing>
    <p:tnLst>
      <p:par>
        <p:cTn xmlns:p14="http://schemas.microsoft.com/office/powerpoint/2010/main" id="1" dur="indefinite" restart="never" nodeType="tmRoot"/>
      </p:par>
    </p:tnLst>
  </p:timing>
  <p:hf sldNum="0" hdr="0" dt="0"/>
  <p:txStyles>
    <p:titleStyle>
      <a:lvl1pPr algn="l" rtl="0" eaLnBrk="1" fontAlgn="base" hangingPunct="1">
        <a:spcBef>
          <a:spcPct val="0"/>
        </a:spcBef>
        <a:spcAft>
          <a:spcPct val="0"/>
        </a:spcAft>
        <a:defRPr sz="3600" b="1" kern="1200">
          <a:solidFill>
            <a:schemeClr val="accent2"/>
          </a:solidFill>
          <a:latin typeface="+mj-lt"/>
          <a:ea typeface="+mj-ea"/>
          <a:cs typeface="+mj-cs"/>
        </a:defRPr>
      </a:lvl1pPr>
      <a:lvl2pPr algn="l" rtl="0" eaLnBrk="1" fontAlgn="base" hangingPunct="1">
        <a:spcBef>
          <a:spcPct val="0"/>
        </a:spcBef>
        <a:spcAft>
          <a:spcPct val="0"/>
        </a:spcAft>
        <a:defRPr sz="3600" b="1">
          <a:solidFill>
            <a:schemeClr val="accent2"/>
          </a:solidFill>
          <a:latin typeface="Calibri" pitchFamily="34" charset="0"/>
        </a:defRPr>
      </a:lvl2pPr>
      <a:lvl3pPr algn="l" rtl="0" eaLnBrk="1" fontAlgn="base" hangingPunct="1">
        <a:spcBef>
          <a:spcPct val="0"/>
        </a:spcBef>
        <a:spcAft>
          <a:spcPct val="0"/>
        </a:spcAft>
        <a:defRPr sz="3600" b="1">
          <a:solidFill>
            <a:schemeClr val="accent2"/>
          </a:solidFill>
          <a:latin typeface="Calibri" pitchFamily="34" charset="0"/>
        </a:defRPr>
      </a:lvl3pPr>
      <a:lvl4pPr algn="l" rtl="0" eaLnBrk="1" fontAlgn="base" hangingPunct="1">
        <a:spcBef>
          <a:spcPct val="0"/>
        </a:spcBef>
        <a:spcAft>
          <a:spcPct val="0"/>
        </a:spcAft>
        <a:defRPr sz="3600" b="1">
          <a:solidFill>
            <a:schemeClr val="accent2"/>
          </a:solidFill>
          <a:latin typeface="Calibri" pitchFamily="34" charset="0"/>
        </a:defRPr>
      </a:lvl4pPr>
      <a:lvl5pPr algn="l" rtl="0" eaLnBrk="1" fontAlgn="base" hangingPunct="1">
        <a:spcBef>
          <a:spcPct val="0"/>
        </a:spcBef>
        <a:spcAft>
          <a:spcPct val="0"/>
        </a:spcAft>
        <a:defRPr sz="3600" b="1">
          <a:solidFill>
            <a:schemeClr val="accent2"/>
          </a:solidFill>
          <a:latin typeface="Calibri" pitchFamily="34" charset="0"/>
        </a:defRPr>
      </a:lvl5pPr>
      <a:lvl6pPr marL="457200" algn="l" rtl="0" eaLnBrk="1" fontAlgn="base" hangingPunct="1">
        <a:spcBef>
          <a:spcPct val="0"/>
        </a:spcBef>
        <a:spcAft>
          <a:spcPct val="0"/>
        </a:spcAft>
        <a:defRPr sz="3600" b="1">
          <a:solidFill>
            <a:schemeClr val="accent2"/>
          </a:solidFill>
          <a:latin typeface="Calibri" pitchFamily="34" charset="0"/>
        </a:defRPr>
      </a:lvl6pPr>
      <a:lvl7pPr marL="914400" algn="l" rtl="0" eaLnBrk="1" fontAlgn="base" hangingPunct="1">
        <a:spcBef>
          <a:spcPct val="0"/>
        </a:spcBef>
        <a:spcAft>
          <a:spcPct val="0"/>
        </a:spcAft>
        <a:defRPr sz="3600" b="1">
          <a:solidFill>
            <a:schemeClr val="accent2"/>
          </a:solidFill>
          <a:latin typeface="Calibri" pitchFamily="34" charset="0"/>
        </a:defRPr>
      </a:lvl7pPr>
      <a:lvl8pPr marL="1371600" algn="l" rtl="0" eaLnBrk="1" fontAlgn="base" hangingPunct="1">
        <a:spcBef>
          <a:spcPct val="0"/>
        </a:spcBef>
        <a:spcAft>
          <a:spcPct val="0"/>
        </a:spcAft>
        <a:defRPr sz="3600" b="1">
          <a:solidFill>
            <a:schemeClr val="accent2"/>
          </a:solidFill>
          <a:latin typeface="Calibri" pitchFamily="34" charset="0"/>
        </a:defRPr>
      </a:lvl8pPr>
      <a:lvl9pPr marL="1828800" algn="l" rtl="0" eaLnBrk="1" fontAlgn="base" hangingPunct="1">
        <a:spcBef>
          <a:spcPct val="0"/>
        </a:spcBef>
        <a:spcAft>
          <a:spcPct val="0"/>
        </a:spcAft>
        <a:defRPr sz="3600" b="1">
          <a:solidFill>
            <a:schemeClr val="accent2"/>
          </a:solidFill>
          <a:latin typeface="Calibri" pitchFamily="34" charset="0"/>
        </a:defRPr>
      </a:lvl9pPr>
    </p:titleStyle>
    <p:bodyStyle>
      <a:lvl1pPr marL="215900" indent="-215900" algn="l" rtl="0" eaLnBrk="1" fontAlgn="base" hangingPunct="1">
        <a:lnSpc>
          <a:spcPct val="90000"/>
        </a:lnSpc>
        <a:spcBef>
          <a:spcPts val="600"/>
        </a:spcBef>
        <a:spcAft>
          <a:spcPct val="0"/>
        </a:spcAft>
        <a:buFont typeface="Arial" charset="0"/>
        <a:buChar char="•"/>
        <a:defRPr sz="2400" kern="1200">
          <a:solidFill>
            <a:schemeClr val="tx1"/>
          </a:solidFill>
          <a:latin typeface="+mn-lt"/>
          <a:ea typeface="+mn-ea"/>
          <a:cs typeface="+mn-cs"/>
        </a:defRPr>
      </a:lvl1pPr>
      <a:lvl2pPr marL="431800" indent="-215900" algn="l" rtl="0" eaLnBrk="1" fontAlgn="base" hangingPunct="1">
        <a:lnSpc>
          <a:spcPct val="90000"/>
        </a:lnSpc>
        <a:spcBef>
          <a:spcPts val="600"/>
        </a:spcBef>
        <a:spcAft>
          <a:spcPct val="0"/>
        </a:spcAft>
        <a:buFont typeface="Calibri" pitchFamily="34" charset="0"/>
        <a:buChar char="•"/>
        <a:defRPr sz="2000" kern="1200">
          <a:solidFill>
            <a:schemeClr val="tx1"/>
          </a:solidFill>
          <a:latin typeface="+mn-lt"/>
          <a:ea typeface="+mn-ea"/>
          <a:cs typeface="+mn-cs"/>
        </a:defRPr>
      </a:lvl2pPr>
      <a:lvl3pPr marL="647700" indent="-215900" algn="l" rtl="0" eaLnBrk="1" fontAlgn="base" hangingPunct="1">
        <a:lnSpc>
          <a:spcPct val="90000"/>
        </a:lnSpc>
        <a:spcBef>
          <a:spcPts val="600"/>
        </a:spcBef>
        <a:spcAft>
          <a:spcPct val="0"/>
        </a:spcAft>
        <a:buFont typeface="Calibri" pitchFamily="34" charset="0"/>
        <a:buChar char="–"/>
        <a:defRPr sz="2000" kern="1200">
          <a:solidFill>
            <a:schemeClr val="tx1"/>
          </a:solidFill>
          <a:latin typeface="+mn-lt"/>
          <a:ea typeface="+mn-ea"/>
          <a:cs typeface="+mn-cs"/>
        </a:defRPr>
      </a:lvl3pPr>
      <a:lvl4pPr marL="863600" indent="-215900" algn="l" rtl="0" eaLnBrk="1" fontAlgn="base" hangingPunct="1">
        <a:lnSpc>
          <a:spcPct val="90000"/>
        </a:lnSpc>
        <a:spcBef>
          <a:spcPts val="600"/>
        </a:spcBef>
        <a:spcAft>
          <a:spcPct val="0"/>
        </a:spcAft>
        <a:buFont typeface="Calibri" pitchFamily="34" charset="0"/>
        <a:buChar char="–"/>
        <a:defRPr sz="2000" kern="1200">
          <a:solidFill>
            <a:schemeClr val="tx1"/>
          </a:solidFill>
          <a:latin typeface="+mn-lt"/>
          <a:ea typeface="+mn-ea"/>
          <a:cs typeface="+mn-cs"/>
        </a:defRPr>
      </a:lvl4pPr>
      <a:lvl5pPr marL="1079500" indent="-215900" algn="l" rtl="0" eaLnBrk="1" fontAlgn="base" hangingPunct="1">
        <a:lnSpc>
          <a:spcPct val="90000"/>
        </a:lnSpc>
        <a:spcBef>
          <a:spcPts val="600"/>
        </a:spcBef>
        <a:spcAft>
          <a:spcPct val="0"/>
        </a:spcAft>
        <a:buFont typeface="Calibri" pitchFamily="34" charset="0"/>
        <a:buChar char="•"/>
        <a:defRPr kern="1200">
          <a:solidFill>
            <a:schemeClr val="accent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79893" name="Group 21"/>
          <p:cNvGrpSpPr>
            <a:grpSpLocks/>
          </p:cNvGrpSpPr>
          <p:nvPr/>
        </p:nvGrpSpPr>
        <p:grpSpPr bwMode="auto">
          <a:xfrm>
            <a:off x="-71438" y="6051550"/>
            <a:ext cx="9317038" cy="858838"/>
            <a:chOff x="-45" y="3812"/>
            <a:chExt cx="5869" cy="541"/>
          </a:xfrm>
        </p:grpSpPr>
        <p:sp>
          <p:nvSpPr>
            <p:cNvPr id="3" name="AutoShape 4"/>
            <p:cNvSpPr>
              <a:spLocks noChangeAspect="1" noChangeArrowheads="1" noTextEdit="1"/>
            </p:cNvSpPr>
            <p:nvPr/>
          </p:nvSpPr>
          <p:spPr bwMode="auto">
            <a:xfrm>
              <a:off x="-5" y="3815"/>
              <a:ext cx="5771" cy="505"/>
            </a:xfrm>
            <a:prstGeom prst="rect">
              <a:avLst/>
            </a:prstGeom>
            <a:noFill/>
            <a:ln>
              <a:noFill/>
            </a:ln>
            <a:extLst/>
          </p:spPr>
          <p:txBody>
            <a:bodyPr/>
            <a:lstStyle/>
            <a:p>
              <a:pPr defTabSz="457200">
                <a:defRPr/>
              </a:pPr>
              <a:endParaRPr lang="en-AU"/>
            </a:p>
          </p:txBody>
        </p:sp>
        <p:sp>
          <p:nvSpPr>
            <p:cNvPr id="4" name="Rectangle 6"/>
            <p:cNvSpPr>
              <a:spLocks noChangeArrowheads="1"/>
            </p:cNvSpPr>
            <p:nvPr/>
          </p:nvSpPr>
          <p:spPr bwMode="auto">
            <a:xfrm>
              <a:off x="1" y="4011"/>
              <a:ext cx="5759" cy="309"/>
            </a:xfrm>
            <a:prstGeom prst="rect">
              <a:avLst/>
            </a:prstGeom>
            <a:solidFill>
              <a:schemeClr val="accent2"/>
            </a:solidFill>
            <a:ln>
              <a:noFill/>
            </a:ln>
            <a:extLst/>
          </p:spPr>
          <p:txBody>
            <a:bodyPr/>
            <a:lstStyle/>
            <a:p>
              <a:pPr defTabSz="457200">
                <a:defRPr/>
              </a:pPr>
              <a:endParaRPr lang="en-AU"/>
            </a:p>
          </p:txBody>
        </p:sp>
        <p:sp>
          <p:nvSpPr>
            <p:cNvPr id="6" name="Rectangle 7"/>
            <p:cNvSpPr>
              <a:spLocks noChangeArrowheads="1"/>
            </p:cNvSpPr>
            <p:nvPr/>
          </p:nvSpPr>
          <p:spPr bwMode="auto">
            <a:xfrm>
              <a:off x="1" y="4011"/>
              <a:ext cx="5759" cy="309"/>
            </a:xfrm>
            <a:prstGeom prst="rect">
              <a:avLst/>
            </a:prstGeom>
            <a:noFill/>
            <a:ln>
              <a:noFill/>
            </a:ln>
            <a:extLst/>
          </p:spPr>
          <p:txBody>
            <a:bodyPr/>
            <a:lstStyle/>
            <a:p>
              <a:pPr defTabSz="457200">
                <a:defRPr/>
              </a:pPr>
              <a:endParaRPr lang="en-AU"/>
            </a:p>
          </p:txBody>
        </p:sp>
        <p:sp>
          <p:nvSpPr>
            <p:cNvPr id="7" name="Freeform 8"/>
            <p:cNvSpPr>
              <a:spLocks noEditPoints="1"/>
            </p:cNvSpPr>
            <p:nvPr/>
          </p:nvSpPr>
          <p:spPr bwMode="auto">
            <a:xfrm>
              <a:off x="1" y="3821"/>
              <a:ext cx="5759" cy="435"/>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rgbClr val="BFBFBF"/>
            </a:solidFill>
            <a:ln>
              <a:noFill/>
            </a:ln>
            <a:extLst/>
          </p:spPr>
          <p:txBody>
            <a:bodyPr/>
            <a:lstStyle/>
            <a:p>
              <a:pPr defTabSz="457200">
                <a:defRPr/>
              </a:pPr>
              <a:endParaRPr lang="en-AU"/>
            </a:p>
          </p:txBody>
        </p:sp>
        <p:sp>
          <p:nvSpPr>
            <p:cNvPr id="8" name="Freeform 9"/>
            <p:cNvSpPr>
              <a:spLocks noEditPoints="1"/>
            </p:cNvSpPr>
            <p:nvPr/>
          </p:nvSpPr>
          <p:spPr bwMode="auto">
            <a:xfrm>
              <a:off x="1" y="4011"/>
              <a:ext cx="5759" cy="245"/>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p>
          </p:txBody>
        </p:sp>
        <p:sp>
          <p:nvSpPr>
            <p:cNvPr id="9" name="Freeform 10"/>
            <p:cNvSpPr>
              <a:spLocks/>
            </p:cNvSpPr>
            <p:nvPr/>
          </p:nvSpPr>
          <p:spPr bwMode="auto">
            <a:xfrm>
              <a:off x="1" y="3849"/>
              <a:ext cx="4971" cy="188"/>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p>
          </p:txBody>
        </p:sp>
        <p:sp>
          <p:nvSpPr>
            <p:cNvPr id="10" name="Freeform 11"/>
            <p:cNvSpPr>
              <a:spLocks/>
            </p:cNvSpPr>
            <p:nvPr/>
          </p:nvSpPr>
          <p:spPr bwMode="auto">
            <a:xfrm>
              <a:off x="4972" y="3849"/>
              <a:ext cx="788" cy="379"/>
            </a:xfrm>
            <a:custGeom>
              <a:avLst/>
              <a:gdLst>
                <a:gd name="T0" fmla="*/ 1050925 w 394"/>
                <a:gd name="T1" fmla="*/ 0 h 189"/>
                <a:gd name="T2" fmla="*/ 0 w 394"/>
                <a:gd name="T3" fmla="*/ 257855 h 189"/>
                <a:gd name="T4" fmla="*/ 1038225 w 394"/>
                <a:gd name="T5" fmla="*/ 601662 h 189"/>
                <a:gd name="T6" fmla="*/ 1250950 w 394"/>
                <a:gd name="T7" fmla="*/ 601662 h 189"/>
                <a:gd name="T8" fmla="*/ 1250950 w 394"/>
                <a:gd name="T9" fmla="*/ 0 h 189"/>
                <a:gd name="T10" fmla="*/ 1050925 w 394"/>
                <a:gd name="T11" fmla="*/ 0 h 189"/>
                <a:gd name="T12" fmla="*/ 0 60000 65536"/>
                <a:gd name="T13" fmla="*/ 0 60000 65536"/>
                <a:gd name="T14" fmla="*/ 0 60000 65536"/>
                <a:gd name="T15" fmla="*/ 0 60000 65536"/>
                <a:gd name="T16" fmla="*/ 0 60000 65536"/>
                <a:gd name="T17" fmla="*/ 0 60000 65536"/>
                <a:gd name="T18" fmla="*/ 0 w 394"/>
                <a:gd name="T19" fmla="*/ 0 h 189"/>
                <a:gd name="T20" fmla="*/ 394 w 39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rgbClr val="F7F7F7"/>
            </a:solidFill>
            <a:ln w="9525">
              <a:noFill/>
              <a:round/>
              <a:headEnd/>
              <a:tailEnd/>
            </a:ln>
          </p:spPr>
          <p:txBody>
            <a:bodyPr/>
            <a:lstStyle/>
            <a:p>
              <a:endParaRPr lang="en-AU"/>
            </a:p>
          </p:txBody>
        </p:sp>
        <p:sp>
          <p:nvSpPr>
            <p:cNvPr id="1105" name="AutoShape 81"/>
            <p:cNvSpPr>
              <a:spLocks noChangeAspect="1" noChangeArrowheads="1" noTextEdit="1"/>
            </p:cNvSpPr>
            <p:nvPr/>
          </p:nvSpPr>
          <p:spPr bwMode="auto">
            <a:xfrm>
              <a:off x="-6" y="3812"/>
              <a:ext cx="5776" cy="535"/>
            </a:xfrm>
            <a:prstGeom prst="rect">
              <a:avLst/>
            </a:prstGeom>
            <a:noFill/>
            <a:ln w="9525">
              <a:noFill/>
              <a:miter lim="800000"/>
              <a:headEnd/>
              <a:tailEnd/>
            </a:ln>
          </p:spPr>
          <p:txBody>
            <a:bodyPr/>
            <a:lstStyle/>
            <a:p>
              <a:pPr defTabSz="457200">
                <a:defRPr/>
              </a:pPr>
              <a:endParaRPr lang="en-US"/>
            </a:p>
          </p:txBody>
        </p:sp>
        <p:sp>
          <p:nvSpPr>
            <p:cNvPr id="1108" name="Rectangle 84"/>
            <p:cNvSpPr>
              <a:spLocks noChangeArrowheads="1"/>
            </p:cNvSpPr>
            <p:nvPr/>
          </p:nvSpPr>
          <p:spPr bwMode="auto">
            <a:xfrm>
              <a:off x="-6" y="4004"/>
              <a:ext cx="5775" cy="343"/>
            </a:xfrm>
            <a:prstGeom prst="rect">
              <a:avLst/>
            </a:prstGeom>
            <a:noFill/>
            <a:ln w="9525">
              <a:noFill/>
              <a:miter lim="800000"/>
              <a:headEnd/>
              <a:tailEnd/>
            </a:ln>
          </p:spPr>
          <p:txBody>
            <a:bodyPr/>
            <a:lstStyle/>
            <a:p>
              <a:pPr defTabSz="457200">
                <a:defRPr/>
              </a:pPr>
              <a:endParaRPr lang="en-US"/>
            </a:p>
          </p:txBody>
        </p:sp>
        <p:pic>
          <p:nvPicPr>
            <p:cNvPr id="79903" name="Picture 78"/>
            <p:cNvPicPr>
              <a:picLocks noChangeAspect="1" noChangeArrowheads="1"/>
            </p:cNvPicPr>
            <p:nvPr/>
          </p:nvPicPr>
          <p:blipFill>
            <a:blip r:embed="rId13" cstate="print"/>
            <a:srcRect/>
            <a:stretch>
              <a:fillRect/>
            </a:stretch>
          </p:blipFill>
          <p:spPr bwMode="auto">
            <a:xfrm>
              <a:off x="5329" y="3900"/>
              <a:ext cx="286" cy="286"/>
            </a:xfrm>
            <a:prstGeom prst="rect">
              <a:avLst/>
            </a:prstGeom>
            <a:noFill/>
            <a:ln w="9525">
              <a:noFill/>
              <a:miter lim="800000"/>
              <a:headEnd/>
              <a:tailEnd/>
            </a:ln>
          </p:spPr>
        </p:pic>
        <p:sp>
          <p:nvSpPr>
            <p:cNvPr id="1070" name="Rectangle 46"/>
            <p:cNvSpPr>
              <a:spLocks noChangeArrowheads="1"/>
            </p:cNvSpPr>
            <p:nvPr/>
          </p:nvSpPr>
          <p:spPr bwMode="auto">
            <a:xfrm>
              <a:off x="-45" y="4010"/>
              <a:ext cx="5869" cy="343"/>
            </a:xfrm>
            <a:prstGeom prst="rect">
              <a:avLst/>
            </a:prstGeom>
            <a:noFill/>
            <a:ln w="9525">
              <a:noFill/>
              <a:miter lim="800000"/>
              <a:headEnd/>
              <a:tailEnd/>
            </a:ln>
          </p:spPr>
          <p:txBody>
            <a:bodyPr/>
            <a:lstStyle/>
            <a:p>
              <a:pPr defTabSz="457200">
                <a:defRPr/>
              </a:pPr>
              <a:endParaRPr lang="en-US"/>
            </a:p>
          </p:txBody>
        </p:sp>
      </p:grpSp>
      <p:sp>
        <p:nvSpPr>
          <p:cNvPr id="79885" name="Title Placeholder 1"/>
          <p:cNvSpPr>
            <a:spLocks noGrp="1"/>
          </p:cNvSpPr>
          <p:nvPr>
            <p:ph type="title"/>
          </p:nvPr>
        </p:nvSpPr>
        <p:spPr bwMode="auto">
          <a:xfrm>
            <a:off x="358775" y="274638"/>
            <a:ext cx="8461375" cy="8524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title style</a:t>
            </a:r>
          </a:p>
        </p:txBody>
      </p:sp>
      <p:sp>
        <p:nvSpPr>
          <p:cNvPr id="79886" name="Text Placeholder 2"/>
          <p:cNvSpPr>
            <a:spLocks noGrp="1"/>
          </p:cNvSpPr>
          <p:nvPr>
            <p:ph type="body" idx="1"/>
          </p:nvPr>
        </p:nvSpPr>
        <p:spPr bwMode="auto">
          <a:xfrm>
            <a:off x="358775" y="1268413"/>
            <a:ext cx="8461375" cy="4573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5" name="Footer Placeholder 4"/>
          <p:cNvSpPr>
            <a:spLocks noGrp="1"/>
          </p:cNvSpPr>
          <p:nvPr>
            <p:ph type="ftr" sz="quarter" idx="3"/>
          </p:nvPr>
        </p:nvSpPr>
        <p:spPr>
          <a:xfrm>
            <a:off x="677863" y="6503988"/>
            <a:ext cx="6083300" cy="123825"/>
          </a:xfrm>
          <a:prstGeom prst="rect">
            <a:avLst/>
          </a:prstGeom>
        </p:spPr>
        <p:txBody>
          <a:bodyPr vert="horz" wrap="square" lIns="0" tIns="0" rIns="0" bIns="0" numCol="1" anchor="ctr" anchorCtr="0" compatLnSpc="1">
            <a:prstTxWarp prst="textNoShape">
              <a:avLst/>
            </a:prstTxWarp>
          </a:bodyPr>
          <a:lstStyle>
            <a:lvl1pPr>
              <a:defRPr sz="900">
                <a:solidFill>
                  <a:srgbClr val="FFFFFF"/>
                </a:solidFill>
                <a:latin typeface="+mn-lt"/>
              </a:defRPr>
            </a:lvl1pPr>
          </a:lstStyle>
          <a:p>
            <a:r>
              <a:rPr lang="en-AU" smtClean="0"/>
              <a:t>OGC - SWE DWG - 2015-09-16</a:t>
            </a:r>
            <a:endParaRPr lang="en-AU"/>
          </a:p>
        </p:txBody>
      </p:sp>
      <p:sp>
        <p:nvSpPr>
          <p:cNvPr id="18" name="Slide Number Placeholder 17"/>
          <p:cNvSpPr>
            <a:spLocks noGrp="1"/>
          </p:cNvSpPr>
          <p:nvPr>
            <p:ph type="sldNum" sz="quarter" idx="4"/>
          </p:nvPr>
        </p:nvSpPr>
        <p:spPr>
          <a:xfrm>
            <a:off x="330200" y="6503988"/>
            <a:ext cx="288925" cy="127000"/>
          </a:xfrm>
          <a:prstGeom prst="rect">
            <a:avLst/>
          </a:prstGeom>
        </p:spPr>
        <p:txBody>
          <a:bodyPr vert="horz" lIns="0" tIns="0" rIns="0" bIns="0" rtlCol="0" anchor="ctr"/>
          <a:lstStyle>
            <a:lvl1pPr algn="r" fontAlgn="auto">
              <a:spcBef>
                <a:spcPts val="0"/>
              </a:spcBef>
              <a:spcAft>
                <a:spcPts val="0"/>
              </a:spcAft>
              <a:defRPr sz="900" smtClean="0">
                <a:solidFill>
                  <a:schemeClr val="bg1"/>
                </a:solidFill>
                <a:latin typeface="+mn-lt"/>
              </a:defRPr>
            </a:lvl1pPr>
          </a:lstStyle>
          <a:p>
            <a:pPr>
              <a:defRPr/>
            </a:pPr>
            <a:fld id="{660D17EE-D26E-4E7E-88ED-5FDED297F975}" type="slidenum">
              <a:rPr lang="en-AU"/>
              <a:pPr>
                <a:defRPr/>
              </a:pPr>
              <a:t>‹#›</a:t>
            </a:fld>
            <a:r>
              <a:rPr lang="en-AU" dirty="0"/>
              <a:t>  |</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38" name="Rectangle 7"/>
          <p:cNvSpPr>
            <a:spLocks noChangeArrowheads="1"/>
          </p:cNvSpPr>
          <p:nvPr/>
        </p:nvSpPr>
        <p:spPr bwMode="auto">
          <a:xfrm>
            <a:off x="12700" y="3636963"/>
            <a:ext cx="9142413" cy="49053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
        <p:nvSpPr>
          <p:cNvPr id="44" name="Rectangle 84"/>
          <p:cNvSpPr>
            <a:spLocks noChangeArrowheads="1"/>
          </p:cNvSpPr>
          <p:nvPr/>
        </p:nvSpPr>
        <p:spPr bwMode="auto">
          <a:xfrm>
            <a:off x="1588" y="3625850"/>
            <a:ext cx="9167812" cy="5445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Tree>
  </p:cSld>
  <p:clrMap bg1="lt1" tx1="dk1" bg2="lt2" tx2="dk2" accent1="accent1" accent2="accent2" accent3="accent3" accent4="accent4" accent5="accent5" accent6="accent6" hlink="hlink" folHlink="folHlink"/>
  <p:sldLayoutIdLst>
    <p:sldLayoutId id="2147483659"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ransition xmlns:p14="http://schemas.microsoft.com/office/powerpoint/2010/main">
    <p:fade/>
  </p:transition>
  <p:timing>
    <p:tnLst>
      <p:par>
        <p:cTn xmlns:p14="http://schemas.microsoft.com/office/powerpoint/2010/main" id="1" dur="indefinite" restart="never" nodeType="tmRoot"/>
      </p:par>
    </p:tnLst>
  </p:timing>
  <p:hf sldNum="0" hdr="0" dt="0"/>
  <p:txStyles>
    <p:titleStyle>
      <a:lvl1pPr algn="l" rtl="0" fontAlgn="base">
        <a:spcBef>
          <a:spcPct val="0"/>
        </a:spcBef>
        <a:spcAft>
          <a:spcPct val="0"/>
        </a:spcAft>
        <a:defRPr sz="3600" b="1">
          <a:solidFill>
            <a:schemeClr val="accent2"/>
          </a:solidFill>
          <a:latin typeface="+mj-lt"/>
          <a:ea typeface="+mj-ea"/>
          <a:cs typeface="+mj-cs"/>
        </a:defRPr>
      </a:lvl1pPr>
      <a:lvl2pPr algn="l" rtl="0" fontAlgn="base">
        <a:spcBef>
          <a:spcPct val="0"/>
        </a:spcBef>
        <a:spcAft>
          <a:spcPct val="0"/>
        </a:spcAft>
        <a:defRPr sz="3600" b="1">
          <a:solidFill>
            <a:schemeClr val="accent2"/>
          </a:solidFill>
          <a:latin typeface="Calibri" pitchFamily="34" charset="0"/>
        </a:defRPr>
      </a:lvl2pPr>
      <a:lvl3pPr algn="l" rtl="0" fontAlgn="base">
        <a:spcBef>
          <a:spcPct val="0"/>
        </a:spcBef>
        <a:spcAft>
          <a:spcPct val="0"/>
        </a:spcAft>
        <a:defRPr sz="3600" b="1">
          <a:solidFill>
            <a:schemeClr val="accent2"/>
          </a:solidFill>
          <a:latin typeface="Calibri" pitchFamily="34" charset="0"/>
        </a:defRPr>
      </a:lvl3pPr>
      <a:lvl4pPr algn="l" rtl="0" fontAlgn="base">
        <a:spcBef>
          <a:spcPct val="0"/>
        </a:spcBef>
        <a:spcAft>
          <a:spcPct val="0"/>
        </a:spcAft>
        <a:defRPr sz="3600" b="1">
          <a:solidFill>
            <a:schemeClr val="accent2"/>
          </a:solidFill>
          <a:latin typeface="Calibri" pitchFamily="34" charset="0"/>
        </a:defRPr>
      </a:lvl4pPr>
      <a:lvl5pPr algn="l" rtl="0" fontAlgn="base">
        <a:spcBef>
          <a:spcPct val="0"/>
        </a:spcBef>
        <a:spcAft>
          <a:spcPct val="0"/>
        </a:spcAft>
        <a:defRPr sz="3600" b="1">
          <a:solidFill>
            <a:schemeClr val="accent2"/>
          </a:solidFill>
          <a:latin typeface="Calibri" pitchFamily="34" charset="0"/>
        </a:defRPr>
      </a:lvl5pPr>
      <a:lvl6pPr marL="457200" algn="l" rtl="0" fontAlgn="base">
        <a:spcBef>
          <a:spcPct val="0"/>
        </a:spcBef>
        <a:spcAft>
          <a:spcPct val="0"/>
        </a:spcAft>
        <a:defRPr sz="3600" b="1">
          <a:solidFill>
            <a:schemeClr val="accent2"/>
          </a:solidFill>
          <a:latin typeface="Calibri" pitchFamily="34" charset="0"/>
        </a:defRPr>
      </a:lvl6pPr>
      <a:lvl7pPr marL="914400" algn="l" rtl="0" fontAlgn="base">
        <a:spcBef>
          <a:spcPct val="0"/>
        </a:spcBef>
        <a:spcAft>
          <a:spcPct val="0"/>
        </a:spcAft>
        <a:defRPr sz="3600" b="1">
          <a:solidFill>
            <a:schemeClr val="accent2"/>
          </a:solidFill>
          <a:latin typeface="Calibri" pitchFamily="34" charset="0"/>
        </a:defRPr>
      </a:lvl7pPr>
      <a:lvl8pPr marL="1371600" algn="l" rtl="0" fontAlgn="base">
        <a:spcBef>
          <a:spcPct val="0"/>
        </a:spcBef>
        <a:spcAft>
          <a:spcPct val="0"/>
        </a:spcAft>
        <a:defRPr sz="3600" b="1">
          <a:solidFill>
            <a:schemeClr val="accent2"/>
          </a:solidFill>
          <a:latin typeface="Calibri" pitchFamily="34" charset="0"/>
        </a:defRPr>
      </a:lvl8pPr>
      <a:lvl9pPr marL="1828800" algn="l" rtl="0" fontAlgn="base">
        <a:spcBef>
          <a:spcPct val="0"/>
        </a:spcBef>
        <a:spcAft>
          <a:spcPct val="0"/>
        </a:spcAft>
        <a:defRPr sz="3600" b="1">
          <a:solidFill>
            <a:schemeClr val="accent2"/>
          </a:solidFill>
          <a:latin typeface="Calibri" pitchFamily="34" charset="0"/>
        </a:defRPr>
      </a:lvl9pPr>
    </p:titleStyle>
    <p:bodyStyle>
      <a:lvl1pPr marL="215900" indent="-215900" algn="l" rtl="0" fontAlgn="base">
        <a:lnSpc>
          <a:spcPct val="90000"/>
        </a:lnSpc>
        <a:spcBef>
          <a:spcPts val="600"/>
        </a:spcBef>
        <a:spcAft>
          <a:spcPct val="0"/>
        </a:spcAft>
        <a:buFont typeface="Arial" charset="0"/>
        <a:buChar char="•"/>
        <a:defRPr sz="2400">
          <a:solidFill>
            <a:schemeClr val="tx1"/>
          </a:solidFill>
          <a:latin typeface="+mn-lt"/>
          <a:ea typeface="+mn-ea"/>
          <a:cs typeface="+mn-cs"/>
        </a:defRPr>
      </a:lvl1pPr>
      <a:lvl2pPr marL="431800" indent="-215900" algn="l" rtl="0" fontAlgn="base">
        <a:lnSpc>
          <a:spcPct val="90000"/>
        </a:lnSpc>
        <a:spcBef>
          <a:spcPts val="600"/>
        </a:spcBef>
        <a:spcAft>
          <a:spcPct val="0"/>
        </a:spcAft>
        <a:buFont typeface="Calibri" pitchFamily="34" charset="0"/>
        <a:buChar char="•"/>
        <a:defRPr sz="2000">
          <a:solidFill>
            <a:schemeClr val="tx1"/>
          </a:solidFill>
          <a:latin typeface="+mn-lt"/>
        </a:defRPr>
      </a:lvl2pPr>
      <a:lvl3pPr marL="647700" indent="-215900" algn="l" rtl="0" fontAlgn="base">
        <a:lnSpc>
          <a:spcPct val="90000"/>
        </a:lnSpc>
        <a:spcBef>
          <a:spcPts val="600"/>
        </a:spcBef>
        <a:spcAft>
          <a:spcPct val="0"/>
        </a:spcAft>
        <a:buFont typeface="Calibri" pitchFamily="34" charset="0"/>
        <a:buChar char="–"/>
        <a:defRPr sz="2000">
          <a:solidFill>
            <a:schemeClr val="tx1"/>
          </a:solidFill>
          <a:latin typeface="+mn-lt"/>
        </a:defRPr>
      </a:lvl3pPr>
      <a:lvl4pPr marL="863600" indent="-215900" algn="l" rtl="0" fontAlgn="base">
        <a:lnSpc>
          <a:spcPct val="90000"/>
        </a:lnSpc>
        <a:spcBef>
          <a:spcPts val="600"/>
        </a:spcBef>
        <a:spcAft>
          <a:spcPct val="0"/>
        </a:spcAft>
        <a:buFont typeface="Calibri" pitchFamily="34" charset="0"/>
        <a:buChar char="–"/>
        <a:defRPr sz="2000">
          <a:solidFill>
            <a:schemeClr val="tx1"/>
          </a:solidFill>
          <a:latin typeface="+mn-lt"/>
        </a:defRPr>
      </a:lvl4pPr>
      <a:lvl5pPr marL="1079500" indent="-215900" algn="l" rtl="0" fontAlgn="base">
        <a:lnSpc>
          <a:spcPct val="90000"/>
        </a:lnSpc>
        <a:spcBef>
          <a:spcPts val="600"/>
        </a:spcBef>
        <a:spcAft>
          <a:spcPct val="0"/>
        </a:spcAft>
        <a:buFont typeface="Calibri" pitchFamily="34" charset="0"/>
        <a:buChar char="•"/>
        <a:defRPr>
          <a:solidFill>
            <a:schemeClr val="accent2"/>
          </a:solidFill>
          <a:latin typeface="+mn-lt"/>
        </a:defRPr>
      </a:lvl5pPr>
      <a:lvl6pPr marL="1536700" indent="-215900" algn="l" rtl="0" fontAlgn="base">
        <a:lnSpc>
          <a:spcPct val="90000"/>
        </a:lnSpc>
        <a:spcBef>
          <a:spcPts val="600"/>
        </a:spcBef>
        <a:spcAft>
          <a:spcPct val="0"/>
        </a:spcAft>
        <a:buFont typeface="Calibri" pitchFamily="34" charset="0"/>
        <a:buChar char="•"/>
        <a:defRPr>
          <a:solidFill>
            <a:schemeClr val="accent2"/>
          </a:solidFill>
          <a:latin typeface="+mn-lt"/>
        </a:defRPr>
      </a:lvl6pPr>
      <a:lvl7pPr marL="1993900" indent="-215900" algn="l" rtl="0" fontAlgn="base">
        <a:lnSpc>
          <a:spcPct val="90000"/>
        </a:lnSpc>
        <a:spcBef>
          <a:spcPts val="600"/>
        </a:spcBef>
        <a:spcAft>
          <a:spcPct val="0"/>
        </a:spcAft>
        <a:buFont typeface="Calibri" pitchFamily="34" charset="0"/>
        <a:buChar char="•"/>
        <a:defRPr>
          <a:solidFill>
            <a:schemeClr val="accent2"/>
          </a:solidFill>
          <a:latin typeface="+mn-lt"/>
        </a:defRPr>
      </a:lvl7pPr>
      <a:lvl8pPr marL="2451100" indent="-215900" algn="l" rtl="0" fontAlgn="base">
        <a:lnSpc>
          <a:spcPct val="90000"/>
        </a:lnSpc>
        <a:spcBef>
          <a:spcPts val="600"/>
        </a:spcBef>
        <a:spcAft>
          <a:spcPct val="0"/>
        </a:spcAft>
        <a:buFont typeface="Calibri" pitchFamily="34" charset="0"/>
        <a:buChar char="•"/>
        <a:defRPr>
          <a:solidFill>
            <a:schemeClr val="accent2"/>
          </a:solidFill>
          <a:latin typeface="+mn-lt"/>
        </a:defRPr>
      </a:lvl8pPr>
      <a:lvl9pPr marL="2908300" indent="-215900" algn="l" rtl="0" fontAlgn="base">
        <a:lnSpc>
          <a:spcPct val="90000"/>
        </a:lnSpc>
        <a:spcBef>
          <a:spcPts val="600"/>
        </a:spcBef>
        <a:spcAft>
          <a:spcPct val="0"/>
        </a:spcAft>
        <a:buFont typeface="Calibri" pitchFamily="34" charset="0"/>
        <a:buChar char="•"/>
        <a:defRPr>
          <a:solidFill>
            <a:schemeClr val="accent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1941" name="Group 21"/>
          <p:cNvGrpSpPr>
            <a:grpSpLocks/>
          </p:cNvGrpSpPr>
          <p:nvPr/>
        </p:nvGrpSpPr>
        <p:grpSpPr bwMode="auto">
          <a:xfrm>
            <a:off x="-71438" y="6051550"/>
            <a:ext cx="9317038" cy="858838"/>
            <a:chOff x="-45" y="3812"/>
            <a:chExt cx="5869" cy="541"/>
          </a:xfrm>
        </p:grpSpPr>
        <p:sp>
          <p:nvSpPr>
            <p:cNvPr id="3" name="AutoShape 4"/>
            <p:cNvSpPr>
              <a:spLocks noChangeAspect="1" noChangeArrowheads="1" noTextEdit="1"/>
            </p:cNvSpPr>
            <p:nvPr/>
          </p:nvSpPr>
          <p:spPr bwMode="auto">
            <a:xfrm>
              <a:off x="-5" y="3815"/>
              <a:ext cx="5771" cy="505"/>
            </a:xfrm>
            <a:prstGeom prst="rect">
              <a:avLst/>
            </a:prstGeom>
            <a:noFill/>
            <a:ln>
              <a:noFill/>
            </a:ln>
            <a:extLst/>
          </p:spPr>
          <p:txBody>
            <a:bodyPr/>
            <a:lstStyle/>
            <a:p>
              <a:pPr defTabSz="457200">
                <a:defRPr/>
              </a:pPr>
              <a:endParaRPr lang="en-AU"/>
            </a:p>
          </p:txBody>
        </p:sp>
        <p:sp>
          <p:nvSpPr>
            <p:cNvPr id="4" name="Rectangle 6"/>
            <p:cNvSpPr>
              <a:spLocks noChangeArrowheads="1"/>
            </p:cNvSpPr>
            <p:nvPr/>
          </p:nvSpPr>
          <p:spPr bwMode="auto">
            <a:xfrm>
              <a:off x="1" y="4011"/>
              <a:ext cx="5759" cy="309"/>
            </a:xfrm>
            <a:prstGeom prst="rect">
              <a:avLst/>
            </a:prstGeom>
            <a:solidFill>
              <a:schemeClr val="accent2"/>
            </a:solidFill>
            <a:ln>
              <a:noFill/>
            </a:ln>
            <a:extLst/>
          </p:spPr>
          <p:txBody>
            <a:bodyPr/>
            <a:lstStyle/>
            <a:p>
              <a:pPr defTabSz="457200">
                <a:defRPr/>
              </a:pPr>
              <a:endParaRPr lang="en-AU"/>
            </a:p>
          </p:txBody>
        </p:sp>
        <p:sp>
          <p:nvSpPr>
            <p:cNvPr id="6" name="Rectangle 7"/>
            <p:cNvSpPr>
              <a:spLocks noChangeArrowheads="1"/>
            </p:cNvSpPr>
            <p:nvPr/>
          </p:nvSpPr>
          <p:spPr bwMode="auto">
            <a:xfrm>
              <a:off x="1" y="4011"/>
              <a:ext cx="5759" cy="309"/>
            </a:xfrm>
            <a:prstGeom prst="rect">
              <a:avLst/>
            </a:prstGeom>
            <a:noFill/>
            <a:ln>
              <a:noFill/>
            </a:ln>
            <a:extLst/>
          </p:spPr>
          <p:txBody>
            <a:bodyPr/>
            <a:lstStyle/>
            <a:p>
              <a:pPr defTabSz="457200">
                <a:defRPr/>
              </a:pPr>
              <a:endParaRPr lang="en-AU"/>
            </a:p>
          </p:txBody>
        </p:sp>
        <p:sp>
          <p:nvSpPr>
            <p:cNvPr id="7" name="Freeform 8"/>
            <p:cNvSpPr>
              <a:spLocks noEditPoints="1"/>
            </p:cNvSpPr>
            <p:nvPr/>
          </p:nvSpPr>
          <p:spPr bwMode="auto">
            <a:xfrm>
              <a:off x="1" y="3821"/>
              <a:ext cx="5759" cy="435"/>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rgbClr val="BFBFBF"/>
            </a:solidFill>
            <a:ln>
              <a:noFill/>
            </a:ln>
            <a:extLst/>
          </p:spPr>
          <p:txBody>
            <a:bodyPr/>
            <a:lstStyle/>
            <a:p>
              <a:pPr defTabSz="457200">
                <a:defRPr/>
              </a:pPr>
              <a:endParaRPr lang="en-AU"/>
            </a:p>
          </p:txBody>
        </p:sp>
        <p:sp>
          <p:nvSpPr>
            <p:cNvPr id="8" name="Freeform 9"/>
            <p:cNvSpPr>
              <a:spLocks noEditPoints="1"/>
            </p:cNvSpPr>
            <p:nvPr/>
          </p:nvSpPr>
          <p:spPr bwMode="auto">
            <a:xfrm>
              <a:off x="1" y="4011"/>
              <a:ext cx="5759" cy="245"/>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p>
          </p:txBody>
        </p:sp>
        <p:sp>
          <p:nvSpPr>
            <p:cNvPr id="9" name="Freeform 10"/>
            <p:cNvSpPr>
              <a:spLocks/>
            </p:cNvSpPr>
            <p:nvPr/>
          </p:nvSpPr>
          <p:spPr bwMode="auto">
            <a:xfrm>
              <a:off x="1" y="3849"/>
              <a:ext cx="4971" cy="188"/>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p>
          </p:txBody>
        </p:sp>
        <p:sp>
          <p:nvSpPr>
            <p:cNvPr id="10" name="Freeform 11"/>
            <p:cNvSpPr>
              <a:spLocks/>
            </p:cNvSpPr>
            <p:nvPr/>
          </p:nvSpPr>
          <p:spPr bwMode="auto">
            <a:xfrm>
              <a:off x="4972" y="3849"/>
              <a:ext cx="788" cy="379"/>
            </a:xfrm>
            <a:custGeom>
              <a:avLst/>
              <a:gdLst>
                <a:gd name="T0" fmla="*/ 1050925 w 394"/>
                <a:gd name="T1" fmla="*/ 0 h 189"/>
                <a:gd name="T2" fmla="*/ 0 w 394"/>
                <a:gd name="T3" fmla="*/ 257855 h 189"/>
                <a:gd name="T4" fmla="*/ 1038225 w 394"/>
                <a:gd name="T5" fmla="*/ 601662 h 189"/>
                <a:gd name="T6" fmla="*/ 1250950 w 394"/>
                <a:gd name="T7" fmla="*/ 601662 h 189"/>
                <a:gd name="T8" fmla="*/ 1250950 w 394"/>
                <a:gd name="T9" fmla="*/ 0 h 189"/>
                <a:gd name="T10" fmla="*/ 1050925 w 394"/>
                <a:gd name="T11" fmla="*/ 0 h 189"/>
                <a:gd name="T12" fmla="*/ 0 60000 65536"/>
                <a:gd name="T13" fmla="*/ 0 60000 65536"/>
                <a:gd name="T14" fmla="*/ 0 60000 65536"/>
                <a:gd name="T15" fmla="*/ 0 60000 65536"/>
                <a:gd name="T16" fmla="*/ 0 60000 65536"/>
                <a:gd name="T17" fmla="*/ 0 60000 65536"/>
                <a:gd name="T18" fmla="*/ 0 w 394"/>
                <a:gd name="T19" fmla="*/ 0 h 189"/>
                <a:gd name="T20" fmla="*/ 394 w 39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rgbClr val="F7F7F7"/>
            </a:solidFill>
            <a:ln w="9525">
              <a:noFill/>
              <a:round/>
              <a:headEnd/>
              <a:tailEnd/>
            </a:ln>
          </p:spPr>
          <p:txBody>
            <a:bodyPr/>
            <a:lstStyle/>
            <a:p>
              <a:endParaRPr lang="en-AU"/>
            </a:p>
          </p:txBody>
        </p:sp>
        <p:sp>
          <p:nvSpPr>
            <p:cNvPr id="1105" name="AutoShape 81"/>
            <p:cNvSpPr>
              <a:spLocks noChangeAspect="1" noChangeArrowheads="1" noTextEdit="1"/>
            </p:cNvSpPr>
            <p:nvPr/>
          </p:nvSpPr>
          <p:spPr bwMode="auto">
            <a:xfrm>
              <a:off x="-6" y="3812"/>
              <a:ext cx="5776" cy="535"/>
            </a:xfrm>
            <a:prstGeom prst="rect">
              <a:avLst/>
            </a:prstGeom>
            <a:noFill/>
            <a:ln w="9525">
              <a:noFill/>
              <a:miter lim="800000"/>
              <a:headEnd/>
              <a:tailEnd/>
            </a:ln>
          </p:spPr>
          <p:txBody>
            <a:bodyPr/>
            <a:lstStyle/>
            <a:p>
              <a:pPr defTabSz="457200">
                <a:defRPr/>
              </a:pPr>
              <a:endParaRPr lang="en-US"/>
            </a:p>
          </p:txBody>
        </p:sp>
        <p:sp>
          <p:nvSpPr>
            <p:cNvPr id="1108" name="Rectangle 84"/>
            <p:cNvSpPr>
              <a:spLocks noChangeArrowheads="1"/>
            </p:cNvSpPr>
            <p:nvPr/>
          </p:nvSpPr>
          <p:spPr bwMode="auto">
            <a:xfrm>
              <a:off x="-6" y="4004"/>
              <a:ext cx="5775" cy="343"/>
            </a:xfrm>
            <a:prstGeom prst="rect">
              <a:avLst/>
            </a:prstGeom>
            <a:noFill/>
            <a:ln w="9525">
              <a:noFill/>
              <a:miter lim="800000"/>
              <a:headEnd/>
              <a:tailEnd/>
            </a:ln>
          </p:spPr>
          <p:txBody>
            <a:bodyPr/>
            <a:lstStyle/>
            <a:p>
              <a:pPr defTabSz="457200">
                <a:defRPr/>
              </a:pPr>
              <a:endParaRPr lang="en-US"/>
            </a:p>
          </p:txBody>
        </p:sp>
        <p:pic>
          <p:nvPicPr>
            <p:cNvPr id="81951" name="Picture 78"/>
            <p:cNvPicPr>
              <a:picLocks noChangeAspect="1" noChangeArrowheads="1"/>
            </p:cNvPicPr>
            <p:nvPr/>
          </p:nvPicPr>
          <p:blipFill>
            <a:blip r:embed="rId13" cstate="print"/>
            <a:srcRect/>
            <a:stretch>
              <a:fillRect/>
            </a:stretch>
          </p:blipFill>
          <p:spPr bwMode="auto">
            <a:xfrm>
              <a:off x="5329" y="3900"/>
              <a:ext cx="286" cy="286"/>
            </a:xfrm>
            <a:prstGeom prst="rect">
              <a:avLst/>
            </a:prstGeom>
            <a:noFill/>
            <a:ln w="9525">
              <a:noFill/>
              <a:miter lim="800000"/>
              <a:headEnd/>
              <a:tailEnd/>
            </a:ln>
          </p:spPr>
        </p:pic>
        <p:sp>
          <p:nvSpPr>
            <p:cNvPr id="1070" name="Rectangle 46"/>
            <p:cNvSpPr>
              <a:spLocks noChangeArrowheads="1"/>
            </p:cNvSpPr>
            <p:nvPr/>
          </p:nvSpPr>
          <p:spPr bwMode="auto">
            <a:xfrm>
              <a:off x="-45" y="4010"/>
              <a:ext cx="5869" cy="343"/>
            </a:xfrm>
            <a:prstGeom prst="rect">
              <a:avLst/>
            </a:prstGeom>
            <a:noFill/>
            <a:ln w="9525">
              <a:noFill/>
              <a:miter lim="800000"/>
              <a:headEnd/>
              <a:tailEnd/>
            </a:ln>
          </p:spPr>
          <p:txBody>
            <a:bodyPr/>
            <a:lstStyle/>
            <a:p>
              <a:pPr defTabSz="457200">
                <a:defRPr/>
              </a:pPr>
              <a:endParaRPr lang="en-US"/>
            </a:p>
          </p:txBody>
        </p:sp>
      </p:grpSp>
      <p:sp>
        <p:nvSpPr>
          <p:cNvPr id="81933" name="Title Placeholder 1"/>
          <p:cNvSpPr>
            <a:spLocks noGrp="1"/>
          </p:cNvSpPr>
          <p:nvPr>
            <p:ph type="title"/>
          </p:nvPr>
        </p:nvSpPr>
        <p:spPr bwMode="auto">
          <a:xfrm>
            <a:off x="358775" y="274638"/>
            <a:ext cx="8461375" cy="8524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title style</a:t>
            </a:r>
          </a:p>
        </p:txBody>
      </p:sp>
      <p:sp>
        <p:nvSpPr>
          <p:cNvPr id="81934" name="Text Placeholder 2"/>
          <p:cNvSpPr>
            <a:spLocks noGrp="1"/>
          </p:cNvSpPr>
          <p:nvPr>
            <p:ph type="body" idx="1"/>
          </p:nvPr>
        </p:nvSpPr>
        <p:spPr bwMode="auto">
          <a:xfrm>
            <a:off x="358775" y="1268413"/>
            <a:ext cx="8461375" cy="4573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5" name="Footer Placeholder 4"/>
          <p:cNvSpPr>
            <a:spLocks noGrp="1"/>
          </p:cNvSpPr>
          <p:nvPr>
            <p:ph type="ftr" sz="quarter" idx="3"/>
          </p:nvPr>
        </p:nvSpPr>
        <p:spPr>
          <a:xfrm>
            <a:off x="677863" y="6503988"/>
            <a:ext cx="6083300" cy="123825"/>
          </a:xfrm>
          <a:prstGeom prst="rect">
            <a:avLst/>
          </a:prstGeom>
        </p:spPr>
        <p:txBody>
          <a:bodyPr vert="horz" wrap="square" lIns="0" tIns="0" rIns="0" bIns="0" numCol="1" anchor="ctr" anchorCtr="0" compatLnSpc="1">
            <a:prstTxWarp prst="textNoShape">
              <a:avLst/>
            </a:prstTxWarp>
          </a:bodyPr>
          <a:lstStyle>
            <a:lvl1pPr>
              <a:defRPr sz="900">
                <a:solidFill>
                  <a:srgbClr val="FFFFFF"/>
                </a:solidFill>
                <a:latin typeface="+mn-lt"/>
              </a:defRPr>
            </a:lvl1pPr>
          </a:lstStyle>
          <a:p>
            <a:r>
              <a:rPr lang="en-AU" smtClean="0"/>
              <a:t>OGC - SWE DWG - 2015-09-16</a:t>
            </a:r>
            <a:endParaRPr lang="en-AU"/>
          </a:p>
        </p:txBody>
      </p:sp>
      <p:sp>
        <p:nvSpPr>
          <p:cNvPr id="18" name="Slide Number Placeholder 17"/>
          <p:cNvSpPr>
            <a:spLocks noGrp="1"/>
          </p:cNvSpPr>
          <p:nvPr>
            <p:ph type="sldNum" sz="quarter" idx="4"/>
          </p:nvPr>
        </p:nvSpPr>
        <p:spPr>
          <a:xfrm>
            <a:off x="330200" y="6503988"/>
            <a:ext cx="288925" cy="127000"/>
          </a:xfrm>
          <a:prstGeom prst="rect">
            <a:avLst/>
          </a:prstGeom>
        </p:spPr>
        <p:txBody>
          <a:bodyPr vert="horz" lIns="0" tIns="0" rIns="0" bIns="0" rtlCol="0" anchor="ctr"/>
          <a:lstStyle>
            <a:lvl1pPr algn="r" fontAlgn="auto">
              <a:spcBef>
                <a:spcPts val="0"/>
              </a:spcBef>
              <a:spcAft>
                <a:spcPts val="0"/>
              </a:spcAft>
              <a:defRPr sz="900" smtClean="0">
                <a:solidFill>
                  <a:schemeClr val="bg1"/>
                </a:solidFill>
                <a:latin typeface="+mn-lt"/>
              </a:defRPr>
            </a:lvl1pPr>
          </a:lstStyle>
          <a:p>
            <a:pPr>
              <a:defRPr/>
            </a:pPr>
            <a:fld id="{006F2D36-124F-4F48-9E4C-98EE088E01D6}" type="slidenum">
              <a:rPr lang="en-AU"/>
              <a:pPr>
                <a:defRPr/>
              </a:pPr>
              <a:t>‹#›</a:t>
            </a:fld>
            <a:r>
              <a:rPr lang="en-AU" dirty="0"/>
              <a:t>  |</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38" name="Rectangle 7"/>
          <p:cNvSpPr>
            <a:spLocks noChangeArrowheads="1"/>
          </p:cNvSpPr>
          <p:nvPr/>
        </p:nvSpPr>
        <p:spPr bwMode="auto">
          <a:xfrm>
            <a:off x="12700" y="3636963"/>
            <a:ext cx="9142413" cy="49053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
        <p:nvSpPr>
          <p:cNvPr id="44" name="Rectangle 84"/>
          <p:cNvSpPr>
            <a:spLocks noChangeArrowheads="1"/>
          </p:cNvSpPr>
          <p:nvPr/>
        </p:nvSpPr>
        <p:spPr bwMode="auto">
          <a:xfrm>
            <a:off x="1588" y="3625850"/>
            <a:ext cx="9167812" cy="5445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Tree>
  </p:cSld>
  <p:clrMap bg1="lt1" tx1="dk1" bg2="lt2" tx2="dk2" accent1="accent1" accent2="accent2" accent3="accent3" accent4="accent4" accent5="accent5" accent6="accent6" hlink="hlink" folHlink="folHlink"/>
  <p:sldLayoutIdLst>
    <p:sldLayoutId id="2147483661"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ransition xmlns:p14="http://schemas.microsoft.com/office/powerpoint/2010/main">
    <p:fade/>
  </p:transition>
  <p:timing>
    <p:tnLst>
      <p:par>
        <p:cTn xmlns:p14="http://schemas.microsoft.com/office/powerpoint/2010/main" id="1" dur="indefinite" restart="never" nodeType="tmRoot"/>
      </p:par>
    </p:tnLst>
  </p:timing>
  <p:hf sldNum="0" hdr="0" dt="0"/>
  <p:txStyles>
    <p:titleStyle>
      <a:lvl1pPr algn="l" rtl="0" fontAlgn="base">
        <a:spcBef>
          <a:spcPct val="0"/>
        </a:spcBef>
        <a:spcAft>
          <a:spcPct val="0"/>
        </a:spcAft>
        <a:defRPr sz="3600" b="1">
          <a:solidFill>
            <a:schemeClr val="accent2"/>
          </a:solidFill>
          <a:latin typeface="+mj-lt"/>
          <a:ea typeface="+mj-ea"/>
          <a:cs typeface="+mj-cs"/>
        </a:defRPr>
      </a:lvl1pPr>
      <a:lvl2pPr algn="l" rtl="0" fontAlgn="base">
        <a:spcBef>
          <a:spcPct val="0"/>
        </a:spcBef>
        <a:spcAft>
          <a:spcPct val="0"/>
        </a:spcAft>
        <a:defRPr sz="3600" b="1">
          <a:solidFill>
            <a:schemeClr val="accent2"/>
          </a:solidFill>
          <a:latin typeface="Calibri" pitchFamily="34" charset="0"/>
        </a:defRPr>
      </a:lvl2pPr>
      <a:lvl3pPr algn="l" rtl="0" fontAlgn="base">
        <a:spcBef>
          <a:spcPct val="0"/>
        </a:spcBef>
        <a:spcAft>
          <a:spcPct val="0"/>
        </a:spcAft>
        <a:defRPr sz="3600" b="1">
          <a:solidFill>
            <a:schemeClr val="accent2"/>
          </a:solidFill>
          <a:latin typeface="Calibri" pitchFamily="34" charset="0"/>
        </a:defRPr>
      </a:lvl3pPr>
      <a:lvl4pPr algn="l" rtl="0" fontAlgn="base">
        <a:spcBef>
          <a:spcPct val="0"/>
        </a:spcBef>
        <a:spcAft>
          <a:spcPct val="0"/>
        </a:spcAft>
        <a:defRPr sz="3600" b="1">
          <a:solidFill>
            <a:schemeClr val="accent2"/>
          </a:solidFill>
          <a:latin typeface="Calibri" pitchFamily="34" charset="0"/>
        </a:defRPr>
      </a:lvl4pPr>
      <a:lvl5pPr algn="l" rtl="0" fontAlgn="base">
        <a:spcBef>
          <a:spcPct val="0"/>
        </a:spcBef>
        <a:spcAft>
          <a:spcPct val="0"/>
        </a:spcAft>
        <a:defRPr sz="3600" b="1">
          <a:solidFill>
            <a:schemeClr val="accent2"/>
          </a:solidFill>
          <a:latin typeface="Calibri" pitchFamily="34" charset="0"/>
        </a:defRPr>
      </a:lvl5pPr>
      <a:lvl6pPr marL="457200" algn="l" rtl="0" fontAlgn="base">
        <a:spcBef>
          <a:spcPct val="0"/>
        </a:spcBef>
        <a:spcAft>
          <a:spcPct val="0"/>
        </a:spcAft>
        <a:defRPr sz="3600" b="1">
          <a:solidFill>
            <a:schemeClr val="accent2"/>
          </a:solidFill>
          <a:latin typeface="Calibri" pitchFamily="34" charset="0"/>
        </a:defRPr>
      </a:lvl6pPr>
      <a:lvl7pPr marL="914400" algn="l" rtl="0" fontAlgn="base">
        <a:spcBef>
          <a:spcPct val="0"/>
        </a:spcBef>
        <a:spcAft>
          <a:spcPct val="0"/>
        </a:spcAft>
        <a:defRPr sz="3600" b="1">
          <a:solidFill>
            <a:schemeClr val="accent2"/>
          </a:solidFill>
          <a:latin typeface="Calibri" pitchFamily="34" charset="0"/>
        </a:defRPr>
      </a:lvl7pPr>
      <a:lvl8pPr marL="1371600" algn="l" rtl="0" fontAlgn="base">
        <a:spcBef>
          <a:spcPct val="0"/>
        </a:spcBef>
        <a:spcAft>
          <a:spcPct val="0"/>
        </a:spcAft>
        <a:defRPr sz="3600" b="1">
          <a:solidFill>
            <a:schemeClr val="accent2"/>
          </a:solidFill>
          <a:latin typeface="Calibri" pitchFamily="34" charset="0"/>
        </a:defRPr>
      </a:lvl8pPr>
      <a:lvl9pPr marL="1828800" algn="l" rtl="0" fontAlgn="base">
        <a:spcBef>
          <a:spcPct val="0"/>
        </a:spcBef>
        <a:spcAft>
          <a:spcPct val="0"/>
        </a:spcAft>
        <a:defRPr sz="3600" b="1">
          <a:solidFill>
            <a:schemeClr val="accent2"/>
          </a:solidFill>
          <a:latin typeface="Calibri" pitchFamily="34" charset="0"/>
        </a:defRPr>
      </a:lvl9pPr>
    </p:titleStyle>
    <p:bodyStyle>
      <a:lvl1pPr marL="215900" indent="-215900" algn="l" rtl="0" fontAlgn="base">
        <a:lnSpc>
          <a:spcPct val="90000"/>
        </a:lnSpc>
        <a:spcBef>
          <a:spcPts val="600"/>
        </a:spcBef>
        <a:spcAft>
          <a:spcPct val="0"/>
        </a:spcAft>
        <a:buFont typeface="Arial" charset="0"/>
        <a:buChar char="•"/>
        <a:defRPr sz="2400">
          <a:solidFill>
            <a:schemeClr val="tx1"/>
          </a:solidFill>
          <a:latin typeface="+mn-lt"/>
          <a:ea typeface="+mn-ea"/>
          <a:cs typeface="+mn-cs"/>
        </a:defRPr>
      </a:lvl1pPr>
      <a:lvl2pPr marL="431800" indent="-215900" algn="l" rtl="0" fontAlgn="base">
        <a:lnSpc>
          <a:spcPct val="90000"/>
        </a:lnSpc>
        <a:spcBef>
          <a:spcPts val="600"/>
        </a:spcBef>
        <a:spcAft>
          <a:spcPct val="0"/>
        </a:spcAft>
        <a:buFont typeface="Calibri" pitchFamily="34" charset="0"/>
        <a:buChar char="•"/>
        <a:defRPr sz="2000">
          <a:solidFill>
            <a:schemeClr val="tx1"/>
          </a:solidFill>
          <a:latin typeface="+mn-lt"/>
        </a:defRPr>
      </a:lvl2pPr>
      <a:lvl3pPr marL="647700" indent="-215900" algn="l" rtl="0" fontAlgn="base">
        <a:lnSpc>
          <a:spcPct val="90000"/>
        </a:lnSpc>
        <a:spcBef>
          <a:spcPts val="600"/>
        </a:spcBef>
        <a:spcAft>
          <a:spcPct val="0"/>
        </a:spcAft>
        <a:buFont typeface="Calibri" pitchFamily="34" charset="0"/>
        <a:buChar char="–"/>
        <a:defRPr sz="2000">
          <a:solidFill>
            <a:schemeClr val="tx1"/>
          </a:solidFill>
          <a:latin typeface="+mn-lt"/>
        </a:defRPr>
      </a:lvl3pPr>
      <a:lvl4pPr marL="863600" indent="-215900" algn="l" rtl="0" fontAlgn="base">
        <a:lnSpc>
          <a:spcPct val="90000"/>
        </a:lnSpc>
        <a:spcBef>
          <a:spcPts val="600"/>
        </a:spcBef>
        <a:spcAft>
          <a:spcPct val="0"/>
        </a:spcAft>
        <a:buFont typeface="Calibri" pitchFamily="34" charset="0"/>
        <a:buChar char="–"/>
        <a:defRPr sz="2000">
          <a:solidFill>
            <a:schemeClr val="tx1"/>
          </a:solidFill>
          <a:latin typeface="+mn-lt"/>
        </a:defRPr>
      </a:lvl4pPr>
      <a:lvl5pPr marL="1079500" indent="-215900" algn="l" rtl="0" fontAlgn="base">
        <a:lnSpc>
          <a:spcPct val="90000"/>
        </a:lnSpc>
        <a:spcBef>
          <a:spcPts val="600"/>
        </a:spcBef>
        <a:spcAft>
          <a:spcPct val="0"/>
        </a:spcAft>
        <a:buFont typeface="Calibri" pitchFamily="34" charset="0"/>
        <a:buChar char="•"/>
        <a:defRPr>
          <a:solidFill>
            <a:schemeClr val="accent2"/>
          </a:solidFill>
          <a:latin typeface="+mn-lt"/>
        </a:defRPr>
      </a:lvl5pPr>
      <a:lvl6pPr marL="1536700" indent="-215900" algn="l" rtl="0" fontAlgn="base">
        <a:lnSpc>
          <a:spcPct val="90000"/>
        </a:lnSpc>
        <a:spcBef>
          <a:spcPts val="600"/>
        </a:spcBef>
        <a:spcAft>
          <a:spcPct val="0"/>
        </a:spcAft>
        <a:buFont typeface="Calibri" pitchFamily="34" charset="0"/>
        <a:buChar char="•"/>
        <a:defRPr>
          <a:solidFill>
            <a:schemeClr val="accent2"/>
          </a:solidFill>
          <a:latin typeface="+mn-lt"/>
        </a:defRPr>
      </a:lvl6pPr>
      <a:lvl7pPr marL="1993900" indent="-215900" algn="l" rtl="0" fontAlgn="base">
        <a:lnSpc>
          <a:spcPct val="90000"/>
        </a:lnSpc>
        <a:spcBef>
          <a:spcPts val="600"/>
        </a:spcBef>
        <a:spcAft>
          <a:spcPct val="0"/>
        </a:spcAft>
        <a:buFont typeface="Calibri" pitchFamily="34" charset="0"/>
        <a:buChar char="•"/>
        <a:defRPr>
          <a:solidFill>
            <a:schemeClr val="accent2"/>
          </a:solidFill>
          <a:latin typeface="+mn-lt"/>
        </a:defRPr>
      </a:lvl7pPr>
      <a:lvl8pPr marL="2451100" indent="-215900" algn="l" rtl="0" fontAlgn="base">
        <a:lnSpc>
          <a:spcPct val="90000"/>
        </a:lnSpc>
        <a:spcBef>
          <a:spcPts val="600"/>
        </a:spcBef>
        <a:spcAft>
          <a:spcPct val="0"/>
        </a:spcAft>
        <a:buFont typeface="Calibri" pitchFamily="34" charset="0"/>
        <a:buChar char="•"/>
        <a:defRPr>
          <a:solidFill>
            <a:schemeClr val="accent2"/>
          </a:solidFill>
          <a:latin typeface="+mn-lt"/>
        </a:defRPr>
      </a:lvl8pPr>
      <a:lvl9pPr marL="2908300" indent="-215900" algn="l" rtl="0" fontAlgn="base">
        <a:lnSpc>
          <a:spcPct val="90000"/>
        </a:lnSpc>
        <a:spcBef>
          <a:spcPts val="600"/>
        </a:spcBef>
        <a:spcAft>
          <a:spcPct val="0"/>
        </a:spcAft>
        <a:buFont typeface="Calibri" pitchFamily="34" charset="0"/>
        <a:buChar char="•"/>
        <a:defRPr>
          <a:solidFill>
            <a:schemeClr val="accent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3989" name="Group 21"/>
          <p:cNvGrpSpPr>
            <a:grpSpLocks/>
          </p:cNvGrpSpPr>
          <p:nvPr/>
        </p:nvGrpSpPr>
        <p:grpSpPr bwMode="auto">
          <a:xfrm>
            <a:off x="-71438" y="6051550"/>
            <a:ext cx="9317038" cy="858838"/>
            <a:chOff x="-45" y="3812"/>
            <a:chExt cx="5869" cy="541"/>
          </a:xfrm>
        </p:grpSpPr>
        <p:sp>
          <p:nvSpPr>
            <p:cNvPr id="3" name="AutoShape 4"/>
            <p:cNvSpPr>
              <a:spLocks noChangeAspect="1" noChangeArrowheads="1" noTextEdit="1"/>
            </p:cNvSpPr>
            <p:nvPr/>
          </p:nvSpPr>
          <p:spPr bwMode="auto">
            <a:xfrm>
              <a:off x="-5" y="3815"/>
              <a:ext cx="5771" cy="505"/>
            </a:xfrm>
            <a:prstGeom prst="rect">
              <a:avLst/>
            </a:prstGeom>
            <a:noFill/>
            <a:ln>
              <a:noFill/>
            </a:ln>
            <a:extLst/>
          </p:spPr>
          <p:txBody>
            <a:bodyPr/>
            <a:lstStyle/>
            <a:p>
              <a:pPr defTabSz="457200">
                <a:defRPr/>
              </a:pPr>
              <a:endParaRPr lang="en-AU"/>
            </a:p>
          </p:txBody>
        </p:sp>
        <p:sp>
          <p:nvSpPr>
            <p:cNvPr id="4" name="Rectangle 6"/>
            <p:cNvSpPr>
              <a:spLocks noChangeArrowheads="1"/>
            </p:cNvSpPr>
            <p:nvPr/>
          </p:nvSpPr>
          <p:spPr bwMode="auto">
            <a:xfrm>
              <a:off x="1" y="4011"/>
              <a:ext cx="5759" cy="309"/>
            </a:xfrm>
            <a:prstGeom prst="rect">
              <a:avLst/>
            </a:prstGeom>
            <a:solidFill>
              <a:schemeClr val="accent2"/>
            </a:solidFill>
            <a:ln>
              <a:noFill/>
            </a:ln>
            <a:extLst/>
          </p:spPr>
          <p:txBody>
            <a:bodyPr/>
            <a:lstStyle/>
            <a:p>
              <a:pPr defTabSz="457200">
                <a:defRPr/>
              </a:pPr>
              <a:endParaRPr lang="en-AU"/>
            </a:p>
          </p:txBody>
        </p:sp>
        <p:sp>
          <p:nvSpPr>
            <p:cNvPr id="6" name="Rectangle 7"/>
            <p:cNvSpPr>
              <a:spLocks noChangeArrowheads="1"/>
            </p:cNvSpPr>
            <p:nvPr/>
          </p:nvSpPr>
          <p:spPr bwMode="auto">
            <a:xfrm>
              <a:off x="1" y="4011"/>
              <a:ext cx="5759" cy="309"/>
            </a:xfrm>
            <a:prstGeom prst="rect">
              <a:avLst/>
            </a:prstGeom>
            <a:noFill/>
            <a:ln>
              <a:noFill/>
            </a:ln>
            <a:extLst/>
          </p:spPr>
          <p:txBody>
            <a:bodyPr/>
            <a:lstStyle/>
            <a:p>
              <a:pPr defTabSz="457200">
                <a:defRPr/>
              </a:pPr>
              <a:endParaRPr lang="en-AU"/>
            </a:p>
          </p:txBody>
        </p:sp>
        <p:sp>
          <p:nvSpPr>
            <p:cNvPr id="7" name="Freeform 8"/>
            <p:cNvSpPr>
              <a:spLocks noEditPoints="1"/>
            </p:cNvSpPr>
            <p:nvPr/>
          </p:nvSpPr>
          <p:spPr bwMode="auto">
            <a:xfrm>
              <a:off x="1" y="3821"/>
              <a:ext cx="5759" cy="435"/>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rgbClr val="BFBFBF"/>
            </a:solidFill>
            <a:ln>
              <a:noFill/>
            </a:ln>
            <a:extLst/>
          </p:spPr>
          <p:txBody>
            <a:bodyPr/>
            <a:lstStyle/>
            <a:p>
              <a:pPr defTabSz="457200">
                <a:defRPr/>
              </a:pPr>
              <a:endParaRPr lang="en-AU"/>
            </a:p>
          </p:txBody>
        </p:sp>
        <p:sp>
          <p:nvSpPr>
            <p:cNvPr id="8" name="Freeform 9"/>
            <p:cNvSpPr>
              <a:spLocks noEditPoints="1"/>
            </p:cNvSpPr>
            <p:nvPr/>
          </p:nvSpPr>
          <p:spPr bwMode="auto">
            <a:xfrm>
              <a:off x="1" y="4011"/>
              <a:ext cx="5759" cy="245"/>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p>
          </p:txBody>
        </p:sp>
        <p:sp>
          <p:nvSpPr>
            <p:cNvPr id="9" name="Freeform 10"/>
            <p:cNvSpPr>
              <a:spLocks/>
            </p:cNvSpPr>
            <p:nvPr/>
          </p:nvSpPr>
          <p:spPr bwMode="auto">
            <a:xfrm>
              <a:off x="1" y="3849"/>
              <a:ext cx="4971" cy="188"/>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p>
          </p:txBody>
        </p:sp>
        <p:sp>
          <p:nvSpPr>
            <p:cNvPr id="10" name="Freeform 11"/>
            <p:cNvSpPr>
              <a:spLocks/>
            </p:cNvSpPr>
            <p:nvPr/>
          </p:nvSpPr>
          <p:spPr bwMode="auto">
            <a:xfrm>
              <a:off x="4972" y="3849"/>
              <a:ext cx="788" cy="379"/>
            </a:xfrm>
            <a:custGeom>
              <a:avLst/>
              <a:gdLst>
                <a:gd name="T0" fmla="*/ 1050925 w 394"/>
                <a:gd name="T1" fmla="*/ 0 h 189"/>
                <a:gd name="T2" fmla="*/ 0 w 394"/>
                <a:gd name="T3" fmla="*/ 257855 h 189"/>
                <a:gd name="T4" fmla="*/ 1038225 w 394"/>
                <a:gd name="T5" fmla="*/ 601662 h 189"/>
                <a:gd name="T6" fmla="*/ 1250950 w 394"/>
                <a:gd name="T7" fmla="*/ 601662 h 189"/>
                <a:gd name="T8" fmla="*/ 1250950 w 394"/>
                <a:gd name="T9" fmla="*/ 0 h 189"/>
                <a:gd name="T10" fmla="*/ 1050925 w 394"/>
                <a:gd name="T11" fmla="*/ 0 h 189"/>
                <a:gd name="T12" fmla="*/ 0 60000 65536"/>
                <a:gd name="T13" fmla="*/ 0 60000 65536"/>
                <a:gd name="T14" fmla="*/ 0 60000 65536"/>
                <a:gd name="T15" fmla="*/ 0 60000 65536"/>
                <a:gd name="T16" fmla="*/ 0 60000 65536"/>
                <a:gd name="T17" fmla="*/ 0 60000 65536"/>
                <a:gd name="T18" fmla="*/ 0 w 394"/>
                <a:gd name="T19" fmla="*/ 0 h 189"/>
                <a:gd name="T20" fmla="*/ 394 w 39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rgbClr val="F7F7F7"/>
            </a:solidFill>
            <a:ln w="9525">
              <a:noFill/>
              <a:round/>
              <a:headEnd/>
              <a:tailEnd/>
            </a:ln>
          </p:spPr>
          <p:txBody>
            <a:bodyPr/>
            <a:lstStyle/>
            <a:p>
              <a:endParaRPr lang="en-AU"/>
            </a:p>
          </p:txBody>
        </p:sp>
        <p:sp>
          <p:nvSpPr>
            <p:cNvPr id="1105" name="AutoShape 81"/>
            <p:cNvSpPr>
              <a:spLocks noChangeAspect="1" noChangeArrowheads="1" noTextEdit="1"/>
            </p:cNvSpPr>
            <p:nvPr/>
          </p:nvSpPr>
          <p:spPr bwMode="auto">
            <a:xfrm>
              <a:off x="-6" y="3812"/>
              <a:ext cx="5776" cy="535"/>
            </a:xfrm>
            <a:prstGeom prst="rect">
              <a:avLst/>
            </a:prstGeom>
            <a:noFill/>
            <a:ln w="9525">
              <a:noFill/>
              <a:miter lim="800000"/>
              <a:headEnd/>
              <a:tailEnd/>
            </a:ln>
          </p:spPr>
          <p:txBody>
            <a:bodyPr/>
            <a:lstStyle/>
            <a:p>
              <a:pPr defTabSz="457200">
                <a:defRPr/>
              </a:pPr>
              <a:endParaRPr lang="en-US"/>
            </a:p>
          </p:txBody>
        </p:sp>
        <p:sp>
          <p:nvSpPr>
            <p:cNvPr id="1108" name="Rectangle 84"/>
            <p:cNvSpPr>
              <a:spLocks noChangeArrowheads="1"/>
            </p:cNvSpPr>
            <p:nvPr/>
          </p:nvSpPr>
          <p:spPr bwMode="auto">
            <a:xfrm>
              <a:off x="-6" y="4004"/>
              <a:ext cx="5775" cy="343"/>
            </a:xfrm>
            <a:prstGeom prst="rect">
              <a:avLst/>
            </a:prstGeom>
            <a:noFill/>
            <a:ln w="9525">
              <a:noFill/>
              <a:miter lim="800000"/>
              <a:headEnd/>
              <a:tailEnd/>
            </a:ln>
          </p:spPr>
          <p:txBody>
            <a:bodyPr/>
            <a:lstStyle/>
            <a:p>
              <a:pPr defTabSz="457200">
                <a:defRPr/>
              </a:pPr>
              <a:endParaRPr lang="en-US"/>
            </a:p>
          </p:txBody>
        </p:sp>
        <p:pic>
          <p:nvPicPr>
            <p:cNvPr id="83999" name="Picture 78"/>
            <p:cNvPicPr>
              <a:picLocks noChangeAspect="1" noChangeArrowheads="1"/>
            </p:cNvPicPr>
            <p:nvPr/>
          </p:nvPicPr>
          <p:blipFill>
            <a:blip r:embed="rId13" cstate="print"/>
            <a:srcRect/>
            <a:stretch>
              <a:fillRect/>
            </a:stretch>
          </p:blipFill>
          <p:spPr bwMode="auto">
            <a:xfrm>
              <a:off x="5329" y="3900"/>
              <a:ext cx="286" cy="286"/>
            </a:xfrm>
            <a:prstGeom prst="rect">
              <a:avLst/>
            </a:prstGeom>
            <a:noFill/>
            <a:ln w="9525">
              <a:noFill/>
              <a:miter lim="800000"/>
              <a:headEnd/>
              <a:tailEnd/>
            </a:ln>
          </p:spPr>
        </p:pic>
        <p:sp>
          <p:nvSpPr>
            <p:cNvPr id="1070" name="Rectangle 46"/>
            <p:cNvSpPr>
              <a:spLocks noChangeArrowheads="1"/>
            </p:cNvSpPr>
            <p:nvPr/>
          </p:nvSpPr>
          <p:spPr bwMode="auto">
            <a:xfrm>
              <a:off x="-45" y="4010"/>
              <a:ext cx="5869" cy="343"/>
            </a:xfrm>
            <a:prstGeom prst="rect">
              <a:avLst/>
            </a:prstGeom>
            <a:noFill/>
            <a:ln w="9525">
              <a:noFill/>
              <a:miter lim="800000"/>
              <a:headEnd/>
              <a:tailEnd/>
            </a:ln>
          </p:spPr>
          <p:txBody>
            <a:bodyPr/>
            <a:lstStyle/>
            <a:p>
              <a:pPr defTabSz="457200">
                <a:defRPr/>
              </a:pPr>
              <a:endParaRPr lang="en-US"/>
            </a:p>
          </p:txBody>
        </p:sp>
      </p:grpSp>
      <p:sp>
        <p:nvSpPr>
          <p:cNvPr id="83981" name="Title Placeholder 1"/>
          <p:cNvSpPr>
            <a:spLocks noGrp="1"/>
          </p:cNvSpPr>
          <p:nvPr>
            <p:ph type="title"/>
          </p:nvPr>
        </p:nvSpPr>
        <p:spPr bwMode="auto">
          <a:xfrm>
            <a:off x="358775" y="274638"/>
            <a:ext cx="8461375" cy="8524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title style</a:t>
            </a:r>
          </a:p>
        </p:txBody>
      </p:sp>
      <p:sp>
        <p:nvSpPr>
          <p:cNvPr id="83982" name="Text Placeholder 2"/>
          <p:cNvSpPr>
            <a:spLocks noGrp="1"/>
          </p:cNvSpPr>
          <p:nvPr>
            <p:ph type="body" idx="1"/>
          </p:nvPr>
        </p:nvSpPr>
        <p:spPr bwMode="auto">
          <a:xfrm>
            <a:off x="358775" y="1268413"/>
            <a:ext cx="8461375" cy="4573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5" name="Footer Placeholder 4"/>
          <p:cNvSpPr>
            <a:spLocks noGrp="1"/>
          </p:cNvSpPr>
          <p:nvPr>
            <p:ph type="ftr" sz="quarter" idx="3"/>
          </p:nvPr>
        </p:nvSpPr>
        <p:spPr>
          <a:xfrm>
            <a:off x="677863" y="6503988"/>
            <a:ext cx="6083300" cy="123825"/>
          </a:xfrm>
          <a:prstGeom prst="rect">
            <a:avLst/>
          </a:prstGeom>
        </p:spPr>
        <p:txBody>
          <a:bodyPr vert="horz" wrap="square" lIns="0" tIns="0" rIns="0" bIns="0" numCol="1" anchor="ctr" anchorCtr="0" compatLnSpc="1">
            <a:prstTxWarp prst="textNoShape">
              <a:avLst/>
            </a:prstTxWarp>
          </a:bodyPr>
          <a:lstStyle>
            <a:lvl1pPr>
              <a:defRPr sz="900">
                <a:solidFill>
                  <a:srgbClr val="FFFFFF"/>
                </a:solidFill>
                <a:latin typeface="+mn-lt"/>
              </a:defRPr>
            </a:lvl1pPr>
          </a:lstStyle>
          <a:p>
            <a:r>
              <a:rPr lang="en-AU" smtClean="0"/>
              <a:t>OGC - SWE DWG - 2015-09-16</a:t>
            </a:r>
            <a:endParaRPr lang="en-AU"/>
          </a:p>
        </p:txBody>
      </p:sp>
      <p:sp>
        <p:nvSpPr>
          <p:cNvPr id="18" name="Slide Number Placeholder 17"/>
          <p:cNvSpPr>
            <a:spLocks noGrp="1"/>
          </p:cNvSpPr>
          <p:nvPr>
            <p:ph type="sldNum" sz="quarter" idx="4"/>
          </p:nvPr>
        </p:nvSpPr>
        <p:spPr>
          <a:xfrm>
            <a:off x="330200" y="6503988"/>
            <a:ext cx="288925" cy="127000"/>
          </a:xfrm>
          <a:prstGeom prst="rect">
            <a:avLst/>
          </a:prstGeom>
        </p:spPr>
        <p:txBody>
          <a:bodyPr vert="horz" lIns="0" tIns="0" rIns="0" bIns="0" rtlCol="0" anchor="ctr"/>
          <a:lstStyle>
            <a:lvl1pPr algn="r" fontAlgn="auto">
              <a:spcBef>
                <a:spcPts val="0"/>
              </a:spcBef>
              <a:spcAft>
                <a:spcPts val="0"/>
              </a:spcAft>
              <a:defRPr sz="900" smtClean="0">
                <a:solidFill>
                  <a:schemeClr val="bg1"/>
                </a:solidFill>
                <a:latin typeface="+mn-lt"/>
              </a:defRPr>
            </a:lvl1pPr>
          </a:lstStyle>
          <a:p>
            <a:pPr>
              <a:defRPr/>
            </a:pPr>
            <a:fld id="{6AE1574B-A033-4C51-A0AA-19C42B3BBB5D}" type="slidenum">
              <a:rPr lang="en-AU"/>
              <a:pPr>
                <a:defRPr/>
              </a:pPr>
              <a:t>‹#›</a:t>
            </a:fld>
            <a:r>
              <a:rPr lang="en-AU" dirty="0"/>
              <a:t>  |</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38" name="Rectangle 7"/>
          <p:cNvSpPr>
            <a:spLocks noChangeArrowheads="1"/>
          </p:cNvSpPr>
          <p:nvPr/>
        </p:nvSpPr>
        <p:spPr bwMode="auto">
          <a:xfrm>
            <a:off x="12700" y="3636963"/>
            <a:ext cx="9142413" cy="490537"/>
          </a:xfrm>
          <a:prstGeom prst="rect">
            <a:avLst/>
          </a:prstGeom>
          <a:noFill/>
          <a:ln>
            <a:noFill/>
          </a:ln>
          <a:extLst/>
        </p:spPr>
        <p:txBody>
          <a:bodyPr/>
          <a:lstStyle/>
          <a:p>
            <a:pPr fontAlgn="auto">
              <a:spcBef>
                <a:spcPts val="0"/>
              </a:spcBef>
              <a:spcAft>
                <a:spcPts val="0"/>
              </a:spcAft>
              <a:defRPr/>
            </a:pPr>
            <a:endParaRPr lang="en-AU">
              <a:latin typeface="+mn-lt"/>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
        <p:nvSpPr>
          <p:cNvPr id="44" name="Rectangle 84"/>
          <p:cNvSpPr>
            <a:spLocks noChangeArrowheads="1"/>
          </p:cNvSpPr>
          <p:nvPr/>
        </p:nvSpPr>
        <p:spPr bwMode="auto">
          <a:xfrm>
            <a:off x="1588" y="3625850"/>
            <a:ext cx="9167812" cy="544513"/>
          </a:xfrm>
          <a:prstGeom prst="rect">
            <a:avLst/>
          </a:prstGeom>
          <a:noFill/>
          <a:ln w="9525">
            <a:noFill/>
            <a:miter lim="800000"/>
            <a:headEnd/>
            <a:tailEnd/>
          </a:ln>
        </p:spPr>
        <p:txBody>
          <a:bodyPr/>
          <a:lstStyle/>
          <a:p>
            <a:pPr fontAlgn="auto">
              <a:spcBef>
                <a:spcPts val="0"/>
              </a:spcBef>
              <a:spcAft>
                <a:spcPts val="0"/>
              </a:spcAft>
              <a:defRPr/>
            </a:pPr>
            <a:endParaRPr lang="en-US">
              <a:latin typeface="+mn-lt"/>
            </a:endParaRPr>
          </a:p>
        </p:txBody>
      </p:sp>
    </p:spTree>
  </p:cSld>
  <p:clrMap bg1="lt1" tx1="dk1" bg2="lt2" tx2="dk2" accent1="accent1" accent2="accent2" accent3="accent3" accent4="accent4" accent5="accent5" accent6="accent6" hlink="hlink" folHlink="folHlink"/>
  <p:sldLayoutIdLst>
    <p:sldLayoutId id="2147483663"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ransition xmlns:p14="http://schemas.microsoft.com/office/powerpoint/2010/main">
    <p:fade/>
  </p:transition>
  <p:timing>
    <p:tnLst>
      <p:par>
        <p:cTn xmlns:p14="http://schemas.microsoft.com/office/powerpoint/2010/main" id="1" dur="indefinite" restart="never" nodeType="tmRoot"/>
      </p:par>
    </p:tnLst>
  </p:timing>
  <p:hf sldNum="0" hdr="0" dt="0"/>
  <p:txStyles>
    <p:titleStyle>
      <a:lvl1pPr algn="l" rtl="0" fontAlgn="base">
        <a:spcBef>
          <a:spcPct val="0"/>
        </a:spcBef>
        <a:spcAft>
          <a:spcPct val="0"/>
        </a:spcAft>
        <a:defRPr sz="3600" b="1">
          <a:solidFill>
            <a:schemeClr val="accent2"/>
          </a:solidFill>
          <a:latin typeface="+mj-lt"/>
          <a:ea typeface="+mj-ea"/>
          <a:cs typeface="+mj-cs"/>
        </a:defRPr>
      </a:lvl1pPr>
      <a:lvl2pPr algn="l" rtl="0" fontAlgn="base">
        <a:spcBef>
          <a:spcPct val="0"/>
        </a:spcBef>
        <a:spcAft>
          <a:spcPct val="0"/>
        </a:spcAft>
        <a:defRPr sz="3600" b="1">
          <a:solidFill>
            <a:schemeClr val="accent2"/>
          </a:solidFill>
          <a:latin typeface="Calibri" pitchFamily="34" charset="0"/>
        </a:defRPr>
      </a:lvl2pPr>
      <a:lvl3pPr algn="l" rtl="0" fontAlgn="base">
        <a:spcBef>
          <a:spcPct val="0"/>
        </a:spcBef>
        <a:spcAft>
          <a:spcPct val="0"/>
        </a:spcAft>
        <a:defRPr sz="3600" b="1">
          <a:solidFill>
            <a:schemeClr val="accent2"/>
          </a:solidFill>
          <a:latin typeface="Calibri" pitchFamily="34" charset="0"/>
        </a:defRPr>
      </a:lvl3pPr>
      <a:lvl4pPr algn="l" rtl="0" fontAlgn="base">
        <a:spcBef>
          <a:spcPct val="0"/>
        </a:spcBef>
        <a:spcAft>
          <a:spcPct val="0"/>
        </a:spcAft>
        <a:defRPr sz="3600" b="1">
          <a:solidFill>
            <a:schemeClr val="accent2"/>
          </a:solidFill>
          <a:latin typeface="Calibri" pitchFamily="34" charset="0"/>
        </a:defRPr>
      </a:lvl4pPr>
      <a:lvl5pPr algn="l" rtl="0" fontAlgn="base">
        <a:spcBef>
          <a:spcPct val="0"/>
        </a:spcBef>
        <a:spcAft>
          <a:spcPct val="0"/>
        </a:spcAft>
        <a:defRPr sz="3600" b="1">
          <a:solidFill>
            <a:schemeClr val="accent2"/>
          </a:solidFill>
          <a:latin typeface="Calibri" pitchFamily="34" charset="0"/>
        </a:defRPr>
      </a:lvl5pPr>
      <a:lvl6pPr marL="457200" algn="l" rtl="0" fontAlgn="base">
        <a:spcBef>
          <a:spcPct val="0"/>
        </a:spcBef>
        <a:spcAft>
          <a:spcPct val="0"/>
        </a:spcAft>
        <a:defRPr sz="3600" b="1">
          <a:solidFill>
            <a:schemeClr val="accent2"/>
          </a:solidFill>
          <a:latin typeface="Calibri" pitchFamily="34" charset="0"/>
        </a:defRPr>
      </a:lvl6pPr>
      <a:lvl7pPr marL="914400" algn="l" rtl="0" fontAlgn="base">
        <a:spcBef>
          <a:spcPct val="0"/>
        </a:spcBef>
        <a:spcAft>
          <a:spcPct val="0"/>
        </a:spcAft>
        <a:defRPr sz="3600" b="1">
          <a:solidFill>
            <a:schemeClr val="accent2"/>
          </a:solidFill>
          <a:latin typeface="Calibri" pitchFamily="34" charset="0"/>
        </a:defRPr>
      </a:lvl7pPr>
      <a:lvl8pPr marL="1371600" algn="l" rtl="0" fontAlgn="base">
        <a:spcBef>
          <a:spcPct val="0"/>
        </a:spcBef>
        <a:spcAft>
          <a:spcPct val="0"/>
        </a:spcAft>
        <a:defRPr sz="3600" b="1">
          <a:solidFill>
            <a:schemeClr val="accent2"/>
          </a:solidFill>
          <a:latin typeface="Calibri" pitchFamily="34" charset="0"/>
        </a:defRPr>
      </a:lvl8pPr>
      <a:lvl9pPr marL="1828800" algn="l" rtl="0" fontAlgn="base">
        <a:spcBef>
          <a:spcPct val="0"/>
        </a:spcBef>
        <a:spcAft>
          <a:spcPct val="0"/>
        </a:spcAft>
        <a:defRPr sz="3600" b="1">
          <a:solidFill>
            <a:schemeClr val="accent2"/>
          </a:solidFill>
          <a:latin typeface="Calibri" pitchFamily="34" charset="0"/>
        </a:defRPr>
      </a:lvl9pPr>
    </p:titleStyle>
    <p:bodyStyle>
      <a:lvl1pPr marL="215900" indent="-215900" algn="l" rtl="0" fontAlgn="base">
        <a:lnSpc>
          <a:spcPct val="90000"/>
        </a:lnSpc>
        <a:spcBef>
          <a:spcPts val="600"/>
        </a:spcBef>
        <a:spcAft>
          <a:spcPct val="0"/>
        </a:spcAft>
        <a:buFont typeface="Arial" charset="0"/>
        <a:buChar char="•"/>
        <a:defRPr sz="2400">
          <a:solidFill>
            <a:schemeClr val="tx1"/>
          </a:solidFill>
          <a:latin typeface="+mn-lt"/>
          <a:ea typeface="+mn-ea"/>
          <a:cs typeface="+mn-cs"/>
        </a:defRPr>
      </a:lvl1pPr>
      <a:lvl2pPr marL="431800" indent="-215900" algn="l" rtl="0" fontAlgn="base">
        <a:lnSpc>
          <a:spcPct val="90000"/>
        </a:lnSpc>
        <a:spcBef>
          <a:spcPts val="600"/>
        </a:spcBef>
        <a:spcAft>
          <a:spcPct val="0"/>
        </a:spcAft>
        <a:buFont typeface="Calibri" pitchFamily="34" charset="0"/>
        <a:buChar char="•"/>
        <a:defRPr sz="2000">
          <a:solidFill>
            <a:schemeClr val="tx1"/>
          </a:solidFill>
          <a:latin typeface="+mn-lt"/>
        </a:defRPr>
      </a:lvl2pPr>
      <a:lvl3pPr marL="647700" indent="-215900" algn="l" rtl="0" fontAlgn="base">
        <a:lnSpc>
          <a:spcPct val="90000"/>
        </a:lnSpc>
        <a:spcBef>
          <a:spcPts val="600"/>
        </a:spcBef>
        <a:spcAft>
          <a:spcPct val="0"/>
        </a:spcAft>
        <a:buFont typeface="Calibri" pitchFamily="34" charset="0"/>
        <a:buChar char="–"/>
        <a:defRPr sz="2000">
          <a:solidFill>
            <a:schemeClr val="tx1"/>
          </a:solidFill>
          <a:latin typeface="+mn-lt"/>
        </a:defRPr>
      </a:lvl3pPr>
      <a:lvl4pPr marL="863600" indent="-215900" algn="l" rtl="0" fontAlgn="base">
        <a:lnSpc>
          <a:spcPct val="90000"/>
        </a:lnSpc>
        <a:spcBef>
          <a:spcPts val="600"/>
        </a:spcBef>
        <a:spcAft>
          <a:spcPct val="0"/>
        </a:spcAft>
        <a:buFont typeface="Calibri" pitchFamily="34" charset="0"/>
        <a:buChar char="–"/>
        <a:defRPr sz="2000">
          <a:solidFill>
            <a:schemeClr val="tx1"/>
          </a:solidFill>
          <a:latin typeface="+mn-lt"/>
        </a:defRPr>
      </a:lvl4pPr>
      <a:lvl5pPr marL="1079500" indent="-215900" algn="l" rtl="0" fontAlgn="base">
        <a:lnSpc>
          <a:spcPct val="90000"/>
        </a:lnSpc>
        <a:spcBef>
          <a:spcPts val="600"/>
        </a:spcBef>
        <a:spcAft>
          <a:spcPct val="0"/>
        </a:spcAft>
        <a:buFont typeface="Calibri" pitchFamily="34" charset="0"/>
        <a:buChar char="•"/>
        <a:defRPr>
          <a:solidFill>
            <a:schemeClr val="accent2"/>
          </a:solidFill>
          <a:latin typeface="+mn-lt"/>
        </a:defRPr>
      </a:lvl5pPr>
      <a:lvl6pPr marL="1536700" indent="-215900" algn="l" rtl="0" fontAlgn="base">
        <a:lnSpc>
          <a:spcPct val="90000"/>
        </a:lnSpc>
        <a:spcBef>
          <a:spcPts val="600"/>
        </a:spcBef>
        <a:spcAft>
          <a:spcPct val="0"/>
        </a:spcAft>
        <a:buFont typeface="Calibri" pitchFamily="34" charset="0"/>
        <a:buChar char="•"/>
        <a:defRPr>
          <a:solidFill>
            <a:schemeClr val="accent2"/>
          </a:solidFill>
          <a:latin typeface="+mn-lt"/>
        </a:defRPr>
      </a:lvl6pPr>
      <a:lvl7pPr marL="1993900" indent="-215900" algn="l" rtl="0" fontAlgn="base">
        <a:lnSpc>
          <a:spcPct val="90000"/>
        </a:lnSpc>
        <a:spcBef>
          <a:spcPts val="600"/>
        </a:spcBef>
        <a:spcAft>
          <a:spcPct val="0"/>
        </a:spcAft>
        <a:buFont typeface="Calibri" pitchFamily="34" charset="0"/>
        <a:buChar char="•"/>
        <a:defRPr>
          <a:solidFill>
            <a:schemeClr val="accent2"/>
          </a:solidFill>
          <a:latin typeface="+mn-lt"/>
        </a:defRPr>
      </a:lvl7pPr>
      <a:lvl8pPr marL="2451100" indent="-215900" algn="l" rtl="0" fontAlgn="base">
        <a:lnSpc>
          <a:spcPct val="90000"/>
        </a:lnSpc>
        <a:spcBef>
          <a:spcPts val="600"/>
        </a:spcBef>
        <a:spcAft>
          <a:spcPct val="0"/>
        </a:spcAft>
        <a:buFont typeface="Calibri" pitchFamily="34" charset="0"/>
        <a:buChar char="•"/>
        <a:defRPr>
          <a:solidFill>
            <a:schemeClr val="accent2"/>
          </a:solidFill>
          <a:latin typeface="+mn-lt"/>
        </a:defRPr>
      </a:lvl8pPr>
      <a:lvl9pPr marL="2908300" indent="-215900" algn="l" rtl="0" fontAlgn="base">
        <a:lnSpc>
          <a:spcPct val="90000"/>
        </a:lnSpc>
        <a:spcBef>
          <a:spcPts val="600"/>
        </a:spcBef>
        <a:spcAft>
          <a:spcPct val="0"/>
        </a:spcAft>
        <a:buFont typeface="Calibri" pitchFamily="34" charset="0"/>
        <a:buChar char="•"/>
        <a:defRPr>
          <a:solidFill>
            <a:schemeClr val="accent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21"/>
          <p:cNvGrpSpPr>
            <a:grpSpLocks/>
          </p:cNvGrpSpPr>
          <p:nvPr/>
        </p:nvGrpSpPr>
        <p:grpSpPr bwMode="auto">
          <a:xfrm>
            <a:off x="-71438" y="6051550"/>
            <a:ext cx="9317038" cy="858838"/>
            <a:chOff x="-45" y="3812"/>
            <a:chExt cx="5869" cy="541"/>
          </a:xfrm>
        </p:grpSpPr>
        <p:sp>
          <p:nvSpPr>
            <p:cNvPr id="3" name="AutoShape 4"/>
            <p:cNvSpPr>
              <a:spLocks noChangeAspect="1" noChangeArrowheads="1" noTextEdit="1"/>
            </p:cNvSpPr>
            <p:nvPr/>
          </p:nvSpPr>
          <p:spPr bwMode="auto">
            <a:xfrm>
              <a:off x="-5" y="3815"/>
              <a:ext cx="5771" cy="505"/>
            </a:xfrm>
            <a:prstGeom prst="rect">
              <a:avLst/>
            </a:prstGeom>
            <a:noFill/>
            <a:ln>
              <a:noFill/>
            </a:ln>
            <a:extLst/>
          </p:spPr>
          <p:txBody>
            <a:bodyPr/>
            <a:lstStyle/>
            <a:p>
              <a:pPr defTabSz="457200">
                <a:defRPr/>
              </a:pPr>
              <a:endParaRPr lang="en-AU">
                <a:solidFill>
                  <a:srgbClr val="000000"/>
                </a:solidFill>
              </a:endParaRPr>
            </a:p>
          </p:txBody>
        </p:sp>
        <p:sp>
          <p:nvSpPr>
            <p:cNvPr id="4" name="Rectangle 6"/>
            <p:cNvSpPr>
              <a:spLocks noChangeArrowheads="1"/>
            </p:cNvSpPr>
            <p:nvPr/>
          </p:nvSpPr>
          <p:spPr bwMode="auto">
            <a:xfrm>
              <a:off x="1" y="4011"/>
              <a:ext cx="5759" cy="309"/>
            </a:xfrm>
            <a:prstGeom prst="rect">
              <a:avLst/>
            </a:prstGeom>
            <a:solidFill>
              <a:schemeClr val="accent2"/>
            </a:solidFill>
            <a:ln>
              <a:noFill/>
            </a:ln>
            <a:extLst/>
          </p:spPr>
          <p:txBody>
            <a:bodyPr/>
            <a:lstStyle/>
            <a:p>
              <a:pPr defTabSz="457200">
                <a:defRPr/>
              </a:pPr>
              <a:endParaRPr lang="en-AU">
                <a:solidFill>
                  <a:srgbClr val="000000"/>
                </a:solidFill>
              </a:endParaRPr>
            </a:p>
          </p:txBody>
        </p:sp>
        <p:sp>
          <p:nvSpPr>
            <p:cNvPr id="6" name="Rectangle 7"/>
            <p:cNvSpPr>
              <a:spLocks noChangeArrowheads="1"/>
            </p:cNvSpPr>
            <p:nvPr/>
          </p:nvSpPr>
          <p:spPr bwMode="auto">
            <a:xfrm>
              <a:off x="1" y="4011"/>
              <a:ext cx="5759" cy="309"/>
            </a:xfrm>
            <a:prstGeom prst="rect">
              <a:avLst/>
            </a:prstGeom>
            <a:noFill/>
            <a:ln>
              <a:noFill/>
            </a:ln>
            <a:extLst/>
          </p:spPr>
          <p:txBody>
            <a:bodyPr/>
            <a:lstStyle/>
            <a:p>
              <a:pPr defTabSz="457200">
                <a:defRPr/>
              </a:pPr>
              <a:endParaRPr lang="en-AU">
                <a:solidFill>
                  <a:srgbClr val="000000"/>
                </a:solidFill>
              </a:endParaRPr>
            </a:p>
          </p:txBody>
        </p:sp>
        <p:sp>
          <p:nvSpPr>
            <p:cNvPr id="7" name="Freeform 8"/>
            <p:cNvSpPr>
              <a:spLocks noEditPoints="1"/>
            </p:cNvSpPr>
            <p:nvPr/>
          </p:nvSpPr>
          <p:spPr bwMode="auto">
            <a:xfrm>
              <a:off x="1" y="3821"/>
              <a:ext cx="5759" cy="435"/>
            </a:xfrm>
            <a:custGeom>
              <a:avLst/>
              <a:gdLst>
                <a:gd name="T0" fmla="*/ 2880 w 2880"/>
                <a:gd name="T1" fmla="*/ 14 h 217"/>
                <a:gd name="T2" fmla="*/ 2817 w 2880"/>
                <a:gd name="T3" fmla="*/ 14 h 217"/>
                <a:gd name="T4" fmla="*/ 2486 w 2880"/>
                <a:gd name="T5" fmla="*/ 95 h 217"/>
                <a:gd name="T6" fmla="*/ 2486 w 2880"/>
                <a:gd name="T7" fmla="*/ 95 h 217"/>
                <a:gd name="T8" fmla="*/ 2880 w 2880"/>
                <a:gd name="T9" fmla="*/ 95 h 217"/>
                <a:gd name="T10" fmla="*/ 2880 w 2880"/>
                <a:gd name="T11" fmla="*/ 217 h 217"/>
                <a:gd name="T12" fmla="*/ 2880 w 2880"/>
                <a:gd name="T13" fmla="*/ 217 h 217"/>
                <a:gd name="T14" fmla="*/ 2880 w 2880"/>
                <a:gd name="T15" fmla="*/ 14 h 217"/>
                <a:gd name="T16" fmla="*/ 2171 w 2880"/>
                <a:gd name="T17" fmla="*/ 0 h 217"/>
                <a:gd name="T18" fmla="*/ 0 w 2880"/>
                <a:gd name="T19" fmla="*/ 0 h 217"/>
                <a:gd name="T20" fmla="*/ 0 w 2880"/>
                <a:gd name="T21" fmla="*/ 95 h 217"/>
                <a:gd name="T22" fmla="*/ 2486 w 2880"/>
                <a:gd name="T23" fmla="*/ 95 h 217"/>
                <a:gd name="T24" fmla="*/ 2486 w 2880"/>
                <a:gd name="T25" fmla="*/ 95 h 217"/>
                <a:gd name="T26" fmla="*/ 2486 w 2880"/>
                <a:gd name="T27" fmla="*/ 95 h 217"/>
                <a:gd name="T28" fmla="*/ 2486 w 2880"/>
                <a:gd name="T29" fmla="*/ 95 h 217"/>
                <a:gd name="T30" fmla="*/ 2171 w 2880"/>
                <a:gd name="T31"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0" h="217">
                  <a:moveTo>
                    <a:pt x="2880" y="14"/>
                  </a:moveTo>
                  <a:cubicBezTo>
                    <a:pt x="2817" y="14"/>
                    <a:pt x="2817" y="14"/>
                    <a:pt x="2817" y="14"/>
                  </a:cubicBezTo>
                  <a:cubicBezTo>
                    <a:pt x="2616" y="14"/>
                    <a:pt x="2542" y="74"/>
                    <a:pt x="2486" y="95"/>
                  </a:cubicBezTo>
                  <a:cubicBezTo>
                    <a:pt x="2486" y="95"/>
                    <a:pt x="2486" y="95"/>
                    <a:pt x="2486" y="95"/>
                  </a:cubicBezTo>
                  <a:cubicBezTo>
                    <a:pt x="2880" y="95"/>
                    <a:pt x="2880" y="95"/>
                    <a:pt x="2880" y="95"/>
                  </a:cubicBezTo>
                  <a:cubicBezTo>
                    <a:pt x="2880" y="217"/>
                    <a:pt x="2880" y="217"/>
                    <a:pt x="2880" y="217"/>
                  </a:cubicBezTo>
                  <a:cubicBezTo>
                    <a:pt x="2880" y="217"/>
                    <a:pt x="2880" y="217"/>
                    <a:pt x="2880" y="217"/>
                  </a:cubicBezTo>
                  <a:cubicBezTo>
                    <a:pt x="2880" y="14"/>
                    <a:pt x="2880" y="14"/>
                    <a:pt x="2880" y="14"/>
                  </a:cubicBezTo>
                  <a:moveTo>
                    <a:pt x="2171" y="0"/>
                  </a:moveTo>
                  <a:cubicBezTo>
                    <a:pt x="0" y="0"/>
                    <a:pt x="0" y="0"/>
                    <a:pt x="0" y="0"/>
                  </a:cubicBezTo>
                  <a:cubicBezTo>
                    <a:pt x="0" y="95"/>
                    <a:pt x="0" y="95"/>
                    <a:pt x="0" y="95"/>
                  </a:cubicBezTo>
                  <a:cubicBezTo>
                    <a:pt x="2486" y="95"/>
                    <a:pt x="2486" y="95"/>
                    <a:pt x="2486" y="95"/>
                  </a:cubicBezTo>
                  <a:cubicBezTo>
                    <a:pt x="2486" y="95"/>
                    <a:pt x="2486" y="95"/>
                    <a:pt x="2486" y="95"/>
                  </a:cubicBezTo>
                  <a:cubicBezTo>
                    <a:pt x="2486" y="95"/>
                    <a:pt x="2486" y="95"/>
                    <a:pt x="2486" y="95"/>
                  </a:cubicBezTo>
                  <a:cubicBezTo>
                    <a:pt x="2486" y="95"/>
                    <a:pt x="2486" y="95"/>
                    <a:pt x="2486" y="95"/>
                  </a:cubicBezTo>
                  <a:cubicBezTo>
                    <a:pt x="2419" y="39"/>
                    <a:pt x="2306" y="0"/>
                    <a:pt x="2171" y="0"/>
                  </a:cubicBezTo>
                </a:path>
              </a:pathLst>
            </a:custGeom>
            <a:solidFill>
              <a:srgbClr val="BFBFBF"/>
            </a:solidFill>
            <a:ln>
              <a:noFill/>
            </a:ln>
            <a:extLst/>
          </p:spPr>
          <p:txBody>
            <a:bodyPr/>
            <a:lstStyle/>
            <a:p>
              <a:pPr defTabSz="457200">
                <a:defRPr/>
              </a:pPr>
              <a:endParaRPr lang="en-AU">
                <a:solidFill>
                  <a:srgbClr val="000000"/>
                </a:solidFill>
              </a:endParaRPr>
            </a:p>
          </p:txBody>
        </p:sp>
        <p:sp>
          <p:nvSpPr>
            <p:cNvPr id="8" name="Freeform 9"/>
            <p:cNvSpPr>
              <a:spLocks noEditPoints="1"/>
            </p:cNvSpPr>
            <p:nvPr/>
          </p:nvSpPr>
          <p:spPr bwMode="auto">
            <a:xfrm>
              <a:off x="1" y="4011"/>
              <a:ext cx="5759" cy="245"/>
            </a:xfrm>
            <a:custGeom>
              <a:avLst/>
              <a:gdLst>
                <a:gd name="T0" fmla="*/ 2486 w 2880"/>
                <a:gd name="T1" fmla="*/ 0 h 122"/>
                <a:gd name="T2" fmla="*/ 0 w 2880"/>
                <a:gd name="T3" fmla="*/ 0 h 122"/>
                <a:gd name="T4" fmla="*/ 0 w 2880"/>
                <a:gd name="T5" fmla="*/ 13 h 122"/>
                <a:gd name="T6" fmla="*/ 2289 w 2880"/>
                <a:gd name="T7" fmla="*/ 13 h 122"/>
                <a:gd name="T8" fmla="*/ 2486 w 2880"/>
                <a:gd name="T9" fmla="*/ 0 h 122"/>
                <a:gd name="T10" fmla="*/ 2880 w 2880"/>
                <a:gd name="T11" fmla="*/ 0 h 122"/>
                <a:gd name="T12" fmla="*/ 2486 w 2880"/>
                <a:gd name="T13" fmla="*/ 0 h 122"/>
                <a:gd name="T14" fmla="*/ 2813 w 2880"/>
                <a:gd name="T15" fmla="*/ 122 h 122"/>
                <a:gd name="T16" fmla="*/ 2880 w 2880"/>
                <a:gd name="T17" fmla="*/ 122 h 122"/>
                <a:gd name="T18" fmla="*/ 2880 w 2880"/>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0" h="122">
                  <a:moveTo>
                    <a:pt x="2486" y="0"/>
                  </a:moveTo>
                  <a:cubicBezTo>
                    <a:pt x="0" y="0"/>
                    <a:pt x="0" y="0"/>
                    <a:pt x="0" y="0"/>
                  </a:cubicBezTo>
                  <a:cubicBezTo>
                    <a:pt x="0" y="13"/>
                    <a:pt x="0" y="13"/>
                    <a:pt x="0" y="13"/>
                  </a:cubicBezTo>
                  <a:cubicBezTo>
                    <a:pt x="2289" y="13"/>
                    <a:pt x="2289" y="13"/>
                    <a:pt x="2289" y="13"/>
                  </a:cubicBezTo>
                  <a:cubicBezTo>
                    <a:pt x="2418" y="13"/>
                    <a:pt x="2459" y="10"/>
                    <a:pt x="2486" y="0"/>
                  </a:cubicBezTo>
                  <a:moveTo>
                    <a:pt x="2880" y="0"/>
                  </a:moveTo>
                  <a:cubicBezTo>
                    <a:pt x="2486" y="0"/>
                    <a:pt x="2486" y="0"/>
                    <a:pt x="2486" y="0"/>
                  </a:cubicBezTo>
                  <a:cubicBezTo>
                    <a:pt x="2554" y="56"/>
                    <a:pt x="2645" y="122"/>
                    <a:pt x="2813" y="122"/>
                  </a:cubicBezTo>
                  <a:cubicBezTo>
                    <a:pt x="2854" y="122"/>
                    <a:pt x="2880" y="122"/>
                    <a:pt x="2880" y="122"/>
                  </a:cubicBezTo>
                  <a:cubicBezTo>
                    <a:pt x="2880" y="0"/>
                    <a:pt x="2880" y="0"/>
                    <a:pt x="2880" y="0"/>
                  </a:cubicBezTo>
                </a:path>
              </a:pathLst>
            </a:custGeom>
            <a:solidFill>
              <a:schemeClr val="accent2">
                <a:lumMod val="75000"/>
              </a:schemeClr>
            </a:solidFill>
            <a:ln>
              <a:noFill/>
            </a:ln>
            <a:extLst/>
          </p:spPr>
          <p:txBody>
            <a:bodyPr/>
            <a:lstStyle/>
            <a:p>
              <a:pPr defTabSz="457200">
                <a:defRPr/>
              </a:pPr>
              <a:endParaRPr lang="en-AU">
                <a:solidFill>
                  <a:srgbClr val="000000"/>
                </a:solidFill>
              </a:endParaRPr>
            </a:p>
          </p:txBody>
        </p:sp>
        <p:sp>
          <p:nvSpPr>
            <p:cNvPr id="9" name="Freeform 10"/>
            <p:cNvSpPr>
              <a:spLocks/>
            </p:cNvSpPr>
            <p:nvPr/>
          </p:nvSpPr>
          <p:spPr bwMode="auto">
            <a:xfrm>
              <a:off x="1" y="3849"/>
              <a:ext cx="4971" cy="188"/>
            </a:xfrm>
            <a:custGeom>
              <a:avLst/>
              <a:gdLst>
                <a:gd name="T0" fmla="*/ 2486 w 2486"/>
                <a:gd name="T1" fmla="*/ 81 h 94"/>
                <a:gd name="T2" fmla="*/ 2171 w 2486"/>
                <a:gd name="T3" fmla="*/ 0 h 94"/>
                <a:gd name="T4" fmla="*/ 0 w 2486"/>
                <a:gd name="T5" fmla="*/ 0 h 94"/>
                <a:gd name="T6" fmla="*/ 0 w 2486"/>
                <a:gd name="T7" fmla="*/ 94 h 94"/>
                <a:gd name="T8" fmla="*/ 2289 w 2486"/>
                <a:gd name="T9" fmla="*/ 94 h 94"/>
                <a:gd name="T10" fmla="*/ 2486 w 2486"/>
                <a:gd name="T11" fmla="*/ 81 h 94"/>
              </a:gdLst>
              <a:ahLst/>
              <a:cxnLst>
                <a:cxn ang="0">
                  <a:pos x="T0" y="T1"/>
                </a:cxn>
                <a:cxn ang="0">
                  <a:pos x="T2" y="T3"/>
                </a:cxn>
                <a:cxn ang="0">
                  <a:pos x="T4" y="T5"/>
                </a:cxn>
                <a:cxn ang="0">
                  <a:pos x="T6" y="T7"/>
                </a:cxn>
                <a:cxn ang="0">
                  <a:pos x="T8" y="T9"/>
                </a:cxn>
                <a:cxn ang="0">
                  <a:pos x="T10" y="T11"/>
                </a:cxn>
              </a:cxnLst>
              <a:rect l="0" t="0" r="r" b="b"/>
              <a:pathLst>
                <a:path w="2486" h="94">
                  <a:moveTo>
                    <a:pt x="2486" y="81"/>
                  </a:moveTo>
                  <a:cubicBezTo>
                    <a:pt x="2410" y="38"/>
                    <a:pt x="2306" y="0"/>
                    <a:pt x="2171" y="0"/>
                  </a:cubicBezTo>
                  <a:cubicBezTo>
                    <a:pt x="0" y="0"/>
                    <a:pt x="0" y="0"/>
                    <a:pt x="0" y="0"/>
                  </a:cubicBezTo>
                  <a:cubicBezTo>
                    <a:pt x="0" y="94"/>
                    <a:pt x="0" y="94"/>
                    <a:pt x="0" y="94"/>
                  </a:cubicBezTo>
                  <a:cubicBezTo>
                    <a:pt x="2289" y="94"/>
                    <a:pt x="2289" y="94"/>
                    <a:pt x="2289" y="94"/>
                  </a:cubicBezTo>
                  <a:cubicBezTo>
                    <a:pt x="2418" y="94"/>
                    <a:pt x="2459" y="91"/>
                    <a:pt x="2486" y="81"/>
                  </a:cubicBezTo>
                </a:path>
              </a:pathLst>
            </a:custGeom>
            <a:solidFill>
              <a:schemeClr val="accent1"/>
            </a:solidFill>
            <a:ln>
              <a:noFill/>
            </a:ln>
            <a:extLst/>
          </p:spPr>
          <p:txBody>
            <a:bodyPr/>
            <a:lstStyle/>
            <a:p>
              <a:pPr defTabSz="457200">
                <a:defRPr/>
              </a:pPr>
              <a:endParaRPr lang="en-AU">
                <a:solidFill>
                  <a:srgbClr val="000000"/>
                </a:solidFill>
              </a:endParaRPr>
            </a:p>
          </p:txBody>
        </p:sp>
        <p:sp>
          <p:nvSpPr>
            <p:cNvPr id="10" name="Freeform 11"/>
            <p:cNvSpPr>
              <a:spLocks/>
            </p:cNvSpPr>
            <p:nvPr/>
          </p:nvSpPr>
          <p:spPr bwMode="auto">
            <a:xfrm>
              <a:off x="4972" y="3849"/>
              <a:ext cx="788" cy="379"/>
            </a:xfrm>
            <a:custGeom>
              <a:avLst/>
              <a:gdLst>
                <a:gd name="T0" fmla="*/ 1050925 w 394"/>
                <a:gd name="T1" fmla="*/ 0 h 189"/>
                <a:gd name="T2" fmla="*/ 0 w 394"/>
                <a:gd name="T3" fmla="*/ 257855 h 189"/>
                <a:gd name="T4" fmla="*/ 1038225 w 394"/>
                <a:gd name="T5" fmla="*/ 601662 h 189"/>
                <a:gd name="T6" fmla="*/ 1250950 w 394"/>
                <a:gd name="T7" fmla="*/ 601662 h 189"/>
                <a:gd name="T8" fmla="*/ 1250950 w 394"/>
                <a:gd name="T9" fmla="*/ 0 h 189"/>
                <a:gd name="T10" fmla="*/ 1050925 w 394"/>
                <a:gd name="T11" fmla="*/ 0 h 189"/>
                <a:gd name="T12" fmla="*/ 0 60000 65536"/>
                <a:gd name="T13" fmla="*/ 0 60000 65536"/>
                <a:gd name="T14" fmla="*/ 0 60000 65536"/>
                <a:gd name="T15" fmla="*/ 0 60000 65536"/>
                <a:gd name="T16" fmla="*/ 0 60000 65536"/>
                <a:gd name="T17" fmla="*/ 0 60000 65536"/>
                <a:gd name="T18" fmla="*/ 0 w 394"/>
                <a:gd name="T19" fmla="*/ 0 h 189"/>
                <a:gd name="T20" fmla="*/ 394 w 394"/>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394" h="189">
                  <a:moveTo>
                    <a:pt x="331" y="0"/>
                  </a:moveTo>
                  <a:cubicBezTo>
                    <a:pt x="130" y="0"/>
                    <a:pt x="56" y="60"/>
                    <a:pt x="0" y="81"/>
                  </a:cubicBezTo>
                  <a:cubicBezTo>
                    <a:pt x="89" y="131"/>
                    <a:pt x="159" y="189"/>
                    <a:pt x="327" y="189"/>
                  </a:cubicBezTo>
                  <a:cubicBezTo>
                    <a:pt x="368" y="189"/>
                    <a:pt x="394" y="189"/>
                    <a:pt x="394" y="189"/>
                  </a:cubicBezTo>
                  <a:cubicBezTo>
                    <a:pt x="394" y="0"/>
                    <a:pt x="394" y="0"/>
                    <a:pt x="394" y="0"/>
                  </a:cubicBezTo>
                  <a:lnTo>
                    <a:pt x="331" y="0"/>
                  </a:lnTo>
                  <a:close/>
                </a:path>
              </a:pathLst>
            </a:custGeom>
            <a:solidFill>
              <a:srgbClr val="F7F7F7"/>
            </a:solidFill>
            <a:ln w="9525">
              <a:noFill/>
              <a:round/>
              <a:headEnd/>
              <a:tailEnd/>
            </a:ln>
          </p:spPr>
          <p:txBody>
            <a:bodyPr/>
            <a:lstStyle/>
            <a:p>
              <a:endParaRPr lang="en-AU">
                <a:solidFill>
                  <a:srgbClr val="000000"/>
                </a:solidFill>
              </a:endParaRPr>
            </a:p>
          </p:txBody>
        </p:sp>
        <p:sp>
          <p:nvSpPr>
            <p:cNvPr id="1105" name="AutoShape 81"/>
            <p:cNvSpPr>
              <a:spLocks noChangeAspect="1" noChangeArrowheads="1" noTextEdit="1"/>
            </p:cNvSpPr>
            <p:nvPr/>
          </p:nvSpPr>
          <p:spPr bwMode="auto">
            <a:xfrm>
              <a:off x="-6" y="3812"/>
              <a:ext cx="5776" cy="535"/>
            </a:xfrm>
            <a:prstGeom prst="rect">
              <a:avLst/>
            </a:prstGeom>
            <a:noFill/>
            <a:ln w="9525">
              <a:noFill/>
              <a:miter lim="800000"/>
              <a:headEnd/>
              <a:tailEnd/>
            </a:ln>
          </p:spPr>
          <p:txBody>
            <a:bodyPr/>
            <a:lstStyle/>
            <a:p>
              <a:pPr defTabSz="457200">
                <a:defRPr/>
              </a:pPr>
              <a:endParaRPr lang="en-US">
                <a:solidFill>
                  <a:srgbClr val="000000"/>
                </a:solidFill>
              </a:endParaRPr>
            </a:p>
          </p:txBody>
        </p:sp>
        <p:sp>
          <p:nvSpPr>
            <p:cNvPr id="1108" name="Rectangle 84"/>
            <p:cNvSpPr>
              <a:spLocks noChangeArrowheads="1"/>
            </p:cNvSpPr>
            <p:nvPr/>
          </p:nvSpPr>
          <p:spPr bwMode="auto">
            <a:xfrm>
              <a:off x="-6" y="4004"/>
              <a:ext cx="5775" cy="343"/>
            </a:xfrm>
            <a:prstGeom prst="rect">
              <a:avLst/>
            </a:prstGeom>
            <a:noFill/>
            <a:ln w="9525">
              <a:noFill/>
              <a:miter lim="800000"/>
              <a:headEnd/>
              <a:tailEnd/>
            </a:ln>
          </p:spPr>
          <p:txBody>
            <a:bodyPr/>
            <a:lstStyle/>
            <a:p>
              <a:pPr defTabSz="457200">
                <a:defRPr/>
              </a:pPr>
              <a:endParaRPr lang="en-US">
                <a:solidFill>
                  <a:srgbClr val="000000"/>
                </a:solidFill>
              </a:endParaRPr>
            </a:p>
          </p:txBody>
        </p:sp>
        <p:pic>
          <p:nvPicPr>
            <p:cNvPr id="81951" name="Picture 78"/>
            <p:cNvPicPr>
              <a:picLocks noChangeAspect="1" noChangeArrowheads="1"/>
            </p:cNvPicPr>
            <p:nvPr/>
          </p:nvPicPr>
          <p:blipFill>
            <a:blip r:embed="rId13" cstate="print"/>
            <a:srcRect/>
            <a:stretch>
              <a:fillRect/>
            </a:stretch>
          </p:blipFill>
          <p:spPr bwMode="auto">
            <a:xfrm>
              <a:off x="5329" y="3900"/>
              <a:ext cx="286" cy="286"/>
            </a:xfrm>
            <a:prstGeom prst="rect">
              <a:avLst/>
            </a:prstGeom>
            <a:noFill/>
            <a:ln w="9525">
              <a:noFill/>
              <a:miter lim="800000"/>
              <a:headEnd/>
              <a:tailEnd/>
            </a:ln>
          </p:spPr>
        </p:pic>
        <p:sp>
          <p:nvSpPr>
            <p:cNvPr id="1070" name="Rectangle 46"/>
            <p:cNvSpPr>
              <a:spLocks noChangeArrowheads="1"/>
            </p:cNvSpPr>
            <p:nvPr/>
          </p:nvSpPr>
          <p:spPr bwMode="auto">
            <a:xfrm>
              <a:off x="-45" y="4010"/>
              <a:ext cx="5869" cy="343"/>
            </a:xfrm>
            <a:prstGeom prst="rect">
              <a:avLst/>
            </a:prstGeom>
            <a:noFill/>
            <a:ln w="9525">
              <a:noFill/>
              <a:miter lim="800000"/>
              <a:headEnd/>
              <a:tailEnd/>
            </a:ln>
          </p:spPr>
          <p:txBody>
            <a:bodyPr/>
            <a:lstStyle/>
            <a:p>
              <a:pPr defTabSz="457200">
                <a:defRPr/>
              </a:pPr>
              <a:endParaRPr lang="en-US">
                <a:solidFill>
                  <a:srgbClr val="000000"/>
                </a:solidFill>
              </a:endParaRPr>
            </a:p>
          </p:txBody>
        </p:sp>
      </p:grpSp>
      <p:sp>
        <p:nvSpPr>
          <p:cNvPr id="81933" name="Title Placeholder 1"/>
          <p:cNvSpPr>
            <a:spLocks noGrp="1"/>
          </p:cNvSpPr>
          <p:nvPr>
            <p:ph type="title"/>
          </p:nvPr>
        </p:nvSpPr>
        <p:spPr bwMode="auto">
          <a:xfrm>
            <a:off x="358775" y="274638"/>
            <a:ext cx="8461375" cy="8524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title style</a:t>
            </a:r>
          </a:p>
        </p:txBody>
      </p:sp>
      <p:sp>
        <p:nvSpPr>
          <p:cNvPr id="81934" name="Text Placeholder 2"/>
          <p:cNvSpPr>
            <a:spLocks noGrp="1"/>
          </p:cNvSpPr>
          <p:nvPr>
            <p:ph type="body" idx="1"/>
          </p:nvPr>
        </p:nvSpPr>
        <p:spPr bwMode="auto">
          <a:xfrm>
            <a:off x="358775" y="1268413"/>
            <a:ext cx="8461375" cy="4573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5" name="Footer Placeholder 4"/>
          <p:cNvSpPr>
            <a:spLocks noGrp="1"/>
          </p:cNvSpPr>
          <p:nvPr>
            <p:ph type="ftr" sz="quarter" idx="3"/>
          </p:nvPr>
        </p:nvSpPr>
        <p:spPr>
          <a:xfrm>
            <a:off x="677863" y="6503988"/>
            <a:ext cx="6083300" cy="123825"/>
          </a:xfrm>
          <a:prstGeom prst="rect">
            <a:avLst/>
          </a:prstGeom>
        </p:spPr>
        <p:txBody>
          <a:bodyPr vert="horz" wrap="square" lIns="0" tIns="0" rIns="0" bIns="0" numCol="1" anchor="ctr" anchorCtr="0" compatLnSpc="1">
            <a:prstTxWarp prst="textNoShape">
              <a:avLst/>
            </a:prstTxWarp>
          </a:bodyPr>
          <a:lstStyle>
            <a:lvl1pPr>
              <a:defRPr sz="900">
                <a:solidFill>
                  <a:srgbClr val="FFFFFF"/>
                </a:solidFill>
                <a:latin typeface="+mn-lt"/>
              </a:defRPr>
            </a:lvl1pPr>
          </a:lstStyle>
          <a:p>
            <a:r>
              <a:rPr lang="en-AU" smtClean="0"/>
              <a:t>OGC - SWE DWG - 2015-09-16</a:t>
            </a:r>
            <a:endParaRPr lang="en-AU"/>
          </a:p>
        </p:txBody>
      </p:sp>
      <p:sp>
        <p:nvSpPr>
          <p:cNvPr id="18" name="Slide Number Placeholder 17"/>
          <p:cNvSpPr>
            <a:spLocks noGrp="1"/>
          </p:cNvSpPr>
          <p:nvPr>
            <p:ph type="sldNum" sz="quarter" idx="4"/>
          </p:nvPr>
        </p:nvSpPr>
        <p:spPr>
          <a:xfrm>
            <a:off x="330200" y="6503988"/>
            <a:ext cx="288925" cy="127000"/>
          </a:xfrm>
          <a:prstGeom prst="rect">
            <a:avLst/>
          </a:prstGeom>
        </p:spPr>
        <p:txBody>
          <a:bodyPr vert="horz" lIns="0" tIns="0" rIns="0" bIns="0" rtlCol="0" anchor="ctr"/>
          <a:lstStyle>
            <a:lvl1pPr algn="r" fontAlgn="auto">
              <a:spcBef>
                <a:spcPts val="0"/>
              </a:spcBef>
              <a:spcAft>
                <a:spcPts val="0"/>
              </a:spcAft>
              <a:defRPr sz="900" smtClean="0">
                <a:solidFill>
                  <a:schemeClr val="bg1"/>
                </a:solidFill>
                <a:latin typeface="+mn-lt"/>
              </a:defRPr>
            </a:lvl1pPr>
          </a:lstStyle>
          <a:p>
            <a:pPr>
              <a:defRPr/>
            </a:pPr>
            <a:fld id="{006F2D36-124F-4F48-9E4C-98EE088E01D6}" type="slidenum">
              <a:rPr lang="en-AU">
                <a:solidFill>
                  <a:srgbClr val="FFFFFF"/>
                </a:solidFill>
              </a:rPr>
              <a:pPr>
                <a:defRPr/>
              </a:pPr>
              <a:t>‹#›</a:t>
            </a:fld>
            <a:r>
              <a:rPr lang="en-AU" dirty="0">
                <a:solidFill>
                  <a:srgbClr val="FFFFFF"/>
                </a:solidFill>
              </a:rPr>
              <a:t>  |</a:t>
            </a:r>
          </a:p>
        </p:txBody>
      </p:sp>
      <p:sp>
        <p:nvSpPr>
          <p:cNvPr id="36" name="AutoShape 4"/>
          <p:cNvSpPr>
            <a:spLocks noChangeAspect="1" noChangeArrowheads="1" noTextEdit="1"/>
          </p:cNvSpPr>
          <p:nvPr/>
        </p:nvSpPr>
        <p:spPr bwMode="auto">
          <a:xfrm>
            <a:off x="3175" y="3325813"/>
            <a:ext cx="9161463" cy="801687"/>
          </a:xfrm>
          <a:prstGeom prst="rect">
            <a:avLst/>
          </a:prstGeom>
          <a:noFill/>
          <a:ln>
            <a:noFill/>
          </a:ln>
          <a:extLst/>
        </p:spPr>
        <p:txBody>
          <a:bodyPr/>
          <a:lstStyle/>
          <a:p>
            <a:pPr fontAlgn="auto">
              <a:spcBef>
                <a:spcPts val="0"/>
              </a:spcBef>
              <a:spcAft>
                <a:spcPts val="0"/>
              </a:spcAft>
              <a:defRPr/>
            </a:pPr>
            <a:endParaRPr lang="en-AU">
              <a:solidFill>
                <a:srgbClr val="000000"/>
              </a:solidFill>
              <a:latin typeface="Calibri"/>
            </a:endParaRPr>
          </a:p>
        </p:txBody>
      </p:sp>
      <p:sp>
        <p:nvSpPr>
          <p:cNvPr id="38" name="Rectangle 7"/>
          <p:cNvSpPr>
            <a:spLocks noChangeArrowheads="1"/>
          </p:cNvSpPr>
          <p:nvPr/>
        </p:nvSpPr>
        <p:spPr bwMode="auto">
          <a:xfrm>
            <a:off x="12700" y="3636963"/>
            <a:ext cx="9142413" cy="490537"/>
          </a:xfrm>
          <a:prstGeom prst="rect">
            <a:avLst/>
          </a:prstGeom>
          <a:noFill/>
          <a:ln>
            <a:noFill/>
          </a:ln>
          <a:extLst/>
        </p:spPr>
        <p:txBody>
          <a:bodyPr/>
          <a:lstStyle/>
          <a:p>
            <a:pPr fontAlgn="auto">
              <a:spcBef>
                <a:spcPts val="0"/>
              </a:spcBef>
              <a:spcAft>
                <a:spcPts val="0"/>
              </a:spcAft>
              <a:defRPr/>
            </a:pPr>
            <a:endParaRPr lang="en-AU">
              <a:solidFill>
                <a:srgbClr val="000000"/>
              </a:solidFill>
              <a:latin typeface="Calibri"/>
            </a:endParaRPr>
          </a:p>
        </p:txBody>
      </p:sp>
      <p:sp>
        <p:nvSpPr>
          <p:cNvPr id="43" name="AutoShape 81"/>
          <p:cNvSpPr>
            <a:spLocks noChangeAspect="1" noChangeArrowheads="1" noTextEdit="1"/>
          </p:cNvSpPr>
          <p:nvPr/>
        </p:nvSpPr>
        <p:spPr bwMode="auto">
          <a:xfrm>
            <a:off x="1588" y="3321050"/>
            <a:ext cx="9169400" cy="849313"/>
          </a:xfrm>
          <a:prstGeom prst="rect">
            <a:avLst/>
          </a:prstGeom>
          <a:noFill/>
          <a:ln w="9525">
            <a:noFill/>
            <a:miter lim="800000"/>
            <a:headEnd/>
            <a:tailEnd/>
          </a:ln>
        </p:spPr>
        <p:txBody>
          <a:bodyPr/>
          <a:lstStyle/>
          <a:p>
            <a:pPr fontAlgn="auto">
              <a:spcBef>
                <a:spcPts val="0"/>
              </a:spcBef>
              <a:spcAft>
                <a:spcPts val="0"/>
              </a:spcAft>
              <a:defRPr/>
            </a:pPr>
            <a:endParaRPr lang="en-US">
              <a:solidFill>
                <a:srgbClr val="000000"/>
              </a:solidFill>
              <a:latin typeface="Calibri"/>
            </a:endParaRPr>
          </a:p>
        </p:txBody>
      </p:sp>
      <p:sp>
        <p:nvSpPr>
          <p:cNvPr id="44" name="Rectangle 84"/>
          <p:cNvSpPr>
            <a:spLocks noChangeArrowheads="1"/>
          </p:cNvSpPr>
          <p:nvPr/>
        </p:nvSpPr>
        <p:spPr bwMode="auto">
          <a:xfrm>
            <a:off x="1588" y="3625850"/>
            <a:ext cx="9167812" cy="544513"/>
          </a:xfrm>
          <a:prstGeom prst="rect">
            <a:avLst/>
          </a:prstGeom>
          <a:noFill/>
          <a:ln w="9525">
            <a:noFill/>
            <a:miter lim="800000"/>
            <a:headEnd/>
            <a:tailEnd/>
          </a:ln>
        </p:spPr>
        <p:txBody>
          <a:bodyPr/>
          <a:lstStyle/>
          <a:p>
            <a:pPr fontAlgn="auto">
              <a:spcBef>
                <a:spcPts val="0"/>
              </a:spcBef>
              <a:spcAft>
                <a:spcPts val="0"/>
              </a:spcAft>
              <a:defRPr/>
            </a:pPr>
            <a:endParaRPr lang="en-US">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ransition xmlns:p14="http://schemas.microsoft.com/office/powerpoint/2010/main">
    <p:fade/>
  </p:transition>
  <p:timing>
    <p:tnLst>
      <p:par>
        <p:cTn xmlns:p14="http://schemas.microsoft.com/office/powerpoint/2010/main" id="1" dur="indefinite" restart="never" nodeType="tmRoot"/>
      </p:par>
    </p:tnLst>
  </p:timing>
  <p:hf sldNum="0" hdr="0" dt="0"/>
  <p:txStyles>
    <p:titleStyle>
      <a:lvl1pPr algn="l" rtl="0" fontAlgn="base">
        <a:spcBef>
          <a:spcPct val="0"/>
        </a:spcBef>
        <a:spcAft>
          <a:spcPct val="0"/>
        </a:spcAft>
        <a:defRPr sz="3600" b="1">
          <a:solidFill>
            <a:schemeClr val="accent2"/>
          </a:solidFill>
          <a:latin typeface="+mj-lt"/>
          <a:ea typeface="+mj-ea"/>
          <a:cs typeface="+mj-cs"/>
        </a:defRPr>
      </a:lvl1pPr>
      <a:lvl2pPr algn="l" rtl="0" fontAlgn="base">
        <a:spcBef>
          <a:spcPct val="0"/>
        </a:spcBef>
        <a:spcAft>
          <a:spcPct val="0"/>
        </a:spcAft>
        <a:defRPr sz="3600" b="1">
          <a:solidFill>
            <a:schemeClr val="accent2"/>
          </a:solidFill>
          <a:latin typeface="Calibri" pitchFamily="34" charset="0"/>
        </a:defRPr>
      </a:lvl2pPr>
      <a:lvl3pPr algn="l" rtl="0" fontAlgn="base">
        <a:spcBef>
          <a:spcPct val="0"/>
        </a:spcBef>
        <a:spcAft>
          <a:spcPct val="0"/>
        </a:spcAft>
        <a:defRPr sz="3600" b="1">
          <a:solidFill>
            <a:schemeClr val="accent2"/>
          </a:solidFill>
          <a:latin typeface="Calibri" pitchFamily="34" charset="0"/>
        </a:defRPr>
      </a:lvl3pPr>
      <a:lvl4pPr algn="l" rtl="0" fontAlgn="base">
        <a:spcBef>
          <a:spcPct val="0"/>
        </a:spcBef>
        <a:spcAft>
          <a:spcPct val="0"/>
        </a:spcAft>
        <a:defRPr sz="3600" b="1">
          <a:solidFill>
            <a:schemeClr val="accent2"/>
          </a:solidFill>
          <a:latin typeface="Calibri" pitchFamily="34" charset="0"/>
        </a:defRPr>
      </a:lvl4pPr>
      <a:lvl5pPr algn="l" rtl="0" fontAlgn="base">
        <a:spcBef>
          <a:spcPct val="0"/>
        </a:spcBef>
        <a:spcAft>
          <a:spcPct val="0"/>
        </a:spcAft>
        <a:defRPr sz="3600" b="1">
          <a:solidFill>
            <a:schemeClr val="accent2"/>
          </a:solidFill>
          <a:latin typeface="Calibri" pitchFamily="34" charset="0"/>
        </a:defRPr>
      </a:lvl5pPr>
      <a:lvl6pPr marL="457200" algn="l" rtl="0" fontAlgn="base">
        <a:spcBef>
          <a:spcPct val="0"/>
        </a:spcBef>
        <a:spcAft>
          <a:spcPct val="0"/>
        </a:spcAft>
        <a:defRPr sz="3600" b="1">
          <a:solidFill>
            <a:schemeClr val="accent2"/>
          </a:solidFill>
          <a:latin typeface="Calibri" pitchFamily="34" charset="0"/>
        </a:defRPr>
      </a:lvl6pPr>
      <a:lvl7pPr marL="914400" algn="l" rtl="0" fontAlgn="base">
        <a:spcBef>
          <a:spcPct val="0"/>
        </a:spcBef>
        <a:spcAft>
          <a:spcPct val="0"/>
        </a:spcAft>
        <a:defRPr sz="3600" b="1">
          <a:solidFill>
            <a:schemeClr val="accent2"/>
          </a:solidFill>
          <a:latin typeface="Calibri" pitchFamily="34" charset="0"/>
        </a:defRPr>
      </a:lvl7pPr>
      <a:lvl8pPr marL="1371600" algn="l" rtl="0" fontAlgn="base">
        <a:spcBef>
          <a:spcPct val="0"/>
        </a:spcBef>
        <a:spcAft>
          <a:spcPct val="0"/>
        </a:spcAft>
        <a:defRPr sz="3600" b="1">
          <a:solidFill>
            <a:schemeClr val="accent2"/>
          </a:solidFill>
          <a:latin typeface="Calibri" pitchFamily="34" charset="0"/>
        </a:defRPr>
      </a:lvl8pPr>
      <a:lvl9pPr marL="1828800" algn="l" rtl="0" fontAlgn="base">
        <a:spcBef>
          <a:spcPct val="0"/>
        </a:spcBef>
        <a:spcAft>
          <a:spcPct val="0"/>
        </a:spcAft>
        <a:defRPr sz="3600" b="1">
          <a:solidFill>
            <a:schemeClr val="accent2"/>
          </a:solidFill>
          <a:latin typeface="Calibri" pitchFamily="34" charset="0"/>
        </a:defRPr>
      </a:lvl9pPr>
    </p:titleStyle>
    <p:bodyStyle>
      <a:lvl1pPr marL="215900" indent="-215900" algn="l" rtl="0" fontAlgn="base">
        <a:lnSpc>
          <a:spcPct val="90000"/>
        </a:lnSpc>
        <a:spcBef>
          <a:spcPts val="600"/>
        </a:spcBef>
        <a:spcAft>
          <a:spcPct val="0"/>
        </a:spcAft>
        <a:buFont typeface="Arial" charset="0"/>
        <a:buChar char="•"/>
        <a:defRPr sz="2400">
          <a:solidFill>
            <a:schemeClr val="tx1"/>
          </a:solidFill>
          <a:latin typeface="+mn-lt"/>
          <a:ea typeface="+mn-ea"/>
          <a:cs typeface="+mn-cs"/>
        </a:defRPr>
      </a:lvl1pPr>
      <a:lvl2pPr marL="431800" indent="-215900" algn="l" rtl="0" fontAlgn="base">
        <a:lnSpc>
          <a:spcPct val="90000"/>
        </a:lnSpc>
        <a:spcBef>
          <a:spcPts val="600"/>
        </a:spcBef>
        <a:spcAft>
          <a:spcPct val="0"/>
        </a:spcAft>
        <a:buFont typeface="Calibri" pitchFamily="34" charset="0"/>
        <a:buChar char="•"/>
        <a:defRPr sz="2000">
          <a:solidFill>
            <a:schemeClr val="tx1"/>
          </a:solidFill>
          <a:latin typeface="+mn-lt"/>
        </a:defRPr>
      </a:lvl2pPr>
      <a:lvl3pPr marL="647700" indent="-215900" algn="l" rtl="0" fontAlgn="base">
        <a:lnSpc>
          <a:spcPct val="90000"/>
        </a:lnSpc>
        <a:spcBef>
          <a:spcPts val="600"/>
        </a:spcBef>
        <a:spcAft>
          <a:spcPct val="0"/>
        </a:spcAft>
        <a:buFont typeface="Calibri" pitchFamily="34" charset="0"/>
        <a:buChar char="–"/>
        <a:defRPr sz="2000">
          <a:solidFill>
            <a:schemeClr val="tx1"/>
          </a:solidFill>
          <a:latin typeface="+mn-lt"/>
        </a:defRPr>
      </a:lvl3pPr>
      <a:lvl4pPr marL="863600" indent="-215900" algn="l" rtl="0" fontAlgn="base">
        <a:lnSpc>
          <a:spcPct val="90000"/>
        </a:lnSpc>
        <a:spcBef>
          <a:spcPts val="600"/>
        </a:spcBef>
        <a:spcAft>
          <a:spcPct val="0"/>
        </a:spcAft>
        <a:buFont typeface="Calibri" pitchFamily="34" charset="0"/>
        <a:buChar char="–"/>
        <a:defRPr sz="2000">
          <a:solidFill>
            <a:schemeClr val="tx1"/>
          </a:solidFill>
          <a:latin typeface="+mn-lt"/>
        </a:defRPr>
      </a:lvl4pPr>
      <a:lvl5pPr marL="1079500" indent="-215900" algn="l" rtl="0" fontAlgn="base">
        <a:lnSpc>
          <a:spcPct val="90000"/>
        </a:lnSpc>
        <a:spcBef>
          <a:spcPts val="600"/>
        </a:spcBef>
        <a:spcAft>
          <a:spcPct val="0"/>
        </a:spcAft>
        <a:buFont typeface="Calibri" pitchFamily="34" charset="0"/>
        <a:buChar char="•"/>
        <a:defRPr>
          <a:solidFill>
            <a:schemeClr val="accent2"/>
          </a:solidFill>
          <a:latin typeface="+mn-lt"/>
        </a:defRPr>
      </a:lvl5pPr>
      <a:lvl6pPr marL="1536700" indent="-215900" algn="l" rtl="0" fontAlgn="base">
        <a:lnSpc>
          <a:spcPct val="90000"/>
        </a:lnSpc>
        <a:spcBef>
          <a:spcPts val="600"/>
        </a:spcBef>
        <a:spcAft>
          <a:spcPct val="0"/>
        </a:spcAft>
        <a:buFont typeface="Calibri" pitchFamily="34" charset="0"/>
        <a:buChar char="•"/>
        <a:defRPr>
          <a:solidFill>
            <a:schemeClr val="accent2"/>
          </a:solidFill>
          <a:latin typeface="+mn-lt"/>
        </a:defRPr>
      </a:lvl6pPr>
      <a:lvl7pPr marL="1993900" indent="-215900" algn="l" rtl="0" fontAlgn="base">
        <a:lnSpc>
          <a:spcPct val="90000"/>
        </a:lnSpc>
        <a:spcBef>
          <a:spcPts val="600"/>
        </a:spcBef>
        <a:spcAft>
          <a:spcPct val="0"/>
        </a:spcAft>
        <a:buFont typeface="Calibri" pitchFamily="34" charset="0"/>
        <a:buChar char="•"/>
        <a:defRPr>
          <a:solidFill>
            <a:schemeClr val="accent2"/>
          </a:solidFill>
          <a:latin typeface="+mn-lt"/>
        </a:defRPr>
      </a:lvl7pPr>
      <a:lvl8pPr marL="2451100" indent="-215900" algn="l" rtl="0" fontAlgn="base">
        <a:lnSpc>
          <a:spcPct val="90000"/>
        </a:lnSpc>
        <a:spcBef>
          <a:spcPts val="600"/>
        </a:spcBef>
        <a:spcAft>
          <a:spcPct val="0"/>
        </a:spcAft>
        <a:buFont typeface="Calibri" pitchFamily="34" charset="0"/>
        <a:buChar char="•"/>
        <a:defRPr>
          <a:solidFill>
            <a:schemeClr val="accent2"/>
          </a:solidFill>
          <a:latin typeface="+mn-lt"/>
        </a:defRPr>
      </a:lvl8pPr>
      <a:lvl9pPr marL="2908300" indent="-215900" algn="l" rtl="0" fontAlgn="base">
        <a:lnSpc>
          <a:spcPct val="90000"/>
        </a:lnSpc>
        <a:spcBef>
          <a:spcPts val="600"/>
        </a:spcBef>
        <a:spcAft>
          <a:spcPct val="0"/>
        </a:spcAft>
        <a:buFont typeface="Calibri" pitchFamily="34" charset="0"/>
        <a:buChar char="•"/>
        <a:defRPr>
          <a:solidFill>
            <a:schemeClr val="accent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tbray.org/ongoing/When/201x/2013/02/10/XML-at-15"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hyperlink" Target="http://waterml2.csiro.au/om-json/" TargetMode="External"/><Relationship Id="rId4" Type="http://schemas.openxmlformats.org/officeDocument/2006/relationships/hyperlink" Target="http://github.com/peterataylor/om-json" TargetMode="External"/><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9" name="Rectangle 9"/>
          <p:cNvSpPr>
            <a:spLocks noGrp="1"/>
          </p:cNvSpPr>
          <p:nvPr>
            <p:ph type="ctrTitle"/>
          </p:nvPr>
        </p:nvSpPr>
        <p:spPr/>
        <p:txBody>
          <a:bodyPr/>
          <a:lstStyle/>
          <a:p>
            <a:r>
              <a:rPr lang="en-AU" sz="3600" dirty="0" smtClean="0"/>
              <a:t>OM-JSON</a:t>
            </a:r>
            <a:endParaRPr lang="en-US" sz="3600" dirty="0"/>
          </a:p>
        </p:txBody>
      </p:sp>
      <p:sp>
        <p:nvSpPr>
          <p:cNvPr id="20486" name="Footer Placeholder 2"/>
          <p:cNvSpPr txBox="1">
            <a:spLocks/>
          </p:cNvSpPr>
          <p:nvPr/>
        </p:nvSpPr>
        <p:spPr bwMode="auto">
          <a:xfrm>
            <a:off x="360363" y="4700588"/>
            <a:ext cx="8042275" cy="250825"/>
          </a:xfrm>
          <a:prstGeom prst="rect">
            <a:avLst/>
          </a:prstGeom>
          <a:noFill/>
          <a:ln w="9525">
            <a:noFill/>
            <a:miter lim="800000"/>
            <a:headEnd/>
            <a:tailEnd/>
          </a:ln>
        </p:spPr>
        <p:txBody>
          <a:bodyPr lIns="0" tIns="0" rIns="0" bIns="0"/>
          <a:lstStyle/>
          <a:p>
            <a:r>
              <a:rPr lang="en-AU" sz="1600" b="1" dirty="0" smtClean="0">
                <a:solidFill>
                  <a:schemeClr val="bg1"/>
                </a:solidFill>
                <a:latin typeface="Calibri" pitchFamily="34" charset="0"/>
              </a:rPr>
              <a:t>Simon Cox  </a:t>
            </a:r>
            <a:r>
              <a:rPr lang="en-AU" sz="1600" dirty="0" smtClean="0">
                <a:solidFill>
                  <a:schemeClr val="bg1"/>
                </a:solidFill>
                <a:latin typeface="Calibri" pitchFamily="34" charset="0"/>
              </a:rPr>
              <a:t>|  Research Scientist  |  Environmental Information Infrastructures</a:t>
            </a:r>
            <a:endParaRPr lang="en-AU" sz="1600" dirty="0">
              <a:solidFill>
                <a:schemeClr val="bg1"/>
              </a:solidFill>
              <a:latin typeface="Calibri" pitchFamily="34" charset="0"/>
            </a:endParaRPr>
          </a:p>
        </p:txBody>
      </p:sp>
      <p:sp>
        <p:nvSpPr>
          <p:cNvPr id="20487" name="Footer Placeholder 2"/>
          <p:cNvSpPr txBox="1">
            <a:spLocks/>
          </p:cNvSpPr>
          <p:nvPr/>
        </p:nvSpPr>
        <p:spPr bwMode="auto">
          <a:xfrm>
            <a:off x="361950" y="5192811"/>
            <a:ext cx="8042275" cy="252413"/>
          </a:xfrm>
          <a:prstGeom prst="rect">
            <a:avLst/>
          </a:prstGeom>
          <a:noFill/>
          <a:ln w="9525">
            <a:noFill/>
            <a:miter lim="800000"/>
            <a:headEnd/>
            <a:tailEnd/>
          </a:ln>
        </p:spPr>
        <p:txBody>
          <a:bodyPr lIns="0" tIns="0" rIns="0" bIns="0"/>
          <a:lstStyle/>
          <a:p>
            <a:r>
              <a:rPr lang="en-AU" sz="1600" dirty="0" smtClean="0">
                <a:solidFill>
                  <a:schemeClr val="bg1"/>
                </a:solidFill>
                <a:latin typeface="Calibri" pitchFamily="34" charset="0"/>
              </a:rPr>
              <a:t>21</a:t>
            </a:r>
            <a:r>
              <a:rPr lang="en-AU" sz="1600" baseline="30000" dirty="0" smtClean="0">
                <a:solidFill>
                  <a:schemeClr val="bg1"/>
                </a:solidFill>
                <a:latin typeface="Calibri" pitchFamily="34" charset="0"/>
              </a:rPr>
              <a:t>st</a:t>
            </a:r>
            <a:r>
              <a:rPr lang="en-AU" sz="1600" dirty="0" smtClean="0">
                <a:solidFill>
                  <a:schemeClr val="bg1"/>
                </a:solidFill>
                <a:latin typeface="Calibri" pitchFamily="34" charset="0"/>
              </a:rPr>
              <a:t> September </a:t>
            </a:r>
            <a:r>
              <a:rPr lang="en-AU" sz="1600" dirty="0" smtClean="0">
                <a:solidFill>
                  <a:schemeClr val="bg1"/>
                </a:solidFill>
                <a:latin typeface="Calibri" pitchFamily="34" charset="0"/>
              </a:rPr>
              <a:t>2015</a:t>
            </a:r>
            <a:endParaRPr lang="en-AU" sz="1600" dirty="0">
              <a:solidFill>
                <a:schemeClr val="bg1"/>
              </a:solidFill>
              <a:latin typeface="Calibri" pitchFamily="34" charset="0"/>
            </a:endParaRPr>
          </a:p>
        </p:txBody>
      </p:sp>
      <p:sp>
        <p:nvSpPr>
          <p:cNvPr id="14" name="Text Placeholder 13"/>
          <p:cNvSpPr>
            <a:spLocks/>
          </p:cNvSpPr>
          <p:nvPr/>
        </p:nvSpPr>
        <p:spPr bwMode="auto">
          <a:xfrm>
            <a:off x="360363" y="5626100"/>
            <a:ext cx="4751387" cy="144463"/>
          </a:xfrm>
          <a:prstGeom prst="rect">
            <a:avLst/>
          </a:prstGeom>
          <a:noFill/>
          <a:ln w="9525">
            <a:noFill/>
            <a:miter lim="800000"/>
            <a:headEnd/>
            <a:tailEnd/>
          </a:ln>
        </p:spPr>
        <p:txBody>
          <a:bodyPr lIns="0" tIns="0" rIns="0" bIns="0" anchor="ctr"/>
          <a:lstStyle/>
          <a:p>
            <a:pPr marL="216000" indent="-216000" fontAlgn="auto">
              <a:lnSpc>
                <a:spcPct val="90000"/>
              </a:lnSpc>
              <a:spcBef>
                <a:spcPts val="600"/>
              </a:spcBef>
              <a:spcAft>
                <a:spcPts val="0"/>
              </a:spcAft>
              <a:defRPr/>
            </a:pPr>
            <a:r>
              <a:rPr lang="en-AU" sz="1200" b="1" cap="all" dirty="0" smtClean="0">
                <a:solidFill>
                  <a:schemeClr val="bg1"/>
                </a:solidFill>
                <a:latin typeface="+mn-lt"/>
              </a:rPr>
              <a:t>Land and water, Data61</a:t>
            </a:r>
            <a:endParaRPr lang="en-AU" sz="1200" b="1" cap="all" dirty="0">
              <a:solidFill>
                <a:schemeClr val="bg1"/>
              </a:solidFill>
              <a:latin typeface="+mn-lt"/>
            </a:endParaRPr>
          </a:p>
        </p:txBody>
      </p:sp>
      <p:sp>
        <p:nvSpPr>
          <p:cNvPr id="2" name="Subtitle 1"/>
          <p:cNvSpPr>
            <a:spLocks noGrp="1"/>
          </p:cNvSpPr>
          <p:nvPr>
            <p:ph type="subTitle" idx="1"/>
          </p:nvPr>
        </p:nvSpPr>
        <p:spPr/>
        <p:txBody>
          <a:bodyPr/>
          <a:lstStyle/>
          <a:p>
            <a:r>
              <a:rPr lang="en-AU" sz="2400" dirty="0"/>
              <a:t>a JSON implementation of O&amp;M</a:t>
            </a:r>
            <a:endParaRPr lang="en-AU" dirty="0"/>
          </a:p>
        </p:txBody>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t="5373" b="55206"/>
          <a:stretch/>
        </p:blipFill>
        <p:spPr>
          <a:xfrm>
            <a:off x="-18280" y="-27384"/>
            <a:ext cx="9162280" cy="3528392"/>
          </a:xfrm>
          <a:prstGeom prst="rect">
            <a:avLst/>
          </a:prstGeom>
        </p:spPr>
      </p:pic>
      <p:sp>
        <p:nvSpPr>
          <p:cNvPr id="9" name="Footer Placeholder 2"/>
          <p:cNvSpPr txBox="1">
            <a:spLocks/>
          </p:cNvSpPr>
          <p:nvPr/>
        </p:nvSpPr>
        <p:spPr bwMode="auto">
          <a:xfrm>
            <a:off x="346149" y="4941168"/>
            <a:ext cx="8042275" cy="250825"/>
          </a:xfrm>
          <a:prstGeom prst="rect">
            <a:avLst/>
          </a:prstGeom>
          <a:noFill/>
          <a:ln w="9525">
            <a:noFill/>
            <a:miter lim="800000"/>
            <a:headEnd/>
            <a:tailEnd/>
          </a:ln>
        </p:spPr>
        <p:txBody>
          <a:bodyPr lIns="0" tIns="0" rIns="0" bIns="0"/>
          <a:lstStyle/>
          <a:p>
            <a:r>
              <a:rPr lang="en-AU" sz="1600" b="1" dirty="0" smtClean="0">
                <a:solidFill>
                  <a:schemeClr val="bg1"/>
                </a:solidFill>
                <a:latin typeface="Calibri" pitchFamily="34" charset="0"/>
              </a:rPr>
              <a:t>Peter Taylor </a:t>
            </a:r>
            <a:r>
              <a:rPr lang="en-AU" sz="1600" dirty="0" smtClean="0">
                <a:solidFill>
                  <a:schemeClr val="bg1"/>
                </a:solidFill>
                <a:latin typeface="Calibri" pitchFamily="34" charset="0"/>
              </a:rPr>
              <a:t>|  Engineer |  Autonomous Systems</a:t>
            </a:r>
            <a:endParaRPr lang="en-AU" sz="1600" dirty="0">
              <a:solidFill>
                <a:schemeClr val="bg1"/>
              </a:solidFill>
              <a:latin typeface="Calibri" pitchFamily="34" charset="0"/>
            </a:endParaRPr>
          </a:p>
        </p:txBody>
      </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179"/>
          <p:cNvSpPr>
            <a:spLocks noGrp="1"/>
          </p:cNvSpPr>
          <p:nvPr>
            <p:ph type="title"/>
          </p:nvPr>
        </p:nvSpPr>
        <p:spPr/>
        <p:txBody>
          <a:bodyPr/>
          <a:lstStyle/>
          <a:p>
            <a:pPr eaLnBrk="1" hangingPunct="1"/>
            <a:r>
              <a:rPr lang="en-AU" smtClean="0"/>
              <a:t>O&amp;M</a:t>
            </a:r>
          </a:p>
        </p:txBody>
      </p:sp>
      <p:pic>
        <p:nvPicPr>
          <p:cNvPr id="121859" name="Picture 2"/>
          <p:cNvPicPr>
            <a:picLocks noChangeAspect="1" noChangeArrowheads="1"/>
          </p:cNvPicPr>
          <p:nvPr/>
        </p:nvPicPr>
        <p:blipFill>
          <a:blip r:embed="rId3" cstate="print"/>
          <a:srcRect l="19768" r="4651" b="19113"/>
          <a:stretch>
            <a:fillRect/>
          </a:stretch>
        </p:blipFill>
        <p:spPr bwMode="auto">
          <a:xfrm>
            <a:off x="34925" y="44450"/>
            <a:ext cx="4681538" cy="4392613"/>
          </a:xfrm>
          <a:prstGeom prst="rect">
            <a:avLst/>
          </a:prstGeom>
          <a:noFill/>
          <a:ln w="9525">
            <a:noFill/>
            <a:miter lim="800000"/>
            <a:headEnd/>
            <a:tailEnd/>
          </a:ln>
          <a:effectLst>
            <a:outerShdw blurRad="50800" dist="38100" dir="18900000" algn="bl" rotWithShape="0">
              <a:prstClr val="black">
                <a:alpha val="40000"/>
              </a:prstClr>
            </a:outerShdw>
          </a:effectLst>
        </p:spPr>
      </p:pic>
      <p:grpSp>
        <p:nvGrpSpPr>
          <p:cNvPr id="2" name="Group 271"/>
          <p:cNvGrpSpPr>
            <a:grpSpLocks/>
          </p:cNvGrpSpPr>
          <p:nvPr/>
        </p:nvGrpSpPr>
        <p:grpSpPr bwMode="auto">
          <a:xfrm>
            <a:off x="5114925" y="1989138"/>
            <a:ext cx="1574800" cy="1152525"/>
            <a:chOff x="3464" y="2111"/>
            <a:chExt cx="1074" cy="726"/>
          </a:xfrm>
        </p:grpSpPr>
        <p:sp>
          <p:nvSpPr>
            <p:cNvPr id="122003" name="Rectangle 12"/>
            <p:cNvSpPr>
              <a:spLocks noChangeArrowheads="1"/>
            </p:cNvSpPr>
            <p:nvPr/>
          </p:nvSpPr>
          <p:spPr bwMode="auto">
            <a:xfrm>
              <a:off x="3482" y="2129"/>
              <a:ext cx="1056" cy="708"/>
            </a:xfrm>
            <a:prstGeom prst="rect">
              <a:avLst/>
            </a:prstGeom>
            <a:solidFill>
              <a:srgbClr val="C0BFC0"/>
            </a:solidFill>
            <a:ln w="9525">
              <a:noFill/>
              <a:miter lim="800000"/>
              <a:headEnd/>
              <a:tailEnd/>
            </a:ln>
          </p:spPr>
          <p:txBody>
            <a:bodyPr/>
            <a:lstStyle/>
            <a:p>
              <a:endParaRPr lang="en-AU">
                <a:solidFill>
                  <a:srgbClr val="000000"/>
                </a:solidFill>
                <a:latin typeface="Arial" pitchFamily="34" charset="0"/>
              </a:endParaRPr>
            </a:p>
          </p:txBody>
        </p:sp>
        <p:sp>
          <p:nvSpPr>
            <p:cNvPr id="122004" name="Rectangle 13"/>
            <p:cNvSpPr>
              <a:spLocks noChangeArrowheads="1"/>
            </p:cNvSpPr>
            <p:nvPr/>
          </p:nvSpPr>
          <p:spPr bwMode="auto">
            <a:xfrm>
              <a:off x="3464" y="2111"/>
              <a:ext cx="36" cy="708"/>
            </a:xfrm>
            <a:prstGeom prst="rect">
              <a:avLst/>
            </a:prstGeom>
            <a:solidFill>
              <a:srgbClr val="E8CDCA"/>
            </a:solidFill>
            <a:ln w="9525">
              <a:noFill/>
              <a:miter lim="800000"/>
              <a:headEnd/>
              <a:tailEnd/>
            </a:ln>
          </p:spPr>
          <p:txBody>
            <a:bodyPr/>
            <a:lstStyle/>
            <a:p>
              <a:endParaRPr lang="en-AU">
                <a:solidFill>
                  <a:srgbClr val="000000"/>
                </a:solidFill>
                <a:latin typeface="Arial" pitchFamily="34" charset="0"/>
              </a:endParaRPr>
            </a:p>
          </p:txBody>
        </p:sp>
        <p:sp>
          <p:nvSpPr>
            <p:cNvPr id="122005" name="Rectangle 14"/>
            <p:cNvSpPr>
              <a:spLocks noChangeArrowheads="1"/>
            </p:cNvSpPr>
            <p:nvPr/>
          </p:nvSpPr>
          <p:spPr bwMode="auto">
            <a:xfrm>
              <a:off x="3500" y="2111"/>
              <a:ext cx="42" cy="708"/>
            </a:xfrm>
            <a:prstGeom prst="rect">
              <a:avLst/>
            </a:prstGeom>
            <a:solidFill>
              <a:srgbClr val="EACFCC"/>
            </a:solidFill>
            <a:ln w="9525">
              <a:noFill/>
              <a:miter lim="800000"/>
              <a:headEnd/>
              <a:tailEnd/>
            </a:ln>
          </p:spPr>
          <p:txBody>
            <a:bodyPr/>
            <a:lstStyle/>
            <a:p>
              <a:endParaRPr lang="en-AU">
                <a:solidFill>
                  <a:srgbClr val="000000"/>
                </a:solidFill>
                <a:latin typeface="Arial" pitchFamily="34" charset="0"/>
              </a:endParaRPr>
            </a:p>
          </p:txBody>
        </p:sp>
        <p:sp>
          <p:nvSpPr>
            <p:cNvPr id="122006" name="Rectangle 15"/>
            <p:cNvSpPr>
              <a:spLocks noChangeArrowheads="1"/>
            </p:cNvSpPr>
            <p:nvPr/>
          </p:nvSpPr>
          <p:spPr bwMode="auto">
            <a:xfrm>
              <a:off x="3542" y="2111"/>
              <a:ext cx="48" cy="708"/>
            </a:xfrm>
            <a:prstGeom prst="rect">
              <a:avLst/>
            </a:prstGeom>
            <a:solidFill>
              <a:srgbClr val="ECD1CE"/>
            </a:solidFill>
            <a:ln w="9525">
              <a:noFill/>
              <a:miter lim="800000"/>
              <a:headEnd/>
              <a:tailEnd/>
            </a:ln>
          </p:spPr>
          <p:txBody>
            <a:bodyPr/>
            <a:lstStyle/>
            <a:p>
              <a:endParaRPr lang="en-AU">
                <a:solidFill>
                  <a:srgbClr val="000000"/>
                </a:solidFill>
                <a:latin typeface="Arial" pitchFamily="34" charset="0"/>
              </a:endParaRPr>
            </a:p>
          </p:txBody>
        </p:sp>
        <p:sp>
          <p:nvSpPr>
            <p:cNvPr id="122007" name="Rectangle 16"/>
            <p:cNvSpPr>
              <a:spLocks noChangeArrowheads="1"/>
            </p:cNvSpPr>
            <p:nvPr/>
          </p:nvSpPr>
          <p:spPr bwMode="auto">
            <a:xfrm>
              <a:off x="3590" y="2111"/>
              <a:ext cx="42" cy="708"/>
            </a:xfrm>
            <a:prstGeom prst="rect">
              <a:avLst/>
            </a:prstGeom>
            <a:solidFill>
              <a:srgbClr val="EED3D0"/>
            </a:solidFill>
            <a:ln w="9525">
              <a:noFill/>
              <a:miter lim="800000"/>
              <a:headEnd/>
              <a:tailEnd/>
            </a:ln>
          </p:spPr>
          <p:txBody>
            <a:bodyPr/>
            <a:lstStyle/>
            <a:p>
              <a:endParaRPr lang="en-AU">
                <a:solidFill>
                  <a:srgbClr val="000000"/>
                </a:solidFill>
                <a:latin typeface="Arial" pitchFamily="34" charset="0"/>
              </a:endParaRPr>
            </a:p>
          </p:txBody>
        </p:sp>
        <p:sp>
          <p:nvSpPr>
            <p:cNvPr id="122008" name="Rectangle 17"/>
            <p:cNvSpPr>
              <a:spLocks noChangeArrowheads="1"/>
            </p:cNvSpPr>
            <p:nvPr/>
          </p:nvSpPr>
          <p:spPr bwMode="auto">
            <a:xfrm>
              <a:off x="3632" y="2111"/>
              <a:ext cx="42" cy="708"/>
            </a:xfrm>
            <a:prstGeom prst="rect">
              <a:avLst/>
            </a:prstGeom>
            <a:solidFill>
              <a:srgbClr val="F0D5D2"/>
            </a:solidFill>
            <a:ln w="9525">
              <a:noFill/>
              <a:miter lim="800000"/>
              <a:headEnd/>
              <a:tailEnd/>
            </a:ln>
          </p:spPr>
          <p:txBody>
            <a:bodyPr/>
            <a:lstStyle/>
            <a:p>
              <a:endParaRPr lang="en-AU">
                <a:solidFill>
                  <a:srgbClr val="000000"/>
                </a:solidFill>
                <a:latin typeface="Arial" pitchFamily="34" charset="0"/>
              </a:endParaRPr>
            </a:p>
          </p:txBody>
        </p:sp>
        <p:sp>
          <p:nvSpPr>
            <p:cNvPr id="122009" name="Rectangle 18"/>
            <p:cNvSpPr>
              <a:spLocks noChangeArrowheads="1"/>
            </p:cNvSpPr>
            <p:nvPr/>
          </p:nvSpPr>
          <p:spPr bwMode="auto">
            <a:xfrm>
              <a:off x="3674" y="2111"/>
              <a:ext cx="48" cy="708"/>
            </a:xfrm>
            <a:prstGeom prst="rect">
              <a:avLst/>
            </a:prstGeom>
            <a:solidFill>
              <a:srgbClr val="F2D7D4"/>
            </a:solidFill>
            <a:ln w="9525">
              <a:noFill/>
              <a:miter lim="800000"/>
              <a:headEnd/>
              <a:tailEnd/>
            </a:ln>
          </p:spPr>
          <p:txBody>
            <a:bodyPr/>
            <a:lstStyle/>
            <a:p>
              <a:endParaRPr lang="en-AU">
                <a:solidFill>
                  <a:srgbClr val="000000"/>
                </a:solidFill>
                <a:latin typeface="Arial" pitchFamily="34" charset="0"/>
              </a:endParaRPr>
            </a:p>
          </p:txBody>
        </p:sp>
        <p:sp>
          <p:nvSpPr>
            <p:cNvPr id="122010" name="Rectangle 19"/>
            <p:cNvSpPr>
              <a:spLocks noChangeArrowheads="1"/>
            </p:cNvSpPr>
            <p:nvPr/>
          </p:nvSpPr>
          <p:spPr bwMode="auto">
            <a:xfrm>
              <a:off x="3722" y="2111"/>
              <a:ext cx="60" cy="708"/>
            </a:xfrm>
            <a:prstGeom prst="rect">
              <a:avLst/>
            </a:prstGeom>
            <a:solidFill>
              <a:srgbClr val="F4D9D6"/>
            </a:solidFill>
            <a:ln w="9525">
              <a:noFill/>
              <a:miter lim="800000"/>
              <a:headEnd/>
              <a:tailEnd/>
            </a:ln>
          </p:spPr>
          <p:txBody>
            <a:bodyPr/>
            <a:lstStyle/>
            <a:p>
              <a:endParaRPr lang="en-AU">
                <a:solidFill>
                  <a:srgbClr val="000000"/>
                </a:solidFill>
                <a:latin typeface="Arial" pitchFamily="34" charset="0"/>
              </a:endParaRPr>
            </a:p>
          </p:txBody>
        </p:sp>
        <p:sp>
          <p:nvSpPr>
            <p:cNvPr id="122011" name="Rectangle 20"/>
            <p:cNvSpPr>
              <a:spLocks noChangeArrowheads="1"/>
            </p:cNvSpPr>
            <p:nvPr/>
          </p:nvSpPr>
          <p:spPr bwMode="auto">
            <a:xfrm>
              <a:off x="3782" y="2111"/>
              <a:ext cx="48" cy="708"/>
            </a:xfrm>
            <a:prstGeom prst="rect">
              <a:avLst/>
            </a:prstGeom>
            <a:solidFill>
              <a:srgbClr val="F6DBD8"/>
            </a:solidFill>
            <a:ln w="9525">
              <a:noFill/>
              <a:miter lim="800000"/>
              <a:headEnd/>
              <a:tailEnd/>
            </a:ln>
          </p:spPr>
          <p:txBody>
            <a:bodyPr/>
            <a:lstStyle/>
            <a:p>
              <a:endParaRPr lang="en-AU">
                <a:solidFill>
                  <a:srgbClr val="000000"/>
                </a:solidFill>
                <a:latin typeface="Arial" pitchFamily="34" charset="0"/>
              </a:endParaRPr>
            </a:p>
          </p:txBody>
        </p:sp>
        <p:sp>
          <p:nvSpPr>
            <p:cNvPr id="122012" name="Rectangle 21"/>
            <p:cNvSpPr>
              <a:spLocks noChangeArrowheads="1"/>
            </p:cNvSpPr>
            <p:nvPr/>
          </p:nvSpPr>
          <p:spPr bwMode="auto">
            <a:xfrm>
              <a:off x="3830" y="2111"/>
              <a:ext cx="42" cy="708"/>
            </a:xfrm>
            <a:prstGeom prst="rect">
              <a:avLst/>
            </a:prstGeom>
            <a:solidFill>
              <a:srgbClr val="F8DDDA"/>
            </a:solidFill>
            <a:ln w="9525">
              <a:noFill/>
              <a:miter lim="800000"/>
              <a:headEnd/>
              <a:tailEnd/>
            </a:ln>
          </p:spPr>
          <p:txBody>
            <a:bodyPr/>
            <a:lstStyle/>
            <a:p>
              <a:endParaRPr lang="en-AU">
                <a:solidFill>
                  <a:srgbClr val="000000"/>
                </a:solidFill>
                <a:latin typeface="Arial" pitchFamily="34" charset="0"/>
              </a:endParaRPr>
            </a:p>
          </p:txBody>
        </p:sp>
        <p:sp>
          <p:nvSpPr>
            <p:cNvPr id="122013" name="Rectangle 22"/>
            <p:cNvSpPr>
              <a:spLocks noChangeArrowheads="1"/>
            </p:cNvSpPr>
            <p:nvPr/>
          </p:nvSpPr>
          <p:spPr bwMode="auto">
            <a:xfrm>
              <a:off x="3872" y="2111"/>
              <a:ext cx="48" cy="708"/>
            </a:xfrm>
            <a:prstGeom prst="rect">
              <a:avLst/>
            </a:prstGeom>
            <a:solidFill>
              <a:srgbClr val="FADFDC"/>
            </a:solidFill>
            <a:ln w="9525">
              <a:noFill/>
              <a:miter lim="800000"/>
              <a:headEnd/>
              <a:tailEnd/>
            </a:ln>
          </p:spPr>
          <p:txBody>
            <a:bodyPr/>
            <a:lstStyle/>
            <a:p>
              <a:endParaRPr lang="en-AU">
                <a:solidFill>
                  <a:srgbClr val="000000"/>
                </a:solidFill>
                <a:latin typeface="Arial" pitchFamily="34" charset="0"/>
              </a:endParaRPr>
            </a:p>
          </p:txBody>
        </p:sp>
        <p:sp>
          <p:nvSpPr>
            <p:cNvPr id="122014" name="Rectangle 23"/>
            <p:cNvSpPr>
              <a:spLocks noChangeArrowheads="1"/>
            </p:cNvSpPr>
            <p:nvPr/>
          </p:nvSpPr>
          <p:spPr bwMode="auto">
            <a:xfrm>
              <a:off x="3920" y="2111"/>
              <a:ext cx="42" cy="708"/>
            </a:xfrm>
            <a:prstGeom prst="rect">
              <a:avLst/>
            </a:prstGeom>
            <a:solidFill>
              <a:srgbClr val="FCE1DE"/>
            </a:solidFill>
            <a:ln w="9525">
              <a:noFill/>
              <a:miter lim="800000"/>
              <a:headEnd/>
              <a:tailEnd/>
            </a:ln>
          </p:spPr>
          <p:txBody>
            <a:bodyPr/>
            <a:lstStyle/>
            <a:p>
              <a:endParaRPr lang="en-AU">
                <a:solidFill>
                  <a:srgbClr val="000000"/>
                </a:solidFill>
                <a:latin typeface="Arial" pitchFamily="34" charset="0"/>
              </a:endParaRPr>
            </a:p>
          </p:txBody>
        </p:sp>
        <p:sp>
          <p:nvSpPr>
            <p:cNvPr id="122015" name="Rectangle 24"/>
            <p:cNvSpPr>
              <a:spLocks noChangeArrowheads="1"/>
            </p:cNvSpPr>
            <p:nvPr/>
          </p:nvSpPr>
          <p:spPr bwMode="auto">
            <a:xfrm>
              <a:off x="3962" y="2111"/>
              <a:ext cx="558" cy="708"/>
            </a:xfrm>
            <a:prstGeom prst="rect">
              <a:avLst/>
            </a:prstGeom>
            <a:solidFill>
              <a:srgbClr val="FFE4E1"/>
            </a:solidFill>
            <a:ln w="9525">
              <a:noFill/>
              <a:miter lim="800000"/>
              <a:headEnd/>
              <a:tailEnd/>
            </a:ln>
          </p:spPr>
          <p:txBody>
            <a:bodyPr/>
            <a:lstStyle/>
            <a:p>
              <a:endParaRPr lang="en-AU">
                <a:solidFill>
                  <a:srgbClr val="000000"/>
                </a:solidFill>
                <a:latin typeface="Arial" pitchFamily="34" charset="0"/>
              </a:endParaRPr>
            </a:p>
          </p:txBody>
        </p:sp>
        <p:sp>
          <p:nvSpPr>
            <p:cNvPr id="122016" name="Rectangle 25"/>
            <p:cNvSpPr>
              <a:spLocks noChangeArrowheads="1"/>
            </p:cNvSpPr>
            <p:nvPr/>
          </p:nvSpPr>
          <p:spPr bwMode="auto">
            <a:xfrm>
              <a:off x="3464" y="2111"/>
              <a:ext cx="1056" cy="708"/>
            </a:xfrm>
            <a:prstGeom prst="rect">
              <a:avLst/>
            </a:prstGeom>
            <a:noFill/>
            <a:ln w="9525">
              <a:solidFill>
                <a:srgbClr val="000000"/>
              </a:solidFill>
              <a:miter lim="800000"/>
              <a:headEnd/>
              <a:tailEnd/>
            </a:ln>
          </p:spPr>
          <p:txBody>
            <a:bodyPr/>
            <a:lstStyle/>
            <a:p>
              <a:endParaRPr lang="en-AU">
                <a:solidFill>
                  <a:srgbClr val="000000"/>
                </a:solidFill>
                <a:latin typeface="Arial" pitchFamily="34" charset="0"/>
              </a:endParaRPr>
            </a:p>
          </p:txBody>
        </p:sp>
        <p:sp>
          <p:nvSpPr>
            <p:cNvPr id="122017" name="Rectangle 26"/>
            <p:cNvSpPr>
              <a:spLocks noChangeArrowheads="1"/>
            </p:cNvSpPr>
            <p:nvPr/>
          </p:nvSpPr>
          <p:spPr bwMode="auto">
            <a:xfrm>
              <a:off x="3704" y="2165"/>
              <a:ext cx="659"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000000"/>
                  </a:solidFill>
                  <a:latin typeface="Arial" pitchFamily="34" charset="0"/>
                </a:rPr>
                <a:t>OM_Observation</a:t>
              </a:r>
              <a:endParaRPr lang="en-US">
                <a:solidFill>
                  <a:srgbClr val="000000"/>
                </a:solidFill>
                <a:latin typeface="Arial" pitchFamily="34" charset="0"/>
              </a:endParaRPr>
            </a:p>
          </p:txBody>
        </p:sp>
        <p:sp>
          <p:nvSpPr>
            <p:cNvPr id="122018" name="Line 27"/>
            <p:cNvSpPr>
              <a:spLocks noChangeShapeType="1"/>
            </p:cNvSpPr>
            <p:nvPr/>
          </p:nvSpPr>
          <p:spPr bwMode="auto">
            <a:xfrm>
              <a:off x="3464" y="2291"/>
              <a:ext cx="1056" cy="0"/>
            </a:xfrm>
            <a:prstGeom prst="line">
              <a:avLst/>
            </a:prstGeom>
            <a:noFill/>
            <a:ln w="9525">
              <a:solidFill>
                <a:srgbClr val="000000"/>
              </a:solidFill>
              <a:miter lim="800000"/>
              <a:headEnd/>
              <a:tailEnd/>
            </a:ln>
          </p:spPr>
          <p:txBody>
            <a:bodyPr/>
            <a:lstStyle/>
            <a:p>
              <a:endParaRPr lang="en-AU"/>
            </a:p>
          </p:txBody>
        </p:sp>
        <p:sp>
          <p:nvSpPr>
            <p:cNvPr id="122019" name="Rectangle 28"/>
            <p:cNvSpPr>
              <a:spLocks noChangeArrowheads="1"/>
            </p:cNvSpPr>
            <p:nvPr/>
          </p:nvSpPr>
          <p:spPr bwMode="auto">
            <a:xfrm>
              <a:off x="3494" y="2315"/>
              <a:ext cx="75"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 </a:t>
              </a:r>
              <a:endParaRPr lang="en-US">
                <a:solidFill>
                  <a:srgbClr val="000000"/>
                </a:solidFill>
                <a:latin typeface="Arial" pitchFamily="34" charset="0"/>
              </a:endParaRPr>
            </a:p>
          </p:txBody>
        </p:sp>
        <p:sp>
          <p:nvSpPr>
            <p:cNvPr id="122020" name="Rectangle 29"/>
            <p:cNvSpPr>
              <a:spLocks noChangeArrowheads="1"/>
            </p:cNvSpPr>
            <p:nvPr/>
          </p:nvSpPr>
          <p:spPr bwMode="auto">
            <a:xfrm>
              <a:off x="3620" y="2315"/>
              <a:ext cx="701"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phenomenonTime</a:t>
              </a:r>
              <a:endParaRPr lang="en-US">
                <a:solidFill>
                  <a:srgbClr val="000000"/>
                </a:solidFill>
                <a:latin typeface="Arial" pitchFamily="34" charset="0"/>
              </a:endParaRPr>
            </a:p>
          </p:txBody>
        </p:sp>
        <p:sp>
          <p:nvSpPr>
            <p:cNvPr id="122021" name="Rectangle 30"/>
            <p:cNvSpPr>
              <a:spLocks noChangeArrowheads="1"/>
            </p:cNvSpPr>
            <p:nvPr/>
          </p:nvSpPr>
          <p:spPr bwMode="auto">
            <a:xfrm>
              <a:off x="3494" y="2411"/>
              <a:ext cx="75"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 </a:t>
              </a:r>
              <a:endParaRPr lang="en-US">
                <a:solidFill>
                  <a:srgbClr val="000000"/>
                </a:solidFill>
                <a:latin typeface="Arial" pitchFamily="34" charset="0"/>
              </a:endParaRPr>
            </a:p>
          </p:txBody>
        </p:sp>
        <p:sp>
          <p:nvSpPr>
            <p:cNvPr id="122022" name="Rectangle 31"/>
            <p:cNvSpPr>
              <a:spLocks noChangeArrowheads="1"/>
            </p:cNvSpPr>
            <p:nvPr/>
          </p:nvSpPr>
          <p:spPr bwMode="auto">
            <a:xfrm>
              <a:off x="3620" y="2411"/>
              <a:ext cx="408"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resultTime</a:t>
              </a:r>
              <a:endParaRPr lang="en-US">
                <a:solidFill>
                  <a:srgbClr val="000000"/>
                </a:solidFill>
                <a:latin typeface="Arial" pitchFamily="34" charset="0"/>
              </a:endParaRPr>
            </a:p>
          </p:txBody>
        </p:sp>
        <p:sp>
          <p:nvSpPr>
            <p:cNvPr id="122023" name="Rectangle 32"/>
            <p:cNvSpPr>
              <a:spLocks noChangeArrowheads="1"/>
            </p:cNvSpPr>
            <p:nvPr/>
          </p:nvSpPr>
          <p:spPr bwMode="auto">
            <a:xfrm>
              <a:off x="3494" y="2507"/>
              <a:ext cx="75"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 </a:t>
              </a:r>
              <a:endParaRPr lang="en-US">
                <a:solidFill>
                  <a:srgbClr val="000000"/>
                </a:solidFill>
                <a:latin typeface="Arial" pitchFamily="34" charset="0"/>
              </a:endParaRPr>
            </a:p>
          </p:txBody>
        </p:sp>
        <p:sp>
          <p:nvSpPr>
            <p:cNvPr id="122024" name="Rectangle 33"/>
            <p:cNvSpPr>
              <a:spLocks noChangeArrowheads="1"/>
            </p:cNvSpPr>
            <p:nvPr/>
          </p:nvSpPr>
          <p:spPr bwMode="auto">
            <a:xfrm>
              <a:off x="3620" y="2507"/>
              <a:ext cx="591"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validTime [0..1]</a:t>
              </a:r>
              <a:endParaRPr lang="en-US">
                <a:solidFill>
                  <a:srgbClr val="000000"/>
                </a:solidFill>
                <a:latin typeface="Arial" pitchFamily="34" charset="0"/>
              </a:endParaRPr>
            </a:p>
          </p:txBody>
        </p:sp>
        <p:sp>
          <p:nvSpPr>
            <p:cNvPr id="122025" name="Rectangle 34"/>
            <p:cNvSpPr>
              <a:spLocks noChangeArrowheads="1"/>
            </p:cNvSpPr>
            <p:nvPr/>
          </p:nvSpPr>
          <p:spPr bwMode="auto">
            <a:xfrm>
              <a:off x="3494" y="2603"/>
              <a:ext cx="75"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 </a:t>
              </a:r>
              <a:endParaRPr lang="en-US">
                <a:solidFill>
                  <a:srgbClr val="000000"/>
                </a:solidFill>
                <a:latin typeface="Arial" pitchFamily="34" charset="0"/>
              </a:endParaRPr>
            </a:p>
          </p:txBody>
        </p:sp>
        <p:sp>
          <p:nvSpPr>
            <p:cNvPr id="122026" name="Rectangle 35"/>
            <p:cNvSpPr>
              <a:spLocks noChangeArrowheads="1"/>
            </p:cNvSpPr>
            <p:nvPr/>
          </p:nvSpPr>
          <p:spPr bwMode="auto">
            <a:xfrm>
              <a:off x="3620" y="2603"/>
              <a:ext cx="687"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resultQuality [0..*]</a:t>
              </a:r>
              <a:endParaRPr lang="en-US">
                <a:solidFill>
                  <a:srgbClr val="000000"/>
                </a:solidFill>
                <a:latin typeface="Arial" pitchFamily="34" charset="0"/>
              </a:endParaRPr>
            </a:p>
          </p:txBody>
        </p:sp>
        <p:sp>
          <p:nvSpPr>
            <p:cNvPr id="122027" name="Rectangle 36"/>
            <p:cNvSpPr>
              <a:spLocks noChangeArrowheads="1"/>
            </p:cNvSpPr>
            <p:nvPr/>
          </p:nvSpPr>
          <p:spPr bwMode="auto">
            <a:xfrm>
              <a:off x="3494" y="2699"/>
              <a:ext cx="75"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 </a:t>
              </a:r>
              <a:endParaRPr lang="en-US">
                <a:solidFill>
                  <a:srgbClr val="000000"/>
                </a:solidFill>
                <a:latin typeface="Arial" pitchFamily="34" charset="0"/>
              </a:endParaRPr>
            </a:p>
          </p:txBody>
        </p:sp>
        <p:sp>
          <p:nvSpPr>
            <p:cNvPr id="122028" name="Rectangle 37"/>
            <p:cNvSpPr>
              <a:spLocks noChangeArrowheads="1"/>
            </p:cNvSpPr>
            <p:nvPr/>
          </p:nvSpPr>
          <p:spPr bwMode="auto">
            <a:xfrm>
              <a:off x="3620" y="2699"/>
              <a:ext cx="599"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8B0000"/>
                  </a:solidFill>
                  <a:latin typeface="Arial" pitchFamily="34" charset="0"/>
                </a:rPr>
                <a:t>parameter [0..*]</a:t>
              </a:r>
              <a:endParaRPr lang="en-US">
                <a:solidFill>
                  <a:srgbClr val="000000"/>
                </a:solidFill>
                <a:latin typeface="Arial" pitchFamily="34" charset="0"/>
              </a:endParaRPr>
            </a:p>
          </p:txBody>
        </p:sp>
      </p:grpSp>
      <p:grpSp>
        <p:nvGrpSpPr>
          <p:cNvPr id="3" name="Group 269"/>
          <p:cNvGrpSpPr>
            <a:grpSpLocks/>
          </p:cNvGrpSpPr>
          <p:nvPr/>
        </p:nvGrpSpPr>
        <p:grpSpPr bwMode="auto">
          <a:xfrm>
            <a:off x="7015163" y="2027238"/>
            <a:ext cx="1373187" cy="542925"/>
            <a:chOff x="4760" y="2135"/>
            <a:chExt cx="759" cy="342"/>
          </a:xfrm>
        </p:grpSpPr>
        <p:sp>
          <p:nvSpPr>
            <p:cNvPr id="121975" name="Rectangle 38"/>
            <p:cNvSpPr>
              <a:spLocks noChangeArrowheads="1"/>
            </p:cNvSpPr>
            <p:nvPr/>
          </p:nvSpPr>
          <p:spPr bwMode="auto">
            <a:xfrm>
              <a:off x="4778" y="2153"/>
              <a:ext cx="708" cy="324"/>
            </a:xfrm>
            <a:prstGeom prst="rect">
              <a:avLst/>
            </a:prstGeom>
            <a:solidFill>
              <a:srgbClr val="C0BFC0"/>
            </a:solidFill>
            <a:ln w="9525">
              <a:noFill/>
              <a:miter lim="800000"/>
              <a:headEnd/>
              <a:tailEnd/>
            </a:ln>
          </p:spPr>
          <p:txBody>
            <a:bodyPr/>
            <a:lstStyle/>
            <a:p>
              <a:endParaRPr lang="en-AU">
                <a:solidFill>
                  <a:srgbClr val="000000"/>
                </a:solidFill>
                <a:latin typeface="Arial" pitchFamily="34" charset="0"/>
              </a:endParaRPr>
            </a:p>
          </p:txBody>
        </p:sp>
        <p:sp>
          <p:nvSpPr>
            <p:cNvPr id="121976" name="Rectangle 39"/>
            <p:cNvSpPr>
              <a:spLocks noChangeArrowheads="1"/>
            </p:cNvSpPr>
            <p:nvPr/>
          </p:nvSpPr>
          <p:spPr bwMode="auto">
            <a:xfrm>
              <a:off x="4760" y="2135"/>
              <a:ext cx="12" cy="324"/>
            </a:xfrm>
            <a:prstGeom prst="rect">
              <a:avLst/>
            </a:prstGeom>
            <a:solidFill>
              <a:srgbClr val="B5E8E8"/>
            </a:solidFill>
            <a:ln w="9525">
              <a:noFill/>
              <a:miter lim="800000"/>
              <a:headEnd/>
              <a:tailEnd/>
            </a:ln>
          </p:spPr>
          <p:txBody>
            <a:bodyPr/>
            <a:lstStyle/>
            <a:p>
              <a:endParaRPr lang="en-AU">
                <a:solidFill>
                  <a:srgbClr val="000000"/>
                </a:solidFill>
                <a:latin typeface="Arial" pitchFamily="34" charset="0"/>
              </a:endParaRPr>
            </a:p>
          </p:txBody>
        </p:sp>
        <p:sp>
          <p:nvSpPr>
            <p:cNvPr id="121977" name="Rectangle 40"/>
            <p:cNvSpPr>
              <a:spLocks noChangeArrowheads="1"/>
            </p:cNvSpPr>
            <p:nvPr/>
          </p:nvSpPr>
          <p:spPr bwMode="auto">
            <a:xfrm>
              <a:off x="4772" y="2135"/>
              <a:ext cx="12" cy="324"/>
            </a:xfrm>
            <a:prstGeom prst="rect">
              <a:avLst/>
            </a:prstGeom>
            <a:solidFill>
              <a:srgbClr val="B6E9E9"/>
            </a:solidFill>
            <a:ln w="9525">
              <a:noFill/>
              <a:miter lim="800000"/>
              <a:headEnd/>
              <a:tailEnd/>
            </a:ln>
          </p:spPr>
          <p:txBody>
            <a:bodyPr/>
            <a:lstStyle/>
            <a:p>
              <a:endParaRPr lang="en-AU">
                <a:solidFill>
                  <a:srgbClr val="000000"/>
                </a:solidFill>
                <a:latin typeface="Arial" pitchFamily="34" charset="0"/>
              </a:endParaRPr>
            </a:p>
          </p:txBody>
        </p:sp>
        <p:sp>
          <p:nvSpPr>
            <p:cNvPr id="121978" name="Rectangle 41"/>
            <p:cNvSpPr>
              <a:spLocks noChangeArrowheads="1"/>
            </p:cNvSpPr>
            <p:nvPr/>
          </p:nvSpPr>
          <p:spPr bwMode="auto">
            <a:xfrm>
              <a:off x="4784" y="2135"/>
              <a:ext cx="18" cy="324"/>
            </a:xfrm>
            <a:prstGeom prst="rect">
              <a:avLst/>
            </a:prstGeom>
            <a:solidFill>
              <a:srgbClr val="B7EAEA"/>
            </a:solidFill>
            <a:ln w="9525">
              <a:noFill/>
              <a:miter lim="800000"/>
              <a:headEnd/>
              <a:tailEnd/>
            </a:ln>
          </p:spPr>
          <p:txBody>
            <a:bodyPr/>
            <a:lstStyle/>
            <a:p>
              <a:endParaRPr lang="en-AU">
                <a:solidFill>
                  <a:srgbClr val="000000"/>
                </a:solidFill>
                <a:latin typeface="Arial" pitchFamily="34" charset="0"/>
              </a:endParaRPr>
            </a:p>
          </p:txBody>
        </p:sp>
        <p:sp>
          <p:nvSpPr>
            <p:cNvPr id="121979" name="Rectangle 42"/>
            <p:cNvSpPr>
              <a:spLocks noChangeArrowheads="1"/>
            </p:cNvSpPr>
            <p:nvPr/>
          </p:nvSpPr>
          <p:spPr bwMode="auto">
            <a:xfrm>
              <a:off x="4802" y="2135"/>
              <a:ext cx="12" cy="324"/>
            </a:xfrm>
            <a:prstGeom prst="rect">
              <a:avLst/>
            </a:prstGeom>
            <a:solidFill>
              <a:srgbClr val="B8EBEB"/>
            </a:solidFill>
            <a:ln w="9525">
              <a:noFill/>
              <a:miter lim="800000"/>
              <a:headEnd/>
              <a:tailEnd/>
            </a:ln>
          </p:spPr>
          <p:txBody>
            <a:bodyPr/>
            <a:lstStyle/>
            <a:p>
              <a:endParaRPr lang="en-AU">
                <a:solidFill>
                  <a:srgbClr val="000000"/>
                </a:solidFill>
                <a:latin typeface="Arial" pitchFamily="34" charset="0"/>
              </a:endParaRPr>
            </a:p>
          </p:txBody>
        </p:sp>
        <p:sp>
          <p:nvSpPr>
            <p:cNvPr id="121980" name="Rectangle 43"/>
            <p:cNvSpPr>
              <a:spLocks noChangeArrowheads="1"/>
            </p:cNvSpPr>
            <p:nvPr/>
          </p:nvSpPr>
          <p:spPr bwMode="auto">
            <a:xfrm>
              <a:off x="4814" y="2135"/>
              <a:ext cx="18" cy="324"/>
            </a:xfrm>
            <a:prstGeom prst="rect">
              <a:avLst/>
            </a:prstGeom>
            <a:solidFill>
              <a:srgbClr val="B9ECEC"/>
            </a:solidFill>
            <a:ln w="9525">
              <a:noFill/>
              <a:miter lim="800000"/>
              <a:headEnd/>
              <a:tailEnd/>
            </a:ln>
          </p:spPr>
          <p:txBody>
            <a:bodyPr/>
            <a:lstStyle/>
            <a:p>
              <a:endParaRPr lang="en-AU">
                <a:solidFill>
                  <a:srgbClr val="000000"/>
                </a:solidFill>
                <a:latin typeface="Arial" pitchFamily="34" charset="0"/>
              </a:endParaRPr>
            </a:p>
          </p:txBody>
        </p:sp>
        <p:sp>
          <p:nvSpPr>
            <p:cNvPr id="121981" name="Rectangle 44"/>
            <p:cNvSpPr>
              <a:spLocks noChangeArrowheads="1"/>
            </p:cNvSpPr>
            <p:nvPr/>
          </p:nvSpPr>
          <p:spPr bwMode="auto">
            <a:xfrm>
              <a:off x="4832" y="2135"/>
              <a:ext cx="12" cy="324"/>
            </a:xfrm>
            <a:prstGeom prst="rect">
              <a:avLst/>
            </a:prstGeom>
            <a:solidFill>
              <a:srgbClr val="BAEDED"/>
            </a:solidFill>
            <a:ln w="9525">
              <a:noFill/>
              <a:miter lim="800000"/>
              <a:headEnd/>
              <a:tailEnd/>
            </a:ln>
          </p:spPr>
          <p:txBody>
            <a:bodyPr/>
            <a:lstStyle/>
            <a:p>
              <a:endParaRPr lang="en-AU">
                <a:solidFill>
                  <a:srgbClr val="000000"/>
                </a:solidFill>
                <a:latin typeface="Arial" pitchFamily="34" charset="0"/>
              </a:endParaRPr>
            </a:p>
          </p:txBody>
        </p:sp>
        <p:sp>
          <p:nvSpPr>
            <p:cNvPr id="121982" name="Rectangle 45"/>
            <p:cNvSpPr>
              <a:spLocks noChangeArrowheads="1"/>
            </p:cNvSpPr>
            <p:nvPr/>
          </p:nvSpPr>
          <p:spPr bwMode="auto">
            <a:xfrm>
              <a:off x="4844" y="2135"/>
              <a:ext cx="12" cy="324"/>
            </a:xfrm>
            <a:prstGeom prst="rect">
              <a:avLst/>
            </a:prstGeom>
            <a:solidFill>
              <a:srgbClr val="BBEEEE"/>
            </a:solidFill>
            <a:ln w="9525">
              <a:noFill/>
              <a:miter lim="800000"/>
              <a:headEnd/>
              <a:tailEnd/>
            </a:ln>
          </p:spPr>
          <p:txBody>
            <a:bodyPr/>
            <a:lstStyle/>
            <a:p>
              <a:endParaRPr lang="en-AU">
                <a:solidFill>
                  <a:srgbClr val="000000"/>
                </a:solidFill>
                <a:latin typeface="Arial" pitchFamily="34" charset="0"/>
              </a:endParaRPr>
            </a:p>
          </p:txBody>
        </p:sp>
        <p:sp>
          <p:nvSpPr>
            <p:cNvPr id="121983" name="Rectangle 46"/>
            <p:cNvSpPr>
              <a:spLocks noChangeArrowheads="1"/>
            </p:cNvSpPr>
            <p:nvPr/>
          </p:nvSpPr>
          <p:spPr bwMode="auto">
            <a:xfrm>
              <a:off x="4856" y="2135"/>
              <a:ext cx="18" cy="324"/>
            </a:xfrm>
            <a:prstGeom prst="rect">
              <a:avLst/>
            </a:prstGeom>
            <a:solidFill>
              <a:srgbClr val="BCEFEF"/>
            </a:solidFill>
            <a:ln w="9525">
              <a:noFill/>
              <a:miter lim="800000"/>
              <a:headEnd/>
              <a:tailEnd/>
            </a:ln>
          </p:spPr>
          <p:txBody>
            <a:bodyPr/>
            <a:lstStyle/>
            <a:p>
              <a:endParaRPr lang="en-AU">
                <a:solidFill>
                  <a:srgbClr val="000000"/>
                </a:solidFill>
                <a:latin typeface="Arial" pitchFamily="34" charset="0"/>
              </a:endParaRPr>
            </a:p>
          </p:txBody>
        </p:sp>
        <p:sp>
          <p:nvSpPr>
            <p:cNvPr id="121984" name="Rectangle 47"/>
            <p:cNvSpPr>
              <a:spLocks noChangeArrowheads="1"/>
            </p:cNvSpPr>
            <p:nvPr/>
          </p:nvSpPr>
          <p:spPr bwMode="auto">
            <a:xfrm>
              <a:off x="4874" y="2135"/>
              <a:ext cx="12" cy="324"/>
            </a:xfrm>
            <a:prstGeom prst="rect">
              <a:avLst/>
            </a:prstGeom>
            <a:solidFill>
              <a:srgbClr val="BDF0F0"/>
            </a:solidFill>
            <a:ln w="9525">
              <a:noFill/>
              <a:miter lim="800000"/>
              <a:headEnd/>
              <a:tailEnd/>
            </a:ln>
          </p:spPr>
          <p:txBody>
            <a:bodyPr/>
            <a:lstStyle/>
            <a:p>
              <a:endParaRPr lang="en-AU">
                <a:solidFill>
                  <a:srgbClr val="000000"/>
                </a:solidFill>
                <a:latin typeface="Arial" pitchFamily="34" charset="0"/>
              </a:endParaRPr>
            </a:p>
          </p:txBody>
        </p:sp>
        <p:sp>
          <p:nvSpPr>
            <p:cNvPr id="121985" name="Rectangle 48"/>
            <p:cNvSpPr>
              <a:spLocks noChangeArrowheads="1"/>
            </p:cNvSpPr>
            <p:nvPr/>
          </p:nvSpPr>
          <p:spPr bwMode="auto">
            <a:xfrm>
              <a:off x="4886" y="2135"/>
              <a:ext cx="18" cy="324"/>
            </a:xfrm>
            <a:prstGeom prst="rect">
              <a:avLst/>
            </a:prstGeom>
            <a:solidFill>
              <a:srgbClr val="BEF1F1"/>
            </a:solidFill>
            <a:ln w="9525">
              <a:noFill/>
              <a:miter lim="800000"/>
              <a:headEnd/>
              <a:tailEnd/>
            </a:ln>
          </p:spPr>
          <p:txBody>
            <a:bodyPr/>
            <a:lstStyle/>
            <a:p>
              <a:endParaRPr lang="en-AU">
                <a:solidFill>
                  <a:srgbClr val="000000"/>
                </a:solidFill>
                <a:latin typeface="Arial" pitchFamily="34" charset="0"/>
              </a:endParaRPr>
            </a:p>
          </p:txBody>
        </p:sp>
        <p:sp>
          <p:nvSpPr>
            <p:cNvPr id="121986" name="Rectangle 49"/>
            <p:cNvSpPr>
              <a:spLocks noChangeArrowheads="1"/>
            </p:cNvSpPr>
            <p:nvPr/>
          </p:nvSpPr>
          <p:spPr bwMode="auto">
            <a:xfrm>
              <a:off x="4904" y="2135"/>
              <a:ext cx="12" cy="324"/>
            </a:xfrm>
            <a:prstGeom prst="rect">
              <a:avLst/>
            </a:prstGeom>
            <a:solidFill>
              <a:srgbClr val="BFF2F2"/>
            </a:solidFill>
            <a:ln w="9525">
              <a:noFill/>
              <a:miter lim="800000"/>
              <a:headEnd/>
              <a:tailEnd/>
            </a:ln>
          </p:spPr>
          <p:txBody>
            <a:bodyPr/>
            <a:lstStyle/>
            <a:p>
              <a:endParaRPr lang="en-AU">
                <a:solidFill>
                  <a:srgbClr val="000000"/>
                </a:solidFill>
                <a:latin typeface="Arial" pitchFamily="34" charset="0"/>
              </a:endParaRPr>
            </a:p>
          </p:txBody>
        </p:sp>
        <p:sp>
          <p:nvSpPr>
            <p:cNvPr id="121987" name="Rectangle 50"/>
            <p:cNvSpPr>
              <a:spLocks noChangeArrowheads="1"/>
            </p:cNvSpPr>
            <p:nvPr/>
          </p:nvSpPr>
          <p:spPr bwMode="auto">
            <a:xfrm>
              <a:off x="4916" y="2135"/>
              <a:ext cx="18" cy="324"/>
            </a:xfrm>
            <a:prstGeom prst="rect">
              <a:avLst/>
            </a:prstGeom>
            <a:solidFill>
              <a:srgbClr val="C0F3F3"/>
            </a:solidFill>
            <a:ln w="9525">
              <a:noFill/>
              <a:miter lim="800000"/>
              <a:headEnd/>
              <a:tailEnd/>
            </a:ln>
          </p:spPr>
          <p:txBody>
            <a:bodyPr/>
            <a:lstStyle/>
            <a:p>
              <a:endParaRPr lang="en-AU">
                <a:solidFill>
                  <a:srgbClr val="000000"/>
                </a:solidFill>
                <a:latin typeface="Arial" pitchFamily="34" charset="0"/>
              </a:endParaRPr>
            </a:p>
          </p:txBody>
        </p:sp>
        <p:sp>
          <p:nvSpPr>
            <p:cNvPr id="121988" name="Rectangle 51"/>
            <p:cNvSpPr>
              <a:spLocks noChangeArrowheads="1"/>
            </p:cNvSpPr>
            <p:nvPr/>
          </p:nvSpPr>
          <p:spPr bwMode="auto">
            <a:xfrm>
              <a:off x="4934" y="2135"/>
              <a:ext cx="18" cy="324"/>
            </a:xfrm>
            <a:prstGeom prst="rect">
              <a:avLst/>
            </a:prstGeom>
            <a:solidFill>
              <a:srgbClr val="C1F4F4"/>
            </a:solidFill>
            <a:ln w="9525">
              <a:noFill/>
              <a:miter lim="800000"/>
              <a:headEnd/>
              <a:tailEnd/>
            </a:ln>
          </p:spPr>
          <p:txBody>
            <a:bodyPr/>
            <a:lstStyle/>
            <a:p>
              <a:endParaRPr lang="en-AU">
                <a:solidFill>
                  <a:srgbClr val="000000"/>
                </a:solidFill>
                <a:latin typeface="Arial" pitchFamily="34" charset="0"/>
              </a:endParaRPr>
            </a:p>
          </p:txBody>
        </p:sp>
        <p:sp>
          <p:nvSpPr>
            <p:cNvPr id="121989" name="Rectangle 52"/>
            <p:cNvSpPr>
              <a:spLocks noChangeArrowheads="1"/>
            </p:cNvSpPr>
            <p:nvPr/>
          </p:nvSpPr>
          <p:spPr bwMode="auto">
            <a:xfrm>
              <a:off x="4952" y="2135"/>
              <a:ext cx="24" cy="324"/>
            </a:xfrm>
            <a:prstGeom prst="rect">
              <a:avLst/>
            </a:prstGeom>
            <a:solidFill>
              <a:srgbClr val="C2F5F5"/>
            </a:solidFill>
            <a:ln w="9525">
              <a:noFill/>
              <a:miter lim="800000"/>
              <a:headEnd/>
              <a:tailEnd/>
            </a:ln>
          </p:spPr>
          <p:txBody>
            <a:bodyPr/>
            <a:lstStyle/>
            <a:p>
              <a:endParaRPr lang="en-AU">
                <a:solidFill>
                  <a:srgbClr val="000000"/>
                </a:solidFill>
                <a:latin typeface="Arial" pitchFamily="34" charset="0"/>
              </a:endParaRPr>
            </a:p>
          </p:txBody>
        </p:sp>
        <p:sp>
          <p:nvSpPr>
            <p:cNvPr id="121990" name="Rectangle 53"/>
            <p:cNvSpPr>
              <a:spLocks noChangeArrowheads="1"/>
            </p:cNvSpPr>
            <p:nvPr/>
          </p:nvSpPr>
          <p:spPr bwMode="auto">
            <a:xfrm>
              <a:off x="4976" y="2135"/>
              <a:ext cx="18" cy="324"/>
            </a:xfrm>
            <a:prstGeom prst="rect">
              <a:avLst/>
            </a:prstGeom>
            <a:solidFill>
              <a:srgbClr val="C3F6F6"/>
            </a:solidFill>
            <a:ln w="9525">
              <a:noFill/>
              <a:miter lim="800000"/>
              <a:headEnd/>
              <a:tailEnd/>
            </a:ln>
          </p:spPr>
          <p:txBody>
            <a:bodyPr/>
            <a:lstStyle/>
            <a:p>
              <a:endParaRPr lang="en-AU">
                <a:solidFill>
                  <a:srgbClr val="000000"/>
                </a:solidFill>
                <a:latin typeface="Arial" pitchFamily="34" charset="0"/>
              </a:endParaRPr>
            </a:p>
          </p:txBody>
        </p:sp>
        <p:sp>
          <p:nvSpPr>
            <p:cNvPr id="121991" name="Rectangle 54"/>
            <p:cNvSpPr>
              <a:spLocks noChangeArrowheads="1"/>
            </p:cNvSpPr>
            <p:nvPr/>
          </p:nvSpPr>
          <p:spPr bwMode="auto">
            <a:xfrm>
              <a:off x="4994" y="2135"/>
              <a:ext cx="12" cy="324"/>
            </a:xfrm>
            <a:prstGeom prst="rect">
              <a:avLst/>
            </a:prstGeom>
            <a:solidFill>
              <a:srgbClr val="C4F7F7"/>
            </a:solidFill>
            <a:ln w="9525">
              <a:noFill/>
              <a:miter lim="800000"/>
              <a:headEnd/>
              <a:tailEnd/>
            </a:ln>
          </p:spPr>
          <p:txBody>
            <a:bodyPr/>
            <a:lstStyle/>
            <a:p>
              <a:endParaRPr lang="en-AU">
                <a:solidFill>
                  <a:srgbClr val="000000"/>
                </a:solidFill>
                <a:latin typeface="Arial" pitchFamily="34" charset="0"/>
              </a:endParaRPr>
            </a:p>
          </p:txBody>
        </p:sp>
        <p:sp>
          <p:nvSpPr>
            <p:cNvPr id="121992" name="Rectangle 55"/>
            <p:cNvSpPr>
              <a:spLocks noChangeArrowheads="1"/>
            </p:cNvSpPr>
            <p:nvPr/>
          </p:nvSpPr>
          <p:spPr bwMode="auto">
            <a:xfrm>
              <a:off x="5006" y="2135"/>
              <a:ext cx="18" cy="324"/>
            </a:xfrm>
            <a:prstGeom prst="rect">
              <a:avLst/>
            </a:prstGeom>
            <a:solidFill>
              <a:srgbClr val="C5F8F8"/>
            </a:solidFill>
            <a:ln w="9525">
              <a:noFill/>
              <a:miter lim="800000"/>
              <a:headEnd/>
              <a:tailEnd/>
            </a:ln>
          </p:spPr>
          <p:txBody>
            <a:bodyPr/>
            <a:lstStyle/>
            <a:p>
              <a:endParaRPr lang="en-AU">
                <a:solidFill>
                  <a:srgbClr val="000000"/>
                </a:solidFill>
                <a:latin typeface="Arial" pitchFamily="34" charset="0"/>
              </a:endParaRPr>
            </a:p>
          </p:txBody>
        </p:sp>
        <p:sp>
          <p:nvSpPr>
            <p:cNvPr id="121993" name="Rectangle 56"/>
            <p:cNvSpPr>
              <a:spLocks noChangeArrowheads="1"/>
            </p:cNvSpPr>
            <p:nvPr/>
          </p:nvSpPr>
          <p:spPr bwMode="auto">
            <a:xfrm>
              <a:off x="5024" y="2135"/>
              <a:ext cx="12" cy="324"/>
            </a:xfrm>
            <a:prstGeom prst="rect">
              <a:avLst/>
            </a:prstGeom>
            <a:solidFill>
              <a:srgbClr val="C6F9F9"/>
            </a:solidFill>
            <a:ln w="9525">
              <a:noFill/>
              <a:miter lim="800000"/>
              <a:headEnd/>
              <a:tailEnd/>
            </a:ln>
          </p:spPr>
          <p:txBody>
            <a:bodyPr/>
            <a:lstStyle/>
            <a:p>
              <a:endParaRPr lang="en-AU">
                <a:solidFill>
                  <a:srgbClr val="000000"/>
                </a:solidFill>
                <a:latin typeface="Arial" pitchFamily="34" charset="0"/>
              </a:endParaRPr>
            </a:p>
          </p:txBody>
        </p:sp>
        <p:sp>
          <p:nvSpPr>
            <p:cNvPr id="121994" name="Rectangle 57"/>
            <p:cNvSpPr>
              <a:spLocks noChangeArrowheads="1"/>
            </p:cNvSpPr>
            <p:nvPr/>
          </p:nvSpPr>
          <p:spPr bwMode="auto">
            <a:xfrm>
              <a:off x="5036" y="2135"/>
              <a:ext cx="12" cy="324"/>
            </a:xfrm>
            <a:prstGeom prst="rect">
              <a:avLst/>
            </a:prstGeom>
            <a:solidFill>
              <a:srgbClr val="C7FAFA"/>
            </a:solidFill>
            <a:ln w="9525">
              <a:noFill/>
              <a:miter lim="800000"/>
              <a:headEnd/>
              <a:tailEnd/>
            </a:ln>
          </p:spPr>
          <p:txBody>
            <a:bodyPr/>
            <a:lstStyle/>
            <a:p>
              <a:endParaRPr lang="en-AU">
                <a:solidFill>
                  <a:srgbClr val="000000"/>
                </a:solidFill>
                <a:latin typeface="Arial" pitchFamily="34" charset="0"/>
              </a:endParaRPr>
            </a:p>
          </p:txBody>
        </p:sp>
        <p:sp>
          <p:nvSpPr>
            <p:cNvPr id="121995" name="Rectangle 58"/>
            <p:cNvSpPr>
              <a:spLocks noChangeArrowheads="1"/>
            </p:cNvSpPr>
            <p:nvPr/>
          </p:nvSpPr>
          <p:spPr bwMode="auto">
            <a:xfrm>
              <a:off x="5048" y="2135"/>
              <a:ext cx="18" cy="324"/>
            </a:xfrm>
            <a:prstGeom prst="rect">
              <a:avLst/>
            </a:prstGeom>
            <a:solidFill>
              <a:srgbClr val="C8FBFB"/>
            </a:solidFill>
            <a:ln w="9525">
              <a:noFill/>
              <a:miter lim="800000"/>
              <a:headEnd/>
              <a:tailEnd/>
            </a:ln>
          </p:spPr>
          <p:txBody>
            <a:bodyPr/>
            <a:lstStyle/>
            <a:p>
              <a:endParaRPr lang="en-AU">
                <a:solidFill>
                  <a:srgbClr val="000000"/>
                </a:solidFill>
                <a:latin typeface="Arial" pitchFamily="34" charset="0"/>
              </a:endParaRPr>
            </a:p>
          </p:txBody>
        </p:sp>
        <p:sp>
          <p:nvSpPr>
            <p:cNvPr id="121996" name="Rectangle 59"/>
            <p:cNvSpPr>
              <a:spLocks noChangeArrowheads="1"/>
            </p:cNvSpPr>
            <p:nvPr/>
          </p:nvSpPr>
          <p:spPr bwMode="auto">
            <a:xfrm>
              <a:off x="5066" y="2135"/>
              <a:ext cx="12" cy="324"/>
            </a:xfrm>
            <a:prstGeom prst="rect">
              <a:avLst/>
            </a:prstGeom>
            <a:solidFill>
              <a:srgbClr val="C9FCFC"/>
            </a:solidFill>
            <a:ln w="9525">
              <a:noFill/>
              <a:miter lim="800000"/>
              <a:headEnd/>
              <a:tailEnd/>
            </a:ln>
          </p:spPr>
          <p:txBody>
            <a:bodyPr/>
            <a:lstStyle/>
            <a:p>
              <a:endParaRPr lang="en-AU">
                <a:solidFill>
                  <a:srgbClr val="000000"/>
                </a:solidFill>
                <a:latin typeface="Arial" pitchFamily="34" charset="0"/>
              </a:endParaRPr>
            </a:p>
          </p:txBody>
        </p:sp>
        <p:sp>
          <p:nvSpPr>
            <p:cNvPr id="121997" name="Rectangle 60"/>
            <p:cNvSpPr>
              <a:spLocks noChangeArrowheads="1"/>
            </p:cNvSpPr>
            <p:nvPr/>
          </p:nvSpPr>
          <p:spPr bwMode="auto">
            <a:xfrm>
              <a:off x="5078" y="2135"/>
              <a:ext cx="18" cy="324"/>
            </a:xfrm>
            <a:prstGeom prst="rect">
              <a:avLst/>
            </a:prstGeom>
            <a:solidFill>
              <a:srgbClr val="CAFDFD"/>
            </a:solidFill>
            <a:ln w="9525">
              <a:noFill/>
              <a:miter lim="800000"/>
              <a:headEnd/>
              <a:tailEnd/>
            </a:ln>
          </p:spPr>
          <p:txBody>
            <a:bodyPr/>
            <a:lstStyle/>
            <a:p>
              <a:endParaRPr lang="en-AU">
                <a:solidFill>
                  <a:srgbClr val="000000"/>
                </a:solidFill>
                <a:latin typeface="Arial" pitchFamily="34" charset="0"/>
              </a:endParaRPr>
            </a:p>
          </p:txBody>
        </p:sp>
        <p:sp>
          <p:nvSpPr>
            <p:cNvPr id="121998" name="Rectangle 61"/>
            <p:cNvSpPr>
              <a:spLocks noChangeArrowheads="1"/>
            </p:cNvSpPr>
            <p:nvPr/>
          </p:nvSpPr>
          <p:spPr bwMode="auto">
            <a:xfrm>
              <a:off x="5096" y="2135"/>
              <a:ext cx="12" cy="324"/>
            </a:xfrm>
            <a:prstGeom prst="rect">
              <a:avLst/>
            </a:prstGeom>
            <a:solidFill>
              <a:srgbClr val="CBFEFE"/>
            </a:solidFill>
            <a:ln w="9525">
              <a:noFill/>
              <a:miter lim="800000"/>
              <a:headEnd/>
              <a:tailEnd/>
            </a:ln>
          </p:spPr>
          <p:txBody>
            <a:bodyPr/>
            <a:lstStyle/>
            <a:p>
              <a:endParaRPr lang="en-AU">
                <a:solidFill>
                  <a:srgbClr val="000000"/>
                </a:solidFill>
                <a:latin typeface="Arial" pitchFamily="34" charset="0"/>
              </a:endParaRPr>
            </a:p>
          </p:txBody>
        </p:sp>
        <p:sp>
          <p:nvSpPr>
            <p:cNvPr id="121999" name="Rectangle 62"/>
            <p:cNvSpPr>
              <a:spLocks noChangeArrowheads="1"/>
            </p:cNvSpPr>
            <p:nvPr/>
          </p:nvSpPr>
          <p:spPr bwMode="auto">
            <a:xfrm>
              <a:off x="5108" y="2135"/>
              <a:ext cx="360" cy="324"/>
            </a:xfrm>
            <a:prstGeom prst="rect">
              <a:avLst/>
            </a:prstGeom>
            <a:solidFill>
              <a:srgbClr val="CCFFFF"/>
            </a:solidFill>
            <a:ln w="9525">
              <a:noFill/>
              <a:miter lim="800000"/>
              <a:headEnd/>
              <a:tailEnd/>
            </a:ln>
          </p:spPr>
          <p:txBody>
            <a:bodyPr/>
            <a:lstStyle/>
            <a:p>
              <a:endParaRPr lang="en-AU">
                <a:solidFill>
                  <a:srgbClr val="000000"/>
                </a:solidFill>
                <a:latin typeface="Arial" pitchFamily="34" charset="0"/>
              </a:endParaRPr>
            </a:p>
          </p:txBody>
        </p:sp>
        <p:sp>
          <p:nvSpPr>
            <p:cNvPr id="122000" name="Rectangle 63"/>
            <p:cNvSpPr>
              <a:spLocks noChangeArrowheads="1"/>
            </p:cNvSpPr>
            <p:nvPr/>
          </p:nvSpPr>
          <p:spPr bwMode="auto">
            <a:xfrm>
              <a:off x="4760" y="2135"/>
              <a:ext cx="708" cy="324"/>
            </a:xfrm>
            <a:prstGeom prst="rect">
              <a:avLst/>
            </a:prstGeom>
            <a:noFill/>
            <a:ln w="9525">
              <a:solidFill>
                <a:srgbClr val="000000"/>
              </a:solidFill>
              <a:miter lim="800000"/>
              <a:headEnd/>
              <a:tailEnd/>
            </a:ln>
          </p:spPr>
          <p:txBody>
            <a:bodyPr/>
            <a:lstStyle/>
            <a:p>
              <a:endParaRPr lang="en-AU">
                <a:solidFill>
                  <a:srgbClr val="000000"/>
                </a:solidFill>
                <a:latin typeface="Arial" pitchFamily="34" charset="0"/>
              </a:endParaRPr>
            </a:p>
          </p:txBody>
        </p:sp>
        <p:sp>
          <p:nvSpPr>
            <p:cNvPr id="122001" name="Rectangle 64"/>
            <p:cNvSpPr>
              <a:spLocks noChangeArrowheads="1"/>
            </p:cNvSpPr>
            <p:nvPr/>
          </p:nvSpPr>
          <p:spPr bwMode="auto">
            <a:xfrm>
              <a:off x="4802" y="2189"/>
              <a:ext cx="717"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000000"/>
                  </a:solidFill>
                  <a:latin typeface="Arial" pitchFamily="34" charset="0"/>
                </a:rPr>
                <a:t>GF_PropertyType</a:t>
              </a:r>
              <a:endParaRPr lang="en-US">
                <a:solidFill>
                  <a:srgbClr val="000000"/>
                </a:solidFill>
                <a:latin typeface="Arial" pitchFamily="34" charset="0"/>
              </a:endParaRPr>
            </a:p>
          </p:txBody>
        </p:sp>
        <p:sp>
          <p:nvSpPr>
            <p:cNvPr id="122002" name="Line 65"/>
            <p:cNvSpPr>
              <a:spLocks noChangeShapeType="1"/>
            </p:cNvSpPr>
            <p:nvPr/>
          </p:nvSpPr>
          <p:spPr bwMode="auto">
            <a:xfrm>
              <a:off x="4760" y="2315"/>
              <a:ext cx="708" cy="0"/>
            </a:xfrm>
            <a:prstGeom prst="line">
              <a:avLst/>
            </a:prstGeom>
            <a:noFill/>
            <a:ln w="9525">
              <a:solidFill>
                <a:srgbClr val="000000"/>
              </a:solidFill>
              <a:miter lim="800000"/>
              <a:headEnd/>
              <a:tailEnd/>
            </a:ln>
          </p:spPr>
          <p:txBody>
            <a:bodyPr/>
            <a:lstStyle/>
            <a:p>
              <a:endParaRPr lang="en-AU"/>
            </a:p>
          </p:txBody>
        </p:sp>
      </p:grpSp>
      <p:grpSp>
        <p:nvGrpSpPr>
          <p:cNvPr id="4" name="Group 264"/>
          <p:cNvGrpSpPr>
            <a:grpSpLocks/>
          </p:cNvGrpSpPr>
          <p:nvPr/>
        </p:nvGrpSpPr>
        <p:grpSpPr bwMode="auto">
          <a:xfrm>
            <a:off x="6875463" y="476250"/>
            <a:ext cx="1066800" cy="542925"/>
            <a:chOff x="1790" y="2225"/>
            <a:chExt cx="606" cy="342"/>
          </a:xfrm>
        </p:grpSpPr>
        <p:sp>
          <p:nvSpPr>
            <p:cNvPr id="121947" name="Rectangle 66"/>
            <p:cNvSpPr>
              <a:spLocks noChangeArrowheads="1"/>
            </p:cNvSpPr>
            <p:nvPr/>
          </p:nvSpPr>
          <p:spPr bwMode="auto">
            <a:xfrm>
              <a:off x="1808" y="2243"/>
              <a:ext cx="588" cy="324"/>
            </a:xfrm>
            <a:prstGeom prst="rect">
              <a:avLst/>
            </a:prstGeom>
            <a:solidFill>
              <a:srgbClr val="C0BFC0"/>
            </a:solidFill>
            <a:ln w="9525">
              <a:noFill/>
              <a:miter lim="800000"/>
              <a:headEnd/>
              <a:tailEnd/>
            </a:ln>
          </p:spPr>
          <p:txBody>
            <a:bodyPr/>
            <a:lstStyle/>
            <a:p>
              <a:endParaRPr lang="en-AU">
                <a:solidFill>
                  <a:srgbClr val="000000"/>
                </a:solidFill>
                <a:latin typeface="Arial" pitchFamily="34" charset="0"/>
              </a:endParaRPr>
            </a:p>
          </p:txBody>
        </p:sp>
        <p:sp>
          <p:nvSpPr>
            <p:cNvPr id="121948" name="Rectangle 67"/>
            <p:cNvSpPr>
              <a:spLocks noChangeArrowheads="1"/>
            </p:cNvSpPr>
            <p:nvPr/>
          </p:nvSpPr>
          <p:spPr bwMode="auto">
            <a:xfrm>
              <a:off x="1790" y="2225"/>
              <a:ext cx="12" cy="324"/>
            </a:xfrm>
            <a:prstGeom prst="rect">
              <a:avLst/>
            </a:prstGeom>
            <a:solidFill>
              <a:srgbClr val="E8E8C9"/>
            </a:solidFill>
            <a:ln w="9525">
              <a:noFill/>
              <a:miter lim="800000"/>
              <a:headEnd/>
              <a:tailEnd/>
            </a:ln>
          </p:spPr>
          <p:txBody>
            <a:bodyPr/>
            <a:lstStyle/>
            <a:p>
              <a:endParaRPr lang="en-AU">
                <a:solidFill>
                  <a:srgbClr val="000000"/>
                </a:solidFill>
                <a:latin typeface="Arial" pitchFamily="34" charset="0"/>
              </a:endParaRPr>
            </a:p>
          </p:txBody>
        </p:sp>
        <p:sp>
          <p:nvSpPr>
            <p:cNvPr id="121949" name="Rectangle 68"/>
            <p:cNvSpPr>
              <a:spLocks noChangeArrowheads="1"/>
            </p:cNvSpPr>
            <p:nvPr/>
          </p:nvSpPr>
          <p:spPr bwMode="auto">
            <a:xfrm>
              <a:off x="1802" y="2225"/>
              <a:ext cx="12" cy="324"/>
            </a:xfrm>
            <a:prstGeom prst="rect">
              <a:avLst/>
            </a:prstGeom>
            <a:solidFill>
              <a:srgbClr val="E9E9CA"/>
            </a:solidFill>
            <a:ln w="9525">
              <a:noFill/>
              <a:miter lim="800000"/>
              <a:headEnd/>
              <a:tailEnd/>
            </a:ln>
          </p:spPr>
          <p:txBody>
            <a:bodyPr/>
            <a:lstStyle/>
            <a:p>
              <a:endParaRPr lang="en-AU">
                <a:solidFill>
                  <a:srgbClr val="000000"/>
                </a:solidFill>
                <a:latin typeface="Arial" pitchFamily="34" charset="0"/>
              </a:endParaRPr>
            </a:p>
          </p:txBody>
        </p:sp>
        <p:sp>
          <p:nvSpPr>
            <p:cNvPr id="121950" name="Rectangle 69"/>
            <p:cNvSpPr>
              <a:spLocks noChangeArrowheads="1"/>
            </p:cNvSpPr>
            <p:nvPr/>
          </p:nvSpPr>
          <p:spPr bwMode="auto">
            <a:xfrm>
              <a:off x="1814" y="2225"/>
              <a:ext cx="12" cy="324"/>
            </a:xfrm>
            <a:prstGeom prst="rect">
              <a:avLst/>
            </a:prstGeom>
            <a:solidFill>
              <a:srgbClr val="EAEACB"/>
            </a:solidFill>
            <a:ln w="9525">
              <a:noFill/>
              <a:miter lim="800000"/>
              <a:headEnd/>
              <a:tailEnd/>
            </a:ln>
          </p:spPr>
          <p:txBody>
            <a:bodyPr/>
            <a:lstStyle/>
            <a:p>
              <a:endParaRPr lang="en-AU">
                <a:solidFill>
                  <a:srgbClr val="000000"/>
                </a:solidFill>
                <a:latin typeface="Arial" pitchFamily="34" charset="0"/>
              </a:endParaRPr>
            </a:p>
          </p:txBody>
        </p:sp>
        <p:sp>
          <p:nvSpPr>
            <p:cNvPr id="121951" name="Rectangle 70"/>
            <p:cNvSpPr>
              <a:spLocks noChangeArrowheads="1"/>
            </p:cNvSpPr>
            <p:nvPr/>
          </p:nvSpPr>
          <p:spPr bwMode="auto">
            <a:xfrm>
              <a:off x="1826" y="2225"/>
              <a:ext cx="12" cy="324"/>
            </a:xfrm>
            <a:prstGeom prst="rect">
              <a:avLst/>
            </a:prstGeom>
            <a:solidFill>
              <a:srgbClr val="EBEBCC"/>
            </a:solidFill>
            <a:ln w="9525">
              <a:noFill/>
              <a:miter lim="800000"/>
              <a:headEnd/>
              <a:tailEnd/>
            </a:ln>
          </p:spPr>
          <p:txBody>
            <a:bodyPr/>
            <a:lstStyle/>
            <a:p>
              <a:endParaRPr lang="en-AU">
                <a:solidFill>
                  <a:srgbClr val="000000"/>
                </a:solidFill>
                <a:latin typeface="Arial" pitchFamily="34" charset="0"/>
              </a:endParaRPr>
            </a:p>
          </p:txBody>
        </p:sp>
        <p:sp>
          <p:nvSpPr>
            <p:cNvPr id="121952" name="Rectangle 71"/>
            <p:cNvSpPr>
              <a:spLocks noChangeArrowheads="1"/>
            </p:cNvSpPr>
            <p:nvPr/>
          </p:nvSpPr>
          <p:spPr bwMode="auto">
            <a:xfrm>
              <a:off x="1838" y="2225"/>
              <a:ext cx="12" cy="324"/>
            </a:xfrm>
            <a:prstGeom prst="rect">
              <a:avLst/>
            </a:prstGeom>
            <a:solidFill>
              <a:srgbClr val="ECECCD"/>
            </a:solidFill>
            <a:ln w="9525">
              <a:noFill/>
              <a:miter lim="800000"/>
              <a:headEnd/>
              <a:tailEnd/>
            </a:ln>
          </p:spPr>
          <p:txBody>
            <a:bodyPr/>
            <a:lstStyle/>
            <a:p>
              <a:endParaRPr lang="en-AU">
                <a:solidFill>
                  <a:srgbClr val="000000"/>
                </a:solidFill>
                <a:latin typeface="Arial" pitchFamily="34" charset="0"/>
              </a:endParaRPr>
            </a:p>
          </p:txBody>
        </p:sp>
        <p:sp>
          <p:nvSpPr>
            <p:cNvPr id="121953" name="Rectangle 72"/>
            <p:cNvSpPr>
              <a:spLocks noChangeArrowheads="1"/>
            </p:cNvSpPr>
            <p:nvPr/>
          </p:nvSpPr>
          <p:spPr bwMode="auto">
            <a:xfrm>
              <a:off x="1850" y="2225"/>
              <a:ext cx="12" cy="324"/>
            </a:xfrm>
            <a:prstGeom prst="rect">
              <a:avLst/>
            </a:prstGeom>
            <a:solidFill>
              <a:srgbClr val="EDEDCE"/>
            </a:solidFill>
            <a:ln w="9525">
              <a:noFill/>
              <a:miter lim="800000"/>
              <a:headEnd/>
              <a:tailEnd/>
            </a:ln>
          </p:spPr>
          <p:txBody>
            <a:bodyPr/>
            <a:lstStyle/>
            <a:p>
              <a:endParaRPr lang="en-AU">
                <a:solidFill>
                  <a:srgbClr val="000000"/>
                </a:solidFill>
                <a:latin typeface="Arial" pitchFamily="34" charset="0"/>
              </a:endParaRPr>
            </a:p>
          </p:txBody>
        </p:sp>
        <p:sp>
          <p:nvSpPr>
            <p:cNvPr id="121954" name="Rectangle 73"/>
            <p:cNvSpPr>
              <a:spLocks noChangeArrowheads="1"/>
            </p:cNvSpPr>
            <p:nvPr/>
          </p:nvSpPr>
          <p:spPr bwMode="auto">
            <a:xfrm>
              <a:off x="1862" y="2225"/>
              <a:ext cx="12" cy="324"/>
            </a:xfrm>
            <a:prstGeom prst="rect">
              <a:avLst/>
            </a:prstGeom>
            <a:solidFill>
              <a:srgbClr val="EEEECF"/>
            </a:solidFill>
            <a:ln w="9525">
              <a:noFill/>
              <a:miter lim="800000"/>
              <a:headEnd/>
              <a:tailEnd/>
            </a:ln>
          </p:spPr>
          <p:txBody>
            <a:bodyPr/>
            <a:lstStyle/>
            <a:p>
              <a:endParaRPr lang="en-AU">
                <a:solidFill>
                  <a:srgbClr val="000000"/>
                </a:solidFill>
                <a:latin typeface="Arial" pitchFamily="34" charset="0"/>
              </a:endParaRPr>
            </a:p>
          </p:txBody>
        </p:sp>
        <p:sp>
          <p:nvSpPr>
            <p:cNvPr id="121955" name="Rectangle 74"/>
            <p:cNvSpPr>
              <a:spLocks noChangeArrowheads="1"/>
            </p:cNvSpPr>
            <p:nvPr/>
          </p:nvSpPr>
          <p:spPr bwMode="auto">
            <a:xfrm>
              <a:off x="1874" y="2225"/>
              <a:ext cx="12" cy="324"/>
            </a:xfrm>
            <a:prstGeom prst="rect">
              <a:avLst/>
            </a:prstGeom>
            <a:solidFill>
              <a:srgbClr val="EFEFD0"/>
            </a:solidFill>
            <a:ln w="9525">
              <a:noFill/>
              <a:miter lim="800000"/>
              <a:headEnd/>
              <a:tailEnd/>
            </a:ln>
          </p:spPr>
          <p:txBody>
            <a:bodyPr/>
            <a:lstStyle/>
            <a:p>
              <a:endParaRPr lang="en-AU">
                <a:solidFill>
                  <a:srgbClr val="000000"/>
                </a:solidFill>
                <a:latin typeface="Arial" pitchFamily="34" charset="0"/>
              </a:endParaRPr>
            </a:p>
          </p:txBody>
        </p:sp>
        <p:sp>
          <p:nvSpPr>
            <p:cNvPr id="121956" name="Rectangle 75"/>
            <p:cNvSpPr>
              <a:spLocks noChangeArrowheads="1"/>
            </p:cNvSpPr>
            <p:nvPr/>
          </p:nvSpPr>
          <p:spPr bwMode="auto">
            <a:xfrm>
              <a:off x="1886" y="2225"/>
              <a:ext cx="12" cy="324"/>
            </a:xfrm>
            <a:prstGeom prst="rect">
              <a:avLst/>
            </a:prstGeom>
            <a:solidFill>
              <a:srgbClr val="F0F0D1"/>
            </a:solidFill>
            <a:ln w="9525">
              <a:noFill/>
              <a:miter lim="800000"/>
              <a:headEnd/>
              <a:tailEnd/>
            </a:ln>
          </p:spPr>
          <p:txBody>
            <a:bodyPr/>
            <a:lstStyle/>
            <a:p>
              <a:endParaRPr lang="en-AU">
                <a:solidFill>
                  <a:srgbClr val="000000"/>
                </a:solidFill>
                <a:latin typeface="Arial" pitchFamily="34" charset="0"/>
              </a:endParaRPr>
            </a:p>
          </p:txBody>
        </p:sp>
        <p:sp>
          <p:nvSpPr>
            <p:cNvPr id="121957" name="Rectangle 76"/>
            <p:cNvSpPr>
              <a:spLocks noChangeArrowheads="1"/>
            </p:cNvSpPr>
            <p:nvPr/>
          </p:nvSpPr>
          <p:spPr bwMode="auto">
            <a:xfrm>
              <a:off x="1898" y="2225"/>
              <a:ext cx="12" cy="324"/>
            </a:xfrm>
            <a:prstGeom prst="rect">
              <a:avLst/>
            </a:prstGeom>
            <a:solidFill>
              <a:srgbClr val="F1F1D2"/>
            </a:solidFill>
            <a:ln w="9525">
              <a:noFill/>
              <a:miter lim="800000"/>
              <a:headEnd/>
              <a:tailEnd/>
            </a:ln>
          </p:spPr>
          <p:txBody>
            <a:bodyPr/>
            <a:lstStyle/>
            <a:p>
              <a:endParaRPr lang="en-AU">
                <a:solidFill>
                  <a:srgbClr val="000000"/>
                </a:solidFill>
                <a:latin typeface="Arial" pitchFamily="34" charset="0"/>
              </a:endParaRPr>
            </a:p>
          </p:txBody>
        </p:sp>
        <p:sp>
          <p:nvSpPr>
            <p:cNvPr id="121958" name="Rectangle 77"/>
            <p:cNvSpPr>
              <a:spLocks noChangeArrowheads="1"/>
            </p:cNvSpPr>
            <p:nvPr/>
          </p:nvSpPr>
          <p:spPr bwMode="auto">
            <a:xfrm>
              <a:off x="1910" y="2225"/>
              <a:ext cx="12" cy="324"/>
            </a:xfrm>
            <a:prstGeom prst="rect">
              <a:avLst/>
            </a:prstGeom>
            <a:solidFill>
              <a:srgbClr val="F2F2D3"/>
            </a:solidFill>
            <a:ln w="9525">
              <a:noFill/>
              <a:miter lim="800000"/>
              <a:headEnd/>
              <a:tailEnd/>
            </a:ln>
          </p:spPr>
          <p:txBody>
            <a:bodyPr/>
            <a:lstStyle/>
            <a:p>
              <a:endParaRPr lang="en-AU">
                <a:solidFill>
                  <a:srgbClr val="000000"/>
                </a:solidFill>
                <a:latin typeface="Arial" pitchFamily="34" charset="0"/>
              </a:endParaRPr>
            </a:p>
          </p:txBody>
        </p:sp>
        <p:sp>
          <p:nvSpPr>
            <p:cNvPr id="121959" name="Rectangle 78"/>
            <p:cNvSpPr>
              <a:spLocks noChangeArrowheads="1"/>
            </p:cNvSpPr>
            <p:nvPr/>
          </p:nvSpPr>
          <p:spPr bwMode="auto">
            <a:xfrm>
              <a:off x="1922" y="2225"/>
              <a:ext cx="12" cy="324"/>
            </a:xfrm>
            <a:prstGeom prst="rect">
              <a:avLst/>
            </a:prstGeom>
            <a:solidFill>
              <a:srgbClr val="F3F3D4"/>
            </a:solidFill>
            <a:ln w="9525">
              <a:noFill/>
              <a:miter lim="800000"/>
              <a:headEnd/>
              <a:tailEnd/>
            </a:ln>
          </p:spPr>
          <p:txBody>
            <a:bodyPr/>
            <a:lstStyle/>
            <a:p>
              <a:endParaRPr lang="en-AU">
                <a:solidFill>
                  <a:srgbClr val="000000"/>
                </a:solidFill>
                <a:latin typeface="Arial" pitchFamily="34" charset="0"/>
              </a:endParaRPr>
            </a:p>
          </p:txBody>
        </p:sp>
        <p:sp>
          <p:nvSpPr>
            <p:cNvPr id="121960" name="Rectangle 79"/>
            <p:cNvSpPr>
              <a:spLocks noChangeArrowheads="1"/>
            </p:cNvSpPr>
            <p:nvPr/>
          </p:nvSpPr>
          <p:spPr bwMode="auto">
            <a:xfrm>
              <a:off x="1934" y="2225"/>
              <a:ext cx="18" cy="324"/>
            </a:xfrm>
            <a:prstGeom prst="rect">
              <a:avLst/>
            </a:prstGeom>
            <a:solidFill>
              <a:srgbClr val="F4F4D5"/>
            </a:solidFill>
            <a:ln w="9525">
              <a:noFill/>
              <a:miter lim="800000"/>
              <a:headEnd/>
              <a:tailEnd/>
            </a:ln>
          </p:spPr>
          <p:txBody>
            <a:bodyPr/>
            <a:lstStyle/>
            <a:p>
              <a:endParaRPr lang="en-AU">
                <a:solidFill>
                  <a:srgbClr val="000000"/>
                </a:solidFill>
                <a:latin typeface="Arial" pitchFamily="34" charset="0"/>
              </a:endParaRPr>
            </a:p>
          </p:txBody>
        </p:sp>
        <p:sp>
          <p:nvSpPr>
            <p:cNvPr id="121961" name="Rectangle 80"/>
            <p:cNvSpPr>
              <a:spLocks noChangeArrowheads="1"/>
            </p:cNvSpPr>
            <p:nvPr/>
          </p:nvSpPr>
          <p:spPr bwMode="auto">
            <a:xfrm>
              <a:off x="1952" y="2225"/>
              <a:ext cx="18" cy="324"/>
            </a:xfrm>
            <a:prstGeom prst="rect">
              <a:avLst/>
            </a:prstGeom>
            <a:solidFill>
              <a:srgbClr val="F5F5D6"/>
            </a:solidFill>
            <a:ln w="9525">
              <a:noFill/>
              <a:miter lim="800000"/>
              <a:headEnd/>
              <a:tailEnd/>
            </a:ln>
          </p:spPr>
          <p:txBody>
            <a:bodyPr/>
            <a:lstStyle/>
            <a:p>
              <a:endParaRPr lang="en-AU">
                <a:solidFill>
                  <a:srgbClr val="000000"/>
                </a:solidFill>
                <a:latin typeface="Arial" pitchFamily="34" charset="0"/>
              </a:endParaRPr>
            </a:p>
          </p:txBody>
        </p:sp>
        <p:sp>
          <p:nvSpPr>
            <p:cNvPr id="121962" name="Rectangle 81"/>
            <p:cNvSpPr>
              <a:spLocks noChangeArrowheads="1"/>
            </p:cNvSpPr>
            <p:nvPr/>
          </p:nvSpPr>
          <p:spPr bwMode="auto">
            <a:xfrm>
              <a:off x="1970" y="2225"/>
              <a:ext cx="12" cy="324"/>
            </a:xfrm>
            <a:prstGeom prst="rect">
              <a:avLst/>
            </a:prstGeom>
            <a:solidFill>
              <a:srgbClr val="F6F6D7"/>
            </a:solidFill>
            <a:ln w="9525">
              <a:noFill/>
              <a:miter lim="800000"/>
              <a:headEnd/>
              <a:tailEnd/>
            </a:ln>
          </p:spPr>
          <p:txBody>
            <a:bodyPr/>
            <a:lstStyle/>
            <a:p>
              <a:endParaRPr lang="en-AU">
                <a:solidFill>
                  <a:srgbClr val="000000"/>
                </a:solidFill>
                <a:latin typeface="Arial" pitchFamily="34" charset="0"/>
              </a:endParaRPr>
            </a:p>
          </p:txBody>
        </p:sp>
        <p:sp>
          <p:nvSpPr>
            <p:cNvPr id="121963" name="Rectangle 82"/>
            <p:cNvSpPr>
              <a:spLocks noChangeArrowheads="1"/>
            </p:cNvSpPr>
            <p:nvPr/>
          </p:nvSpPr>
          <p:spPr bwMode="auto">
            <a:xfrm>
              <a:off x="1982" y="2225"/>
              <a:ext cx="12" cy="324"/>
            </a:xfrm>
            <a:prstGeom prst="rect">
              <a:avLst/>
            </a:prstGeom>
            <a:solidFill>
              <a:srgbClr val="F7F7D8"/>
            </a:solidFill>
            <a:ln w="9525">
              <a:noFill/>
              <a:miter lim="800000"/>
              <a:headEnd/>
              <a:tailEnd/>
            </a:ln>
          </p:spPr>
          <p:txBody>
            <a:bodyPr/>
            <a:lstStyle/>
            <a:p>
              <a:endParaRPr lang="en-AU">
                <a:solidFill>
                  <a:srgbClr val="000000"/>
                </a:solidFill>
                <a:latin typeface="Arial" pitchFamily="34" charset="0"/>
              </a:endParaRPr>
            </a:p>
          </p:txBody>
        </p:sp>
        <p:sp>
          <p:nvSpPr>
            <p:cNvPr id="121964" name="Rectangle 83"/>
            <p:cNvSpPr>
              <a:spLocks noChangeArrowheads="1"/>
            </p:cNvSpPr>
            <p:nvPr/>
          </p:nvSpPr>
          <p:spPr bwMode="auto">
            <a:xfrm>
              <a:off x="1994" y="2225"/>
              <a:ext cx="12" cy="324"/>
            </a:xfrm>
            <a:prstGeom prst="rect">
              <a:avLst/>
            </a:prstGeom>
            <a:solidFill>
              <a:srgbClr val="F8F8D9"/>
            </a:solidFill>
            <a:ln w="9525">
              <a:noFill/>
              <a:miter lim="800000"/>
              <a:headEnd/>
              <a:tailEnd/>
            </a:ln>
          </p:spPr>
          <p:txBody>
            <a:bodyPr/>
            <a:lstStyle/>
            <a:p>
              <a:endParaRPr lang="en-AU">
                <a:solidFill>
                  <a:srgbClr val="000000"/>
                </a:solidFill>
                <a:latin typeface="Arial" pitchFamily="34" charset="0"/>
              </a:endParaRPr>
            </a:p>
          </p:txBody>
        </p:sp>
        <p:sp>
          <p:nvSpPr>
            <p:cNvPr id="121965" name="Rectangle 84"/>
            <p:cNvSpPr>
              <a:spLocks noChangeArrowheads="1"/>
            </p:cNvSpPr>
            <p:nvPr/>
          </p:nvSpPr>
          <p:spPr bwMode="auto">
            <a:xfrm>
              <a:off x="2006" y="2225"/>
              <a:ext cx="12" cy="324"/>
            </a:xfrm>
            <a:prstGeom prst="rect">
              <a:avLst/>
            </a:prstGeom>
            <a:solidFill>
              <a:srgbClr val="F9F9DA"/>
            </a:solidFill>
            <a:ln w="9525">
              <a:noFill/>
              <a:miter lim="800000"/>
              <a:headEnd/>
              <a:tailEnd/>
            </a:ln>
          </p:spPr>
          <p:txBody>
            <a:bodyPr/>
            <a:lstStyle/>
            <a:p>
              <a:endParaRPr lang="en-AU">
                <a:solidFill>
                  <a:srgbClr val="000000"/>
                </a:solidFill>
                <a:latin typeface="Arial" pitchFamily="34" charset="0"/>
              </a:endParaRPr>
            </a:p>
          </p:txBody>
        </p:sp>
        <p:sp>
          <p:nvSpPr>
            <p:cNvPr id="121966" name="Rectangle 85"/>
            <p:cNvSpPr>
              <a:spLocks noChangeArrowheads="1"/>
            </p:cNvSpPr>
            <p:nvPr/>
          </p:nvSpPr>
          <p:spPr bwMode="auto">
            <a:xfrm>
              <a:off x="2018" y="2225"/>
              <a:ext cx="12" cy="324"/>
            </a:xfrm>
            <a:prstGeom prst="rect">
              <a:avLst/>
            </a:prstGeom>
            <a:solidFill>
              <a:srgbClr val="FAFADB"/>
            </a:solidFill>
            <a:ln w="9525">
              <a:noFill/>
              <a:miter lim="800000"/>
              <a:headEnd/>
              <a:tailEnd/>
            </a:ln>
          </p:spPr>
          <p:txBody>
            <a:bodyPr/>
            <a:lstStyle/>
            <a:p>
              <a:endParaRPr lang="en-AU">
                <a:solidFill>
                  <a:srgbClr val="000000"/>
                </a:solidFill>
                <a:latin typeface="Arial" pitchFamily="34" charset="0"/>
              </a:endParaRPr>
            </a:p>
          </p:txBody>
        </p:sp>
        <p:sp>
          <p:nvSpPr>
            <p:cNvPr id="121967" name="Rectangle 86"/>
            <p:cNvSpPr>
              <a:spLocks noChangeArrowheads="1"/>
            </p:cNvSpPr>
            <p:nvPr/>
          </p:nvSpPr>
          <p:spPr bwMode="auto">
            <a:xfrm>
              <a:off x="2030" y="2225"/>
              <a:ext cx="12" cy="324"/>
            </a:xfrm>
            <a:prstGeom prst="rect">
              <a:avLst/>
            </a:prstGeom>
            <a:solidFill>
              <a:srgbClr val="FBFBDC"/>
            </a:solidFill>
            <a:ln w="9525">
              <a:noFill/>
              <a:miter lim="800000"/>
              <a:headEnd/>
              <a:tailEnd/>
            </a:ln>
          </p:spPr>
          <p:txBody>
            <a:bodyPr/>
            <a:lstStyle/>
            <a:p>
              <a:endParaRPr lang="en-AU">
                <a:solidFill>
                  <a:srgbClr val="000000"/>
                </a:solidFill>
                <a:latin typeface="Arial" pitchFamily="34" charset="0"/>
              </a:endParaRPr>
            </a:p>
          </p:txBody>
        </p:sp>
        <p:sp>
          <p:nvSpPr>
            <p:cNvPr id="121968" name="Rectangle 87"/>
            <p:cNvSpPr>
              <a:spLocks noChangeArrowheads="1"/>
            </p:cNvSpPr>
            <p:nvPr/>
          </p:nvSpPr>
          <p:spPr bwMode="auto">
            <a:xfrm>
              <a:off x="2042" y="2225"/>
              <a:ext cx="12" cy="324"/>
            </a:xfrm>
            <a:prstGeom prst="rect">
              <a:avLst/>
            </a:prstGeom>
            <a:solidFill>
              <a:srgbClr val="FCFCDD"/>
            </a:solidFill>
            <a:ln w="9525">
              <a:noFill/>
              <a:miter lim="800000"/>
              <a:headEnd/>
              <a:tailEnd/>
            </a:ln>
          </p:spPr>
          <p:txBody>
            <a:bodyPr/>
            <a:lstStyle/>
            <a:p>
              <a:endParaRPr lang="en-AU">
                <a:solidFill>
                  <a:srgbClr val="000000"/>
                </a:solidFill>
                <a:latin typeface="Arial" pitchFamily="34" charset="0"/>
              </a:endParaRPr>
            </a:p>
          </p:txBody>
        </p:sp>
        <p:sp>
          <p:nvSpPr>
            <p:cNvPr id="121969" name="Rectangle 88"/>
            <p:cNvSpPr>
              <a:spLocks noChangeArrowheads="1"/>
            </p:cNvSpPr>
            <p:nvPr/>
          </p:nvSpPr>
          <p:spPr bwMode="auto">
            <a:xfrm>
              <a:off x="2054" y="2225"/>
              <a:ext cx="12" cy="324"/>
            </a:xfrm>
            <a:prstGeom prst="rect">
              <a:avLst/>
            </a:prstGeom>
            <a:solidFill>
              <a:srgbClr val="FDFDDE"/>
            </a:solidFill>
            <a:ln w="9525">
              <a:noFill/>
              <a:miter lim="800000"/>
              <a:headEnd/>
              <a:tailEnd/>
            </a:ln>
          </p:spPr>
          <p:txBody>
            <a:bodyPr/>
            <a:lstStyle/>
            <a:p>
              <a:endParaRPr lang="en-AU">
                <a:solidFill>
                  <a:srgbClr val="000000"/>
                </a:solidFill>
                <a:latin typeface="Arial" pitchFamily="34" charset="0"/>
              </a:endParaRPr>
            </a:p>
          </p:txBody>
        </p:sp>
        <p:sp>
          <p:nvSpPr>
            <p:cNvPr id="121970" name="Rectangle 89"/>
            <p:cNvSpPr>
              <a:spLocks noChangeArrowheads="1"/>
            </p:cNvSpPr>
            <p:nvPr/>
          </p:nvSpPr>
          <p:spPr bwMode="auto">
            <a:xfrm>
              <a:off x="2066" y="2225"/>
              <a:ext cx="12" cy="324"/>
            </a:xfrm>
            <a:prstGeom prst="rect">
              <a:avLst/>
            </a:prstGeom>
            <a:solidFill>
              <a:srgbClr val="FEFEDF"/>
            </a:solidFill>
            <a:ln w="9525">
              <a:noFill/>
              <a:miter lim="800000"/>
              <a:headEnd/>
              <a:tailEnd/>
            </a:ln>
          </p:spPr>
          <p:txBody>
            <a:bodyPr/>
            <a:lstStyle/>
            <a:p>
              <a:endParaRPr lang="en-AU">
                <a:solidFill>
                  <a:srgbClr val="000000"/>
                </a:solidFill>
                <a:latin typeface="Arial" pitchFamily="34" charset="0"/>
              </a:endParaRPr>
            </a:p>
          </p:txBody>
        </p:sp>
        <p:sp>
          <p:nvSpPr>
            <p:cNvPr id="121971" name="Rectangle 90"/>
            <p:cNvSpPr>
              <a:spLocks noChangeArrowheads="1"/>
            </p:cNvSpPr>
            <p:nvPr/>
          </p:nvSpPr>
          <p:spPr bwMode="auto">
            <a:xfrm>
              <a:off x="2078" y="2225"/>
              <a:ext cx="300" cy="324"/>
            </a:xfrm>
            <a:prstGeom prst="rect">
              <a:avLst/>
            </a:prstGeom>
            <a:solidFill>
              <a:srgbClr val="FFFFE0"/>
            </a:solidFill>
            <a:ln w="9525">
              <a:noFill/>
              <a:miter lim="800000"/>
              <a:headEnd/>
              <a:tailEnd/>
            </a:ln>
          </p:spPr>
          <p:txBody>
            <a:bodyPr/>
            <a:lstStyle/>
            <a:p>
              <a:endParaRPr lang="en-AU">
                <a:solidFill>
                  <a:srgbClr val="000000"/>
                </a:solidFill>
                <a:latin typeface="Arial" pitchFamily="34" charset="0"/>
              </a:endParaRPr>
            </a:p>
          </p:txBody>
        </p:sp>
        <p:sp>
          <p:nvSpPr>
            <p:cNvPr id="121972" name="Rectangle 91"/>
            <p:cNvSpPr>
              <a:spLocks noChangeArrowheads="1"/>
            </p:cNvSpPr>
            <p:nvPr/>
          </p:nvSpPr>
          <p:spPr bwMode="auto">
            <a:xfrm>
              <a:off x="1790" y="2225"/>
              <a:ext cx="588" cy="324"/>
            </a:xfrm>
            <a:prstGeom prst="rect">
              <a:avLst/>
            </a:prstGeom>
            <a:noFill/>
            <a:ln w="9525">
              <a:solidFill>
                <a:srgbClr val="000000"/>
              </a:solidFill>
              <a:miter lim="800000"/>
              <a:headEnd/>
              <a:tailEnd/>
            </a:ln>
          </p:spPr>
          <p:txBody>
            <a:bodyPr/>
            <a:lstStyle/>
            <a:p>
              <a:endParaRPr lang="en-AU">
                <a:solidFill>
                  <a:srgbClr val="000000"/>
                </a:solidFill>
                <a:latin typeface="Arial" pitchFamily="34" charset="0"/>
              </a:endParaRPr>
            </a:p>
          </p:txBody>
        </p:sp>
        <p:sp>
          <p:nvSpPr>
            <p:cNvPr id="121973" name="Rectangle 92"/>
            <p:cNvSpPr>
              <a:spLocks noChangeArrowheads="1"/>
            </p:cNvSpPr>
            <p:nvPr/>
          </p:nvSpPr>
          <p:spPr bwMode="auto">
            <a:xfrm>
              <a:off x="1868" y="2279"/>
              <a:ext cx="493"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000000"/>
                  </a:solidFill>
                  <a:latin typeface="Arial" pitchFamily="34" charset="0"/>
                </a:rPr>
                <a:t>GFI_Feature</a:t>
              </a:r>
              <a:endParaRPr lang="en-US">
                <a:solidFill>
                  <a:srgbClr val="000000"/>
                </a:solidFill>
                <a:latin typeface="Arial" pitchFamily="34" charset="0"/>
              </a:endParaRPr>
            </a:p>
          </p:txBody>
        </p:sp>
        <p:sp>
          <p:nvSpPr>
            <p:cNvPr id="121974" name="Line 93"/>
            <p:cNvSpPr>
              <a:spLocks noChangeShapeType="1"/>
            </p:cNvSpPr>
            <p:nvPr/>
          </p:nvSpPr>
          <p:spPr bwMode="auto">
            <a:xfrm>
              <a:off x="1790" y="2405"/>
              <a:ext cx="588" cy="0"/>
            </a:xfrm>
            <a:prstGeom prst="line">
              <a:avLst/>
            </a:prstGeom>
            <a:noFill/>
            <a:ln w="9525">
              <a:solidFill>
                <a:srgbClr val="000000"/>
              </a:solidFill>
              <a:miter lim="800000"/>
              <a:headEnd/>
              <a:tailEnd/>
            </a:ln>
          </p:spPr>
          <p:txBody>
            <a:bodyPr/>
            <a:lstStyle/>
            <a:p>
              <a:endParaRPr lang="en-AU"/>
            </a:p>
          </p:txBody>
        </p:sp>
      </p:grpSp>
      <p:grpSp>
        <p:nvGrpSpPr>
          <p:cNvPr id="5" name="Group 267"/>
          <p:cNvGrpSpPr>
            <a:grpSpLocks/>
          </p:cNvGrpSpPr>
          <p:nvPr/>
        </p:nvGrpSpPr>
        <p:grpSpPr bwMode="auto">
          <a:xfrm>
            <a:off x="5238750" y="3836988"/>
            <a:ext cx="1133475" cy="542925"/>
            <a:chOff x="3548" y="3275"/>
            <a:chExt cx="594" cy="342"/>
          </a:xfrm>
        </p:grpSpPr>
        <p:sp>
          <p:nvSpPr>
            <p:cNvPr id="121919" name="Rectangle 94"/>
            <p:cNvSpPr>
              <a:spLocks noChangeArrowheads="1"/>
            </p:cNvSpPr>
            <p:nvPr/>
          </p:nvSpPr>
          <p:spPr bwMode="auto">
            <a:xfrm>
              <a:off x="3566" y="3293"/>
              <a:ext cx="576" cy="324"/>
            </a:xfrm>
            <a:prstGeom prst="rect">
              <a:avLst/>
            </a:prstGeom>
            <a:solidFill>
              <a:srgbClr val="C0BFC0"/>
            </a:solidFill>
            <a:ln w="9525">
              <a:noFill/>
              <a:miter lim="800000"/>
              <a:headEnd/>
              <a:tailEnd/>
            </a:ln>
          </p:spPr>
          <p:txBody>
            <a:bodyPr/>
            <a:lstStyle/>
            <a:p>
              <a:endParaRPr lang="en-AU">
                <a:solidFill>
                  <a:srgbClr val="000000"/>
                </a:solidFill>
                <a:latin typeface="Arial" pitchFamily="34" charset="0"/>
              </a:endParaRPr>
            </a:p>
          </p:txBody>
        </p:sp>
        <p:sp>
          <p:nvSpPr>
            <p:cNvPr id="121920" name="Rectangle 95"/>
            <p:cNvSpPr>
              <a:spLocks noChangeArrowheads="1"/>
            </p:cNvSpPr>
            <p:nvPr/>
          </p:nvSpPr>
          <p:spPr bwMode="auto">
            <a:xfrm>
              <a:off x="3548" y="3275"/>
              <a:ext cx="12" cy="324"/>
            </a:xfrm>
            <a:prstGeom prst="rect">
              <a:avLst/>
            </a:prstGeom>
            <a:solidFill>
              <a:srgbClr val="B582E8"/>
            </a:solidFill>
            <a:ln w="9525">
              <a:noFill/>
              <a:miter lim="800000"/>
              <a:headEnd/>
              <a:tailEnd/>
            </a:ln>
          </p:spPr>
          <p:txBody>
            <a:bodyPr/>
            <a:lstStyle/>
            <a:p>
              <a:endParaRPr lang="en-AU">
                <a:solidFill>
                  <a:srgbClr val="000000"/>
                </a:solidFill>
                <a:latin typeface="Arial" pitchFamily="34" charset="0"/>
              </a:endParaRPr>
            </a:p>
          </p:txBody>
        </p:sp>
        <p:sp>
          <p:nvSpPr>
            <p:cNvPr id="121921" name="Rectangle 96"/>
            <p:cNvSpPr>
              <a:spLocks noChangeArrowheads="1"/>
            </p:cNvSpPr>
            <p:nvPr/>
          </p:nvSpPr>
          <p:spPr bwMode="auto">
            <a:xfrm>
              <a:off x="3560" y="3275"/>
              <a:ext cx="6" cy="324"/>
            </a:xfrm>
            <a:prstGeom prst="rect">
              <a:avLst/>
            </a:prstGeom>
            <a:solidFill>
              <a:srgbClr val="B683E9"/>
            </a:solidFill>
            <a:ln w="9525">
              <a:noFill/>
              <a:miter lim="800000"/>
              <a:headEnd/>
              <a:tailEnd/>
            </a:ln>
          </p:spPr>
          <p:txBody>
            <a:bodyPr/>
            <a:lstStyle/>
            <a:p>
              <a:endParaRPr lang="en-AU">
                <a:solidFill>
                  <a:srgbClr val="000000"/>
                </a:solidFill>
                <a:latin typeface="Arial" pitchFamily="34" charset="0"/>
              </a:endParaRPr>
            </a:p>
          </p:txBody>
        </p:sp>
        <p:sp>
          <p:nvSpPr>
            <p:cNvPr id="121922" name="Rectangle 97"/>
            <p:cNvSpPr>
              <a:spLocks noChangeArrowheads="1"/>
            </p:cNvSpPr>
            <p:nvPr/>
          </p:nvSpPr>
          <p:spPr bwMode="auto">
            <a:xfrm>
              <a:off x="3566" y="3275"/>
              <a:ext cx="18" cy="324"/>
            </a:xfrm>
            <a:prstGeom prst="rect">
              <a:avLst/>
            </a:prstGeom>
            <a:solidFill>
              <a:srgbClr val="B784EA"/>
            </a:solidFill>
            <a:ln w="9525">
              <a:noFill/>
              <a:miter lim="800000"/>
              <a:headEnd/>
              <a:tailEnd/>
            </a:ln>
          </p:spPr>
          <p:txBody>
            <a:bodyPr/>
            <a:lstStyle/>
            <a:p>
              <a:endParaRPr lang="en-AU">
                <a:solidFill>
                  <a:srgbClr val="000000"/>
                </a:solidFill>
                <a:latin typeface="Arial" pitchFamily="34" charset="0"/>
              </a:endParaRPr>
            </a:p>
          </p:txBody>
        </p:sp>
        <p:sp>
          <p:nvSpPr>
            <p:cNvPr id="121923" name="Rectangle 98"/>
            <p:cNvSpPr>
              <a:spLocks noChangeArrowheads="1"/>
            </p:cNvSpPr>
            <p:nvPr/>
          </p:nvSpPr>
          <p:spPr bwMode="auto">
            <a:xfrm>
              <a:off x="3584" y="3275"/>
              <a:ext cx="12" cy="324"/>
            </a:xfrm>
            <a:prstGeom prst="rect">
              <a:avLst/>
            </a:prstGeom>
            <a:solidFill>
              <a:srgbClr val="B885EB"/>
            </a:solidFill>
            <a:ln w="9525">
              <a:noFill/>
              <a:miter lim="800000"/>
              <a:headEnd/>
              <a:tailEnd/>
            </a:ln>
          </p:spPr>
          <p:txBody>
            <a:bodyPr/>
            <a:lstStyle/>
            <a:p>
              <a:endParaRPr lang="en-AU">
                <a:solidFill>
                  <a:srgbClr val="000000"/>
                </a:solidFill>
                <a:latin typeface="Arial" pitchFamily="34" charset="0"/>
              </a:endParaRPr>
            </a:p>
          </p:txBody>
        </p:sp>
        <p:sp>
          <p:nvSpPr>
            <p:cNvPr id="121924" name="Rectangle 99"/>
            <p:cNvSpPr>
              <a:spLocks noChangeArrowheads="1"/>
            </p:cNvSpPr>
            <p:nvPr/>
          </p:nvSpPr>
          <p:spPr bwMode="auto">
            <a:xfrm>
              <a:off x="3596" y="3275"/>
              <a:ext cx="6" cy="324"/>
            </a:xfrm>
            <a:prstGeom prst="rect">
              <a:avLst/>
            </a:prstGeom>
            <a:solidFill>
              <a:srgbClr val="B986EC"/>
            </a:solidFill>
            <a:ln w="9525">
              <a:noFill/>
              <a:miter lim="800000"/>
              <a:headEnd/>
              <a:tailEnd/>
            </a:ln>
          </p:spPr>
          <p:txBody>
            <a:bodyPr/>
            <a:lstStyle/>
            <a:p>
              <a:endParaRPr lang="en-AU">
                <a:solidFill>
                  <a:srgbClr val="000000"/>
                </a:solidFill>
                <a:latin typeface="Arial" pitchFamily="34" charset="0"/>
              </a:endParaRPr>
            </a:p>
          </p:txBody>
        </p:sp>
        <p:sp>
          <p:nvSpPr>
            <p:cNvPr id="121925" name="Rectangle 100"/>
            <p:cNvSpPr>
              <a:spLocks noChangeArrowheads="1"/>
            </p:cNvSpPr>
            <p:nvPr/>
          </p:nvSpPr>
          <p:spPr bwMode="auto">
            <a:xfrm>
              <a:off x="3602" y="3275"/>
              <a:ext cx="18" cy="324"/>
            </a:xfrm>
            <a:prstGeom prst="rect">
              <a:avLst/>
            </a:prstGeom>
            <a:solidFill>
              <a:srgbClr val="BA87ED"/>
            </a:solidFill>
            <a:ln w="9525">
              <a:noFill/>
              <a:miter lim="800000"/>
              <a:headEnd/>
              <a:tailEnd/>
            </a:ln>
          </p:spPr>
          <p:txBody>
            <a:bodyPr/>
            <a:lstStyle/>
            <a:p>
              <a:endParaRPr lang="en-AU">
                <a:solidFill>
                  <a:srgbClr val="000000"/>
                </a:solidFill>
                <a:latin typeface="Arial" pitchFamily="34" charset="0"/>
              </a:endParaRPr>
            </a:p>
          </p:txBody>
        </p:sp>
        <p:sp>
          <p:nvSpPr>
            <p:cNvPr id="121926" name="Rectangle 101"/>
            <p:cNvSpPr>
              <a:spLocks noChangeArrowheads="1"/>
            </p:cNvSpPr>
            <p:nvPr/>
          </p:nvSpPr>
          <p:spPr bwMode="auto">
            <a:xfrm>
              <a:off x="3620" y="3275"/>
              <a:ext cx="12" cy="324"/>
            </a:xfrm>
            <a:prstGeom prst="rect">
              <a:avLst/>
            </a:prstGeom>
            <a:solidFill>
              <a:srgbClr val="BB88EE"/>
            </a:solidFill>
            <a:ln w="9525">
              <a:noFill/>
              <a:miter lim="800000"/>
              <a:headEnd/>
              <a:tailEnd/>
            </a:ln>
          </p:spPr>
          <p:txBody>
            <a:bodyPr/>
            <a:lstStyle/>
            <a:p>
              <a:endParaRPr lang="en-AU">
                <a:solidFill>
                  <a:srgbClr val="000000"/>
                </a:solidFill>
                <a:latin typeface="Arial" pitchFamily="34" charset="0"/>
              </a:endParaRPr>
            </a:p>
          </p:txBody>
        </p:sp>
        <p:sp>
          <p:nvSpPr>
            <p:cNvPr id="121927" name="Rectangle 102"/>
            <p:cNvSpPr>
              <a:spLocks noChangeArrowheads="1"/>
            </p:cNvSpPr>
            <p:nvPr/>
          </p:nvSpPr>
          <p:spPr bwMode="auto">
            <a:xfrm>
              <a:off x="3632" y="3275"/>
              <a:ext cx="6" cy="324"/>
            </a:xfrm>
            <a:prstGeom prst="rect">
              <a:avLst/>
            </a:prstGeom>
            <a:solidFill>
              <a:srgbClr val="BC89EF"/>
            </a:solidFill>
            <a:ln w="9525">
              <a:noFill/>
              <a:miter lim="800000"/>
              <a:headEnd/>
              <a:tailEnd/>
            </a:ln>
          </p:spPr>
          <p:txBody>
            <a:bodyPr/>
            <a:lstStyle/>
            <a:p>
              <a:endParaRPr lang="en-AU">
                <a:solidFill>
                  <a:srgbClr val="000000"/>
                </a:solidFill>
                <a:latin typeface="Arial" pitchFamily="34" charset="0"/>
              </a:endParaRPr>
            </a:p>
          </p:txBody>
        </p:sp>
        <p:sp>
          <p:nvSpPr>
            <p:cNvPr id="121928" name="Rectangle 103"/>
            <p:cNvSpPr>
              <a:spLocks noChangeArrowheads="1"/>
            </p:cNvSpPr>
            <p:nvPr/>
          </p:nvSpPr>
          <p:spPr bwMode="auto">
            <a:xfrm>
              <a:off x="3638" y="3275"/>
              <a:ext cx="18" cy="324"/>
            </a:xfrm>
            <a:prstGeom prst="rect">
              <a:avLst/>
            </a:prstGeom>
            <a:solidFill>
              <a:srgbClr val="BD8AF0"/>
            </a:solidFill>
            <a:ln w="9525">
              <a:noFill/>
              <a:miter lim="800000"/>
              <a:headEnd/>
              <a:tailEnd/>
            </a:ln>
          </p:spPr>
          <p:txBody>
            <a:bodyPr/>
            <a:lstStyle/>
            <a:p>
              <a:endParaRPr lang="en-AU">
                <a:solidFill>
                  <a:srgbClr val="000000"/>
                </a:solidFill>
                <a:latin typeface="Arial" pitchFamily="34" charset="0"/>
              </a:endParaRPr>
            </a:p>
          </p:txBody>
        </p:sp>
        <p:sp>
          <p:nvSpPr>
            <p:cNvPr id="121929" name="Rectangle 104"/>
            <p:cNvSpPr>
              <a:spLocks noChangeArrowheads="1"/>
            </p:cNvSpPr>
            <p:nvPr/>
          </p:nvSpPr>
          <p:spPr bwMode="auto">
            <a:xfrm>
              <a:off x="3656" y="3275"/>
              <a:ext cx="12" cy="324"/>
            </a:xfrm>
            <a:prstGeom prst="rect">
              <a:avLst/>
            </a:prstGeom>
            <a:solidFill>
              <a:srgbClr val="BE8BF1"/>
            </a:solidFill>
            <a:ln w="9525">
              <a:noFill/>
              <a:miter lim="800000"/>
              <a:headEnd/>
              <a:tailEnd/>
            </a:ln>
          </p:spPr>
          <p:txBody>
            <a:bodyPr/>
            <a:lstStyle/>
            <a:p>
              <a:endParaRPr lang="en-AU">
                <a:solidFill>
                  <a:srgbClr val="000000"/>
                </a:solidFill>
                <a:latin typeface="Arial" pitchFamily="34" charset="0"/>
              </a:endParaRPr>
            </a:p>
          </p:txBody>
        </p:sp>
        <p:sp>
          <p:nvSpPr>
            <p:cNvPr id="121930" name="Rectangle 105"/>
            <p:cNvSpPr>
              <a:spLocks noChangeArrowheads="1"/>
            </p:cNvSpPr>
            <p:nvPr/>
          </p:nvSpPr>
          <p:spPr bwMode="auto">
            <a:xfrm>
              <a:off x="3668" y="3275"/>
              <a:ext cx="6" cy="324"/>
            </a:xfrm>
            <a:prstGeom prst="rect">
              <a:avLst/>
            </a:prstGeom>
            <a:solidFill>
              <a:srgbClr val="BF8CF2"/>
            </a:solidFill>
            <a:ln w="9525">
              <a:noFill/>
              <a:miter lim="800000"/>
              <a:headEnd/>
              <a:tailEnd/>
            </a:ln>
          </p:spPr>
          <p:txBody>
            <a:bodyPr/>
            <a:lstStyle/>
            <a:p>
              <a:endParaRPr lang="en-AU">
                <a:solidFill>
                  <a:srgbClr val="000000"/>
                </a:solidFill>
                <a:latin typeface="Arial" pitchFamily="34" charset="0"/>
              </a:endParaRPr>
            </a:p>
          </p:txBody>
        </p:sp>
        <p:sp>
          <p:nvSpPr>
            <p:cNvPr id="121931" name="Rectangle 106"/>
            <p:cNvSpPr>
              <a:spLocks noChangeArrowheads="1"/>
            </p:cNvSpPr>
            <p:nvPr/>
          </p:nvSpPr>
          <p:spPr bwMode="auto">
            <a:xfrm>
              <a:off x="3674" y="3275"/>
              <a:ext cx="18" cy="324"/>
            </a:xfrm>
            <a:prstGeom prst="rect">
              <a:avLst/>
            </a:prstGeom>
            <a:solidFill>
              <a:srgbClr val="C08DF3"/>
            </a:solidFill>
            <a:ln w="9525">
              <a:noFill/>
              <a:miter lim="800000"/>
              <a:headEnd/>
              <a:tailEnd/>
            </a:ln>
          </p:spPr>
          <p:txBody>
            <a:bodyPr/>
            <a:lstStyle/>
            <a:p>
              <a:endParaRPr lang="en-AU">
                <a:solidFill>
                  <a:srgbClr val="000000"/>
                </a:solidFill>
                <a:latin typeface="Arial" pitchFamily="34" charset="0"/>
              </a:endParaRPr>
            </a:p>
          </p:txBody>
        </p:sp>
        <p:sp>
          <p:nvSpPr>
            <p:cNvPr id="121932" name="Rectangle 107"/>
            <p:cNvSpPr>
              <a:spLocks noChangeArrowheads="1"/>
            </p:cNvSpPr>
            <p:nvPr/>
          </p:nvSpPr>
          <p:spPr bwMode="auto">
            <a:xfrm>
              <a:off x="3692" y="3275"/>
              <a:ext cx="12" cy="324"/>
            </a:xfrm>
            <a:prstGeom prst="rect">
              <a:avLst/>
            </a:prstGeom>
            <a:solidFill>
              <a:srgbClr val="C18EF4"/>
            </a:solidFill>
            <a:ln w="9525">
              <a:noFill/>
              <a:miter lim="800000"/>
              <a:headEnd/>
              <a:tailEnd/>
            </a:ln>
          </p:spPr>
          <p:txBody>
            <a:bodyPr/>
            <a:lstStyle/>
            <a:p>
              <a:endParaRPr lang="en-AU">
                <a:solidFill>
                  <a:srgbClr val="000000"/>
                </a:solidFill>
                <a:latin typeface="Arial" pitchFamily="34" charset="0"/>
              </a:endParaRPr>
            </a:p>
          </p:txBody>
        </p:sp>
        <p:sp>
          <p:nvSpPr>
            <p:cNvPr id="121933" name="Rectangle 108"/>
            <p:cNvSpPr>
              <a:spLocks noChangeArrowheads="1"/>
            </p:cNvSpPr>
            <p:nvPr/>
          </p:nvSpPr>
          <p:spPr bwMode="auto">
            <a:xfrm>
              <a:off x="3704" y="3275"/>
              <a:ext cx="18" cy="324"/>
            </a:xfrm>
            <a:prstGeom prst="rect">
              <a:avLst/>
            </a:prstGeom>
            <a:solidFill>
              <a:srgbClr val="C28FF5"/>
            </a:solidFill>
            <a:ln w="9525">
              <a:noFill/>
              <a:miter lim="800000"/>
              <a:headEnd/>
              <a:tailEnd/>
            </a:ln>
          </p:spPr>
          <p:txBody>
            <a:bodyPr/>
            <a:lstStyle/>
            <a:p>
              <a:endParaRPr lang="en-AU">
                <a:solidFill>
                  <a:srgbClr val="000000"/>
                </a:solidFill>
                <a:latin typeface="Arial" pitchFamily="34" charset="0"/>
              </a:endParaRPr>
            </a:p>
          </p:txBody>
        </p:sp>
        <p:sp>
          <p:nvSpPr>
            <p:cNvPr id="121934" name="Rectangle 109"/>
            <p:cNvSpPr>
              <a:spLocks noChangeArrowheads="1"/>
            </p:cNvSpPr>
            <p:nvPr/>
          </p:nvSpPr>
          <p:spPr bwMode="auto">
            <a:xfrm>
              <a:off x="3722" y="3275"/>
              <a:ext cx="18" cy="324"/>
            </a:xfrm>
            <a:prstGeom prst="rect">
              <a:avLst/>
            </a:prstGeom>
            <a:solidFill>
              <a:srgbClr val="C390F6"/>
            </a:solidFill>
            <a:ln w="9525">
              <a:noFill/>
              <a:miter lim="800000"/>
              <a:headEnd/>
              <a:tailEnd/>
            </a:ln>
          </p:spPr>
          <p:txBody>
            <a:bodyPr/>
            <a:lstStyle/>
            <a:p>
              <a:endParaRPr lang="en-AU">
                <a:solidFill>
                  <a:srgbClr val="000000"/>
                </a:solidFill>
                <a:latin typeface="Arial" pitchFamily="34" charset="0"/>
              </a:endParaRPr>
            </a:p>
          </p:txBody>
        </p:sp>
        <p:sp>
          <p:nvSpPr>
            <p:cNvPr id="121935" name="Rectangle 110"/>
            <p:cNvSpPr>
              <a:spLocks noChangeArrowheads="1"/>
            </p:cNvSpPr>
            <p:nvPr/>
          </p:nvSpPr>
          <p:spPr bwMode="auto">
            <a:xfrm>
              <a:off x="3740" y="3275"/>
              <a:ext cx="6" cy="324"/>
            </a:xfrm>
            <a:prstGeom prst="rect">
              <a:avLst/>
            </a:prstGeom>
            <a:solidFill>
              <a:srgbClr val="C491F7"/>
            </a:solidFill>
            <a:ln w="9525">
              <a:noFill/>
              <a:miter lim="800000"/>
              <a:headEnd/>
              <a:tailEnd/>
            </a:ln>
          </p:spPr>
          <p:txBody>
            <a:bodyPr/>
            <a:lstStyle/>
            <a:p>
              <a:endParaRPr lang="en-AU">
                <a:solidFill>
                  <a:srgbClr val="000000"/>
                </a:solidFill>
                <a:latin typeface="Arial" pitchFamily="34" charset="0"/>
              </a:endParaRPr>
            </a:p>
          </p:txBody>
        </p:sp>
        <p:sp>
          <p:nvSpPr>
            <p:cNvPr id="121936" name="Rectangle 111"/>
            <p:cNvSpPr>
              <a:spLocks noChangeArrowheads="1"/>
            </p:cNvSpPr>
            <p:nvPr/>
          </p:nvSpPr>
          <p:spPr bwMode="auto">
            <a:xfrm>
              <a:off x="3746" y="3275"/>
              <a:ext cx="18" cy="324"/>
            </a:xfrm>
            <a:prstGeom prst="rect">
              <a:avLst/>
            </a:prstGeom>
            <a:solidFill>
              <a:srgbClr val="C592F8"/>
            </a:solidFill>
            <a:ln w="9525">
              <a:noFill/>
              <a:miter lim="800000"/>
              <a:headEnd/>
              <a:tailEnd/>
            </a:ln>
          </p:spPr>
          <p:txBody>
            <a:bodyPr/>
            <a:lstStyle/>
            <a:p>
              <a:endParaRPr lang="en-AU">
                <a:solidFill>
                  <a:srgbClr val="000000"/>
                </a:solidFill>
                <a:latin typeface="Arial" pitchFamily="34" charset="0"/>
              </a:endParaRPr>
            </a:p>
          </p:txBody>
        </p:sp>
        <p:sp>
          <p:nvSpPr>
            <p:cNvPr id="121937" name="Rectangle 112"/>
            <p:cNvSpPr>
              <a:spLocks noChangeArrowheads="1"/>
            </p:cNvSpPr>
            <p:nvPr/>
          </p:nvSpPr>
          <p:spPr bwMode="auto">
            <a:xfrm>
              <a:off x="3764" y="3275"/>
              <a:ext cx="12" cy="324"/>
            </a:xfrm>
            <a:prstGeom prst="rect">
              <a:avLst/>
            </a:prstGeom>
            <a:solidFill>
              <a:srgbClr val="C693F9"/>
            </a:solidFill>
            <a:ln w="9525">
              <a:noFill/>
              <a:miter lim="800000"/>
              <a:headEnd/>
              <a:tailEnd/>
            </a:ln>
          </p:spPr>
          <p:txBody>
            <a:bodyPr/>
            <a:lstStyle/>
            <a:p>
              <a:endParaRPr lang="en-AU">
                <a:solidFill>
                  <a:srgbClr val="000000"/>
                </a:solidFill>
                <a:latin typeface="Arial" pitchFamily="34" charset="0"/>
              </a:endParaRPr>
            </a:p>
          </p:txBody>
        </p:sp>
        <p:sp>
          <p:nvSpPr>
            <p:cNvPr id="121938" name="Rectangle 113"/>
            <p:cNvSpPr>
              <a:spLocks noChangeArrowheads="1"/>
            </p:cNvSpPr>
            <p:nvPr/>
          </p:nvSpPr>
          <p:spPr bwMode="auto">
            <a:xfrm>
              <a:off x="3776" y="3275"/>
              <a:ext cx="6" cy="324"/>
            </a:xfrm>
            <a:prstGeom prst="rect">
              <a:avLst/>
            </a:prstGeom>
            <a:solidFill>
              <a:srgbClr val="C794FA"/>
            </a:solidFill>
            <a:ln w="9525">
              <a:noFill/>
              <a:miter lim="800000"/>
              <a:headEnd/>
              <a:tailEnd/>
            </a:ln>
          </p:spPr>
          <p:txBody>
            <a:bodyPr/>
            <a:lstStyle/>
            <a:p>
              <a:endParaRPr lang="en-AU">
                <a:solidFill>
                  <a:srgbClr val="000000"/>
                </a:solidFill>
                <a:latin typeface="Arial" pitchFamily="34" charset="0"/>
              </a:endParaRPr>
            </a:p>
          </p:txBody>
        </p:sp>
        <p:sp>
          <p:nvSpPr>
            <p:cNvPr id="121939" name="Rectangle 114"/>
            <p:cNvSpPr>
              <a:spLocks noChangeArrowheads="1"/>
            </p:cNvSpPr>
            <p:nvPr/>
          </p:nvSpPr>
          <p:spPr bwMode="auto">
            <a:xfrm>
              <a:off x="3782" y="3275"/>
              <a:ext cx="18" cy="324"/>
            </a:xfrm>
            <a:prstGeom prst="rect">
              <a:avLst/>
            </a:prstGeom>
            <a:solidFill>
              <a:srgbClr val="C895FB"/>
            </a:solidFill>
            <a:ln w="9525">
              <a:noFill/>
              <a:miter lim="800000"/>
              <a:headEnd/>
              <a:tailEnd/>
            </a:ln>
          </p:spPr>
          <p:txBody>
            <a:bodyPr/>
            <a:lstStyle/>
            <a:p>
              <a:endParaRPr lang="en-AU">
                <a:solidFill>
                  <a:srgbClr val="000000"/>
                </a:solidFill>
                <a:latin typeface="Arial" pitchFamily="34" charset="0"/>
              </a:endParaRPr>
            </a:p>
          </p:txBody>
        </p:sp>
        <p:sp>
          <p:nvSpPr>
            <p:cNvPr id="121940" name="Rectangle 115"/>
            <p:cNvSpPr>
              <a:spLocks noChangeArrowheads="1"/>
            </p:cNvSpPr>
            <p:nvPr/>
          </p:nvSpPr>
          <p:spPr bwMode="auto">
            <a:xfrm>
              <a:off x="3800" y="3275"/>
              <a:ext cx="12" cy="324"/>
            </a:xfrm>
            <a:prstGeom prst="rect">
              <a:avLst/>
            </a:prstGeom>
            <a:solidFill>
              <a:srgbClr val="C996FC"/>
            </a:solidFill>
            <a:ln w="9525">
              <a:noFill/>
              <a:miter lim="800000"/>
              <a:headEnd/>
              <a:tailEnd/>
            </a:ln>
          </p:spPr>
          <p:txBody>
            <a:bodyPr/>
            <a:lstStyle/>
            <a:p>
              <a:endParaRPr lang="en-AU">
                <a:solidFill>
                  <a:srgbClr val="000000"/>
                </a:solidFill>
                <a:latin typeface="Arial" pitchFamily="34" charset="0"/>
              </a:endParaRPr>
            </a:p>
          </p:txBody>
        </p:sp>
        <p:sp>
          <p:nvSpPr>
            <p:cNvPr id="121941" name="Rectangle 116"/>
            <p:cNvSpPr>
              <a:spLocks noChangeArrowheads="1"/>
            </p:cNvSpPr>
            <p:nvPr/>
          </p:nvSpPr>
          <p:spPr bwMode="auto">
            <a:xfrm>
              <a:off x="3812" y="3275"/>
              <a:ext cx="6" cy="324"/>
            </a:xfrm>
            <a:prstGeom prst="rect">
              <a:avLst/>
            </a:prstGeom>
            <a:solidFill>
              <a:srgbClr val="CA97FD"/>
            </a:solidFill>
            <a:ln w="9525">
              <a:noFill/>
              <a:miter lim="800000"/>
              <a:headEnd/>
              <a:tailEnd/>
            </a:ln>
          </p:spPr>
          <p:txBody>
            <a:bodyPr/>
            <a:lstStyle/>
            <a:p>
              <a:endParaRPr lang="en-AU">
                <a:solidFill>
                  <a:srgbClr val="000000"/>
                </a:solidFill>
                <a:latin typeface="Arial" pitchFamily="34" charset="0"/>
              </a:endParaRPr>
            </a:p>
          </p:txBody>
        </p:sp>
        <p:sp>
          <p:nvSpPr>
            <p:cNvPr id="121942" name="Rectangle 117"/>
            <p:cNvSpPr>
              <a:spLocks noChangeArrowheads="1"/>
            </p:cNvSpPr>
            <p:nvPr/>
          </p:nvSpPr>
          <p:spPr bwMode="auto">
            <a:xfrm>
              <a:off x="3818" y="3275"/>
              <a:ext cx="18" cy="324"/>
            </a:xfrm>
            <a:prstGeom prst="rect">
              <a:avLst/>
            </a:prstGeom>
            <a:solidFill>
              <a:srgbClr val="CB98FE"/>
            </a:solidFill>
            <a:ln w="9525">
              <a:noFill/>
              <a:miter lim="800000"/>
              <a:headEnd/>
              <a:tailEnd/>
            </a:ln>
          </p:spPr>
          <p:txBody>
            <a:bodyPr/>
            <a:lstStyle/>
            <a:p>
              <a:endParaRPr lang="en-AU">
                <a:solidFill>
                  <a:srgbClr val="000000"/>
                </a:solidFill>
                <a:latin typeface="Arial" pitchFamily="34" charset="0"/>
              </a:endParaRPr>
            </a:p>
          </p:txBody>
        </p:sp>
        <p:sp>
          <p:nvSpPr>
            <p:cNvPr id="121943" name="Rectangle 118"/>
            <p:cNvSpPr>
              <a:spLocks noChangeArrowheads="1"/>
            </p:cNvSpPr>
            <p:nvPr/>
          </p:nvSpPr>
          <p:spPr bwMode="auto">
            <a:xfrm>
              <a:off x="3836" y="3275"/>
              <a:ext cx="288" cy="324"/>
            </a:xfrm>
            <a:prstGeom prst="rect">
              <a:avLst/>
            </a:prstGeom>
            <a:solidFill>
              <a:srgbClr val="CC99FF"/>
            </a:solidFill>
            <a:ln w="9525">
              <a:noFill/>
              <a:miter lim="800000"/>
              <a:headEnd/>
              <a:tailEnd/>
            </a:ln>
          </p:spPr>
          <p:txBody>
            <a:bodyPr/>
            <a:lstStyle/>
            <a:p>
              <a:endParaRPr lang="en-AU">
                <a:solidFill>
                  <a:srgbClr val="000000"/>
                </a:solidFill>
                <a:latin typeface="Arial" pitchFamily="34" charset="0"/>
              </a:endParaRPr>
            </a:p>
          </p:txBody>
        </p:sp>
        <p:sp>
          <p:nvSpPr>
            <p:cNvPr id="121944" name="Rectangle 119"/>
            <p:cNvSpPr>
              <a:spLocks noChangeArrowheads="1"/>
            </p:cNvSpPr>
            <p:nvPr/>
          </p:nvSpPr>
          <p:spPr bwMode="auto">
            <a:xfrm>
              <a:off x="3548" y="3275"/>
              <a:ext cx="576" cy="324"/>
            </a:xfrm>
            <a:prstGeom prst="rect">
              <a:avLst/>
            </a:prstGeom>
            <a:noFill/>
            <a:ln w="9525">
              <a:solidFill>
                <a:srgbClr val="000000"/>
              </a:solidFill>
              <a:miter lim="800000"/>
              <a:headEnd/>
              <a:tailEnd/>
            </a:ln>
          </p:spPr>
          <p:txBody>
            <a:bodyPr/>
            <a:lstStyle/>
            <a:p>
              <a:endParaRPr lang="en-AU">
                <a:solidFill>
                  <a:srgbClr val="000000"/>
                </a:solidFill>
                <a:latin typeface="Arial" pitchFamily="34" charset="0"/>
              </a:endParaRPr>
            </a:p>
          </p:txBody>
        </p:sp>
        <p:sp>
          <p:nvSpPr>
            <p:cNvPr id="121945" name="Rectangle 120"/>
            <p:cNvSpPr>
              <a:spLocks noChangeArrowheads="1"/>
            </p:cNvSpPr>
            <p:nvPr/>
          </p:nvSpPr>
          <p:spPr bwMode="auto">
            <a:xfrm>
              <a:off x="3614" y="3329"/>
              <a:ext cx="504"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000000"/>
                  </a:solidFill>
                  <a:latin typeface="Arial" pitchFamily="34" charset="0"/>
                </a:rPr>
                <a:t>OM_Process</a:t>
              </a:r>
              <a:endParaRPr lang="en-US">
                <a:solidFill>
                  <a:srgbClr val="000000"/>
                </a:solidFill>
                <a:latin typeface="Arial" pitchFamily="34" charset="0"/>
              </a:endParaRPr>
            </a:p>
          </p:txBody>
        </p:sp>
        <p:sp>
          <p:nvSpPr>
            <p:cNvPr id="121946" name="Line 121"/>
            <p:cNvSpPr>
              <a:spLocks noChangeShapeType="1"/>
            </p:cNvSpPr>
            <p:nvPr/>
          </p:nvSpPr>
          <p:spPr bwMode="auto">
            <a:xfrm>
              <a:off x="3548" y="3455"/>
              <a:ext cx="576" cy="0"/>
            </a:xfrm>
            <a:prstGeom prst="line">
              <a:avLst/>
            </a:prstGeom>
            <a:noFill/>
            <a:ln w="9525">
              <a:solidFill>
                <a:srgbClr val="000000"/>
              </a:solidFill>
              <a:miter lim="800000"/>
              <a:headEnd/>
              <a:tailEnd/>
            </a:ln>
          </p:spPr>
          <p:txBody>
            <a:bodyPr/>
            <a:lstStyle/>
            <a:p>
              <a:endParaRPr lang="en-AU"/>
            </a:p>
          </p:txBody>
        </p:sp>
      </p:grpSp>
      <p:grpSp>
        <p:nvGrpSpPr>
          <p:cNvPr id="6" name="Group 268"/>
          <p:cNvGrpSpPr>
            <a:grpSpLocks/>
          </p:cNvGrpSpPr>
          <p:nvPr/>
        </p:nvGrpSpPr>
        <p:grpSpPr bwMode="auto">
          <a:xfrm>
            <a:off x="7119938" y="3846513"/>
            <a:ext cx="809625" cy="542925"/>
            <a:chOff x="4832" y="3281"/>
            <a:chExt cx="552" cy="342"/>
          </a:xfrm>
        </p:grpSpPr>
        <p:sp>
          <p:nvSpPr>
            <p:cNvPr id="121891" name="Rectangle 166"/>
            <p:cNvSpPr>
              <a:spLocks noChangeArrowheads="1"/>
            </p:cNvSpPr>
            <p:nvPr/>
          </p:nvSpPr>
          <p:spPr bwMode="auto">
            <a:xfrm>
              <a:off x="4850" y="3299"/>
              <a:ext cx="534" cy="324"/>
            </a:xfrm>
            <a:prstGeom prst="rect">
              <a:avLst/>
            </a:prstGeom>
            <a:solidFill>
              <a:srgbClr val="C0BFC0"/>
            </a:solidFill>
            <a:ln w="9525">
              <a:noFill/>
              <a:miter lim="800000"/>
              <a:headEnd/>
              <a:tailEnd/>
            </a:ln>
          </p:spPr>
          <p:txBody>
            <a:bodyPr/>
            <a:lstStyle/>
            <a:p>
              <a:endParaRPr lang="en-AU">
                <a:solidFill>
                  <a:srgbClr val="000000"/>
                </a:solidFill>
                <a:latin typeface="Arial" pitchFamily="34" charset="0"/>
              </a:endParaRPr>
            </a:p>
          </p:txBody>
        </p:sp>
        <p:sp>
          <p:nvSpPr>
            <p:cNvPr id="121892" name="Rectangle 167"/>
            <p:cNvSpPr>
              <a:spLocks noChangeArrowheads="1"/>
            </p:cNvSpPr>
            <p:nvPr/>
          </p:nvSpPr>
          <p:spPr bwMode="auto">
            <a:xfrm>
              <a:off x="4832" y="3281"/>
              <a:ext cx="6" cy="324"/>
            </a:xfrm>
            <a:prstGeom prst="rect">
              <a:avLst/>
            </a:prstGeom>
            <a:solidFill>
              <a:srgbClr val="B5E8B5"/>
            </a:solidFill>
            <a:ln w="9525">
              <a:noFill/>
              <a:miter lim="800000"/>
              <a:headEnd/>
              <a:tailEnd/>
            </a:ln>
          </p:spPr>
          <p:txBody>
            <a:bodyPr/>
            <a:lstStyle/>
            <a:p>
              <a:endParaRPr lang="en-AU">
                <a:solidFill>
                  <a:srgbClr val="000000"/>
                </a:solidFill>
                <a:latin typeface="Arial" pitchFamily="34" charset="0"/>
              </a:endParaRPr>
            </a:p>
          </p:txBody>
        </p:sp>
        <p:sp>
          <p:nvSpPr>
            <p:cNvPr id="121893" name="Rectangle 168"/>
            <p:cNvSpPr>
              <a:spLocks noChangeArrowheads="1"/>
            </p:cNvSpPr>
            <p:nvPr/>
          </p:nvSpPr>
          <p:spPr bwMode="auto">
            <a:xfrm>
              <a:off x="4838" y="3281"/>
              <a:ext cx="12" cy="324"/>
            </a:xfrm>
            <a:prstGeom prst="rect">
              <a:avLst/>
            </a:prstGeom>
            <a:solidFill>
              <a:srgbClr val="B6E9B6"/>
            </a:solidFill>
            <a:ln w="9525">
              <a:noFill/>
              <a:miter lim="800000"/>
              <a:headEnd/>
              <a:tailEnd/>
            </a:ln>
          </p:spPr>
          <p:txBody>
            <a:bodyPr/>
            <a:lstStyle/>
            <a:p>
              <a:endParaRPr lang="en-AU">
                <a:solidFill>
                  <a:srgbClr val="000000"/>
                </a:solidFill>
                <a:latin typeface="Arial" pitchFamily="34" charset="0"/>
              </a:endParaRPr>
            </a:p>
          </p:txBody>
        </p:sp>
        <p:sp>
          <p:nvSpPr>
            <p:cNvPr id="121894" name="Rectangle 169"/>
            <p:cNvSpPr>
              <a:spLocks noChangeArrowheads="1"/>
            </p:cNvSpPr>
            <p:nvPr/>
          </p:nvSpPr>
          <p:spPr bwMode="auto">
            <a:xfrm>
              <a:off x="4850" y="3281"/>
              <a:ext cx="12" cy="324"/>
            </a:xfrm>
            <a:prstGeom prst="rect">
              <a:avLst/>
            </a:prstGeom>
            <a:solidFill>
              <a:srgbClr val="B7EAB7"/>
            </a:solidFill>
            <a:ln w="9525">
              <a:noFill/>
              <a:miter lim="800000"/>
              <a:headEnd/>
              <a:tailEnd/>
            </a:ln>
          </p:spPr>
          <p:txBody>
            <a:bodyPr/>
            <a:lstStyle/>
            <a:p>
              <a:endParaRPr lang="en-AU">
                <a:solidFill>
                  <a:srgbClr val="000000"/>
                </a:solidFill>
                <a:latin typeface="Arial" pitchFamily="34" charset="0"/>
              </a:endParaRPr>
            </a:p>
          </p:txBody>
        </p:sp>
        <p:sp>
          <p:nvSpPr>
            <p:cNvPr id="121895" name="Rectangle 170"/>
            <p:cNvSpPr>
              <a:spLocks noChangeArrowheads="1"/>
            </p:cNvSpPr>
            <p:nvPr/>
          </p:nvSpPr>
          <p:spPr bwMode="auto">
            <a:xfrm>
              <a:off x="4862" y="3281"/>
              <a:ext cx="12" cy="324"/>
            </a:xfrm>
            <a:prstGeom prst="rect">
              <a:avLst/>
            </a:prstGeom>
            <a:solidFill>
              <a:srgbClr val="B8EBB8"/>
            </a:solidFill>
            <a:ln w="9525">
              <a:noFill/>
              <a:miter lim="800000"/>
              <a:headEnd/>
              <a:tailEnd/>
            </a:ln>
          </p:spPr>
          <p:txBody>
            <a:bodyPr/>
            <a:lstStyle/>
            <a:p>
              <a:endParaRPr lang="en-AU">
                <a:solidFill>
                  <a:srgbClr val="000000"/>
                </a:solidFill>
                <a:latin typeface="Arial" pitchFamily="34" charset="0"/>
              </a:endParaRPr>
            </a:p>
          </p:txBody>
        </p:sp>
        <p:sp>
          <p:nvSpPr>
            <p:cNvPr id="121896" name="Rectangle 171"/>
            <p:cNvSpPr>
              <a:spLocks noChangeArrowheads="1"/>
            </p:cNvSpPr>
            <p:nvPr/>
          </p:nvSpPr>
          <p:spPr bwMode="auto">
            <a:xfrm>
              <a:off x="4874" y="3281"/>
              <a:ext cx="12" cy="324"/>
            </a:xfrm>
            <a:prstGeom prst="rect">
              <a:avLst/>
            </a:prstGeom>
            <a:solidFill>
              <a:srgbClr val="B9ECB9"/>
            </a:solidFill>
            <a:ln w="9525">
              <a:noFill/>
              <a:miter lim="800000"/>
              <a:headEnd/>
              <a:tailEnd/>
            </a:ln>
          </p:spPr>
          <p:txBody>
            <a:bodyPr/>
            <a:lstStyle/>
            <a:p>
              <a:endParaRPr lang="en-AU">
                <a:solidFill>
                  <a:srgbClr val="000000"/>
                </a:solidFill>
                <a:latin typeface="Arial" pitchFamily="34" charset="0"/>
              </a:endParaRPr>
            </a:p>
          </p:txBody>
        </p:sp>
        <p:sp>
          <p:nvSpPr>
            <p:cNvPr id="121897" name="Rectangle 172"/>
            <p:cNvSpPr>
              <a:spLocks noChangeArrowheads="1"/>
            </p:cNvSpPr>
            <p:nvPr/>
          </p:nvSpPr>
          <p:spPr bwMode="auto">
            <a:xfrm>
              <a:off x="4886" y="3281"/>
              <a:ext cx="12" cy="324"/>
            </a:xfrm>
            <a:prstGeom prst="rect">
              <a:avLst/>
            </a:prstGeom>
            <a:solidFill>
              <a:srgbClr val="BAEDBA"/>
            </a:solidFill>
            <a:ln w="9525">
              <a:noFill/>
              <a:miter lim="800000"/>
              <a:headEnd/>
              <a:tailEnd/>
            </a:ln>
          </p:spPr>
          <p:txBody>
            <a:bodyPr/>
            <a:lstStyle/>
            <a:p>
              <a:endParaRPr lang="en-AU">
                <a:solidFill>
                  <a:srgbClr val="000000"/>
                </a:solidFill>
                <a:latin typeface="Arial" pitchFamily="34" charset="0"/>
              </a:endParaRPr>
            </a:p>
          </p:txBody>
        </p:sp>
        <p:sp>
          <p:nvSpPr>
            <p:cNvPr id="121898" name="Rectangle 173"/>
            <p:cNvSpPr>
              <a:spLocks noChangeArrowheads="1"/>
            </p:cNvSpPr>
            <p:nvPr/>
          </p:nvSpPr>
          <p:spPr bwMode="auto">
            <a:xfrm>
              <a:off x="4898" y="3281"/>
              <a:ext cx="12" cy="324"/>
            </a:xfrm>
            <a:prstGeom prst="rect">
              <a:avLst/>
            </a:prstGeom>
            <a:solidFill>
              <a:srgbClr val="BBEEBB"/>
            </a:solidFill>
            <a:ln w="9525">
              <a:noFill/>
              <a:miter lim="800000"/>
              <a:headEnd/>
              <a:tailEnd/>
            </a:ln>
          </p:spPr>
          <p:txBody>
            <a:bodyPr/>
            <a:lstStyle/>
            <a:p>
              <a:endParaRPr lang="en-AU">
                <a:solidFill>
                  <a:srgbClr val="000000"/>
                </a:solidFill>
                <a:latin typeface="Arial" pitchFamily="34" charset="0"/>
              </a:endParaRPr>
            </a:p>
          </p:txBody>
        </p:sp>
        <p:sp>
          <p:nvSpPr>
            <p:cNvPr id="121899" name="Rectangle 174"/>
            <p:cNvSpPr>
              <a:spLocks noChangeArrowheads="1"/>
            </p:cNvSpPr>
            <p:nvPr/>
          </p:nvSpPr>
          <p:spPr bwMode="auto">
            <a:xfrm>
              <a:off x="4910" y="3281"/>
              <a:ext cx="6" cy="324"/>
            </a:xfrm>
            <a:prstGeom prst="rect">
              <a:avLst/>
            </a:prstGeom>
            <a:solidFill>
              <a:srgbClr val="BCEFBC"/>
            </a:solidFill>
            <a:ln w="9525">
              <a:noFill/>
              <a:miter lim="800000"/>
              <a:headEnd/>
              <a:tailEnd/>
            </a:ln>
          </p:spPr>
          <p:txBody>
            <a:bodyPr/>
            <a:lstStyle/>
            <a:p>
              <a:endParaRPr lang="en-AU">
                <a:solidFill>
                  <a:srgbClr val="000000"/>
                </a:solidFill>
                <a:latin typeface="Arial" pitchFamily="34" charset="0"/>
              </a:endParaRPr>
            </a:p>
          </p:txBody>
        </p:sp>
        <p:sp>
          <p:nvSpPr>
            <p:cNvPr id="121900" name="Rectangle 175"/>
            <p:cNvSpPr>
              <a:spLocks noChangeArrowheads="1"/>
            </p:cNvSpPr>
            <p:nvPr/>
          </p:nvSpPr>
          <p:spPr bwMode="auto">
            <a:xfrm>
              <a:off x="4916" y="3281"/>
              <a:ext cx="12" cy="324"/>
            </a:xfrm>
            <a:prstGeom prst="rect">
              <a:avLst/>
            </a:prstGeom>
            <a:solidFill>
              <a:srgbClr val="BDF0BD"/>
            </a:solidFill>
            <a:ln w="9525">
              <a:noFill/>
              <a:miter lim="800000"/>
              <a:headEnd/>
              <a:tailEnd/>
            </a:ln>
          </p:spPr>
          <p:txBody>
            <a:bodyPr/>
            <a:lstStyle/>
            <a:p>
              <a:endParaRPr lang="en-AU">
                <a:solidFill>
                  <a:srgbClr val="000000"/>
                </a:solidFill>
                <a:latin typeface="Arial" pitchFamily="34" charset="0"/>
              </a:endParaRPr>
            </a:p>
          </p:txBody>
        </p:sp>
        <p:sp>
          <p:nvSpPr>
            <p:cNvPr id="121901" name="Rectangle 176"/>
            <p:cNvSpPr>
              <a:spLocks noChangeArrowheads="1"/>
            </p:cNvSpPr>
            <p:nvPr/>
          </p:nvSpPr>
          <p:spPr bwMode="auto">
            <a:xfrm>
              <a:off x="4928" y="3281"/>
              <a:ext cx="12" cy="324"/>
            </a:xfrm>
            <a:prstGeom prst="rect">
              <a:avLst/>
            </a:prstGeom>
            <a:solidFill>
              <a:srgbClr val="BEF1BE"/>
            </a:solidFill>
            <a:ln w="9525">
              <a:noFill/>
              <a:miter lim="800000"/>
              <a:headEnd/>
              <a:tailEnd/>
            </a:ln>
          </p:spPr>
          <p:txBody>
            <a:bodyPr/>
            <a:lstStyle/>
            <a:p>
              <a:endParaRPr lang="en-AU">
                <a:solidFill>
                  <a:srgbClr val="000000"/>
                </a:solidFill>
                <a:latin typeface="Arial" pitchFamily="34" charset="0"/>
              </a:endParaRPr>
            </a:p>
          </p:txBody>
        </p:sp>
        <p:sp>
          <p:nvSpPr>
            <p:cNvPr id="121902" name="Rectangle 177"/>
            <p:cNvSpPr>
              <a:spLocks noChangeArrowheads="1"/>
            </p:cNvSpPr>
            <p:nvPr/>
          </p:nvSpPr>
          <p:spPr bwMode="auto">
            <a:xfrm>
              <a:off x="4940" y="3281"/>
              <a:ext cx="12" cy="324"/>
            </a:xfrm>
            <a:prstGeom prst="rect">
              <a:avLst/>
            </a:prstGeom>
            <a:solidFill>
              <a:srgbClr val="BFF2BF"/>
            </a:solidFill>
            <a:ln w="9525">
              <a:noFill/>
              <a:miter lim="800000"/>
              <a:headEnd/>
              <a:tailEnd/>
            </a:ln>
          </p:spPr>
          <p:txBody>
            <a:bodyPr/>
            <a:lstStyle/>
            <a:p>
              <a:endParaRPr lang="en-AU">
                <a:solidFill>
                  <a:srgbClr val="000000"/>
                </a:solidFill>
                <a:latin typeface="Arial" pitchFamily="34" charset="0"/>
              </a:endParaRPr>
            </a:p>
          </p:txBody>
        </p:sp>
        <p:sp>
          <p:nvSpPr>
            <p:cNvPr id="121903" name="Rectangle 178"/>
            <p:cNvSpPr>
              <a:spLocks noChangeArrowheads="1"/>
            </p:cNvSpPr>
            <p:nvPr/>
          </p:nvSpPr>
          <p:spPr bwMode="auto">
            <a:xfrm>
              <a:off x="4952" y="3281"/>
              <a:ext cx="12" cy="324"/>
            </a:xfrm>
            <a:prstGeom prst="rect">
              <a:avLst/>
            </a:prstGeom>
            <a:solidFill>
              <a:srgbClr val="C0F3C0"/>
            </a:solidFill>
            <a:ln w="9525">
              <a:noFill/>
              <a:miter lim="800000"/>
              <a:headEnd/>
              <a:tailEnd/>
            </a:ln>
          </p:spPr>
          <p:txBody>
            <a:bodyPr/>
            <a:lstStyle/>
            <a:p>
              <a:endParaRPr lang="en-AU">
                <a:solidFill>
                  <a:srgbClr val="000000"/>
                </a:solidFill>
                <a:latin typeface="Arial" pitchFamily="34" charset="0"/>
              </a:endParaRPr>
            </a:p>
          </p:txBody>
        </p:sp>
        <p:sp>
          <p:nvSpPr>
            <p:cNvPr id="121904" name="Rectangle 179"/>
            <p:cNvSpPr>
              <a:spLocks noChangeArrowheads="1"/>
            </p:cNvSpPr>
            <p:nvPr/>
          </p:nvSpPr>
          <p:spPr bwMode="auto">
            <a:xfrm>
              <a:off x="4964" y="3281"/>
              <a:ext cx="12" cy="324"/>
            </a:xfrm>
            <a:prstGeom prst="rect">
              <a:avLst/>
            </a:prstGeom>
            <a:solidFill>
              <a:srgbClr val="C1F4C1"/>
            </a:solidFill>
            <a:ln w="9525">
              <a:noFill/>
              <a:miter lim="800000"/>
              <a:headEnd/>
              <a:tailEnd/>
            </a:ln>
          </p:spPr>
          <p:txBody>
            <a:bodyPr/>
            <a:lstStyle/>
            <a:p>
              <a:endParaRPr lang="en-AU">
                <a:solidFill>
                  <a:srgbClr val="000000"/>
                </a:solidFill>
                <a:latin typeface="Arial" pitchFamily="34" charset="0"/>
              </a:endParaRPr>
            </a:p>
          </p:txBody>
        </p:sp>
        <p:sp>
          <p:nvSpPr>
            <p:cNvPr id="121905" name="Rectangle 180"/>
            <p:cNvSpPr>
              <a:spLocks noChangeArrowheads="1"/>
            </p:cNvSpPr>
            <p:nvPr/>
          </p:nvSpPr>
          <p:spPr bwMode="auto">
            <a:xfrm>
              <a:off x="4976" y="3281"/>
              <a:ext cx="18" cy="324"/>
            </a:xfrm>
            <a:prstGeom prst="rect">
              <a:avLst/>
            </a:prstGeom>
            <a:solidFill>
              <a:srgbClr val="C2F5C2"/>
            </a:solidFill>
            <a:ln w="9525">
              <a:noFill/>
              <a:miter lim="800000"/>
              <a:headEnd/>
              <a:tailEnd/>
            </a:ln>
          </p:spPr>
          <p:txBody>
            <a:bodyPr/>
            <a:lstStyle/>
            <a:p>
              <a:endParaRPr lang="en-AU">
                <a:solidFill>
                  <a:srgbClr val="000000"/>
                </a:solidFill>
                <a:latin typeface="Arial" pitchFamily="34" charset="0"/>
              </a:endParaRPr>
            </a:p>
          </p:txBody>
        </p:sp>
        <p:sp>
          <p:nvSpPr>
            <p:cNvPr id="121906" name="Rectangle 181"/>
            <p:cNvSpPr>
              <a:spLocks noChangeArrowheads="1"/>
            </p:cNvSpPr>
            <p:nvPr/>
          </p:nvSpPr>
          <p:spPr bwMode="auto">
            <a:xfrm>
              <a:off x="4994" y="3281"/>
              <a:ext cx="12" cy="324"/>
            </a:xfrm>
            <a:prstGeom prst="rect">
              <a:avLst/>
            </a:prstGeom>
            <a:solidFill>
              <a:srgbClr val="C3F6C3"/>
            </a:solidFill>
            <a:ln w="9525">
              <a:noFill/>
              <a:miter lim="800000"/>
              <a:headEnd/>
              <a:tailEnd/>
            </a:ln>
          </p:spPr>
          <p:txBody>
            <a:bodyPr/>
            <a:lstStyle/>
            <a:p>
              <a:endParaRPr lang="en-AU">
                <a:solidFill>
                  <a:srgbClr val="000000"/>
                </a:solidFill>
                <a:latin typeface="Arial" pitchFamily="34" charset="0"/>
              </a:endParaRPr>
            </a:p>
          </p:txBody>
        </p:sp>
        <p:sp>
          <p:nvSpPr>
            <p:cNvPr id="121907" name="Rectangle 182"/>
            <p:cNvSpPr>
              <a:spLocks noChangeArrowheads="1"/>
            </p:cNvSpPr>
            <p:nvPr/>
          </p:nvSpPr>
          <p:spPr bwMode="auto">
            <a:xfrm>
              <a:off x="5006" y="3281"/>
              <a:ext cx="12" cy="324"/>
            </a:xfrm>
            <a:prstGeom prst="rect">
              <a:avLst/>
            </a:prstGeom>
            <a:solidFill>
              <a:srgbClr val="C4F7C4"/>
            </a:solidFill>
            <a:ln w="9525">
              <a:noFill/>
              <a:miter lim="800000"/>
              <a:headEnd/>
              <a:tailEnd/>
            </a:ln>
          </p:spPr>
          <p:txBody>
            <a:bodyPr/>
            <a:lstStyle/>
            <a:p>
              <a:endParaRPr lang="en-AU">
                <a:solidFill>
                  <a:srgbClr val="000000"/>
                </a:solidFill>
                <a:latin typeface="Arial" pitchFamily="34" charset="0"/>
              </a:endParaRPr>
            </a:p>
          </p:txBody>
        </p:sp>
        <p:sp>
          <p:nvSpPr>
            <p:cNvPr id="121908" name="Rectangle 183"/>
            <p:cNvSpPr>
              <a:spLocks noChangeArrowheads="1"/>
            </p:cNvSpPr>
            <p:nvPr/>
          </p:nvSpPr>
          <p:spPr bwMode="auto">
            <a:xfrm>
              <a:off x="5018" y="3281"/>
              <a:ext cx="12" cy="324"/>
            </a:xfrm>
            <a:prstGeom prst="rect">
              <a:avLst/>
            </a:prstGeom>
            <a:solidFill>
              <a:srgbClr val="C5F8C5"/>
            </a:solidFill>
            <a:ln w="9525">
              <a:noFill/>
              <a:miter lim="800000"/>
              <a:headEnd/>
              <a:tailEnd/>
            </a:ln>
          </p:spPr>
          <p:txBody>
            <a:bodyPr/>
            <a:lstStyle/>
            <a:p>
              <a:endParaRPr lang="en-AU">
                <a:solidFill>
                  <a:srgbClr val="000000"/>
                </a:solidFill>
                <a:latin typeface="Arial" pitchFamily="34" charset="0"/>
              </a:endParaRPr>
            </a:p>
          </p:txBody>
        </p:sp>
        <p:sp>
          <p:nvSpPr>
            <p:cNvPr id="121909" name="Rectangle 184"/>
            <p:cNvSpPr>
              <a:spLocks noChangeArrowheads="1"/>
            </p:cNvSpPr>
            <p:nvPr/>
          </p:nvSpPr>
          <p:spPr bwMode="auto">
            <a:xfrm>
              <a:off x="5030" y="3281"/>
              <a:ext cx="12" cy="324"/>
            </a:xfrm>
            <a:prstGeom prst="rect">
              <a:avLst/>
            </a:prstGeom>
            <a:solidFill>
              <a:srgbClr val="C6F9C6"/>
            </a:solidFill>
            <a:ln w="9525">
              <a:noFill/>
              <a:miter lim="800000"/>
              <a:headEnd/>
              <a:tailEnd/>
            </a:ln>
          </p:spPr>
          <p:txBody>
            <a:bodyPr/>
            <a:lstStyle/>
            <a:p>
              <a:endParaRPr lang="en-AU">
                <a:solidFill>
                  <a:srgbClr val="000000"/>
                </a:solidFill>
                <a:latin typeface="Arial" pitchFamily="34" charset="0"/>
              </a:endParaRPr>
            </a:p>
          </p:txBody>
        </p:sp>
        <p:sp>
          <p:nvSpPr>
            <p:cNvPr id="121910" name="Rectangle 185"/>
            <p:cNvSpPr>
              <a:spLocks noChangeArrowheads="1"/>
            </p:cNvSpPr>
            <p:nvPr/>
          </p:nvSpPr>
          <p:spPr bwMode="auto">
            <a:xfrm>
              <a:off x="5042" y="3281"/>
              <a:ext cx="12" cy="324"/>
            </a:xfrm>
            <a:prstGeom prst="rect">
              <a:avLst/>
            </a:prstGeom>
            <a:solidFill>
              <a:srgbClr val="C7FAC7"/>
            </a:solidFill>
            <a:ln w="9525">
              <a:noFill/>
              <a:miter lim="800000"/>
              <a:headEnd/>
              <a:tailEnd/>
            </a:ln>
          </p:spPr>
          <p:txBody>
            <a:bodyPr/>
            <a:lstStyle/>
            <a:p>
              <a:endParaRPr lang="en-AU">
                <a:solidFill>
                  <a:srgbClr val="000000"/>
                </a:solidFill>
                <a:latin typeface="Arial" pitchFamily="34" charset="0"/>
              </a:endParaRPr>
            </a:p>
          </p:txBody>
        </p:sp>
        <p:sp>
          <p:nvSpPr>
            <p:cNvPr id="121911" name="Rectangle 186"/>
            <p:cNvSpPr>
              <a:spLocks noChangeArrowheads="1"/>
            </p:cNvSpPr>
            <p:nvPr/>
          </p:nvSpPr>
          <p:spPr bwMode="auto">
            <a:xfrm>
              <a:off x="5054" y="3281"/>
              <a:ext cx="12" cy="324"/>
            </a:xfrm>
            <a:prstGeom prst="rect">
              <a:avLst/>
            </a:prstGeom>
            <a:solidFill>
              <a:srgbClr val="C8FBC8"/>
            </a:solidFill>
            <a:ln w="9525">
              <a:noFill/>
              <a:miter lim="800000"/>
              <a:headEnd/>
              <a:tailEnd/>
            </a:ln>
          </p:spPr>
          <p:txBody>
            <a:bodyPr/>
            <a:lstStyle/>
            <a:p>
              <a:endParaRPr lang="en-AU">
                <a:solidFill>
                  <a:srgbClr val="000000"/>
                </a:solidFill>
                <a:latin typeface="Arial" pitchFamily="34" charset="0"/>
              </a:endParaRPr>
            </a:p>
          </p:txBody>
        </p:sp>
        <p:sp>
          <p:nvSpPr>
            <p:cNvPr id="121912" name="Rectangle 187"/>
            <p:cNvSpPr>
              <a:spLocks noChangeArrowheads="1"/>
            </p:cNvSpPr>
            <p:nvPr/>
          </p:nvSpPr>
          <p:spPr bwMode="auto">
            <a:xfrm>
              <a:off x="5066" y="3281"/>
              <a:ext cx="6" cy="324"/>
            </a:xfrm>
            <a:prstGeom prst="rect">
              <a:avLst/>
            </a:prstGeom>
            <a:solidFill>
              <a:srgbClr val="C9FCC9"/>
            </a:solidFill>
            <a:ln w="9525">
              <a:noFill/>
              <a:miter lim="800000"/>
              <a:headEnd/>
              <a:tailEnd/>
            </a:ln>
          </p:spPr>
          <p:txBody>
            <a:bodyPr/>
            <a:lstStyle/>
            <a:p>
              <a:endParaRPr lang="en-AU">
                <a:solidFill>
                  <a:srgbClr val="000000"/>
                </a:solidFill>
                <a:latin typeface="Arial" pitchFamily="34" charset="0"/>
              </a:endParaRPr>
            </a:p>
          </p:txBody>
        </p:sp>
        <p:sp>
          <p:nvSpPr>
            <p:cNvPr id="121913" name="Rectangle 188"/>
            <p:cNvSpPr>
              <a:spLocks noChangeArrowheads="1"/>
            </p:cNvSpPr>
            <p:nvPr/>
          </p:nvSpPr>
          <p:spPr bwMode="auto">
            <a:xfrm>
              <a:off x="5072" y="3281"/>
              <a:ext cx="12" cy="324"/>
            </a:xfrm>
            <a:prstGeom prst="rect">
              <a:avLst/>
            </a:prstGeom>
            <a:solidFill>
              <a:srgbClr val="CAFDCA"/>
            </a:solidFill>
            <a:ln w="9525">
              <a:noFill/>
              <a:miter lim="800000"/>
              <a:headEnd/>
              <a:tailEnd/>
            </a:ln>
          </p:spPr>
          <p:txBody>
            <a:bodyPr/>
            <a:lstStyle/>
            <a:p>
              <a:endParaRPr lang="en-AU">
                <a:solidFill>
                  <a:srgbClr val="000000"/>
                </a:solidFill>
                <a:latin typeface="Arial" pitchFamily="34" charset="0"/>
              </a:endParaRPr>
            </a:p>
          </p:txBody>
        </p:sp>
        <p:sp>
          <p:nvSpPr>
            <p:cNvPr id="121914" name="Rectangle 189"/>
            <p:cNvSpPr>
              <a:spLocks noChangeArrowheads="1"/>
            </p:cNvSpPr>
            <p:nvPr/>
          </p:nvSpPr>
          <p:spPr bwMode="auto">
            <a:xfrm>
              <a:off x="5084" y="3281"/>
              <a:ext cx="12" cy="324"/>
            </a:xfrm>
            <a:prstGeom prst="rect">
              <a:avLst/>
            </a:prstGeom>
            <a:solidFill>
              <a:srgbClr val="CBFECB"/>
            </a:solidFill>
            <a:ln w="9525">
              <a:noFill/>
              <a:miter lim="800000"/>
              <a:headEnd/>
              <a:tailEnd/>
            </a:ln>
          </p:spPr>
          <p:txBody>
            <a:bodyPr/>
            <a:lstStyle/>
            <a:p>
              <a:endParaRPr lang="en-AU">
                <a:solidFill>
                  <a:srgbClr val="000000"/>
                </a:solidFill>
                <a:latin typeface="Arial" pitchFamily="34" charset="0"/>
              </a:endParaRPr>
            </a:p>
          </p:txBody>
        </p:sp>
        <p:sp>
          <p:nvSpPr>
            <p:cNvPr id="121915" name="Rectangle 190"/>
            <p:cNvSpPr>
              <a:spLocks noChangeArrowheads="1"/>
            </p:cNvSpPr>
            <p:nvPr/>
          </p:nvSpPr>
          <p:spPr bwMode="auto">
            <a:xfrm>
              <a:off x="5096" y="3281"/>
              <a:ext cx="270" cy="324"/>
            </a:xfrm>
            <a:prstGeom prst="rect">
              <a:avLst/>
            </a:prstGeom>
            <a:solidFill>
              <a:srgbClr val="CCFFCC"/>
            </a:solidFill>
            <a:ln w="9525">
              <a:noFill/>
              <a:miter lim="800000"/>
              <a:headEnd/>
              <a:tailEnd/>
            </a:ln>
          </p:spPr>
          <p:txBody>
            <a:bodyPr/>
            <a:lstStyle/>
            <a:p>
              <a:endParaRPr lang="en-AU">
                <a:solidFill>
                  <a:srgbClr val="000000"/>
                </a:solidFill>
                <a:latin typeface="Arial" pitchFamily="34" charset="0"/>
              </a:endParaRPr>
            </a:p>
          </p:txBody>
        </p:sp>
        <p:sp>
          <p:nvSpPr>
            <p:cNvPr id="121916" name="Rectangle 191"/>
            <p:cNvSpPr>
              <a:spLocks noChangeArrowheads="1"/>
            </p:cNvSpPr>
            <p:nvPr/>
          </p:nvSpPr>
          <p:spPr bwMode="auto">
            <a:xfrm>
              <a:off x="4832" y="3281"/>
              <a:ext cx="534" cy="324"/>
            </a:xfrm>
            <a:prstGeom prst="rect">
              <a:avLst/>
            </a:prstGeom>
            <a:noFill/>
            <a:ln w="9525">
              <a:solidFill>
                <a:srgbClr val="000000"/>
              </a:solidFill>
              <a:miter lim="800000"/>
              <a:headEnd/>
              <a:tailEnd/>
            </a:ln>
          </p:spPr>
          <p:txBody>
            <a:bodyPr/>
            <a:lstStyle/>
            <a:p>
              <a:endParaRPr lang="en-AU">
                <a:solidFill>
                  <a:srgbClr val="000000"/>
                </a:solidFill>
                <a:latin typeface="Arial" pitchFamily="34" charset="0"/>
              </a:endParaRPr>
            </a:p>
          </p:txBody>
        </p:sp>
        <p:sp>
          <p:nvSpPr>
            <p:cNvPr id="121917" name="Rectangle 192"/>
            <p:cNvSpPr>
              <a:spLocks noChangeArrowheads="1"/>
            </p:cNvSpPr>
            <p:nvPr/>
          </p:nvSpPr>
          <p:spPr bwMode="auto">
            <a:xfrm>
              <a:off x="5030" y="3335"/>
              <a:ext cx="150" cy="97"/>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000">
                  <a:solidFill>
                    <a:srgbClr val="000000"/>
                  </a:solidFill>
                  <a:latin typeface="Arial" pitchFamily="34" charset="0"/>
                </a:rPr>
                <a:t>Any</a:t>
              </a:r>
              <a:endParaRPr lang="en-US">
                <a:solidFill>
                  <a:srgbClr val="000000"/>
                </a:solidFill>
                <a:latin typeface="Arial" pitchFamily="34" charset="0"/>
              </a:endParaRPr>
            </a:p>
          </p:txBody>
        </p:sp>
        <p:sp>
          <p:nvSpPr>
            <p:cNvPr id="121918" name="Line 193"/>
            <p:cNvSpPr>
              <a:spLocks noChangeShapeType="1"/>
            </p:cNvSpPr>
            <p:nvPr/>
          </p:nvSpPr>
          <p:spPr bwMode="auto">
            <a:xfrm>
              <a:off x="4832" y="3461"/>
              <a:ext cx="534" cy="0"/>
            </a:xfrm>
            <a:prstGeom prst="line">
              <a:avLst/>
            </a:prstGeom>
            <a:noFill/>
            <a:ln w="9525">
              <a:solidFill>
                <a:srgbClr val="000000"/>
              </a:solidFill>
              <a:miter lim="800000"/>
              <a:headEnd/>
              <a:tailEnd/>
            </a:ln>
          </p:spPr>
          <p:txBody>
            <a:bodyPr/>
            <a:lstStyle/>
            <a:p>
              <a:endParaRPr lang="en-AU"/>
            </a:p>
          </p:txBody>
        </p:sp>
      </p:grpSp>
      <p:grpSp>
        <p:nvGrpSpPr>
          <p:cNvPr id="7" name="Group 273"/>
          <p:cNvGrpSpPr>
            <a:grpSpLocks/>
          </p:cNvGrpSpPr>
          <p:nvPr/>
        </p:nvGrpSpPr>
        <p:grpSpPr bwMode="auto">
          <a:xfrm>
            <a:off x="6672263" y="2341563"/>
            <a:ext cx="1546225" cy="431800"/>
            <a:chOff x="4526" y="2333"/>
            <a:chExt cx="1055" cy="272"/>
          </a:xfrm>
        </p:grpSpPr>
        <p:sp>
          <p:nvSpPr>
            <p:cNvPr id="121887" name="Line 225"/>
            <p:cNvSpPr>
              <a:spLocks noChangeShapeType="1"/>
            </p:cNvSpPr>
            <p:nvPr/>
          </p:nvSpPr>
          <p:spPr bwMode="auto">
            <a:xfrm flipV="1">
              <a:off x="4526" y="2429"/>
              <a:ext cx="234" cy="30"/>
            </a:xfrm>
            <a:prstGeom prst="line">
              <a:avLst/>
            </a:prstGeom>
            <a:noFill/>
            <a:ln w="9525">
              <a:solidFill>
                <a:srgbClr val="000000"/>
              </a:solidFill>
              <a:miter lim="800000"/>
              <a:headEnd/>
              <a:tailEnd/>
            </a:ln>
          </p:spPr>
          <p:txBody>
            <a:bodyPr/>
            <a:lstStyle/>
            <a:p>
              <a:endParaRPr lang="en-AU"/>
            </a:p>
          </p:txBody>
        </p:sp>
        <p:sp>
          <p:nvSpPr>
            <p:cNvPr id="121888" name="Freeform 226"/>
            <p:cNvSpPr>
              <a:spLocks noEditPoints="1"/>
            </p:cNvSpPr>
            <p:nvPr/>
          </p:nvSpPr>
          <p:spPr bwMode="auto">
            <a:xfrm>
              <a:off x="4664" y="2405"/>
              <a:ext cx="96" cy="72"/>
            </a:xfrm>
            <a:custGeom>
              <a:avLst/>
              <a:gdLst>
                <a:gd name="T0" fmla="*/ 96 w 96"/>
                <a:gd name="T1" fmla="*/ 24 h 72"/>
                <a:gd name="T2" fmla="*/ 12 w 96"/>
                <a:gd name="T3" fmla="*/ 72 h 72"/>
                <a:gd name="T4" fmla="*/ 96 w 96"/>
                <a:gd name="T5" fmla="*/ 24 h 72"/>
                <a:gd name="T6" fmla="*/ 0 w 96"/>
                <a:gd name="T7" fmla="*/ 0 h 72"/>
                <a:gd name="T8" fmla="*/ 0 60000 65536"/>
                <a:gd name="T9" fmla="*/ 0 60000 65536"/>
                <a:gd name="T10" fmla="*/ 0 60000 65536"/>
                <a:gd name="T11" fmla="*/ 0 60000 65536"/>
                <a:gd name="T12" fmla="*/ 0 w 96"/>
                <a:gd name="T13" fmla="*/ 0 h 72"/>
                <a:gd name="T14" fmla="*/ 96 w 96"/>
                <a:gd name="T15" fmla="*/ 72 h 72"/>
              </a:gdLst>
              <a:ahLst/>
              <a:cxnLst>
                <a:cxn ang="T8">
                  <a:pos x="T0" y="T1"/>
                </a:cxn>
                <a:cxn ang="T9">
                  <a:pos x="T2" y="T3"/>
                </a:cxn>
                <a:cxn ang="T10">
                  <a:pos x="T4" y="T5"/>
                </a:cxn>
                <a:cxn ang="T11">
                  <a:pos x="T6" y="T7"/>
                </a:cxn>
              </a:cxnLst>
              <a:rect l="T12" t="T13" r="T14" b="T15"/>
              <a:pathLst>
                <a:path w="96" h="72">
                  <a:moveTo>
                    <a:pt x="96" y="24"/>
                  </a:moveTo>
                  <a:lnTo>
                    <a:pt x="12" y="72"/>
                  </a:lnTo>
                  <a:moveTo>
                    <a:pt x="96" y="24"/>
                  </a:moveTo>
                  <a:lnTo>
                    <a:pt x="0" y="0"/>
                  </a:lnTo>
                </a:path>
              </a:pathLst>
            </a:custGeom>
            <a:noFill/>
            <a:ln w="9525" cap="flat">
              <a:solidFill>
                <a:srgbClr val="000000"/>
              </a:solidFill>
              <a:prstDash val="solid"/>
              <a:miter lim="800000"/>
              <a:headEnd/>
              <a:tailEnd/>
            </a:ln>
          </p:spPr>
          <p:txBody>
            <a:bodyPr/>
            <a:lstStyle/>
            <a:p>
              <a:endParaRPr lang="en-AU"/>
            </a:p>
          </p:txBody>
        </p:sp>
        <p:sp>
          <p:nvSpPr>
            <p:cNvPr id="121889" name="Rectangle 227"/>
            <p:cNvSpPr>
              <a:spLocks noChangeArrowheads="1"/>
            </p:cNvSpPr>
            <p:nvPr/>
          </p:nvSpPr>
          <p:spPr bwMode="auto">
            <a:xfrm>
              <a:off x="4694" y="2489"/>
              <a:ext cx="887" cy="116"/>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200">
                  <a:solidFill>
                    <a:srgbClr val="000000"/>
                  </a:solidFill>
                  <a:latin typeface="Arial" pitchFamily="34" charset="0"/>
                </a:rPr>
                <a:t>+observedProperty</a:t>
              </a:r>
              <a:endParaRPr lang="en-US" sz="3600">
                <a:solidFill>
                  <a:srgbClr val="000000"/>
                </a:solidFill>
                <a:latin typeface="Arial" pitchFamily="34" charset="0"/>
              </a:endParaRPr>
            </a:p>
          </p:txBody>
        </p:sp>
        <p:sp>
          <p:nvSpPr>
            <p:cNvPr id="121890" name="Rectangle 228"/>
            <p:cNvSpPr>
              <a:spLocks noChangeArrowheads="1"/>
            </p:cNvSpPr>
            <p:nvPr/>
          </p:nvSpPr>
          <p:spPr bwMode="auto">
            <a:xfrm>
              <a:off x="4694" y="2333"/>
              <a:ext cx="39" cy="78"/>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800">
                  <a:solidFill>
                    <a:srgbClr val="000000"/>
                  </a:solidFill>
                  <a:latin typeface="Arial" pitchFamily="34" charset="0"/>
                </a:rPr>
                <a:t>1</a:t>
              </a:r>
              <a:endParaRPr lang="en-US">
                <a:solidFill>
                  <a:srgbClr val="000000"/>
                </a:solidFill>
                <a:latin typeface="Arial" pitchFamily="34" charset="0"/>
              </a:endParaRPr>
            </a:p>
          </p:txBody>
        </p:sp>
      </p:grpSp>
      <p:grpSp>
        <p:nvGrpSpPr>
          <p:cNvPr id="8" name="Group 178"/>
          <p:cNvGrpSpPr>
            <a:grpSpLocks/>
          </p:cNvGrpSpPr>
          <p:nvPr/>
        </p:nvGrpSpPr>
        <p:grpSpPr bwMode="auto">
          <a:xfrm rot="7440675">
            <a:off x="6020595" y="1418431"/>
            <a:ext cx="1281112" cy="180975"/>
            <a:chOff x="3532889" y="2379360"/>
            <a:chExt cx="1582615" cy="190500"/>
          </a:xfrm>
        </p:grpSpPr>
        <p:sp>
          <p:nvSpPr>
            <p:cNvPr id="121885" name="Line 229"/>
            <p:cNvSpPr>
              <a:spLocks noChangeShapeType="1"/>
            </p:cNvSpPr>
            <p:nvPr/>
          </p:nvSpPr>
          <p:spPr bwMode="auto">
            <a:xfrm flipH="1" flipV="1">
              <a:off x="3532889" y="2426985"/>
              <a:ext cx="1582615" cy="142875"/>
            </a:xfrm>
            <a:prstGeom prst="line">
              <a:avLst/>
            </a:prstGeom>
            <a:noFill/>
            <a:ln w="9525">
              <a:solidFill>
                <a:srgbClr val="000000"/>
              </a:solidFill>
              <a:miter lim="800000"/>
              <a:headEnd/>
              <a:tailEnd/>
            </a:ln>
          </p:spPr>
          <p:txBody>
            <a:bodyPr/>
            <a:lstStyle/>
            <a:p>
              <a:endParaRPr lang="en-AU"/>
            </a:p>
          </p:txBody>
        </p:sp>
        <p:sp>
          <p:nvSpPr>
            <p:cNvPr id="121886" name="Freeform 230"/>
            <p:cNvSpPr>
              <a:spLocks noEditPoints="1"/>
            </p:cNvSpPr>
            <p:nvPr/>
          </p:nvSpPr>
          <p:spPr bwMode="auto">
            <a:xfrm>
              <a:off x="3532889" y="2379360"/>
              <a:ext cx="131885" cy="114300"/>
            </a:xfrm>
            <a:custGeom>
              <a:avLst/>
              <a:gdLst>
                <a:gd name="T0" fmla="*/ 0 w 90"/>
                <a:gd name="T1" fmla="*/ 75604680 h 72"/>
                <a:gd name="T2" fmla="*/ 193262840 w 90"/>
                <a:gd name="T3" fmla="*/ 0 h 72"/>
                <a:gd name="T4" fmla="*/ 0 w 90"/>
                <a:gd name="T5" fmla="*/ 75604680 h 72"/>
                <a:gd name="T6" fmla="*/ 180379099 w 90"/>
                <a:gd name="T7" fmla="*/ 181451223 h 72"/>
                <a:gd name="T8" fmla="*/ 0 60000 65536"/>
                <a:gd name="T9" fmla="*/ 0 60000 65536"/>
                <a:gd name="T10" fmla="*/ 0 60000 65536"/>
                <a:gd name="T11" fmla="*/ 0 60000 65536"/>
                <a:gd name="T12" fmla="*/ 0 w 90"/>
                <a:gd name="T13" fmla="*/ 0 h 72"/>
                <a:gd name="T14" fmla="*/ 90 w 90"/>
                <a:gd name="T15" fmla="*/ 72 h 72"/>
              </a:gdLst>
              <a:ahLst/>
              <a:cxnLst>
                <a:cxn ang="T8">
                  <a:pos x="T0" y="T1"/>
                </a:cxn>
                <a:cxn ang="T9">
                  <a:pos x="T2" y="T3"/>
                </a:cxn>
                <a:cxn ang="T10">
                  <a:pos x="T4" y="T5"/>
                </a:cxn>
                <a:cxn ang="T11">
                  <a:pos x="T6" y="T7"/>
                </a:cxn>
              </a:cxnLst>
              <a:rect l="T12" t="T13" r="T14" b="T15"/>
              <a:pathLst>
                <a:path w="90" h="72">
                  <a:moveTo>
                    <a:pt x="0" y="30"/>
                  </a:moveTo>
                  <a:lnTo>
                    <a:pt x="90" y="0"/>
                  </a:lnTo>
                  <a:moveTo>
                    <a:pt x="0" y="30"/>
                  </a:moveTo>
                  <a:lnTo>
                    <a:pt x="84" y="72"/>
                  </a:lnTo>
                </a:path>
              </a:pathLst>
            </a:custGeom>
            <a:noFill/>
            <a:ln w="9525" cap="flat">
              <a:solidFill>
                <a:srgbClr val="000000"/>
              </a:solidFill>
              <a:prstDash val="solid"/>
              <a:miter lim="800000"/>
              <a:headEnd/>
              <a:tailEnd/>
            </a:ln>
          </p:spPr>
          <p:txBody>
            <a:bodyPr/>
            <a:lstStyle/>
            <a:p>
              <a:endParaRPr lang="en-AU"/>
            </a:p>
          </p:txBody>
        </p:sp>
      </p:grpSp>
      <p:sp>
        <p:nvSpPr>
          <p:cNvPr id="121868" name="Rectangle 232"/>
          <p:cNvSpPr>
            <a:spLocks noChangeArrowheads="1"/>
          </p:cNvSpPr>
          <p:nvPr/>
        </p:nvSpPr>
        <p:spPr bwMode="auto">
          <a:xfrm>
            <a:off x="6084888" y="1773238"/>
            <a:ext cx="153987" cy="123825"/>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800">
                <a:solidFill>
                  <a:srgbClr val="000000"/>
                </a:solidFill>
                <a:latin typeface="Arial" pitchFamily="34" charset="0"/>
              </a:rPr>
              <a:t>0..*</a:t>
            </a:r>
            <a:endParaRPr lang="en-US">
              <a:solidFill>
                <a:srgbClr val="000000"/>
              </a:solidFill>
              <a:latin typeface="Arial" pitchFamily="34" charset="0"/>
            </a:endParaRPr>
          </a:p>
        </p:txBody>
      </p:sp>
      <p:sp>
        <p:nvSpPr>
          <p:cNvPr id="121869" name="Rectangle 233"/>
          <p:cNvSpPr>
            <a:spLocks noChangeArrowheads="1"/>
          </p:cNvSpPr>
          <p:nvPr/>
        </p:nvSpPr>
        <p:spPr bwMode="auto">
          <a:xfrm>
            <a:off x="5580063" y="1052513"/>
            <a:ext cx="1244600" cy="184150"/>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200">
                <a:solidFill>
                  <a:srgbClr val="000000"/>
                </a:solidFill>
                <a:latin typeface="Arial" pitchFamily="34" charset="0"/>
              </a:rPr>
              <a:t>+featureOfInterest</a:t>
            </a:r>
            <a:endParaRPr lang="en-US" sz="3600">
              <a:solidFill>
                <a:srgbClr val="000000"/>
              </a:solidFill>
              <a:latin typeface="Arial" pitchFamily="34" charset="0"/>
            </a:endParaRPr>
          </a:p>
        </p:txBody>
      </p:sp>
      <p:sp>
        <p:nvSpPr>
          <p:cNvPr id="121870" name="Rectangle 234"/>
          <p:cNvSpPr>
            <a:spLocks noChangeArrowheads="1"/>
          </p:cNvSpPr>
          <p:nvPr/>
        </p:nvSpPr>
        <p:spPr bwMode="auto">
          <a:xfrm>
            <a:off x="7164388" y="1052513"/>
            <a:ext cx="46037" cy="123825"/>
          </a:xfrm>
          <a:prstGeom prst="rect">
            <a:avLst/>
          </a:prstGeom>
          <a:noFill/>
          <a:ln w="9525">
            <a:noFill/>
            <a:miter lim="800000"/>
            <a:headEnd/>
            <a:tailEnd/>
          </a:ln>
        </p:spPr>
        <p:txBody>
          <a:bodyPr lIns="0" tIns="0" rIns="0" bIns="0">
            <a:spAutoFit/>
          </a:bodyPr>
          <a:lstStyle/>
          <a:p>
            <a:pPr marL="361950" indent="-361950" defTabSz="966788">
              <a:tabLst>
                <a:tab pos="188913" algn="l"/>
              </a:tabLst>
            </a:pPr>
            <a:r>
              <a:rPr lang="en-US" sz="800">
                <a:solidFill>
                  <a:srgbClr val="000000"/>
                </a:solidFill>
                <a:latin typeface="Arial" pitchFamily="34" charset="0"/>
              </a:rPr>
              <a:t>1</a:t>
            </a:r>
            <a:endParaRPr lang="en-US">
              <a:solidFill>
                <a:srgbClr val="000000"/>
              </a:solidFill>
              <a:latin typeface="Arial" pitchFamily="34" charset="0"/>
            </a:endParaRPr>
          </a:p>
        </p:txBody>
      </p:sp>
      <p:sp>
        <p:nvSpPr>
          <p:cNvPr id="121871" name="Line 241"/>
          <p:cNvSpPr>
            <a:spLocks noChangeShapeType="1"/>
          </p:cNvSpPr>
          <p:nvPr/>
        </p:nvSpPr>
        <p:spPr bwMode="auto">
          <a:xfrm flipH="1">
            <a:off x="5546725" y="3122613"/>
            <a:ext cx="280988" cy="714375"/>
          </a:xfrm>
          <a:prstGeom prst="line">
            <a:avLst/>
          </a:prstGeom>
          <a:noFill/>
          <a:ln w="9525">
            <a:solidFill>
              <a:srgbClr val="000000"/>
            </a:solidFill>
            <a:miter lim="800000"/>
            <a:headEnd/>
            <a:tailEnd/>
          </a:ln>
        </p:spPr>
        <p:txBody>
          <a:bodyPr/>
          <a:lstStyle/>
          <a:p>
            <a:endParaRPr lang="en-AU"/>
          </a:p>
        </p:txBody>
      </p:sp>
      <p:sp>
        <p:nvSpPr>
          <p:cNvPr id="121872" name="Freeform 242"/>
          <p:cNvSpPr>
            <a:spLocks noEditPoints="1"/>
          </p:cNvSpPr>
          <p:nvPr/>
        </p:nvSpPr>
        <p:spPr bwMode="auto">
          <a:xfrm>
            <a:off x="5546725" y="3684588"/>
            <a:ext cx="96838" cy="152400"/>
          </a:xfrm>
          <a:custGeom>
            <a:avLst/>
            <a:gdLst>
              <a:gd name="T0" fmla="*/ 0 w 66"/>
              <a:gd name="T1" fmla="*/ 241935022 h 96"/>
              <a:gd name="T2" fmla="*/ 0 w 66"/>
              <a:gd name="T3" fmla="*/ 0 h 96"/>
              <a:gd name="T4" fmla="*/ 0 w 66"/>
              <a:gd name="T5" fmla="*/ 241935022 h 96"/>
              <a:gd name="T6" fmla="*/ 142084802 w 66"/>
              <a:gd name="T7" fmla="*/ 75604688 h 96"/>
              <a:gd name="T8" fmla="*/ 0 60000 65536"/>
              <a:gd name="T9" fmla="*/ 0 60000 65536"/>
              <a:gd name="T10" fmla="*/ 0 60000 65536"/>
              <a:gd name="T11" fmla="*/ 0 60000 65536"/>
              <a:gd name="T12" fmla="*/ 0 w 66"/>
              <a:gd name="T13" fmla="*/ 0 h 96"/>
              <a:gd name="T14" fmla="*/ 66 w 66"/>
              <a:gd name="T15" fmla="*/ 96 h 96"/>
            </a:gdLst>
            <a:ahLst/>
            <a:cxnLst>
              <a:cxn ang="T8">
                <a:pos x="T0" y="T1"/>
              </a:cxn>
              <a:cxn ang="T9">
                <a:pos x="T2" y="T3"/>
              </a:cxn>
              <a:cxn ang="T10">
                <a:pos x="T4" y="T5"/>
              </a:cxn>
              <a:cxn ang="T11">
                <a:pos x="T6" y="T7"/>
              </a:cxn>
            </a:cxnLst>
            <a:rect l="T12" t="T13" r="T14" b="T15"/>
            <a:pathLst>
              <a:path w="66" h="96">
                <a:moveTo>
                  <a:pt x="0" y="96"/>
                </a:moveTo>
                <a:lnTo>
                  <a:pt x="0" y="0"/>
                </a:lnTo>
                <a:moveTo>
                  <a:pt x="0" y="96"/>
                </a:moveTo>
                <a:lnTo>
                  <a:pt x="66" y="30"/>
                </a:lnTo>
              </a:path>
            </a:pathLst>
          </a:custGeom>
          <a:noFill/>
          <a:ln w="9525" cap="flat">
            <a:solidFill>
              <a:srgbClr val="000000"/>
            </a:solidFill>
            <a:prstDash val="solid"/>
            <a:miter lim="800000"/>
            <a:headEnd/>
            <a:tailEnd/>
          </a:ln>
        </p:spPr>
        <p:txBody>
          <a:bodyPr/>
          <a:lstStyle/>
          <a:p>
            <a:endParaRPr lang="en-AU"/>
          </a:p>
        </p:txBody>
      </p:sp>
      <p:sp>
        <p:nvSpPr>
          <p:cNvPr id="121873" name="Rectangle 244"/>
          <p:cNvSpPr>
            <a:spLocks noChangeArrowheads="1"/>
          </p:cNvSpPr>
          <p:nvPr/>
        </p:nvSpPr>
        <p:spPr bwMode="auto">
          <a:xfrm>
            <a:off x="5818188" y="3294063"/>
            <a:ext cx="155575" cy="123825"/>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800">
                <a:solidFill>
                  <a:srgbClr val="000000"/>
                </a:solidFill>
                <a:latin typeface="Arial" pitchFamily="34" charset="0"/>
              </a:rPr>
              <a:t>0..*</a:t>
            </a:r>
            <a:endParaRPr lang="en-US">
              <a:solidFill>
                <a:srgbClr val="000000"/>
              </a:solidFill>
              <a:latin typeface="Arial" pitchFamily="34" charset="0"/>
            </a:endParaRPr>
          </a:p>
        </p:txBody>
      </p:sp>
      <p:sp>
        <p:nvSpPr>
          <p:cNvPr id="121874" name="Rectangle 245"/>
          <p:cNvSpPr>
            <a:spLocks noChangeArrowheads="1"/>
          </p:cNvSpPr>
          <p:nvPr/>
        </p:nvSpPr>
        <p:spPr bwMode="auto">
          <a:xfrm>
            <a:off x="5724525" y="3573463"/>
            <a:ext cx="777875" cy="184150"/>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200">
                <a:solidFill>
                  <a:srgbClr val="000000"/>
                </a:solidFill>
                <a:latin typeface="Arial" pitchFamily="34" charset="0"/>
              </a:rPr>
              <a:t>+procedure</a:t>
            </a:r>
            <a:endParaRPr lang="en-US" sz="3600">
              <a:solidFill>
                <a:srgbClr val="000000"/>
              </a:solidFill>
              <a:latin typeface="Arial" pitchFamily="34" charset="0"/>
            </a:endParaRPr>
          </a:p>
        </p:txBody>
      </p:sp>
      <p:sp>
        <p:nvSpPr>
          <p:cNvPr id="121875" name="Rectangle 246"/>
          <p:cNvSpPr>
            <a:spLocks noChangeArrowheads="1"/>
          </p:cNvSpPr>
          <p:nvPr/>
        </p:nvSpPr>
        <p:spPr bwMode="auto">
          <a:xfrm>
            <a:off x="5370513" y="3627438"/>
            <a:ext cx="57150" cy="123825"/>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800">
                <a:solidFill>
                  <a:srgbClr val="000000"/>
                </a:solidFill>
                <a:latin typeface="Arial" pitchFamily="34" charset="0"/>
              </a:rPr>
              <a:t>1</a:t>
            </a:r>
            <a:endParaRPr lang="en-US">
              <a:solidFill>
                <a:srgbClr val="000000"/>
              </a:solidFill>
              <a:latin typeface="Arial" pitchFamily="34" charset="0"/>
            </a:endParaRPr>
          </a:p>
        </p:txBody>
      </p:sp>
      <p:sp>
        <p:nvSpPr>
          <p:cNvPr id="121876" name="Line 258"/>
          <p:cNvSpPr>
            <a:spLocks noChangeShapeType="1"/>
          </p:cNvSpPr>
          <p:nvPr/>
        </p:nvSpPr>
        <p:spPr bwMode="auto">
          <a:xfrm flipH="1" flipV="1">
            <a:off x="6672263" y="3094038"/>
            <a:ext cx="782637" cy="752475"/>
          </a:xfrm>
          <a:prstGeom prst="line">
            <a:avLst/>
          </a:prstGeom>
          <a:noFill/>
          <a:ln w="9525">
            <a:solidFill>
              <a:srgbClr val="000000"/>
            </a:solidFill>
            <a:miter lim="800000"/>
            <a:headEnd/>
            <a:tailEnd/>
          </a:ln>
        </p:spPr>
        <p:txBody>
          <a:bodyPr/>
          <a:lstStyle/>
          <a:p>
            <a:endParaRPr lang="en-AU"/>
          </a:p>
        </p:txBody>
      </p:sp>
      <p:sp>
        <p:nvSpPr>
          <p:cNvPr id="121877" name="Freeform 259"/>
          <p:cNvSpPr>
            <a:spLocks/>
          </p:cNvSpPr>
          <p:nvPr/>
        </p:nvSpPr>
        <p:spPr bwMode="auto">
          <a:xfrm>
            <a:off x="6672263" y="3094038"/>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solidFill>
            <a:srgbClr val="000000"/>
          </a:solidFill>
          <a:ln w="9525">
            <a:noFill/>
            <a:round/>
            <a:headEnd/>
            <a:tailEnd/>
          </a:ln>
        </p:spPr>
        <p:txBody>
          <a:bodyPr/>
          <a:lstStyle/>
          <a:p>
            <a:endParaRPr lang="en-AU"/>
          </a:p>
        </p:txBody>
      </p:sp>
      <p:sp>
        <p:nvSpPr>
          <p:cNvPr id="121878" name="Freeform 260"/>
          <p:cNvSpPr>
            <a:spLocks/>
          </p:cNvSpPr>
          <p:nvPr/>
        </p:nvSpPr>
        <p:spPr bwMode="auto">
          <a:xfrm>
            <a:off x="6672263" y="3094038"/>
            <a:ext cx="131762" cy="123825"/>
          </a:xfrm>
          <a:custGeom>
            <a:avLst/>
            <a:gdLst>
              <a:gd name="T0" fmla="*/ 141461145 w 90"/>
              <a:gd name="T1" fmla="*/ 45362807 h 78"/>
              <a:gd name="T2" fmla="*/ 0 w 90"/>
              <a:gd name="T3" fmla="*/ 0 h 78"/>
              <a:gd name="T4" fmla="*/ 51441354 w 90"/>
              <a:gd name="T5" fmla="*/ 151209365 h 78"/>
              <a:gd name="T6" fmla="*/ 192902522 w 90"/>
              <a:gd name="T7" fmla="*/ 196572160 h 78"/>
              <a:gd name="T8" fmla="*/ 141461145 w 90"/>
              <a:gd name="T9" fmla="*/ 45362807 h 78"/>
              <a:gd name="T10" fmla="*/ 0 60000 65536"/>
              <a:gd name="T11" fmla="*/ 0 60000 65536"/>
              <a:gd name="T12" fmla="*/ 0 60000 65536"/>
              <a:gd name="T13" fmla="*/ 0 60000 65536"/>
              <a:gd name="T14" fmla="*/ 0 60000 65536"/>
              <a:gd name="T15" fmla="*/ 0 w 90"/>
              <a:gd name="T16" fmla="*/ 0 h 78"/>
              <a:gd name="T17" fmla="*/ 90 w 90"/>
              <a:gd name="T18" fmla="*/ 78 h 78"/>
            </a:gdLst>
            <a:ahLst/>
            <a:cxnLst>
              <a:cxn ang="T10">
                <a:pos x="T0" y="T1"/>
              </a:cxn>
              <a:cxn ang="T11">
                <a:pos x="T2" y="T3"/>
              </a:cxn>
              <a:cxn ang="T12">
                <a:pos x="T4" y="T5"/>
              </a:cxn>
              <a:cxn ang="T13">
                <a:pos x="T6" y="T7"/>
              </a:cxn>
              <a:cxn ang="T14">
                <a:pos x="T8" y="T9"/>
              </a:cxn>
            </a:cxnLst>
            <a:rect l="T15" t="T16" r="T17" b="T18"/>
            <a:pathLst>
              <a:path w="90" h="78">
                <a:moveTo>
                  <a:pt x="66" y="18"/>
                </a:moveTo>
                <a:lnTo>
                  <a:pt x="0" y="0"/>
                </a:lnTo>
                <a:lnTo>
                  <a:pt x="24" y="60"/>
                </a:lnTo>
                <a:lnTo>
                  <a:pt x="90" y="78"/>
                </a:lnTo>
                <a:lnTo>
                  <a:pt x="66" y="18"/>
                </a:lnTo>
                <a:close/>
              </a:path>
            </a:pathLst>
          </a:custGeom>
          <a:noFill/>
          <a:ln w="9525" cap="flat">
            <a:solidFill>
              <a:srgbClr val="000000"/>
            </a:solidFill>
            <a:prstDash val="solid"/>
            <a:miter lim="800000"/>
            <a:headEnd/>
            <a:tailEnd/>
          </a:ln>
        </p:spPr>
        <p:txBody>
          <a:bodyPr/>
          <a:lstStyle/>
          <a:p>
            <a:endParaRPr lang="en-AU"/>
          </a:p>
        </p:txBody>
      </p:sp>
      <p:sp>
        <p:nvSpPr>
          <p:cNvPr id="121879" name="Freeform 261"/>
          <p:cNvSpPr>
            <a:spLocks noEditPoints="1"/>
          </p:cNvSpPr>
          <p:nvPr/>
        </p:nvSpPr>
        <p:spPr bwMode="auto">
          <a:xfrm>
            <a:off x="7323138" y="3713163"/>
            <a:ext cx="131762" cy="133350"/>
          </a:xfrm>
          <a:custGeom>
            <a:avLst/>
            <a:gdLst>
              <a:gd name="T0" fmla="*/ 192902522 w 90"/>
              <a:gd name="T1" fmla="*/ 211693147 h 84"/>
              <a:gd name="T2" fmla="*/ 102881244 w 90"/>
              <a:gd name="T3" fmla="*/ 0 h 84"/>
              <a:gd name="T4" fmla="*/ 192902522 w 90"/>
              <a:gd name="T5" fmla="*/ 211693147 h 84"/>
              <a:gd name="T6" fmla="*/ 0 w 90"/>
              <a:gd name="T7" fmla="*/ 136088438 h 84"/>
              <a:gd name="T8" fmla="*/ 0 60000 65536"/>
              <a:gd name="T9" fmla="*/ 0 60000 65536"/>
              <a:gd name="T10" fmla="*/ 0 60000 65536"/>
              <a:gd name="T11" fmla="*/ 0 60000 65536"/>
              <a:gd name="T12" fmla="*/ 0 w 90"/>
              <a:gd name="T13" fmla="*/ 0 h 84"/>
              <a:gd name="T14" fmla="*/ 90 w 90"/>
              <a:gd name="T15" fmla="*/ 84 h 84"/>
            </a:gdLst>
            <a:ahLst/>
            <a:cxnLst>
              <a:cxn ang="T8">
                <a:pos x="T0" y="T1"/>
              </a:cxn>
              <a:cxn ang="T9">
                <a:pos x="T2" y="T3"/>
              </a:cxn>
              <a:cxn ang="T10">
                <a:pos x="T4" y="T5"/>
              </a:cxn>
              <a:cxn ang="T11">
                <a:pos x="T6" y="T7"/>
              </a:cxn>
            </a:cxnLst>
            <a:rect l="T12" t="T13" r="T14" b="T15"/>
            <a:pathLst>
              <a:path w="90" h="84">
                <a:moveTo>
                  <a:pt x="90" y="84"/>
                </a:moveTo>
                <a:lnTo>
                  <a:pt x="48" y="0"/>
                </a:lnTo>
                <a:moveTo>
                  <a:pt x="90" y="84"/>
                </a:moveTo>
                <a:lnTo>
                  <a:pt x="0" y="54"/>
                </a:lnTo>
              </a:path>
            </a:pathLst>
          </a:custGeom>
          <a:noFill/>
          <a:ln w="9525" cap="flat">
            <a:solidFill>
              <a:srgbClr val="000000"/>
            </a:solidFill>
            <a:prstDash val="solid"/>
            <a:miter lim="800000"/>
            <a:headEnd/>
            <a:tailEnd/>
          </a:ln>
        </p:spPr>
        <p:txBody>
          <a:bodyPr/>
          <a:lstStyle/>
          <a:p>
            <a:endParaRPr lang="en-AU"/>
          </a:p>
        </p:txBody>
      </p:sp>
      <p:sp>
        <p:nvSpPr>
          <p:cNvPr id="121880" name="Rectangle 262"/>
          <p:cNvSpPr>
            <a:spLocks noChangeArrowheads="1"/>
          </p:cNvSpPr>
          <p:nvPr/>
        </p:nvSpPr>
        <p:spPr bwMode="auto">
          <a:xfrm>
            <a:off x="7524750" y="3603625"/>
            <a:ext cx="465138" cy="185738"/>
          </a:xfrm>
          <a:prstGeom prst="rect">
            <a:avLst/>
          </a:prstGeom>
          <a:noFill/>
          <a:ln w="9525">
            <a:noFill/>
            <a:miter lim="800000"/>
            <a:headEnd/>
            <a:tailEnd/>
          </a:ln>
        </p:spPr>
        <p:txBody>
          <a:bodyPr wrap="none" lIns="0" tIns="0" rIns="0" bIns="0">
            <a:spAutoFit/>
          </a:bodyPr>
          <a:lstStyle/>
          <a:p>
            <a:pPr marL="361950" indent="-361950" defTabSz="966788">
              <a:tabLst>
                <a:tab pos="188913" algn="l"/>
              </a:tabLst>
            </a:pPr>
            <a:r>
              <a:rPr lang="en-US" sz="1200">
                <a:solidFill>
                  <a:srgbClr val="000000"/>
                </a:solidFill>
                <a:latin typeface="Arial" pitchFamily="34" charset="0"/>
              </a:rPr>
              <a:t>+result</a:t>
            </a:r>
            <a:endParaRPr lang="en-US" sz="3600">
              <a:solidFill>
                <a:srgbClr val="000000"/>
              </a:solidFill>
              <a:latin typeface="Arial" pitchFamily="34" charset="0"/>
            </a:endParaRPr>
          </a:p>
        </p:txBody>
      </p:sp>
      <p:sp>
        <p:nvSpPr>
          <p:cNvPr id="905497" name="Rectangle 281"/>
          <p:cNvSpPr>
            <a:spLocks noChangeArrowheads="1"/>
          </p:cNvSpPr>
          <p:nvPr/>
        </p:nvSpPr>
        <p:spPr bwMode="auto">
          <a:xfrm>
            <a:off x="34925" y="5122863"/>
            <a:ext cx="9034463" cy="922337"/>
          </a:xfrm>
          <a:prstGeom prst="rect">
            <a:avLst/>
          </a:prstGeom>
          <a:noFill/>
          <a:ln w="9525">
            <a:noFill/>
            <a:miter lim="800000"/>
            <a:headEnd/>
            <a:tailEnd/>
          </a:ln>
        </p:spPr>
        <p:txBody>
          <a:bodyPr wrap="none">
            <a:spAutoFit/>
          </a:bodyPr>
          <a:lstStyle/>
          <a:p>
            <a:pPr marL="342900" indent="-342900"/>
            <a:r>
              <a:rPr lang="en-AU" b="1" dirty="0">
                <a:solidFill>
                  <a:srgbClr val="0F3277"/>
                </a:solidFill>
                <a:latin typeface="Arial" pitchFamily="34" charset="0"/>
              </a:rPr>
              <a:t>An </a:t>
            </a:r>
            <a:r>
              <a:rPr lang="en-AU" dirty="0">
                <a:solidFill>
                  <a:srgbClr val="FF0066"/>
                </a:solidFill>
                <a:latin typeface="Arial" pitchFamily="34" charset="0"/>
              </a:rPr>
              <a:t>Observation</a:t>
            </a:r>
            <a:r>
              <a:rPr lang="en-AU" b="1" dirty="0">
                <a:solidFill>
                  <a:srgbClr val="0F3277"/>
                </a:solidFill>
                <a:latin typeface="Arial" pitchFamily="34" charset="0"/>
              </a:rPr>
              <a:t> is an action whose </a:t>
            </a:r>
            <a:r>
              <a:rPr lang="en-AU" dirty="0">
                <a:solidFill>
                  <a:srgbClr val="006600"/>
                </a:solidFill>
                <a:latin typeface="Arial" pitchFamily="34" charset="0"/>
              </a:rPr>
              <a:t>result</a:t>
            </a:r>
            <a:r>
              <a:rPr lang="en-AU" b="1" dirty="0">
                <a:solidFill>
                  <a:srgbClr val="0F3277"/>
                </a:solidFill>
                <a:latin typeface="Arial" pitchFamily="34" charset="0"/>
              </a:rPr>
              <a:t> is an estimate of the value </a:t>
            </a:r>
            <a:br>
              <a:rPr lang="en-AU" b="1" dirty="0">
                <a:solidFill>
                  <a:srgbClr val="0F3277"/>
                </a:solidFill>
                <a:latin typeface="Arial" pitchFamily="34" charset="0"/>
              </a:rPr>
            </a:br>
            <a:r>
              <a:rPr lang="en-AU" b="1" dirty="0">
                <a:solidFill>
                  <a:srgbClr val="0F3277"/>
                </a:solidFill>
                <a:latin typeface="Arial" pitchFamily="34" charset="0"/>
              </a:rPr>
              <a:t>of some </a:t>
            </a:r>
            <a:r>
              <a:rPr lang="en-AU" dirty="0">
                <a:solidFill>
                  <a:srgbClr val="78BE20"/>
                </a:solidFill>
                <a:latin typeface="Arial" pitchFamily="34" charset="0"/>
              </a:rPr>
              <a:t>property</a:t>
            </a:r>
            <a:r>
              <a:rPr lang="en-AU" dirty="0">
                <a:solidFill>
                  <a:srgbClr val="0F3277"/>
                </a:solidFill>
                <a:latin typeface="Arial" pitchFamily="34" charset="0"/>
              </a:rPr>
              <a:t> </a:t>
            </a:r>
            <a:r>
              <a:rPr lang="en-AU" b="1" dirty="0">
                <a:solidFill>
                  <a:srgbClr val="0F3277"/>
                </a:solidFill>
                <a:latin typeface="Arial" pitchFamily="34" charset="0"/>
              </a:rPr>
              <a:t>of the</a:t>
            </a:r>
            <a:r>
              <a:rPr lang="en-AU" dirty="0">
                <a:solidFill>
                  <a:srgbClr val="0F3277"/>
                </a:solidFill>
                <a:latin typeface="Arial" pitchFamily="34" charset="0"/>
              </a:rPr>
              <a:t> </a:t>
            </a:r>
            <a:r>
              <a:rPr lang="en-AU" dirty="0">
                <a:solidFill>
                  <a:srgbClr val="FF9933"/>
                </a:solidFill>
                <a:latin typeface="Arial" pitchFamily="34" charset="0"/>
              </a:rPr>
              <a:t>feature-of-interest</a:t>
            </a:r>
            <a:r>
              <a:rPr lang="en-AU" b="1" dirty="0">
                <a:solidFill>
                  <a:srgbClr val="0F3277"/>
                </a:solidFill>
                <a:latin typeface="Arial" pitchFamily="34" charset="0"/>
              </a:rPr>
              <a:t>,</a:t>
            </a:r>
            <a:r>
              <a:rPr lang="en-AU" dirty="0">
                <a:solidFill>
                  <a:srgbClr val="0F3277"/>
                </a:solidFill>
                <a:latin typeface="Arial" pitchFamily="34" charset="0"/>
              </a:rPr>
              <a:t> </a:t>
            </a:r>
            <a:r>
              <a:rPr lang="en-AU" b="1" dirty="0">
                <a:solidFill>
                  <a:srgbClr val="0F3277"/>
                </a:solidFill>
                <a:latin typeface="Arial" pitchFamily="34" charset="0"/>
              </a:rPr>
              <a:t>obtained using a specified </a:t>
            </a:r>
            <a:r>
              <a:rPr lang="en-AU" dirty="0">
                <a:solidFill>
                  <a:srgbClr val="660066"/>
                </a:solidFill>
                <a:latin typeface="Arial" pitchFamily="34" charset="0"/>
              </a:rPr>
              <a:t>procedure</a:t>
            </a:r>
          </a:p>
          <a:p>
            <a:pPr marL="342900" indent="-342900"/>
            <a:endParaRPr lang="en-AU" dirty="0">
              <a:solidFill>
                <a:srgbClr val="660066"/>
              </a:solidFill>
              <a:latin typeface="Arial" pitchFamily="34" charset="0"/>
            </a:endParaRPr>
          </a:p>
        </p:txBody>
      </p:sp>
      <p:sp>
        <p:nvSpPr>
          <p:cNvPr id="121883" name="Footer Placeholder 174"/>
          <p:cNvSpPr>
            <a:spLocks noGrp="1"/>
          </p:cNvSpPr>
          <p:nvPr>
            <p:ph type="ftr" sz="quarter" idx="10"/>
          </p:nvPr>
        </p:nvSpPr>
        <p:spPr bwMode="auto">
          <a:noFill/>
          <a:ln>
            <a:miter lim="800000"/>
            <a:headEnd/>
            <a:tailEnd/>
          </a:ln>
        </p:spPr>
        <p:txBody>
          <a:bodyPr/>
          <a:lstStyle/>
          <a:p>
            <a:r>
              <a:rPr lang="en-AU" dirty="0" smtClean="0">
                <a:cs typeface="Arial" pitchFamily="34" charset="0"/>
              </a:rPr>
              <a:t>OGC - SWE DWG - 2015-09-16</a:t>
            </a:r>
          </a:p>
        </p:txBody>
      </p:sp>
      <p:sp>
        <p:nvSpPr>
          <p:cNvPr id="121884" name="TextBox 175"/>
          <p:cNvSpPr txBox="1">
            <a:spLocks noChangeArrowheads="1"/>
          </p:cNvSpPr>
          <p:nvPr/>
        </p:nvSpPr>
        <p:spPr bwMode="auto">
          <a:xfrm>
            <a:off x="2606675" y="6237288"/>
            <a:ext cx="5757863" cy="461962"/>
          </a:xfrm>
          <a:prstGeom prst="rect">
            <a:avLst/>
          </a:prstGeom>
          <a:solidFill>
            <a:schemeClr val="bg1"/>
          </a:solidFill>
          <a:ln w="9525">
            <a:noFill/>
            <a:miter lim="800000"/>
            <a:headEnd/>
            <a:tailEnd/>
          </a:ln>
        </p:spPr>
        <p:txBody>
          <a:bodyPr wrap="none">
            <a:spAutoFit/>
          </a:bodyPr>
          <a:lstStyle/>
          <a:p>
            <a:r>
              <a:rPr lang="en-AU" sz="1200" i="1" dirty="0">
                <a:solidFill>
                  <a:srgbClr val="000000"/>
                </a:solidFill>
                <a:latin typeface="Arial" pitchFamily="34" charset="0"/>
              </a:rPr>
              <a:t>Cox, OGC Abstract Specification – Topic 20: Observations and Measurements 2.0</a:t>
            </a:r>
            <a:br>
              <a:rPr lang="en-AU" sz="1200" i="1" dirty="0">
                <a:solidFill>
                  <a:srgbClr val="000000"/>
                </a:solidFill>
                <a:latin typeface="Arial" pitchFamily="34" charset="0"/>
              </a:rPr>
            </a:br>
            <a:r>
              <a:rPr lang="en-AU" sz="1200" i="1" dirty="0">
                <a:solidFill>
                  <a:srgbClr val="000000"/>
                </a:solidFill>
                <a:latin typeface="Arial" pitchFamily="34" charset="0"/>
              </a:rPr>
              <a:t> ISO 19156:2011 Geographic Information – Observations and measurements</a:t>
            </a:r>
          </a:p>
        </p:txBody>
      </p:sp>
      <p:pic>
        <p:nvPicPr>
          <p:cNvPr id="172" name="Picture 10" descr="2012_iso-logo_print.png"/>
          <p:cNvPicPr>
            <a:picLocks noChangeAspect="1"/>
          </p:cNvPicPr>
          <p:nvPr/>
        </p:nvPicPr>
        <p:blipFill>
          <a:blip r:embed="rId4" cstate="print"/>
          <a:srcRect/>
          <a:stretch>
            <a:fillRect/>
          </a:stretch>
        </p:blipFill>
        <p:spPr bwMode="auto">
          <a:xfrm>
            <a:off x="8134350" y="0"/>
            <a:ext cx="1009650" cy="928688"/>
          </a:xfrm>
          <a:prstGeom prst="rect">
            <a:avLst/>
          </a:prstGeom>
          <a:noFill/>
          <a:ln w="9525">
            <a:noFill/>
            <a:miter lim="800000"/>
            <a:headEnd/>
            <a:tailEnd/>
          </a:ln>
        </p:spPr>
      </p:pic>
    </p:spTree>
    <p:extLst>
      <p:ext uri="{BB962C8B-B14F-4D97-AF65-F5344CB8AC3E}">
        <p14:creationId xmlns:p14="http://schemas.microsoft.com/office/powerpoint/2010/main" val="529179248"/>
      </p:ext>
    </p:extLst>
  </p:cSld>
  <p:clrMapOvr>
    <a:masterClrMapping/>
  </p:clrMapOvr>
  <p:transition xmlns:p14="http://schemas.microsoft.com/office/powerpoint/2010/main">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05497">
                                            <p:txEl>
                                              <p:pRg st="0" end="0"/>
                                            </p:txEl>
                                          </p:spTgt>
                                        </p:tgtEl>
                                        <p:attrNameLst>
                                          <p:attrName>style.visibility</p:attrName>
                                        </p:attrNameLst>
                                      </p:cBhvr>
                                      <p:to>
                                        <p:strVal val="visible"/>
                                      </p:to>
                                    </p:set>
                                    <p:animEffect transition="in" filter="wipe(left)">
                                      <p:cBhvr>
                                        <p:cTn id="7" dur="500"/>
                                        <p:tgtEl>
                                          <p:spTgt spid="9054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pic>
        <p:nvPicPr>
          <p:cNvPr id="5" name="Picture 4"/>
          <p:cNvPicPr>
            <a:picLocks noChangeAspect="1"/>
          </p:cNvPicPr>
          <p:nvPr/>
        </p:nvPicPr>
        <p:blipFill>
          <a:blip r:embed="rId2"/>
          <a:stretch>
            <a:fillRect/>
          </a:stretch>
        </p:blipFill>
        <p:spPr>
          <a:xfrm>
            <a:off x="123205" y="188640"/>
            <a:ext cx="4466257" cy="5753996"/>
          </a:xfrm>
          <a:prstGeom prst="rect">
            <a:avLst/>
          </a:prstGeom>
        </p:spPr>
      </p:pic>
      <p:pic>
        <p:nvPicPr>
          <p:cNvPr id="6" name="Picture 5"/>
          <p:cNvPicPr>
            <a:picLocks noChangeAspect="1"/>
          </p:cNvPicPr>
          <p:nvPr/>
        </p:nvPicPr>
        <p:blipFill>
          <a:blip r:embed="rId3"/>
          <a:stretch>
            <a:fillRect/>
          </a:stretch>
        </p:blipFill>
        <p:spPr>
          <a:xfrm>
            <a:off x="4880943" y="188640"/>
            <a:ext cx="4083545" cy="5714547"/>
          </a:xfrm>
          <a:prstGeom prst="rect">
            <a:avLst/>
          </a:prstGeom>
        </p:spPr>
      </p:pic>
      <p:sp>
        <p:nvSpPr>
          <p:cNvPr id="8" name="TextBox 175"/>
          <p:cNvSpPr txBox="1">
            <a:spLocks noChangeArrowheads="1"/>
          </p:cNvSpPr>
          <p:nvPr/>
        </p:nvSpPr>
        <p:spPr bwMode="auto">
          <a:xfrm>
            <a:off x="2606675" y="6237288"/>
            <a:ext cx="5960734" cy="276999"/>
          </a:xfrm>
          <a:prstGeom prst="rect">
            <a:avLst/>
          </a:prstGeom>
          <a:solidFill>
            <a:schemeClr val="bg1"/>
          </a:solidFill>
          <a:ln w="9525">
            <a:noFill/>
            <a:miter lim="800000"/>
            <a:headEnd/>
            <a:tailEnd/>
          </a:ln>
        </p:spPr>
        <p:txBody>
          <a:bodyPr wrap="none">
            <a:spAutoFit/>
          </a:bodyPr>
          <a:lstStyle/>
          <a:p>
            <a:r>
              <a:rPr lang="en-AU" sz="1200" i="1" dirty="0">
                <a:solidFill>
                  <a:srgbClr val="000000"/>
                </a:solidFill>
                <a:latin typeface="Arial" pitchFamily="34" charset="0"/>
              </a:rPr>
              <a:t>Cox, OGC </a:t>
            </a:r>
            <a:r>
              <a:rPr lang="en-AU" sz="1200" i="1" dirty="0" smtClean="0">
                <a:solidFill>
                  <a:srgbClr val="000000"/>
                </a:solidFill>
                <a:latin typeface="Arial" pitchFamily="34" charset="0"/>
              </a:rPr>
              <a:t>Implementation </a:t>
            </a:r>
            <a:r>
              <a:rPr lang="en-AU" sz="1200" i="1" dirty="0">
                <a:solidFill>
                  <a:srgbClr val="000000"/>
                </a:solidFill>
                <a:latin typeface="Arial" pitchFamily="34" charset="0"/>
              </a:rPr>
              <a:t>– Observations and Measurements - XML </a:t>
            </a:r>
            <a:r>
              <a:rPr lang="en-AU" sz="1200" i="1" dirty="0" smtClean="0">
                <a:solidFill>
                  <a:srgbClr val="000000"/>
                </a:solidFill>
                <a:latin typeface="Arial" pitchFamily="34" charset="0"/>
              </a:rPr>
              <a:t>Implementation</a:t>
            </a:r>
            <a:endParaRPr lang="en-AU" sz="1200" i="1" dirty="0">
              <a:solidFill>
                <a:srgbClr val="000000"/>
              </a:solidFill>
              <a:latin typeface="Arial" pitchFamily="34" charset="0"/>
            </a:endParaRPr>
          </a:p>
        </p:txBody>
      </p:sp>
    </p:spTree>
    <p:extLst>
      <p:ext uri="{BB962C8B-B14F-4D97-AF65-F5344CB8AC3E}">
        <p14:creationId xmlns:p14="http://schemas.microsoft.com/office/powerpoint/2010/main" val="103668688"/>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smtClean="0"/>
              <a:t>Why </a:t>
            </a:r>
            <a:r>
              <a:rPr lang="en-GB" altLang="en-US" dirty="0"/>
              <a:t>JSON?</a:t>
            </a:r>
            <a:br>
              <a:rPr lang="en-GB" altLang="en-US" dirty="0"/>
            </a:br>
            <a:endParaRPr lang="en-AU" dirty="0"/>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
        <p:nvSpPr>
          <p:cNvPr id="5" name="Rectangle 4"/>
          <p:cNvSpPr/>
          <p:nvPr/>
        </p:nvSpPr>
        <p:spPr>
          <a:xfrm>
            <a:off x="2286000" y="1665441"/>
            <a:ext cx="4572000" cy="3277820"/>
          </a:xfrm>
          <a:prstGeom prst="rect">
            <a:avLst/>
          </a:prstGeom>
        </p:spPr>
        <p:txBody>
          <a:bodyPr>
            <a:spAutoFit/>
          </a:bodyPr>
          <a:lstStyle/>
          <a:p>
            <a:pPr lvl="1">
              <a:lnSpc>
                <a:spcPct val="90000"/>
              </a:lnSpc>
            </a:pPr>
            <a:r>
              <a:rPr lang="en-GB" altLang="en-US" dirty="0" smtClean="0"/>
              <a:t>“</a:t>
            </a:r>
            <a:r>
              <a:rPr lang="en-AU" altLang="en-US" dirty="0"/>
              <a:t>So these days, if you want to interchange tuples or tables of tuples or numbers and strings, you have JSON. If you want to do nontrivial publishing automation, use XML. If you want to interchange smart bitmaps of page images, there’s PDF. I personally think we’re probably done with inventing low-level textual interchange formats.</a:t>
            </a:r>
            <a:r>
              <a:rPr lang="en-GB" altLang="en-US" dirty="0"/>
              <a:t>”</a:t>
            </a:r>
          </a:p>
          <a:p>
            <a:pPr lvl="2">
              <a:lnSpc>
                <a:spcPct val="90000"/>
              </a:lnSpc>
            </a:pPr>
            <a:r>
              <a:rPr lang="en-GB" altLang="en-US" dirty="0"/>
              <a:t>Tim Bray </a:t>
            </a:r>
            <a:r>
              <a:rPr lang="en-GB" altLang="en-US" sz="1600" dirty="0">
                <a:hlinkClick r:id="rId2"/>
              </a:rPr>
              <a:t>http://www.tbray.org/ongoing/When/201x/2013/02/10/XML-at-15</a:t>
            </a:r>
            <a:endParaRPr lang="en-GB" altLang="en-US" sz="1600" dirty="0"/>
          </a:p>
        </p:txBody>
      </p:sp>
    </p:spTree>
    <p:extLst>
      <p:ext uri="{BB962C8B-B14F-4D97-AF65-F5344CB8AC3E}">
        <p14:creationId xmlns:p14="http://schemas.microsoft.com/office/powerpoint/2010/main" val="2308834936"/>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OM-JSON</a:t>
            </a:r>
            <a:endParaRPr lang="en-AU" dirty="0"/>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
        <p:nvSpPr>
          <p:cNvPr id="5" name="Rectangle 4"/>
          <p:cNvSpPr/>
          <p:nvPr/>
        </p:nvSpPr>
        <p:spPr>
          <a:xfrm>
            <a:off x="467544" y="908720"/>
            <a:ext cx="7272808" cy="2492990"/>
          </a:xfrm>
          <a:prstGeom prst="rect">
            <a:avLst/>
          </a:prstGeom>
        </p:spPr>
        <p:txBody>
          <a:bodyPr wrap="square">
            <a:spAutoFit/>
          </a:bodyPr>
          <a:lstStyle/>
          <a:p>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id"</a:t>
            </a:r>
            <a:r>
              <a:rPr lang="en-AU" sz="1200" dirty="0" err="1">
                <a:solidFill>
                  <a:srgbClr val="640032"/>
                </a:solidFill>
              </a:rPr>
              <a:t>:</a:t>
            </a:r>
            <a:r>
              <a:rPr lang="en-AU" sz="1200" dirty="0" err="1">
                <a:solidFill>
                  <a:srgbClr val="0000FF"/>
                </a:solidFill>
              </a:rPr>
              <a:t>"measure-instance-test</a:t>
            </a:r>
            <a:r>
              <a:rPr lang="en-AU" sz="1200" dirty="0">
                <a:solidFill>
                  <a:srgbClr val="0000FF"/>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"type"</a:t>
            </a:r>
            <a:r>
              <a:rPr lang="en-AU" sz="1200" dirty="0">
                <a:solidFill>
                  <a:srgbClr val="000000"/>
                </a:solidFill>
              </a:rPr>
              <a:t> </a:t>
            </a:r>
            <a:r>
              <a:rPr lang="en-AU" sz="1200" dirty="0">
                <a:solidFill>
                  <a:srgbClr val="640032"/>
                </a:solidFill>
              </a:rPr>
              <a:t>:</a:t>
            </a:r>
            <a:r>
              <a:rPr lang="en-AU" sz="1200" dirty="0">
                <a:solidFill>
                  <a:srgbClr val="000000"/>
                </a:solidFill>
              </a:rPr>
              <a:t> </a:t>
            </a:r>
            <a:r>
              <a:rPr lang="en-AU" sz="1200" dirty="0">
                <a:solidFill>
                  <a:srgbClr val="0000FF"/>
                </a:solidFill>
              </a:rPr>
              <a:t>"Measurement"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phenomenonTime</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"instant"</a:t>
            </a:r>
            <a:r>
              <a:rPr lang="en-AU" sz="1200" dirty="0">
                <a:solidFill>
                  <a:srgbClr val="640032"/>
                </a:solidFill>
              </a:rPr>
              <a:t>:</a:t>
            </a:r>
            <a:r>
              <a:rPr lang="en-AU" sz="1200" dirty="0">
                <a:solidFill>
                  <a:srgbClr val="0000FF"/>
                </a:solidFill>
              </a:rPr>
              <a:t>"2011-05-11T00:00:00+10:00"</a:t>
            </a: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"observedProperty"</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1E6496"/>
                </a:solidFill>
              </a:rPr>
              <a:t>"</a:t>
            </a:r>
            <a:r>
              <a:rPr lang="en-AU" sz="1200" dirty="0" err="1">
                <a:solidFill>
                  <a:srgbClr val="1E6496"/>
                </a:solidFill>
              </a:rPr>
              <a:t>href"</a:t>
            </a:r>
            <a:r>
              <a:rPr lang="en-AU" sz="1200" dirty="0" err="1">
                <a:solidFill>
                  <a:srgbClr val="640032"/>
                </a:solidFill>
              </a:rPr>
              <a:t>:</a:t>
            </a:r>
            <a:r>
              <a:rPr lang="en-AU" sz="1200" dirty="0" err="1">
                <a:solidFill>
                  <a:srgbClr val="0000FF"/>
                </a:solidFill>
              </a:rPr>
              <a:t>"http</a:t>
            </a:r>
            <a:r>
              <a:rPr lang="en-AU" sz="1200" dirty="0">
                <a:solidFill>
                  <a:srgbClr val="0000FF"/>
                </a:solidFill>
              </a:rPr>
              <a:t>://environment.data.gov.au/</a:t>
            </a:r>
            <a:r>
              <a:rPr lang="en-AU" sz="1200" dirty="0" err="1">
                <a:solidFill>
                  <a:srgbClr val="0000FF"/>
                </a:solidFill>
              </a:rPr>
              <a:t>def</a:t>
            </a:r>
            <a:r>
              <a:rPr lang="en-AU" sz="1200" dirty="0">
                <a:solidFill>
                  <a:srgbClr val="0000FF"/>
                </a:solidFill>
              </a:rPr>
              <a:t>/property/</a:t>
            </a:r>
            <a:r>
              <a:rPr lang="en-AU" sz="1200" dirty="0" err="1">
                <a:solidFill>
                  <a:srgbClr val="0000FF"/>
                </a:solidFill>
              </a:rPr>
              <a:t>air_temperature</a:t>
            </a:r>
            <a:r>
              <a:rPr lang="en-AU" sz="1200" dirty="0">
                <a:solidFill>
                  <a:srgbClr val="0000FF"/>
                </a:solidFill>
              </a:rPr>
              <a:t>"</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"procedure"</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1E6496"/>
                </a:solidFill>
              </a:rPr>
              <a:t>"</a:t>
            </a:r>
            <a:r>
              <a:rPr lang="en-AU" sz="1200" dirty="0" err="1">
                <a:solidFill>
                  <a:srgbClr val="1E6496"/>
                </a:solidFill>
              </a:rPr>
              <a:t>href"</a:t>
            </a:r>
            <a:r>
              <a:rPr lang="en-AU" sz="1200" dirty="0" err="1">
                <a:solidFill>
                  <a:srgbClr val="640032"/>
                </a:solidFill>
              </a:rPr>
              <a:t>:</a:t>
            </a:r>
            <a:r>
              <a:rPr lang="en-AU" sz="1200" dirty="0" err="1">
                <a:solidFill>
                  <a:srgbClr val="0000FF"/>
                </a:solidFill>
              </a:rPr>
              <a:t>"http</a:t>
            </a:r>
            <a:r>
              <a:rPr lang="en-AU" sz="1200" dirty="0">
                <a:solidFill>
                  <a:srgbClr val="0000FF"/>
                </a:solidFill>
              </a:rPr>
              <a:t>://www.opengis.net/def/waterml/2.0/processType/Sensor"</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featureOfInterest</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1E6496"/>
                </a:solidFill>
              </a:rPr>
              <a:t>"</a:t>
            </a:r>
            <a:r>
              <a:rPr lang="en-AU" sz="1200" dirty="0" err="1">
                <a:solidFill>
                  <a:srgbClr val="1E6496"/>
                </a:solidFill>
              </a:rPr>
              <a:t>href"</a:t>
            </a:r>
            <a:r>
              <a:rPr lang="en-AU" sz="1200" dirty="0" err="1">
                <a:solidFill>
                  <a:srgbClr val="640032"/>
                </a:solidFill>
              </a:rPr>
              <a:t>:</a:t>
            </a:r>
            <a:r>
              <a:rPr lang="en-AU" sz="1200" dirty="0" err="1">
                <a:solidFill>
                  <a:srgbClr val="0000FF"/>
                </a:solidFill>
              </a:rPr>
              <a:t>"http</a:t>
            </a:r>
            <a:r>
              <a:rPr lang="en-AU" sz="1200" dirty="0">
                <a:solidFill>
                  <a:srgbClr val="0000FF"/>
                </a:solidFill>
              </a:rPr>
              <a:t>://waterml2.csiro.au/</a:t>
            </a:r>
            <a:r>
              <a:rPr lang="en-AU" sz="1200" dirty="0" err="1">
                <a:solidFill>
                  <a:srgbClr val="0000FF"/>
                </a:solidFill>
              </a:rPr>
              <a:t>rgs</a:t>
            </a:r>
            <a:r>
              <a:rPr lang="en-AU" sz="1200" dirty="0">
                <a:solidFill>
                  <a:srgbClr val="0000FF"/>
                </a:solidFill>
              </a:rPr>
              <a:t>-api/v1/monitoring-point/419009/"</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resultTime</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0000FF"/>
                </a:solidFill>
              </a:rPr>
              <a:t>"2011-05-12T09:00:00+10:00"</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"result"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"value"</a:t>
            </a:r>
            <a:r>
              <a:rPr lang="en-AU" sz="1200" dirty="0">
                <a:solidFill>
                  <a:srgbClr val="640032"/>
                </a:solidFill>
              </a:rPr>
              <a:t>:</a:t>
            </a:r>
            <a:r>
              <a:rPr lang="en-AU" sz="1200" dirty="0">
                <a:solidFill>
                  <a:srgbClr val="000000"/>
                </a:solidFill>
              </a:rPr>
              <a:t> </a:t>
            </a:r>
            <a:r>
              <a:rPr lang="en-AU" sz="1200" dirty="0">
                <a:solidFill>
                  <a:srgbClr val="000096"/>
                </a:solidFill>
              </a:rPr>
              <a:t>3.2</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uom</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0000FF"/>
                </a:solidFill>
              </a:rPr>
              <a:t>"http://qudt.org/vocab/</a:t>
            </a:r>
            <a:r>
              <a:rPr lang="en-AU" sz="1200" dirty="0" err="1">
                <a:solidFill>
                  <a:srgbClr val="0000FF"/>
                </a:solidFill>
              </a:rPr>
              <a:t>unit#DegreeCelsius</a:t>
            </a:r>
            <a:r>
              <a:rPr lang="en-AU" sz="1200" dirty="0">
                <a:solidFill>
                  <a:srgbClr val="0000FF"/>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960000"/>
                </a:solidFill>
              </a:rPr>
              <a:t>}</a:t>
            </a:r>
            <a:endParaRPr lang="en-AU" sz="1200" dirty="0"/>
          </a:p>
        </p:txBody>
      </p:sp>
      <p:sp>
        <p:nvSpPr>
          <p:cNvPr id="8" name="TextBox 7"/>
          <p:cNvSpPr txBox="1"/>
          <p:nvPr/>
        </p:nvSpPr>
        <p:spPr>
          <a:xfrm>
            <a:off x="4860032" y="3721571"/>
            <a:ext cx="4104456" cy="707886"/>
          </a:xfrm>
          <a:prstGeom prst="rect">
            <a:avLst/>
          </a:prstGeom>
          <a:noFill/>
        </p:spPr>
        <p:txBody>
          <a:bodyPr wrap="square" rtlCol="0">
            <a:spAutoFit/>
          </a:bodyPr>
          <a:lstStyle/>
          <a:p>
            <a:r>
              <a:rPr lang="en-US" sz="2000" i="1" dirty="0" smtClean="0"/>
              <a:t>O&amp;M terminology</a:t>
            </a:r>
          </a:p>
          <a:p>
            <a:r>
              <a:rPr lang="en-US" sz="2000" i="1" dirty="0" smtClean="0"/>
              <a:t>JSON syntax</a:t>
            </a:r>
          </a:p>
        </p:txBody>
      </p:sp>
      <p:sp>
        <p:nvSpPr>
          <p:cNvPr id="9" name="Oval 8"/>
          <p:cNvSpPr/>
          <p:nvPr/>
        </p:nvSpPr>
        <p:spPr>
          <a:xfrm>
            <a:off x="441665" y="1302589"/>
            <a:ext cx="2016224" cy="23695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61346067"/>
      </p:ext>
    </p:extLst>
  </p:cSld>
  <p:clrMapOvr>
    <a:masterClrMapping/>
  </p:clrMapOvr>
  <p:transition xmlns:p14="http://schemas.microsoft.com/office/powerpoint/2010/main">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OM-JSON – time-series</a:t>
            </a:r>
            <a:endParaRPr lang="en-AU" dirty="0"/>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
        <p:nvSpPr>
          <p:cNvPr id="5" name="Rectangle 4"/>
          <p:cNvSpPr/>
          <p:nvPr/>
        </p:nvSpPr>
        <p:spPr>
          <a:xfrm>
            <a:off x="467544" y="908720"/>
            <a:ext cx="8352606" cy="5447644"/>
          </a:xfrm>
          <a:prstGeom prst="rect">
            <a:avLst/>
          </a:prstGeom>
        </p:spPr>
        <p:txBody>
          <a:bodyPr wrap="square">
            <a:spAutoFit/>
          </a:bodyPr>
          <a:lstStyle/>
          <a:p>
            <a:r>
              <a:rPr lang="en-US" sz="1200" dirty="0" smtClean="0">
                <a:solidFill>
                  <a:srgbClr val="960000"/>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"id"</a:t>
            </a:r>
            <a:r>
              <a:rPr lang="en-US" sz="1200" dirty="0" smtClean="0">
                <a:solidFill>
                  <a:srgbClr val="640032"/>
                </a:solidFill>
              </a:rPr>
              <a:t>:</a:t>
            </a:r>
            <a:r>
              <a:rPr lang="en-US" sz="1200" dirty="0" smtClean="0">
                <a:solidFill>
                  <a:srgbClr val="0000FF"/>
                </a:solidFill>
              </a:rPr>
              <a:t>"</a:t>
            </a:r>
            <a:r>
              <a:rPr lang="en-US" sz="1200" dirty="0" err="1" smtClean="0">
                <a:solidFill>
                  <a:srgbClr val="0000FF"/>
                </a:solidFill>
              </a:rPr>
              <a:t>timeseries</a:t>
            </a:r>
            <a:r>
              <a:rPr lang="en-US" sz="1200" dirty="0" smtClean="0">
                <a:solidFill>
                  <a:srgbClr val="0000FF"/>
                </a:solidFill>
              </a:rPr>
              <a:t>-instance-test"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"type"</a:t>
            </a:r>
            <a:r>
              <a:rPr lang="en-US" sz="1200" dirty="0" smtClean="0">
                <a:solidFill>
                  <a:srgbClr val="000000"/>
                </a:solidFill>
              </a:rPr>
              <a:t> </a:t>
            </a:r>
            <a:r>
              <a:rPr lang="en-US" sz="1200" dirty="0" smtClean="0">
                <a:solidFill>
                  <a:srgbClr val="640032"/>
                </a:solidFill>
              </a:rPr>
              <a:t>:</a:t>
            </a:r>
            <a:r>
              <a:rPr lang="en-US" sz="1200" dirty="0" smtClean="0">
                <a:solidFill>
                  <a:srgbClr val="000000"/>
                </a:solidFill>
              </a:rPr>
              <a:t> </a:t>
            </a:r>
            <a:r>
              <a:rPr lang="en-US" sz="1200" dirty="0" smtClean="0">
                <a:solidFill>
                  <a:srgbClr val="0000FF"/>
                </a:solidFill>
              </a:rPr>
              <a:t>"http://</a:t>
            </a:r>
            <a:r>
              <a:rPr lang="en-US" sz="1200" dirty="0" err="1" smtClean="0">
                <a:solidFill>
                  <a:srgbClr val="0000FF"/>
                </a:solidFill>
              </a:rPr>
              <a:t>www.opengis.net</a:t>
            </a:r>
            <a:r>
              <a:rPr lang="en-US" sz="1200" dirty="0" smtClean="0">
                <a:solidFill>
                  <a:srgbClr val="0000FF"/>
                </a:solidFill>
              </a:rPr>
              <a:t>/</a:t>
            </a:r>
            <a:r>
              <a:rPr lang="en-US" sz="1200" dirty="0" err="1" smtClean="0">
                <a:solidFill>
                  <a:srgbClr val="0000FF"/>
                </a:solidFill>
              </a:rPr>
              <a:t>def</a:t>
            </a:r>
            <a:r>
              <a:rPr lang="en-US" sz="1200" dirty="0" smtClean="0">
                <a:solidFill>
                  <a:srgbClr val="0000FF"/>
                </a:solidFill>
              </a:rPr>
              <a:t>/</a:t>
            </a:r>
            <a:r>
              <a:rPr lang="en-US" sz="1200" dirty="0" err="1" smtClean="0">
                <a:solidFill>
                  <a:srgbClr val="0000FF"/>
                </a:solidFill>
              </a:rPr>
              <a:t>observationType</a:t>
            </a:r>
            <a:r>
              <a:rPr lang="en-US" sz="1200" dirty="0" smtClean="0">
                <a:solidFill>
                  <a:srgbClr val="0000FF"/>
                </a:solidFill>
              </a:rPr>
              <a:t>/OGC-OM/2.0/</a:t>
            </a:r>
            <a:r>
              <a:rPr lang="en-US" sz="1200" dirty="0" err="1" smtClean="0">
                <a:solidFill>
                  <a:srgbClr val="0000FF"/>
                </a:solidFill>
              </a:rPr>
              <a:t>OM_DiscreteTimeSeriesObservation</a:t>
            </a:r>
            <a:r>
              <a:rPr lang="en-US" sz="1200" dirty="0" smtClean="0">
                <a:solidFill>
                  <a:srgbClr val="0000FF"/>
                </a:solidFill>
              </a:rPr>
              <a: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a:t>
            </a:r>
            <a:r>
              <a:rPr lang="en-US" sz="1200" dirty="0" err="1" smtClean="0">
                <a:solidFill>
                  <a:srgbClr val="1E6496"/>
                </a:solidFill>
              </a:rPr>
              <a:t>phenomenonTime</a:t>
            </a:r>
            <a:r>
              <a:rPr lang="en-US" sz="1200" dirty="0" smtClean="0">
                <a:solidFill>
                  <a:srgbClr val="1E6496"/>
                </a:solidFill>
              </a:rPr>
              <a:t>"</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t>
            </a:r>
            <a:r>
              <a:rPr lang="en-US" sz="1200" dirty="0" smtClean="0">
                <a:solidFill>
                  <a:srgbClr val="1E6496"/>
                </a:solidFill>
              </a:rPr>
              <a:t>"begin"</a:t>
            </a:r>
            <a:r>
              <a:rPr lang="en-US" sz="1200" dirty="0" smtClean="0">
                <a:solidFill>
                  <a:srgbClr val="640032"/>
                </a:solidFill>
              </a:rPr>
              <a:t>:</a:t>
            </a:r>
            <a:r>
              <a:rPr lang="en-US" sz="1200" dirty="0" smtClean="0">
                <a:solidFill>
                  <a:srgbClr val="0000FF"/>
                </a:solidFill>
              </a:rPr>
              <a:t>"2015-08-03"</a:t>
            </a:r>
            <a:r>
              <a:rPr lang="en-US" sz="1200" dirty="0" smtClean="0">
                <a:solidFill>
                  <a:srgbClr val="640032"/>
                </a:solidFill>
              </a:rPr>
              <a:t>,</a:t>
            </a:r>
            <a:r>
              <a:rPr lang="en-US" sz="1200" dirty="0" smtClean="0">
                <a:solidFill>
                  <a:srgbClr val="000000"/>
                </a:solidFill>
              </a:rPr>
              <a:t> </a:t>
            </a:r>
            <a:r>
              <a:rPr lang="en-US" sz="1200" dirty="0" smtClean="0">
                <a:solidFill>
                  <a:srgbClr val="1E6496"/>
                </a:solidFill>
              </a:rPr>
              <a:t>"end"</a:t>
            </a:r>
            <a:r>
              <a:rPr lang="en-US" sz="1200" dirty="0" smtClean="0">
                <a:solidFill>
                  <a:srgbClr val="640032"/>
                </a:solidFill>
              </a:rPr>
              <a:t>:</a:t>
            </a:r>
            <a:r>
              <a:rPr lang="en-US" sz="1200" dirty="0" smtClean="0">
                <a:solidFill>
                  <a:srgbClr val="0000FF"/>
                </a:solidFill>
              </a:rPr>
              <a:t>"2015-08-05"</a:t>
            </a:r>
            <a:r>
              <a:rPr lang="en-US" sz="1200" dirty="0" smtClean="0">
                <a:solidFill>
                  <a:srgbClr val="000000"/>
                </a:solidFill>
              </a:rPr>
              <a:t> </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a:t>
            </a:r>
            <a:r>
              <a:rPr lang="en-US" sz="1200" dirty="0" err="1" smtClean="0">
                <a:solidFill>
                  <a:srgbClr val="1E6496"/>
                </a:solidFill>
              </a:rPr>
              <a:t>observedProperty</a:t>
            </a:r>
            <a:r>
              <a:rPr lang="en-US" sz="1200" dirty="0" smtClean="0">
                <a:solidFill>
                  <a:srgbClr val="1E6496"/>
                </a:solidFill>
              </a:rPr>
              <a:t>"</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1E6496"/>
                </a:solidFill>
              </a:rPr>
              <a:t>"</a:t>
            </a:r>
            <a:r>
              <a:rPr lang="en-US" sz="1200" dirty="0" err="1" smtClean="0">
                <a:solidFill>
                  <a:srgbClr val="1E6496"/>
                </a:solidFill>
              </a:rPr>
              <a:t>href</a:t>
            </a:r>
            <a:r>
              <a:rPr lang="en-US" sz="1200" dirty="0" smtClean="0">
                <a:solidFill>
                  <a:srgbClr val="1E6496"/>
                </a:solidFill>
              </a:rPr>
              <a:t>"</a:t>
            </a:r>
            <a:r>
              <a:rPr lang="en-US" sz="1200" dirty="0" smtClean="0">
                <a:solidFill>
                  <a:srgbClr val="640032"/>
                </a:solidFill>
              </a:rPr>
              <a:t>:</a:t>
            </a:r>
            <a:r>
              <a:rPr lang="en-US" sz="1200" dirty="0" smtClean="0">
                <a:solidFill>
                  <a:srgbClr val="0000FF"/>
                </a:solidFill>
              </a:rPr>
              <a:t>"http://</a:t>
            </a:r>
            <a:r>
              <a:rPr lang="en-US" sz="1200" dirty="0" err="1" smtClean="0">
                <a:solidFill>
                  <a:srgbClr val="0000FF"/>
                </a:solidFill>
              </a:rPr>
              <a:t>environment.data.gov.au</a:t>
            </a:r>
            <a:r>
              <a:rPr lang="en-US" sz="1200" dirty="0" smtClean="0">
                <a:solidFill>
                  <a:srgbClr val="0000FF"/>
                </a:solidFill>
              </a:rPr>
              <a:t>/</a:t>
            </a:r>
            <a:r>
              <a:rPr lang="en-US" sz="1200" dirty="0" err="1" smtClean="0">
                <a:solidFill>
                  <a:srgbClr val="0000FF"/>
                </a:solidFill>
              </a:rPr>
              <a:t>def</a:t>
            </a:r>
            <a:r>
              <a:rPr lang="en-US" sz="1200" dirty="0" smtClean="0">
                <a:solidFill>
                  <a:srgbClr val="0000FF"/>
                </a:solidFill>
              </a:rPr>
              <a:t>/property/</a:t>
            </a:r>
            <a:r>
              <a:rPr lang="en-US" sz="1200" dirty="0" err="1" smtClean="0">
                <a:solidFill>
                  <a:srgbClr val="0000FF"/>
                </a:solidFill>
              </a:rPr>
              <a:t>air_temperature</a:t>
            </a:r>
            <a:r>
              <a:rPr lang="en-US" sz="1200" dirty="0" smtClean="0">
                <a:solidFill>
                  <a:srgbClr val="0000FF"/>
                </a:solidFill>
              </a:rPr>
              <a:t>"</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"procedure"</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1E6496"/>
                </a:solidFill>
              </a:rPr>
              <a:t>"</a:t>
            </a:r>
            <a:r>
              <a:rPr lang="en-US" sz="1200" dirty="0" err="1" smtClean="0">
                <a:solidFill>
                  <a:srgbClr val="1E6496"/>
                </a:solidFill>
              </a:rPr>
              <a:t>href</a:t>
            </a:r>
            <a:r>
              <a:rPr lang="en-US" sz="1200" dirty="0" smtClean="0">
                <a:solidFill>
                  <a:srgbClr val="1E6496"/>
                </a:solidFill>
              </a:rPr>
              <a:t>"</a:t>
            </a:r>
            <a:r>
              <a:rPr lang="en-US" sz="1200" dirty="0" smtClean="0">
                <a:solidFill>
                  <a:srgbClr val="640032"/>
                </a:solidFill>
              </a:rPr>
              <a:t>:</a:t>
            </a:r>
            <a:r>
              <a:rPr lang="en-US" sz="1200" dirty="0" smtClean="0">
                <a:solidFill>
                  <a:srgbClr val="0000FF"/>
                </a:solidFill>
              </a:rPr>
              <a:t>"http://</a:t>
            </a:r>
            <a:r>
              <a:rPr lang="en-US" sz="1200" dirty="0" err="1" smtClean="0">
                <a:solidFill>
                  <a:srgbClr val="0000FF"/>
                </a:solidFill>
              </a:rPr>
              <a:t>www.opengis.net</a:t>
            </a:r>
            <a:r>
              <a:rPr lang="en-US" sz="1200" dirty="0" smtClean="0">
                <a:solidFill>
                  <a:srgbClr val="0000FF"/>
                </a:solidFill>
              </a:rPr>
              <a:t>/</a:t>
            </a:r>
            <a:r>
              <a:rPr lang="en-US" sz="1200" dirty="0" err="1" smtClean="0">
                <a:solidFill>
                  <a:srgbClr val="0000FF"/>
                </a:solidFill>
              </a:rPr>
              <a:t>def</a:t>
            </a:r>
            <a:r>
              <a:rPr lang="en-US" sz="1200" dirty="0" smtClean="0">
                <a:solidFill>
                  <a:srgbClr val="0000FF"/>
                </a:solidFill>
              </a:rPr>
              <a:t>/</a:t>
            </a:r>
            <a:r>
              <a:rPr lang="en-US" sz="1200" dirty="0" err="1" smtClean="0">
                <a:solidFill>
                  <a:srgbClr val="0000FF"/>
                </a:solidFill>
              </a:rPr>
              <a:t>waterml</a:t>
            </a:r>
            <a:r>
              <a:rPr lang="en-US" sz="1200" dirty="0" smtClean="0">
                <a:solidFill>
                  <a:srgbClr val="0000FF"/>
                </a:solidFill>
              </a:rPr>
              <a:t>/2.0/</a:t>
            </a:r>
            <a:r>
              <a:rPr lang="en-US" sz="1200" dirty="0" err="1" smtClean="0">
                <a:solidFill>
                  <a:srgbClr val="0000FF"/>
                </a:solidFill>
              </a:rPr>
              <a:t>processType</a:t>
            </a:r>
            <a:r>
              <a:rPr lang="en-US" sz="1200" dirty="0" smtClean="0">
                <a:solidFill>
                  <a:srgbClr val="0000FF"/>
                </a:solidFill>
              </a:rPr>
              <a:t>/Sensor"</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a:t>
            </a:r>
            <a:r>
              <a:rPr lang="en-US" sz="1200" dirty="0" err="1" smtClean="0">
                <a:solidFill>
                  <a:srgbClr val="1E6496"/>
                </a:solidFill>
              </a:rPr>
              <a:t>featureOfInterest</a:t>
            </a:r>
            <a:r>
              <a:rPr lang="en-US" sz="1200" dirty="0" smtClean="0">
                <a:solidFill>
                  <a:srgbClr val="1E6496"/>
                </a:solidFill>
              </a:rPr>
              <a:t>"</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1E6496"/>
                </a:solidFill>
              </a:rPr>
              <a:t>"</a:t>
            </a:r>
            <a:r>
              <a:rPr lang="en-US" sz="1200" dirty="0" err="1" smtClean="0">
                <a:solidFill>
                  <a:srgbClr val="1E6496"/>
                </a:solidFill>
              </a:rPr>
              <a:t>href</a:t>
            </a:r>
            <a:r>
              <a:rPr lang="en-US" sz="1200" dirty="0" smtClean="0">
                <a:solidFill>
                  <a:srgbClr val="1E6496"/>
                </a:solidFill>
              </a:rPr>
              <a:t>"</a:t>
            </a:r>
            <a:r>
              <a:rPr lang="en-US" sz="1200" dirty="0" smtClean="0">
                <a:solidFill>
                  <a:srgbClr val="640032"/>
                </a:solidFill>
              </a:rPr>
              <a:t>:</a:t>
            </a:r>
            <a:r>
              <a:rPr lang="en-US" sz="1200" dirty="0" smtClean="0">
                <a:solidFill>
                  <a:srgbClr val="0000FF"/>
                </a:solidFill>
              </a:rPr>
              <a:t>"http://waterml2.csiro.au/</a:t>
            </a:r>
            <a:r>
              <a:rPr lang="en-US" sz="1200" dirty="0" err="1" smtClean="0">
                <a:solidFill>
                  <a:srgbClr val="0000FF"/>
                </a:solidFill>
              </a:rPr>
              <a:t>rgs-api</a:t>
            </a:r>
            <a:r>
              <a:rPr lang="en-US" sz="1200" dirty="0" smtClean="0">
                <a:solidFill>
                  <a:srgbClr val="0000FF"/>
                </a:solidFill>
              </a:rPr>
              <a:t>/v1/monitoring-point/419009/"</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a:t>
            </a:r>
            <a:r>
              <a:rPr lang="en-US" sz="1200" dirty="0" err="1" smtClean="0">
                <a:solidFill>
                  <a:srgbClr val="1E6496"/>
                </a:solidFill>
              </a:rPr>
              <a:t>resultTime</a:t>
            </a:r>
            <a:r>
              <a:rPr lang="en-US" sz="1200" dirty="0" smtClean="0">
                <a:solidFill>
                  <a:srgbClr val="1E6496"/>
                </a:solidFill>
              </a:rPr>
              <a:t>"</a:t>
            </a:r>
            <a:r>
              <a:rPr lang="en-US" sz="1200" dirty="0" smtClean="0">
                <a:solidFill>
                  <a:srgbClr val="640032"/>
                </a:solidFill>
              </a:rPr>
              <a:t>:</a:t>
            </a:r>
            <a:r>
              <a:rPr lang="en-US" sz="1200" dirty="0" smtClean="0">
                <a:solidFill>
                  <a:srgbClr val="000000"/>
                </a:solidFill>
              </a:rPr>
              <a:t> </a:t>
            </a:r>
            <a:r>
              <a:rPr lang="en-US" sz="1200" dirty="0" smtClean="0">
                <a:solidFill>
                  <a:srgbClr val="0000FF"/>
                </a:solidFill>
              </a:rPr>
              <a:t>"2015-08-05T09:00:00+10:00"</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"result"</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a:t>
            </a:r>
            <a:r>
              <a:rPr lang="en-US" sz="1200" dirty="0" err="1" smtClean="0">
                <a:solidFill>
                  <a:srgbClr val="1E6496"/>
                </a:solidFill>
              </a:rPr>
              <a:t>defaultPointMetadata</a:t>
            </a:r>
            <a:r>
              <a:rPr lang="en-US" sz="1200" dirty="0" smtClean="0">
                <a:solidFill>
                  <a:srgbClr val="1E6496"/>
                </a:solidFill>
              </a:rPr>
              <a:t>"</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a:t>
            </a:r>
            <a:r>
              <a:rPr lang="en-US" sz="1200" dirty="0" err="1" smtClean="0">
                <a:solidFill>
                  <a:srgbClr val="1E6496"/>
                </a:solidFill>
              </a:rPr>
              <a:t>interpolationType</a:t>
            </a:r>
            <a:r>
              <a:rPr lang="en-US" sz="1200" dirty="0" smtClean="0">
                <a:solidFill>
                  <a:srgbClr val="1E6496"/>
                </a:solidFill>
              </a:rPr>
              <a:t>"</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1E6496"/>
                </a:solidFill>
              </a:rPr>
              <a:t>"</a:t>
            </a:r>
            <a:r>
              <a:rPr lang="en-US" sz="1200" dirty="0" err="1" smtClean="0">
                <a:solidFill>
                  <a:srgbClr val="1E6496"/>
                </a:solidFill>
              </a:rPr>
              <a:t>href</a:t>
            </a:r>
            <a:r>
              <a:rPr lang="en-US" sz="1200" dirty="0" smtClean="0">
                <a:solidFill>
                  <a:srgbClr val="1E6496"/>
                </a:solidFill>
              </a:rPr>
              <a:t>"</a:t>
            </a:r>
            <a:r>
              <a:rPr lang="en-US" sz="1200" dirty="0" smtClean="0">
                <a:solidFill>
                  <a:srgbClr val="640032"/>
                </a:solidFill>
              </a:rPr>
              <a:t>:</a:t>
            </a:r>
            <a:r>
              <a:rPr lang="en-US" sz="1200" dirty="0" smtClean="0">
                <a:solidFill>
                  <a:srgbClr val="000000"/>
                </a:solidFill>
              </a:rPr>
              <a:t> </a:t>
            </a:r>
            <a:r>
              <a:rPr lang="en-US" sz="1200" dirty="0" smtClean="0">
                <a:solidFill>
                  <a:srgbClr val="0000FF"/>
                </a:solidFill>
              </a:rPr>
              <a:t>"http://</a:t>
            </a:r>
            <a:r>
              <a:rPr lang="en-US" sz="1200" dirty="0" err="1" smtClean="0">
                <a:solidFill>
                  <a:srgbClr val="0000FF"/>
                </a:solidFill>
              </a:rPr>
              <a:t>www.opengis.net</a:t>
            </a:r>
            <a:r>
              <a:rPr lang="en-US" sz="1200" dirty="0" smtClean="0">
                <a:solidFill>
                  <a:srgbClr val="0000FF"/>
                </a:solidFill>
              </a:rPr>
              <a:t>/</a:t>
            </a:r>
            <a:r>
              <a:rPr lang="en-US" sz="1200" dirty="0" err="1" smtClean="0">
                <a:solidFill>
                  <a:srgbClr val="0000FF"/>
                </a:solidFill>
              </a:rPr>
              <a:t>def</a:t>
            </a:r>
            <a:r>
              <a:rPr lang="en-US" sz="1200" dirty="0" smtClean="0">
                <a:solidFill>
                  <a:srgbClr val="0000FF"/>
                </a:solidFill>
              </a:rPr>
              <a:t>/</a:t>
            </a:r>
            <a:r>
              <a:rPr lang="en-US" sz="1200" dirty="0" err="1" smtClean="0">
                <a:solidFill>
                  <a:srgbClr val="0000FF"/>
                </a:solidFill>
              </a:rPr>
              <a:t>waterml</a:t>
            </a:r>
            <a:r>
              <a:rPr lang="en-US" sz="1200" dirty="0" smtClean="0">
                <a:solidFill>
                  <a:srgbClr val="0000FF"/>
                </a:solidFill>
              </a:rPr>
              <a:t>/2.0/</a:t>
            </a:r>
            <a:r>
              <a:rPr lang="en-US" sz="1200" dirty="0" err="1" smtClean="0">
                <a:solidFill>
                  <a:srgbClr val="0000FF"/>
                </a:solidFill>
              </a:rPr>
              <a:t>interpolationType</a:t>
            </a:r>
            <a:r>
              <a:rPr lang="en-US" sz="1200" dirty="0" smtClean="0">
                <a:solidFill>
                  <a:srgbClr val="0000FF"/>
                </a:solidFill>
              </a:rPr>
              <a:t>/Continuous"</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a:t>
            </a:r>
            <a:r>
              <a:rPr lang="en-US" sz="1200" dirty="0" err="1" smtClean="0">
                <a:solidFill>
                  <a:srgbClr val="1E6496"/>
                </a:solidFill>
              </a:rPr>
              <a:t>uom</a:t>
            </a:r>
            <a:r>
              <a:rPr lang="en-US" sz="1200" dirty="0" smtClean="0">
                <a:solidFill>
                  <a:srgbClr val="1E6496"/>
                </a:solidFill>
              </a:rPr>
              <a:t>"</a:t>
            </a:r>
            <a:r>
              <a:rPr lang="en-US" sz="1200" dirty="0" smtClean="0">
                <a:solidFill>
                  <a:srgbClr val="000000"/>
                </a:solidFill>
              </a:rPr>
              <a:t> </a:t>
            </a:r>
            <a:r>
              <a:rPr lang="en-US" sz="1200" dirty="0" smtClean="0">
                <a:solidFill>
                  <a:srgbClr val="640032"/>
                </a:solidFill>
              </a:rPr>
              <a:t>:</a:t>
            </a:r>
            <a:r>
              <a:rPr lang="en-US" sz="1200" dirty="0" smtClean="0">
                <a:solidFill>
                  <a:srgbClr val="000000"/>
                </a:solidFill>
              </a:rPr>
              <a:t> </a:t>
            </a:r>
            <a:r>
              <a:rPr lang="en-US" sz="1200" dirty="0" smtClean="0">
                <a:solidFill>
                  <a:srgbClr val="0000FF"/>
                </a:solidFill>
              </a:rPr>
              <a:t>"http://</a:t>
            </a:r>
            <a:r>
              <a:rPr lang="en-US" sz="1200" dirty="0" err="1" smtClean="0">
                <a:solidFill>
                  <a:srgbClr val="0000FF"/>
                </a:solidFill>
              </a:rPr>
              <a:t>qudt.org</a:t>
            </a:r>
            <a:r>
              <a:rPr lang="en-US" sz="1200" dirty="0" smtClean="0">
                <a:solidFill>
                  <a:srgbClr val="0000FF"/>
                </a:solidFill>
              </a:rPr>
              <a:t>/vocab/</a:t>
            </a:r>
            <a:r>
              <a:rPr lang="en-US" sz="1200" dirty="0" err="1" smtClean="0">
                <a:solidFill>
                  <a:srgbClr val="0000FF"/>
                </a:solidFill>
              </a:rPr>
              <a:t>unit#DegreeCelsius</a:t>
            </a:r>
            <a:r>
              <a:rPr lang="en-US" sz="1200" dirty="0" smtClean="0">
                <a:solidFill>
                  <a:srgbClr val="0000FF"/>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"points"</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"time"</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t>
            </a:r>
            <a:r>
              <a:rPr lang="en-US" sz="1200" dirty="0" smtClean="0">
                <a:solidFill>
                  <a:srgbClr val="1E6496"/>
                </a:solidFill>
              </a:rPr>
              <a:t>"instant"</a:t>
            </a:r>
            <a:r>
              <a:rPr lang="en-US" sz="1200" dirty="0" smtClean="0">
                <a:solidFill>
                  <a:srgbClr val="640032"/>
                </a:solidFill>
              </a:rPr>
              <a:t>:</a:t>
            </a:r>
            <a:r>
              <a:rPr lang="en-US" sz="1200" dirty="0" smtClean="0">
                <a:solidFill>
                  <a:srgbClr val="000000"/>
                </a:solidFill>
              </a:rPr>
              <a:t> </a:t>
            </a:r>
            <a:r>
              <a:rPr lang="en-US" sz="1200" dirty="0" smtClean="0">
                <a:solidFill>
                  <a:srgbClr val="0000FF"/>
                </a:solidFill>
              </a:rPr>
              <a:t>"2015-08-03"</a:t>
            </a:r>
            <a:r>
              <a:rPr lang="en-US" sz="1200" dirty="0" smtClean="0">
                <a:solidFill>
                  <a:srgbClr val="000000"/>
                </a:solidFill>
              </a:rPr>
              <a:t> </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"value"</a:t>
            </a:r>
            <a:r>
              <a:rPr lang="en-US" sz="1200" dirty="0" smtClean="0">
                <a:solidFill>
                  <a:srgbClr val="640032"/>
                </a:solidFill>
              </a:rPr>
              <a:t>:</a:t>
            </a:r>
            <a:r>
              <a:rPr lang="en-US" sz="1200" dirty="0" smtClean="0">
                <a:solidFill>
                  <a:srgbClr val="000000"/>
                </a:solidFill>
              </a:rPr>
              <a:t> </a:t>
            </a:r>
            <a:r>
              <a:rPr lang="en-US" sz="1200" dirty="0" smtClean="0">
                <a:solidFill>
                  <a:srgbClr val="000096"/>
                </a:solidFill>
              </a:rPr>
              <a:t>3.2</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"time"</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t>
            </a:r>
            <a:r>
              <a:rPr lang="en-US" sz="1200" dirty="0" smtClean="0">
                <a:solidFill>
                  <a:srgbClr val="1E6496"/>
                </a:solidFill>
              </a:rPr>
              <a:t>"instant"</a:t>
            </a:r>
            <a:r>
              <a:rPr lang="en-US" sz="1200" dirty="0" smtClean="0">
                <a:solidFill>
                  <a:srgbClr val="640032"/>
                </a:solidFill>
              </a:rPr>
              <a:t>:</a:t>
            </a:r>
            <a:r>
              <a:rPr lang="en-US" sz="1200" dirty="0" smtClean="0">
                <a:solidFill>
                  <a:srgbClr val="000000"/>
                </a:solidFill>
              </a:rPr>
              <a:t> </a:t>
            </a:r>
            <a:r>
              <a:rPr lang="en-US" sz="1200" dirty="0" smtClean="0">
                <a:solidFill>
                  <a:srgbClr val="0000FF"/>
                </a:solidFill>
              </a:rPr>
              <a:t>"2015-08-04"</a:t>
            </a:r>
            <a:r>
              <a:rPr lang="en-US" sz="1200" dirty="0" smtClean="0">
                <a:solidFill>
                  <a:srgbClr val="000000"/>
                </a:solidFill>
              </a:rPr>
              <a:t> </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"value"</a:t>
            </a:r>
            <a:r>
              <a:rPr lang="en-US" sz="1200" dirty="0" smtClean="0">
                <a:solidFill>
                  <a:srgbClr val="640032"/>
                </a:solidFill>
              </a:rPr>
              <a:t>:</a:t>
            </a:r>
            <a:r>
              <a:rPr lang="en-US" sz="1200" dirty="0" smtClean="0">
                <a:solidFill>
                  <a:srgbClr val="000000"/>
                </a:solidFill>
              </a:rPr>
              <a:t> </a:t>
            </a:r>
            <a:r>
              <a:rPr lang="en-US" sz="1200" dirty="0" smtClean="0">
                <a:solidFill>
                  <a:srgbClr val="000096"/>
                </a:solidFill>
              </a:rPr>
              <a:t>3.5</a:t>
            </a:r>
            <a:r>
              <a:rPr lang="en-US" sz="1200" dirty="0" smtClean="0">
                <a:solidFill>
                  <a:srgbClr val="000000"/>
                </a:solidFill>
              </a:rPr>
              <a:t> </a:t>
            </a:r>
            <a:br>
              <a:rPr lang="en-US" sz="1200" dirty="0" smtClean="0">
                <a:solidFill>
                  <a:srgbClr val="000000"/>
                </a:solidFill>
              </a:rPr>
            </a:br>
            <a:r>
              <a:rPr lang="en-US" sz="1200" dirty="0" smtClean="0">
                <a:solidFill>
                  <a:srgbClr val="000000"/>
                </a:solidFill>
              </a:rPr>
              <a:t>      </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"time"</a:t>
            </a:r>
            <a:r>
              <a:rPr lang="en-US" sz="1200" dirty="0" smtClean="0">
                <a:solidFill>
                  <a:srgbClr val="640032"/>
                </a:solidFill>
              </a:rPr>
              <a:t>:</a:t>
            </a: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t>
            </a:r>
            <a:r>
              <a:rPr lang="en-US" sz="1200" dirty="0" smtClean="0">
                <a:solidFill>
                  <a:srgbClr val="1E6496"/>
                </a:solidFill>
              </a:rPr>
              <a:t>"instant"</a:t>
            </a:r>
            <a:r>
              <a:rPr lang="en-US" sz="1200" dirty="0" smtClean="0">
                <a:solidFill>
                  <a:srgbClr val="640032"/>
                </a:solidFill>
              </a:rPr>
              <a:t>:</a:t>
            </a:r>
            <a:r>
              <a:rPr lang="en-US" sz="1200" dirty="0" smtClean="0">
                <a:solidFill>
                  <a:srgbClr val="000000"/>
                </a:solidFill>
              </a:rPr>
              <a:t> </a:t>
            </a:r>
            <a:r>
              <a:rPr lang="en-US" sz="1200" dirty="0" smtClean="0">
                <a:solidFill>
                  <a:srgbClr val="0000FF"/>
                </a:solidFill>
              </a:rPr>
              <a:t>"2015-08-05"</a:t>
            </a:r>
            <a:r>
              <a:rPr lang="en-US" sz="1200" dirty="0" smtClean="0">
                <a:solidFill>
                  <a:srgbClr val="000000"/>
                </a:solidFill>
              </a:rPr>
              <a:t> </a:t>
            </a:r>
            <a:r>
              <a:rPr lang="en-US" sz="1200" dirty="0" smtClean="0">
                <a:solidFill>
                  <a:srgbClr val="960000"/>
                </a:solidFill>
              </a:rPr>
              <a:t>}</a:t>
            </a:r>
            <a:r>
              <a:rPr lang="en-US" sz="1200" dirty="0" smtClean="0">
                <a:solidFill>
                  <a:srgbClr val="640032"/>
                </a:solidFill>
              </a:rPr>
              <a:t>,</a:t>
            </a:r>
            <a:r>
              <a:rPr lang="en-US" sz="1200" dirty="0" smtClean="0">
                <a:solidFill>
                  <a:srgbClr val="000000"/>
                </a:solidFill>
              </a:rPr>
              <a:t> </a:t>
            </a:r>
            <a:br>
              <a:rPr lang="en-US" sz="1200" dirty="0" smtClean="0">
                <a:solidFill>
                  <a:srgbClr val="000000"/>
                </a:solidFill>
              </a:rPr>
            </a:br>
            <a:r>
              <a:rPr lang="en-US" sz="1200" dirty="0" smtClean="0">
                <a:solidFill>
                  <a:srgbClr val="000000"/>
                </a:solidFill>
              </a:rPr>
              <a:t>        </a:t>
            </a:r>
            <a:r>
              <a:rPr lang="en-US" sz="1200" dirty="0" smtClean="0">
                <a:solidFill>
                  <a:srgbClr val="1E6496"/>
                </a:solidFill>
              </a:rPr>
              <a:t>"value"</a:t>
            </a:r>
            <a:r>
              <a:rPr lang="en-US" sz="1200" dirty="0" smtClean="0">
                <a:solidFill>
                  <a:srgbClr val="640032"/>
                </a:solidFill>
              </a:rPr>
              <a:t>:</a:t>
            </a:r>
            <a:r>
              <a:rPr lang="en-US" sz="1200" dirty="0" smtClean="0">
                <a:solidFill>
                  <a:srgbClr val="000000"/>
                </a:solidFill>
              </a:rPr>
              <a:t> </a:t>
            </a:r>
            <a:r>
              <a:rPr lang="en-US" sz="1200" dirty="0" smtClean="0">
                <a:solidFill>
                  <a:srgbClr val="000096"/>
                </a:solidFill>
              </a:rPr>
              <a:t>3.6</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r>
            <a:br>
              <a:rPr lang="en-US" sz="1200" dirty="0" smtClean="0">
                <a:solidFill>
                  <a:srgbClr val="000000"/>
                </a:solidFill>
              </a:rPr>
            </a:br>
            <a:r>
              <a:rPr lang="en-US" sz="1200" dirty="0" smtClean="0">
                <a:solidFill>
                  <a:srgbClr val="000000"/>
                </a:solidFill>
              </a:rPr>
              <a:t>  </a:t>
            </a:r>
            <a:r>
              <a:rPr lang="en-US" sz="1200" dirty="0" smtClean="0">
                <a:solidFill>
                  <a:srgbClr val="960000"/>
                </a:solidFill>
              </a:rPr>
              <a:t>}</a:t>
            </a:r>
            <a:r>
              <a:rPr lang="en-US" sz="1200" dirty="0" smtClean="0">
                <a:solidFill>
                  <a:srgbClr val="000000"/>
                </a:solidFill>
              </a:rPr>
              <a:t/>
            </a:r>
            <a:br>
              <a:rPr lang="en-US" sz="1200" dirty="0" smtClean="0">
                <a:solidFill>
                  <a:srgbClr val="000000"/>
                </a:solidFill>
              </a:rPr>
            </a:br>
            <a:r>
              <a:rPr lang="en-US" sz="1200" dirty="0" smtClean="0">
                <a:solidFill>
                  <a:srgbClr val="960000"/>
                </a:solidFill>
              </a:rPr>
              <a:t>}</a:t>
            </a:r>
            <a:r>
              <a:rPr lang="en-US" sz="1200" dirty="0" smtClean="0">
                <a:solidFill>
                  <a:srgbClr val="000000"/>
                </a:solidFill>
              </a:rPr>
              <a:t/>
            </a:r>
            <a:br>
              <a:rPr lang="en-US" sz="1200" dirty="0" smtClean="0">
                <a:solidFill>
                  <a:srgbClr val="000000"/>
                </a:solidFill>
              </a:rPr>
            </a:br>
            <a:endParaRPr lang="en-AU" sz="1200" dirty="0"/>
          </a:p>
        </p:txBody>
      </p:sp>
      <p:sp>
        <p:nvSpPr>
          <p:cNvPr id="6" name="TextBox 5"/>
          <p:cNvSpPr txBox="1"/>
          <p:nvPr/>
        </p:nvSpPr>
        <p:spPr>
          <a:xfrm>
            <a:off x="4283968" y="3861048"/>
            <a:ext cx="4104456" cy="400110"/>
          </a:xfrm>
          <a:prstGeom prst="rect">
            <a:avLst/>
          </a:prstGeom>
          <a:noFill/>
        </p:spPr>
        <p:txBody>
          <a:bodyPr wrap="square" rtlCol="0">
            <a:spAutoFit/>
          </a:bodyPr>
          <a:lstStyle/>
          <a:p>
            <a:r>
              <a:rPr lang="en-US" sz="2000" i="1" dirty="0" err="1" smtClean="0"/>
              <a:t>TimeseriesML</a:t>
            </a:r>
            <a:r>
              <a:rPr lang="en-US" sz="2000" i="1" dirty="0" smtClean="0"/>
              <a:t> encoding</a:t>
            </a:r>
          </a:p>
        </p:txBody>
      </p:sp>
      <p:sp>
        <p:nvSpPr>
          <p:cNvPr id="7" name="Oval 6"/>
          <p:cNvSpPr/>
          <p:nvPr/>
        </p:nvSpPr>
        <p:spPr>
          <a:xfrm>
            <a:off x="677863" y="2924944"/>
            <a:ext cx="3617561" cy="288032"/>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p:cNvSpPr/>
          <p:nvPr/>
        </p:nvSpPr>
        <p:spPr>
          <a:xfrm>
            <a:off x="677863" y="3667038"/>
            <a:ext cx="1301849" cy="19401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919563382"/>
      </p:ext>
    </p:extLst>
  </p:cSld>
  <p:clrMapOvr>
    <a:masterClrMapping/>
  </p:clrMapOvr>
  <p:transition xmlns:p14="http://schemas.microsoft.com/office/powerpoint/2010/main">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7544" y="908720"/>
            <a:ext cx="8496944" cy="2862322"/>
          </a:xfrm>
          <a:prstGeom prst="rect">
            <a:avLst/>
          </a:prstGeom>
        </p:spPr>
        <p:txBody>
          <a:bodyPr wrap="square">
            <a:spAutoFit/>
          </a:bodyPr>
          <a:lstStyle/>
          <a:p>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id"</a:t>
            </a:r>
            <a:r>
              <a:rPr lang="en-AU" sz="1200" dirty="0" err="1">
                <a:solidFill>
                  <a:srgbClr val="640032"/>
                </a:solidFill>
              </a:rPr>
              <a:t>:</a:t>
            </a:r>
            <a:r>
              <a:rPr lang="en-AU" sz="1200" dirty="0" err="1">
                <a:solidFill>
                  <a:srgbClr val="0000FF"/>
                </a:solidFill>
              </a:rPr>
              <a:t>"polygon-example</a:t>
            </a:r>
            <a:r>
              <a:rPr lang="en-AU" sz="1200" dirty="0">
                <a:solidFill>
                  <a:srgbClr val="0000FF"/>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phenomenonTime</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"instant"</a:t>
            </a:r>
            <a:r>
              <a:rPr lang="en-AU" sz="1200" dirty="0">
                <a:solidFill>
                  <a:srgbClr val="640032"/>
                </a:solidFill>
              </a:rPr>
              <a:t>:</a:t>
            </a:r>
            <a:r>
              <a:rPr lang="en-AU" sz="1200" dirty="0">
                <a:solidFill>
                  <a:srgbClr val="0000FF"/>
                </a:solidFill>
              </a:rPr>
              <a:t>"2011-05-11T00:00:00+10:00"</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"observedProperty"</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a:t>
            </a:r>
            <a:r>
              <a:rPr lang="en-AU" sz="1200" dirty="0" err="1">
                <a:solidFill>
                  <a:srgbClr val="1E6496"/>
                </a:solidFill>
              </a:rPr>
              <a:t>href"</a:t>
            </a:r>
            <a:r>
              <a:rPr lang="en-AU" sz="1200" dirty="0" err="1">
                <a:solidFill>
                  <a:srgbClr val="640032"/>
                </a:solidFill>
              </a:rPr>
              <a:t>:</a:t>
            </a:r>
            <a:r>
              <a:rPr lang="en-AU" sz="1200" dirty="0" err="1">
                <a:solidFill>
                  <a:srgbClr val="0000FF"/>
                </a:solidFill>
              </a:rPr>
              <a:t>"http</a:t>
            </a:r>
            <a:r>
              <a:rPr lang="en-AU" sz="1200" dirty="0">
                <a:solidFill>
                  <a:srgbClr val="0000FF"/>
                </a:solidFill>
              </a:rPr>
              <a:t>://environment.data.gov.au/</a:t>
            </a:r>
            <a:r>
              <a:rPr lang="en-AU" sz="1200" dirty="0" err="1">
                <a:solidFill>
                  <a:srgbClr val="0000FF"/>
                </a:solidFill>
              </a:rPr>
              <a:t>def</a:t>
            </a:r>
            <a:r>
              <a:rPr lang="en-AU" sz="1200" dirty="0">
                <a:solidFill>
                  <a:srgbClr val="0000FF"/>
                </a:solidFill>
              </a:rPr>
              <a:t>/property/shape"</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"procedure"</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a:t>
            </a:r>
            <a:r>
              <a:rPr lang="en-AU" sz="1200" dirty="0" err="1">
                <a:solidFill>
                  <a:srgbClr val="1E6496"/>
                </a:solidFill>
              </a:rPr>
              <a:t>href"</a:t>
            </a:r>
            <a:r>
              <a:rPr lang="en-AU" sz="1200" dirty="0" err="1">
                <a:solidFill>
                  <a:srgbClr val="640032"/>
                </a:solidFill>
              </a:rPr>
              <a:t>:</a:t>
            </a:r>
            <a:r>
              <a:rPr lang="en-AU" sz="1200" dirty="0" err="1">
                <a:solidFill>
                  <a:srgbClr val="0000FF"/>
                </a:solidFill>
              </a:rPr>
              <a:t>"http</a:t>
            </a:r>
            <a:r>
              <a:rPr lang="en-AU" sz="1200" dirty="0">
                <a:solidFill>
                  <a:srgbClr val="0000FF"/>
                </a:solidFill>
              </a:rPr>
              <a:t>://www.opengis.net/def/waterml/2.0/processType/Sensor"</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featureOfInterest</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a:t>
            </a:r>
            <a:r>
              <a:rPr lang="en-AU" sz="1200" dirty="0" err="1">
                <a:solidFill>
                  <a:srgbClr val="1E6496"/>
                </a:solidFill>
              </a:rPr>
              <a:t>href"</a:t>
            </a:r>
            <a:r>
              <a:rPr lang="en-AU" sz="1200" dirty="0" err="1">
                <a:solidFill>
                  <a:srgbClr val="640032"/>
                </a:solidFill>
              </a:rPr>
              <a:t>:</a:t>
            </a:r>
            <a:r>
              <a:rPr lang="en-AU" sz="1200" dirty="0" err="1">
                <a:solidFill>
                  <a:srgbClr val="0000FF"/>
                </a:solidFill>
              </a:rPr>
              <a:t>"http</a:t>
            </a:r>
            <a:r>
              <a:rPr lang="en-AU" sz="1200" dirty="0">
                <a:solidFill>
                  <a:srgbClr val="0000FF"/>
                </a:solidFill>
              </a:rPr>
              <a:t>://environment.data.gov.au/water/id/catchment/100862"</a:t>
            </a:r>
            <a:r>
              <a:rPr lang="en-AU" sz="1200" dirty="0">
                <a:solidFill>
                  <a:srgbClr val="640032"/>
                </a:solidFill>
              </a:rPr>
              <a:t>,</a:t>
            </a:r>
            <a:r>
              <a:rPr lang="en-AU" sz="1200" dirty="0">
                <a:solidFill>
                  <a:srgbClr val="000000"/>
                </a:solidFill>
              </a:rPr>
              <a:t> </a:t>
            </a:r>
            <a:r>
              <a:rPr lang="en-AU" sz="1200" dirty="0">
                <a:solidFill>
                  <a:srgbClr val="1E6496"/>
                </a:solidFill>
              </a:rPr>
              <a:t>"</a:t>
            </a:r>
            <a:r>
              <a:rPr lang="en-AU" sz="1200" dirty="0" err="1">
                <a:solidFill>
                  <a:srgbClr val="1E6496"/>
                </a:solidFill>
              </a:rPr>
              <a:t>title"</a:t>
            </a:r>
            <a:r>
              <a:rPr lang="en-AU" sz="1200" dirty="0" err="1">
                <a:solidFill>
                  <a:srgbClr val="640032"/>
                </a:solidFill>
              </a:rPr>
              <a:t>:</a:t>
            </a:r>
            <a:r>
              <a:rPr lang="en-AU" sz="1200" dirty="0" err="1">
                <a:solidFill>
                  <a:srgbClr val="0000FF"/>
                </a:solidFill>
              </a:rPr>
              <a:t>"Observed</a:t>
            </a:r>
            <a:r>
              <a:rPr lang="en-AU" sz="1200" dirty="0">
                <a:solidFill>
                  <a:srgbClr val="0000FF"/>
                </a:solidFill>
              </a:rPr>
              <a:t> catchment"</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resultTime</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0000FF"/>
                </a:solidFill>
              </a:rPr>
              <a:t>"2011-05-12T00:00:00+10:00"</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"result"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"type"</a:t>
            </a:r>
            <a:r>
              <a:rPr lang="en-AU" sz="1200" dirty="0">
                <a:solidFill>
                  <a:srgbClr val="640032"/>
                </a:solidFill>
              </a:rPr>
              <a:t>:</a:t>
            </a:r>
            <a:r>
              <a:rPr lang="en-AU" sz="1200" dirty="0">
                <a:solidFill>
                  <a:srgbClr val="000000"/>
                </a:solidFill>
              </a:rPr>
              <a:t> </a:t>
            </a:r>
            <a:r>
              <a:rPr lang="en-AU" sz="1200" dirty="0">
                <a:solidFill>
                  <a:srgbClr val="0000FF"/>
                </a:solidFill>
              </a:rPr>
              <a:t>"Polygon"</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"coordinates"</a:t>
            </a:r>
            <a:r>
              <a:rPr lang="en-AU" sz="1200" dirty="0">
                <a:solidFill>
                  <a:srgbClr val="000000"/>
                </a:solidFill>
              </a:rPr>
              <a:t> </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96"/>
                </a:solidFill>
              </a:rPr>
              <a:t>-180.0</a:t>
            </a:r>
            <a:r>
              <a:rPr lang="en-AU" sz="1200" dirty="0">
                <a:solidFill>
                  <a:srgbClr val="640032"/>
                </a:solidFill>
              </a:rPr>
              <a:t>,</a:t>
            </a:r>
            <a:r>
              <a:rPr lang="en-AU" sz="1200" dirty="0">
                <a:solidFill>
                  <a:srgbClr val="000000"/>
                </a:solidFill>
              </a:rPr>
              <a:t> </a:t>
            </a:r>
            <a:r>
              <a:rPr lang="en-AU" sz="1200" dirty="0">
                <a:solidFill>
                  <a:srgbClr val="000096"/>
                </a:solidFill>
              </a:rPr>
              <a:t>10.0</a:t>
            </a:r>
            <a:r>
              <a:rPr lang="en-AU" sz="1200" dirty="0">
                <a:solidFill>
                  <a:srgbClr val="960000"/>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96"/>
                </a:solidFill>
              </a:rPr>
              <a:t>20.0</a:t>
            </a:r>
            <a:r>
              <a:rPr lang="en-AU" sz="1200" dirty="0">
                <a:solidFill>
                  <a:srgbClr val="640032"/>
                </a:solidFill>
              </a:rPr>
              <a:t>,</a:t>
            </a:r>
            <a:r>
              <a:rPr lang="en-AU" sz="1200" dirty="0">
                <a:solidFill>
                  <a:srgbClr val="000000"/>
                </a:solidFill>
              </a:rPr>
              <a:t> </a:t>
            </a:r>
            <a:r>
              <a:rPr lang="en-AU" sz="1200" dirty="0">
                <a:solidFill>
                  <a:srgbClr val="000096"/>
                </a:solidFill>
              </a:rPr>
              <a:t>90.0</a:t>
            </a:r>
            <a:r>
              <a:rPr lang="en-AU" sz="1200" dirty="0">
                <a:solidFill>
                  <a:srgbClr val="960000"/>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96"/>
                </a:solidFill>
              </a:rPr>
              <a:t>180.0</a:t>
            </a:r>
            <a:r>
              <a:rPr lang="en-AU" sz="1200" dirty="0">
                <a:solidFill>
                  <a:srgbClr val="640032"/>
                </a:solidFill>
              </a:rPr>
              <a:t>,</a:t>
            </a:r>
            <a:r>
              <a:rPr lang="en-AU" sz="1200" dirty="0">
                <a:solidFill>
                  <a:srgbClr val="000000"/>
                </a:solidFill>
              </a:rPr>
              <a:t> </a:t>
            </a:r>
            <a:r>
              <a:rPr lang="en-AU" sz="1200" dirty="0">
                <a:solidFill>
                  <a:srgbClr val="000096"/>
                </a:solidFill>
              </a:rPr>
              <a:t>-5.0</a:t>
            </a:r>
            <a:r>
              <a:rPr lang="en-AU" sz="1200" dirty="0">
                <a:solidFill>
                  <a:srgbClr val="960000"/>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96"/>
                </a:solidFill>
              </a:rPr>
              <a:t>-30.0</a:t>
            </a:r>
            <a:r>
              <a:rPr lang="en-AU" sz="1200" dirty="0">
                <a:solidFill>
                  <a:srgbClr val="640032"/>
                </a:solidFill>
              </a:rPr>
              <a:t>,</a:t>
            </a:r>
            <a:r>
              <a:rPr lang="en-AU" sz="1200" dirty="0">
                <a:solidFill>
                  <a:srgbClr val="000000"/>
                </a:solidFill>
              </a:rPr>
              <a:t> </a:t>
            </a:r>
            <a:r>
              <a:rPr lang="en-AU" sz="1200" dirty="0">
                <a:solidFill>
                  <a:srgbClr val="000096"/>
                </a:solidFill>
              </a:rPr>
              <a:t>-90.0</a:t>
            </a:r>
            <a:r>
              <a:rPr lang="en-AU" sz="1200" dirty="0">
                <a:solidFill>
                  <a:srgbClr val="960000"/>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96"/>
                </a:solidFill>
              </a:rPr>
              <a:t>-180.0</a:t>
            </a:r>
            <a:r>
              <a:rPr lang="en-AU" sz="1200" dirty="0">
                <a:solidFill>
                  <a:srgbClr val="640032"/>
                </a:solidFill>
              </a:rPr>
              <a:t>,</a:t>
            </a:r>
            <a:r>
              <a:rPr lang="en-AU" sz="1200" dirty="0">
                <a:solidFill>
                  <a:srgbClr val="000000"/>
                </a:solidFill>
              </a:rPr>
              <a:t> </a:t>
            </a:r>
            <a:r>
              <a:rPr lang="en-AU" sz="1200" dirty="0">
                <a:solidFill>
                  <a:srgbClr val="000096"/>
                </a:solidFill>
              </a:rPr>
              <a:t>10.0</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960000"/>
                </a:solidFill>
              </a:rPr>
              <a:t>}</a:t>
            </a:r>
            <a:r>
              <a:rPr lang="en-AU" sz="1200" dirty="0">
                <a:solidFill>
                  <a:srgbClr val="000000"/>
                </a:solidFill>
              </a:rPr>
              <a:t/>
            </a:r>
            <a:br>
              <a:rPr lang="en-AU" sz="1200" dirty="0">
                <a:solidFill>
                  <a:srgbClr val="000000"/>
                </a:solidFill>
              </a:rPr>
            </a:br>
            <a:endParaRPr lang="en-AU" sz="1200" dirty="0"/>
          </a:p>
        </p:txBody>
      </p:sp>
      <p:sp>
        <p:nvSpPr>
          <p:cNvPr id="2" name="Title 1"/>
          <p:cNvSpPr>
            <a:spLocks noGrp="1"/>
          </p:cNvSpPr>
          <p:nvPr>
            <p:ph type="title"/>
          </p:nvPr>
        </p:nvSpPr>
        <p:spPr/>
        <p:txBody>
          <a:bodyPr/>
          <a:lstStyle/>
          <a:p>
            <a:r>
              <a:rPr lang="en-US" dirty="0" smtClean="0"/>
              <a:t>OM-JSON</a:t>
            </a:r>
            <a:endParaRPr lang="en-AU" dirty="0"/>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
        <p:nvSpPr>
          <p:cNvPr id="7" name="TextBox 6"/>
          <p:cNvSpPr txBox="1"/>
          <p:nvPr/>
        </p:nvSpPr>
        <p:spPr>
          <a:xfrm>
            <a:off x="4860032" y="4953362"/>
            <a:ext cx="4104456" cy="400110"/>
          </a:xfrm>
          <a:prstGeom prst="rect">
            <a:avLst/>
          </a:prstGeom>
          <a:noFill/>
        </p:spPr>
        <p:txBody>
          <a:bodyPr wrap="square" rtlCol="0">
            <a:spAutoFit/>
          </a:bodyPr>
          <a:lstStyle/>
          <a:p>
            <a:r>
              <a:rPr lang="en-US" sz="2000" i="1" dirty="0" smtClean="0"/>
              <a:t>GeoJSON for geometry</a:t>
            </a:r>
          </a:p>
        </p:txBody>
      </p:sp>
      <p:sp>
        <p:nvSpPr>
          <p:cNvPr id="6" name="Oval 5"/>
          <p:cNvSpPr/>
          <p:nvPr/>
        </p:nvSpPr>
        <p:spPr>
          <a:xfrm>
            <a:off x="677863" y="2382253"/>
            <a:ext cx="1301849" cy="254659"/>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77840241"/>
      </p:ext>
    </p:extLst>
  </p:cSld>
  <p:clrMapOvr>
    <a:masterClrMapping/>
  </p:clrMapOvr>
  <p:transition xmlns:p14="http://schemas.microsoft.com/office/powerpoint/2010/main">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7544" y="908720"/>
            <a:ext cx="8352606" cy="5078313"/>
          </a:xfrm>
          <a:prstGeom prst="rect">
            <a:avLst/>
          </a:prstGeom>
        </p:spPr>
        <p:txBody>
          <a:bodyPr wrap="square">
            <a:spAutoFit/>
          </a:bodyPr>
          <a:lstStyle/>
          <a:p>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"id"</a:t>
            </a:r>
            <a:r>
              <a:rPr lang="en-AU" sz="1200" dirty="0">
                <a:solidFill>
                  <a:srgbClr val="640032"/>
                </a:solidFill>
              </a:rPr>
              <a:t>:</a:t>
            </a:r>
            <a:r>
              <a:rPr lang="en-AU" sz="1200" dirty="0">
                <a:solidFill>
                  <a:srgbClr val="000000"/>
                </a:solidFill>
              </a:rPr>
              <a:t> </a:t>
            </a:r>
            <a:r>
              <a:rPr lang="en-AU" sz="1200" dirty="0">
                <a:solidFill>
                  <a:srgbClr val="0000FF"/>
                </a:solidFill>
              </a:rPr>
              <a:t>"spec1"</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"type"</a:t>
            </a:r>
            <a:r>
              <a:rPr lang="en-AU" sz="1200" dirty="0">
                <a:solidFill>
                  <a:srgbClr val="640032"/>
                </a:solidFill>
              </a:rPr>
              <a:t>:</a:t>
            </a:r>
            <a:r>
              <a:rPr lang="en-AU" sz="1200" dirty="0">
                <a:solidFill>
                  <a:srgbClr val="000000"/>
                </a:solidFill>
              </a:rPr>
              <a:t> </a:t>
            </a:r>
            <a:r>
              <a:rPr lang="en-AU" sz="1200" dirty="0">
                <a:solidFill>
                  <a:srgbClr val="0000FF"/>
                </a:solidFill>
              </a:rPr>
              <a:t>"Specimen"</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sampledFeature</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"href"</a:t>
            </a:r>
            <a:r>
              <a:rPr lang="en-AU" sz="1200" dirty="0">
                <a:solidFill>
                  <a:srgbClr val="640032"/>
                </a:solidFill>
              </a:rPr>
              <a:t>:</a:t>
            </a:r>
            <a:r>
              <a:rPr lang="en-AU" sz="1200" dirty="0">
                <a:solidFill>
                  <a:srgbClr val="000000"/>
                </a:solidFill>
              </a:rPr>
              <a:t> </a:t>
            </a:r>
            <a:r>
              <a:rPr lang="en-AU" sz="1200" dirty="0">
                <a:solidFill>
                  <a:srgbClr val="0000FF"/>
                </a:solidFill>
              </a:rPr>
              <a:t>"http://example.org/</a:t>
            </a:r>
            <a:r>
              <a:rPr lang="en-AU" sz="1200" dirty="0" err="1">
                <a:solidFill>
                  <a:srgbClr val="0000FF"/>
                </a:solidFill>
              </a:rPr>
              <a:t>featureA</a:t>
            </a:r>
            <a:r>
              <a:rPr lang="en-AU" sz="1200" dirty="0" smtClean="0">
                <a:solidFill>
                  <a:srgbClr val="0000FF"/>
                </a:solidFill>
              </a:rPr>
              <a:t>"</a:t>
            </a:r>
            <a:r>
              <a:rPr lang="en-AU" sz="1200" dirty="0" smtClean="0">
                <a:solidFill>
                  <a:srgbClr val="640032"/>
                </a:solidFill>
              </a:rPr>
              <a:t>, </a:t>
            </a:r>
            <a:r>
              <a:rPr lang="en-AU" sz="1200" dirty="0" smtClean="0">
                <a:solidFill>
                  <a:srgbClr val="1E6496"/>
                </a:solidFill>
              </a:rPr>
              <a:t>"</a:t>
            </a:r>
            <a:r>
              <a:rPr lang="en-AU" sz="1200" dirty="0">
                <a:solidFill>
                  <a:srgbClr val="1E6496"/>
                </a:solidFill>
              </a:rPr>
              <a:t>title"</a:t>
            </a:r>
            <a:r>
              <a:rPr lang="en-AU" sz="1200" dirty="0">
                <a:solidFill>
                  <a:srgbClr val="640032"/>
                </a:solidFill>
              </a:rPr>
              <a:t>:</a:t>
            </a:r>
            <a:r>
              <a:rPr lang="en-AU" sz="1200" dirty="0">
                <a:solidFill>
                  <a:srgbClr val="000000"/>
                </a:solidFill>
              </a:rPr>
              <a:t> </a:t>
            </a:r>
            <a:r>
              <a:rPr lang="en-AU" sz="1200" dirty="0">
                <a:solidFill>
                  <a:srgbClr val="0000FF"/>
                </a:solidFill>
              </a:rPr>
              <a:t>"test feature A"</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"complex"</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a:t>
            </a:r>
            <a:r>
              <a:rPr lang="en-AU" sz="1200" dirty="0" err="1">
                <a:solidFill>
                  <a:srgbClr val="1E6496"/>
                </a:solidFill>
              </a:rPr>
              <a:t>rel</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0000FF"/>
                </a:solidFill>
              </a:rPr>
              <a:t>"http://example.org/parent"</a:t>
            </a:r>
            <a:r>
              <a:rPr lang="en-AU" sz="1200" dirty="0">
                <a:solidFill>
                  <a:srgbClr val="640032"/>
                </a:solidFill>
              </a:rPr>
              <a:t>,</a:t>
            </a:r>
            <a:r>
              <a:rPr lang="en-AU" sz="1200" dirty="0">
                <a:solidFill>
                  <a:srgbClr val="000000"/>
                </a:solidFill>
              </a:rPr>
              <a:t> </a:t>
            </a:r>
            <a:r>
              <a:rPr lang="en-AU" sz="1200" dirty="0">
                <a:solidFill>
                  <a:srgbClr val="1E6496"/>
                </a:solidFill>
              </a:rPr>
              <a:t>"href"</a:t>
            </a:r>
            <a:r>
              <a:rPr lang="en-AU" sz="1200" dirty="0">
                <a:solidFill>
                  <a:srgbClr val="640032"/>
                </a:solidFill>
              </a:rPr>
              <a:t>:</a:t>
            </a:r>
            <a:r>
              <a:rPr lang="en-AU" sz="1200" dirty="0">
                <a:solidFill>
                  <a:srgbClr val="000000"/>
                </a:solidFill>
              </a:rPr>
              <a:t> </a:t>
            </a:r>
            <a:r>
              <a:rPr lang="en-AU" sz="1200" dirty="0">
                <a:solidFill>
                  <a:srgbClr val="0000FF"/>
                </a:solidFill>
              </a:rPr>
              <a:t>"http://example.org/sample2"</a:t>
            </a: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a:t>
            </a:r>
            <a:r>
              <a:rPr lang="en-AU" sz="1200" dirty="0" err="1">
                <a:solidFill>
                  <a:srgbClr val="1E6496"/>
                </a:solidFill>
              </a:rPr>
              <a:t>rel</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0000FF"/>
                </a:solidFill>
              </a:rPr>
              <a:t>"http://example.org/child"</a:t>
            </a:r>
            <a:r>
              <a:rPr lang="en-AU" sz="1200" dirty="0">
                <a:solidFill>
                  <a:srgbClr val="640032"/>
                </a:solidFill>
              </a:rPr>
              <a:t>,</a:t>
            </a:r>
            <a:r>
              <a:rPr lang="en-AU" sz="1200" dirty="0">
                <a:solidFill>
                  <a:srgbClr val="000000"/>
                </a:solidFill>
              </a:rPr>
              <a:t>  </a:t>
            </a:r>
            <a:r>
              <a:rPr lang="en-AU" sz="1200" dirty="0">
                <a:solidFill>
                  <a:srgbClr val="1E6496"/>
                </a:solidFill>
              </a:rPr>
              <a:t>"href"</a:t>
            </a:r>
            <a:r>
              <a:rPr lang="en-AU" sz="1200" dirty="0">
                <a:solidFill>
                  <a:srgbClr val="640032"/>
                </a:solidFill>
              </a:rPr>
              <a:t>:</a:t>
            </a:r>
            <a:r>
              <a:rPr lang="en-AU" sz="1200" dirty="0">
                <a:solidFill>
                  <a:srgbClr val="000000"/>
                </a:solidFill>
              </a:rPr>
              <a:t> </a:t>
            </a:r>
            <a:r>
              <a:rPr lang="en-AU" sz="1200" dirty="0">
                <a:solidFill>
                  <a:srgbClr val="0000FF"/>
                </a:solidFill>
              </a:rPr>
              <a:t>"http://example.org/sample3"</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samplingTime</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"instant"</a:t>
            </a:r>
            <a:r>
              <a:rPr lang="en-AU" sz="1200" dirty="0">
                <a:solidFill>
                  <a:srgbClr val="640032"/>
                </a:solidFill>
              </a:rPr>
              <a:t>:</a:t>
            </a:r>
            <a:r>
              <a:rPr lang="en-AU" sz="1200" dirty="0">
                <a:solidFill>
                  <a:srgbClr val="000000"/>
                </a:solidFill>
              </a:rPr>
              <a:t> </a:t>
            </a:r>
            <a:r>
              <a:rPr lang="en-AU" sz="1200" dirty="0">
                <a:solidFill>
                  <a:srgbClr val="0000FF"/>
                </a:solidFill>
              </a:rPr>
              <a:t>"2015-05-14"</a:t>
            </a: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relatedObservation</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"href"</a:t>
            </a:r>
            <a:r>
              <a:rPr lang="en-AU" sz="1200" dirty="0">
                <a:solidFill>
                  <a:srgbClr val="640032"/>
                </a:solidFill>
              </a:rPr>
              <a:t>:</a:t>
            </a:r>
            <a:r>
              <a:rPr lang="en-AU" sz="1200" dirty="0">
                <a:solidFill>
                  <a:srgbClr val="000000"/>
                </a:solidFill>
              </a:rPr>
              <a:t> </a:t>
            </a:r>
            <a:r>
              <a:rPr lang="en-AU" sz="1200" dirty="0">
                <a:solidFill>
                  <a:srgbClr val="0000FF"/>
                </a:solidFill>
              </a:rPr>
              <a:t>"http://example.org/obs99"</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samplingLocation</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"type"</a:t>
            </a:r>
            <a:r>
              <a:rPr lang="en-AU" sz="1200" dirty="0">
                <a:solidFill>
                  <a:srgbClr val="640032"/>
                </a:solidFill>
              </a:rPr>
              <a:t>:</a:t>
            </a:r>
            <a:r>
              <a:rPr lang="en-AU" sz="1200" dirty="0">
                <a:solidFill>
                  <a:srgbClr val="000000"/>
                </a:solidFill>
              </a:rPr>
              <a:t> </a:t>
            </a:r>
            <a:r>
              <a:rPr lang="en-AU" sz="1200" dirty="0">
                <a:solidFill>
                  <a:srgbClr val="0000FF"/>
                </a:solidFill>
              </a:rPr>
              <a:t>"Point"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"coordinates"</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000096"/>
                </a:solidFill>
              </a:rPr>
              <a:t>-30</a:t>
            </a:r>
            <a:r>
              <a:rPr lang="en-AU" sz="1200" dirty="0">
                <a:solidFill>
                  <a:srgbClr val="640032"/>
                </a:solidFill>
              </a:rPr>
              <a:t>,</a:t>
            </a:r>
            <a:r>
              <a:rPr lang="en-AU" sz="1200" dirty="0">
                <a:solidFill>
                  <a:srgbClr val="000000"/>
                </a:solidFill>
              </a:rPr>
              <a:t>  </a:t>
            </a:r>
            <a:r>
              <a:rPr lang="en-AU" sz="1200" dirty="0">
                <a:solidFill>
                  <a:srgbClr val="000096"/>
                </a:solidFill>
              </a:rPr>
              <a:t>-90</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currentLocation</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"href"</a:t>
            </a:r>
            <a:r>
              <a:rPr lang="en-AU" sz="1200" dirty="0">
                <a:solidFill>
                  <a:srgbClr val="640032"/>
                </a:solidFill>
              </a:rPr>
              <a:t>:</a:t>
            </a:r>
            <a:r>
              <a:rPr lang="en-AU" sz="1200" dirty="0">
                <a:solidFill>
                  <a:srgbClr val="000000"/>
                </a:solidFill>
              </a:rPr>
              <a:t> </a:t>
            </a:r>
            <a:r>
              <a:rPr lang="en-AU" sz="1200" dirty="0">
                <a:solidFill>
                  <a:srgbClr val="0000FF"/>
                </a:solidFill>
              </a:rPr>
              <a:t>"http://example.org/locations/store</a:t>
            </a:r>
            <a:r>
              <a:rPr lang="en-AU" sz="1200" dirty="0" smtClean="0">
                <a:solidFill>
                  <a:srgbClr val="0000FF"/>
                </a:solidFill>
              </a:rPr>
              <a:t>"</a:t>
            </a:r>
            <a:r>
              <a:rPr lang="en-AU" sz="1200" dirty="0" smtClean="0">
                <a:solidFill>
                  <a:srgbClr val="640032"/>
                </a:solidFill>
              </a:rPr>
              <a:t>, </a:t>
            </a:r>
            <a:r>
              <a:rPr lang="en-AU" sz="1200" dirty="0" smtClean="0">
                <a:solidFill>
                  <a:srgbClr val="1E6496"/>
                </a:solidFill>
              </a:rPr>
              <a:t>"</a:t>
            </a:r>
            <a:r>
              <a:rPr lang="en-AU" sz="1200" dirty="0">
                <a:solidFill>
                  <a:srgbClr val="1E6496"/>
                </a:solidFill>
              </a:rPr>
              <a:t>title"</a:t>
            </a:r>
            <a:r>
              <a:rPr lang="en-AU" sz="1200" dirty="0">
                <a:solidFill>
                  <a:srgbClr val="640032"/>
                </a:solidFill>
              </a:rPr>
              <a:t>:</a:t>
            </a:r>
            <a:r>
              <a:rPr lang="en-AU" sz="1200" dirty="0">
                <a:solidFill>
                  <a:srgbClr val="000000"/>
                </a:solidFill>
              </a:rPr>
              <a:t> </a:t>
            </a:r>
            <a:r>
              <a:rPr lang="en-AU" sz="1200" dirty="0">
                <a:solidFill>
                  <a:srgbClr val="0000FF"/>
                </a:solidFill>
              </a:rPr>
              <a:t>"bottom drawer"</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"size"</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"value"</a:t>
            </a:r>
            <a:r>
              <a:rPr lang="en-AU" sz="1200" dirty="0">
                <a:solidFill>
                  <a:srgbClr val="640032"/>
                </a:solidFill>
              </a:rPr>
              <a:t>:</a:t>
            </a:r>
            <a:r>
              <a:rPr lang="en-AU" sz="1200" dirty="0">
                <a:solidFill>
                  <a:srgbClr val="000000"/>
                </a:solidFill>
              </a:rPr>
              <a:t> </a:t>
            </a:r>
            <a:r>
              <a:rPr lang="en-AU" sz="1200" dirty="0">
                <a:solidFill>
                  <a:srgbClr val="000096"/>
                </a:solidFill>
              </a:rPr>
              <a:t>23.1</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uom</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0000FF"/>
                </a:solidFill>
              </a:rPr>
              <a:t>"http://www.opengis.net/def/uom/ogc/0/m"</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960000"/>
                </a:solidFill>
              </a:rPr>
              <a:t>}</a:t>
            </a:r>
            <a:r>
              <a:rPr lang="en-AU" sz="1200" dirty="0">
                <a:solidFill>
                  <a:srgbClr val="000000"/>
                </a:solidFill>
              </a:rPr>
              <a:t/>
            </a:r>
            <a:br>
              <a:rPr lang="en-AU" sz="1200" dirty="0">
                <a:solidFill>
                  <a:srgbClr val="000000"/>
                </a:solidFill>
              </a:rPr>
            </a:br>
            <a:endParaRPr lang="en-AU" sz="1200" dirty="0"/>
          </a:p>
        </p:txBody>
      </p:sp>
      <p:sp>
        <p:nvSpPr>
          <p:cNvPr id="2" name="Title 1"/>
          <p:cNvSpPr>
            <a:spLocks noGrp="1"/>
          </p:cNvSpPr>
          <p:nvPr>
            <p:ph type="title"/>
          </p:nvPr>
        </p:nvSpPr>
        <p:spPr/>
        <p:txBody>
          <a:bodyPr/>
          <a:lstStyle/>
          <a:p>
            <a:r>
              <a:rPr lang="en-US" dirty="0" smtClean="0"/>
              <a:t>OM-JSON</a:t>
            </a:r>
            <a:endParaRPr lang="en-AU" dirty="0"/>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
        <p:nvSpPr>
          <p:cNvPr id="6" name="TextBox 5"/>
          <p:cNvSpPr txBox="1"/>
          <p:nvPr/>
        </p:nvSpPr>
        <p:spPr>
          <a:xfrm>
            <a:off x="4860032" y="4953362"/>
            <a:ext cx="4104456" cy="400110"/>
          </a:xfrm>
          <a:prstGeom prst="rect">
            <a:avLst/>
          </a:prstGeom>
          <a:noFill/>
        </p:spPr>
        <p:txBody>
          <a:bodyPr wrap="square" rtlCol="0">
            <a:spAutoFit/>
          </a:bodyPr>
          <a:lstStyle/>
          <a:p>
            <a:r>
              <a:rPr lang="en-US" sz="2000" i="1" dirty="0" smtClean="0"/>
              <a:t>Link model – href, </a:t>
            </a:r>
            <a:r>
              <a:rPr lang="en-US" sz="2000" i="1" dirty="0" err="1" smtClean="0"/>
              <a:t>rel</a:t>
            </a:r>
            <a:r>
              <a:rPr lang="en-US" sz="2000" i="1" dirty="0" smtClean="0"/>
              <a:t>, title</a:t>
            </a:r>
          </a:p>
        </p:txBody>
      </p:sp>
      <p:sp>
        <p:nvSpPr>
          <p:cNvPr id="8" name="Oval 7"/>
          <p:cNvSpPr/>
          <p:nvPr/>
        </p:nvSpPr>
        <p:spPr>
          <a:xfrm>
            <a:off x="683568" y="2146846"/>
            <a:ext cx="5112568" cy="34605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p:cNvSpPr/>
          <p:nvPr/>
        </p:nvSpPr>
        <p:spPr>
          <a:xfrm>
            <a:off x="647473" y="4365105"/>
            <a:ext cx="4644607" cy="288032"/>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007081964"/>
      </p:ext>
    </p:extLst>
  </p:cSld>
  <p:clrMapOvr>
    <a:masterClrMapping/>
  </p:clrMapOvr>
  <p:transition xmlns:p14="http://schemas.microsoft.com/office/powerpoint/2010/main">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7544" y="908720"/>
            <a:ext cx="8136904" cy="4154984"/>
          </a:xfrm>
          <a:prstGeom prst="rect">
            <a:avLst/>
          </a:prstGeom>
        </p:spPr>
        <p:txBody>
          <a:bodyPr wrap="square">
            <a:spAutoFit/>
          </a:bodyPr>
          <a:lstStyle/>
          <a:p>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smtClean="0">
                <a:solidFill>
                  <a:srgbClr val="000000"/>
                </a:solidFill>
              </a:rPr>
              <a:t> </a:t>
            </a:r>
            <a:r>
              <a:rPr lang="en-AU" sz="1200" dirty="0">
                <a:solidFill>
                  <a:srgbClr val="1E6496"/>
                </a:solidFill>
              </a:rPr>
              <a:t>"id"</a:t>
            </a:r>
            <a:r>
              <a:rPr lang="en-AU" sz="1200" dirty="0">
                <a:solidFill>
                  <a:srgbClr val="640032"/>
                </a:solidFill>
              </a:rPr>
              <a:t>:</a:t>
            </a:r>
            <a:r>
              <a:rPr lang="en-AU" sz="1200" dirty="0">
                <a:solidFill>
                  <a:srgbClr val="000000"/>
                </a:solidFill>
              </a:rPr>
              <a:t> </a:t>
            </a:r>
            <a:r>
              <a:rPr lang="en-AU" sz="1200" dirty="0">
                <a:solidFill>
                  <a:srgbClr val="0000FF"/>
                </a:solidFill>
              </a:rPr>
              <a:t>"sampling feature collection 77"</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sampledFeature</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"href"</a:t>
            </a:r>
            <a:r>
              <a:rPr lang="en-AU" sz="1200" dirty="0">
                <a:solidFill>
                  <a:srgbClr val="640032"/>
                </a:solidFill>
              </a:rPr>
              <a:t>:</a:t>
            </a:r>
            <a:r>
              <a:rPr lang="en-AU" sz="1200" dirty="0">
                <a:solidFill>
                  <a:srgbClr val="000000"/>
                </a:solidFill>
              </a:rPr>
              <a:t> </a:t>
            </a:r>
            <a:r>
              <a:rPr lang="en-AU" sz="1200" dirty="0">
                <a:solidFill>
                  <a:srgbClr val="0000FF"/>
                </a:solidFill>
              </a:rPr>
              <a:t>"http://example.org/feature45"</a:t>
            </a:r>
            <a:r>
              <a:rPr lang="en-AU" sz="1200" dirty="0">
                <a:solidFill>
                  <a:srgbClr val="640032"/>
                </a:solidFill>
              </a:rPr>
              <a:t>,</a:t>
            </a:r>
            <a:r>
              <a:rPr lang="en-AU" sz="1200" dirty="0">
                <a:solidFill>
                  <a:srgbClr val="000000"/>
                </a:solidFill>
              </a:rPr>
              <a:t> </a:t>
            </a:r>
            <a:r>
              <a:rPr lang="en-AU" sz="1200" dirty="0">
                <a:solidFill>
                  <a:srgbClr val="1E6496"/>
                </a:solidFill>
              </a:rPr>
              <a:t>"title"</a:t>
            </a:r>
            <a:r>
              <a:rPr lang="en-AU" sz="1200" dirty="0">
                <a:solidFill>
                  <a:srgbClr val="640032"/>
                </a:solidFill>
              </a:rPr>
              <a:t>:</a:t>
            </a:r>
            <a:r>
              <a:rPr lang="en-AU" sz="1200" dirty="0">
                <a:solidFill>
                  <a:srgbClr val="000000"/>
                </a:solidFill>
              </a:rPr>
              <a:t> </a:t>
            </a:r>
            <a:r>
              <a:rPr lang="en-AU" sz="1200" dirty="0">
                <a:solidFill>
                  <a:srgbClr val="0000FF"/>
                </a:solidFill>
              </a:rPr>
              <a:t>"Derwent River"</a:t>
            </a:r>
            <a:r>
              <a:rPr lang="en-AU" sz="1200" dirty="0">
                <a:solidFill>
                  <a:srgbClr val="000000"/>
                </a:solidFill>
              </a:rPr>
              <a:t> </a:t>
            </a:r>
            <a:r>
              <a:rPr lang="en-AU" sz="1200" dirty="0">
                <a:solidFill>
                  <a:srgbClr val="960000"/>
                </a:solidFill>
              </a:rPr>
              <a:t>}</a:t>
            </a:r>
            <a:r>
              <a:rPr lang="en-AU" sz="1200" dirty="0">
                <a:solidFill>
                  <a:srgbClr val="000000"/>
                </a:solidFill>
              </a:rPr>
              <a:t> </a:t>
            </a:r>
            <a:br>
              <a:rPr lang="en-AU" sz="1200" dirty="0">
                <a:solidFill>
                  <a:srgbClr val="000000"/>
                </a:solidFill>
              </a:rPr>
            </a:br>
            <a:r>
              <a:rPr lang="en-AU" sz="1200" dirty="0">
                <a:solidFill>
                  <a:srgbClr val="000000"/>
                </a:solidFill>
              </a:rPr>
              <a:t>  </a:t>
            </a:r>
            <a:r>
              <a:rPr lang="en-AU" sz="1200" dirty="0" smtClean="0">
                <a:solidFill>
                  <a:srgbClr val="960000"/>
                </a:solidFill>
              </a:rPr>
              <a:t>]</a:t>
            </a:r>
            <a:r>
              <a:rPr lang="en-AU" sz="1200" dirty="0" smtClean="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"member"</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"href"</a:t>
            </a:r>
            <a:r>
              <a:rPr lang="en-AU" sz="1200" dirty="0">
                <a:solidFill>
                  <a:srgbClr val="640032"/>
                </a:solidFill>
              </a:rPr>
              <a:t>:</a:t>
            </a:r>
            <a:r>
              <a:rPr lang="en-AU" sz="1200" dirty="0">
                <a:solidFill>
                  <a:srgbClr val="000000"/>
                </a:solidFill>
              </a:rPr>
              <a:t> </a:t>
            </a:r>
            <a:r>
              <a:rPr lang="en-AU" sz="1200" dirty="0">
                <a:solidFill>
                  <a:srgbClr val="0000FF"/>
                </a:solidFill>
              </a:rPr>
              <a:t>"http://example.org/sample23"</a:t>
            </a: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t>
            </a:r>
            <a:br>
              <a:rPr lang="en-AU" sz="1200" dirty="0">
                <a:solidFill>
                  <a:srgbClr val="000000"/>
                </a:solidFill>
              </a:rPr>
            </a:br>
            <a:r>
              <a:rPr lang="en-AU" sz="1200" dirty="0">
                <a:solidFill>
                  <a:srgbClr val="000000"/>
                </a:solidFill>
              </a:rPr>
              <a:t>      </a:t>
            </a:r>
            <a:r>
              <a:rPr lang="en-AU" sz="1200" dirty="0">
                <a:solidFill>
                  <a:srgbClr val="1E6496"/>
                </a:solidFill>
              </a:rPr>
              <a:t>"id"</a:t>
            </a:r>
            <a:r>
              <a:rPr lang="en-AU" sz="1200" dirty="0">
                <a:solidFill>
                  <a:srgbClr val="640032"/>
                </a:solidFill>
              </a:rPr>
              <a:t>:</a:t>
            </a:r>
            <a:r>
              <a:rPr lang="en-AU" sz="1200" dirty="0">
                <a:solidFill>
                  <a:srgbClr val="000000"/>
                </a:solidFill>
              </a:rPr>
              <a:t> </a:t>
            </a:r>
            <a:r>
              <a:rPr lang="en-AU" sz="1200" dirty="0">
                <a:solidFill>
                  <a:srgbClr val="0000FF"/>
                </a:solidFill>
              </a:rPr>
              <a:t>"spec56"</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"type"</a:t>
            </a:r>
            <a:r>
              <a:rPr lang="en-AU" sz="1200" dirty="0">
                <a:solidFill>
                  <a:srgbClr val="640032"/>
                </a:solidFill>
              </a:rPr>
              <a:t>:</a:t>
            </a:r>
            <a:r>
              <a:rPr lang="en-AU" sz="1200" dirty="0">
                <a:solidFill>
                  <a:srgbClr val="000000"/>
                </a:solidFill>
              </a:rPr>
              <a:t> </a:t>
            </a:r>
            <a:r>
              <a:rPr lang="en-AU" sz="1200" dirty="0">
                <a:solidFill>
                  <a:srgbClr val="0000FF"/>
                </a:solidFill>
              </a:rPr>
              <a:t>"Specimen"</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samplingTime</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"instant"</a:t>
            </a:r>
            <a:r>
              <a:rPr lang="en-AU" sz="1200" dirty="0">
                <a:solidFill>
                  <a:srgbClr val="640032"/>
                </a:solidFill>
              </a:rPr>
              <a:t>:</a:t>
            </a:r>
            <a:r>
              <a:rPr lang="en-AU" sz="1200" dirty="0">
                <a:solidFill>
                  <a:srgbClr val="000000"/>
                </a:solidFill>
              </a:rPr>
              <a:t> </a:t>
            </a:r>
            <a:r>
              <a:rPr lang="en-AU" sz="1200" dirty="0">
                <a:solidFill>
                  <a:srgbClr val="0000FF"/>
                </a:solidFill>
              </a:rPr>
              <a:t>"2015-05-14"</a:t>
            </a: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samplingLocation</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"type"</a:t>
            </a:r>
            <a:r>
              <a:rPr lang="en-AU" sz="1200" dirty="0">
                <a:solidFill>
                  <a:srgbClr val="640032"/>
                </a:solidFill>
              </a:rPr>
              <a:t>:</a:t>
            </a:r>
            <a:r>
              <a:rPr lang="en-AU" sz="1200" dirty="0">
                <a:solidFill>
                  <a:srgbClr val="000000"/>
                </a:solidFill>
              </a:rPr>
              <a:t> </a:t>
            </a:r>
            <a:r>
              <a:rPr lang="en-AU" sz="1200" dirty="0">
                <a:solidFill>
                  <a:srgbClr val="0000FF"/>
                </a:solidFill>
              </a:rPr>
              <a:t>"Point"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"coordinates"</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000096"/>
                </a:solidFill>
              </a:rPr>
              <a:t>-30</a:t>
            </a:r>
            <a:r>
              <a:rPr lang="en-AU" sz="1200" dirty="0">
                <a:solidFill>
                  <a:srgbClr val="640032"/>
                </a:solidFill>
              </a:rPr>
              <a:t>,</a:t>
            </a:r>
            <a:r>
              <a:rPr lang="en-AU" sz="1200" dirty="0">
                <a:solidFill>
                  <a:srgbClr val="000000"/>
                </a:solidFill>
              </a:rPr>
              <a:t>  </a:t>
            </a:r>
            <a:r>
              <a:rPr lang="en-AU" sz="1200" dirty="0">
                <a:solidFill>
                  <a:srgbClr val="000096"/>
                </a:solidFill>
              </a:rPr>
              <a:t>-90</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"size"</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"value"</a:t>
            </a:r>
            <a:r>
              <a:rPr lang="en-AU" sz="1200" dirty="0">
                <a:solidFill>
                  <a:srgbClr val="640032"/>
                </a:solidFill>
              </a:rPr>
              <a:t>:</a:t>
            </a:r>
            <a:r>
              <a:rPr lang="en-AU" sz="1200" dirty="0">
                <a:solidFill>
                  <a:srgbClr val="000000"/>
                </a:solidFill>
              </a:rPr>
              <a:t> </a:t>
            </a:r>
            <a:r>
              <a:rPr lang="en-AU" sz="1200" dirty="0">
                <a:solidFill>
                  <a:srgbClr val="000096"/>
                </a:solidFill>
              </a:rPr>
              <a:t>2</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uom</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0000FF"/>
                </a:solidFill>
              </a:rPr>
              <a:t>"l"</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smtClean="0">
                <a:solidFill>
                  <a:srgbClr val="960000"/>
                </a:solidFill>
              </a:rPr>
              <a:t>]</a:t>
            </a:r>
            <a:r>
              <a:rPr lang="en-AU" sz="1200" dirty="0">
                <a:solidFill>
                  <a:srgbClr val="000000"/>
                </a:solidFill>
              </a:rPr>
              <a:t/>
            </a:r>
            <a:br>
              <a:rPr lang="en-AU" sz="1200" dirty="0">
                <a:solidFill>
                  <a:srgbClr val="000000"/>
                </a:solidFill>
              </a:rPr>
            </a:br>
            <a:r>
              <a:rPr lang="en-AU" sz="1200" dirty="0" smtClean="0">
                <a:solidFill>
                  <a:srgbClr val="960000"/>
                </a:solidFill>
              </a:rPr>
              <a:t>}</a:t>
            </a:r>
            <a:endParaRPr lang="en-AU" sz="1200" dirty="0"/>
          </a:p>
        </p:txBody>
      </p:sp>
      <p:sp>
        <p:nvSpPr>
          <p:cNvPr id="2" name="Title 1"/>
          <p:cNvSpPr>
            <a:spLocks noGrp="1"/>
          </p:cNvSpPr>
          <p:nvPr>
            <p:ph type="title"/>
          </p:nvPr>
        </p:nvSpPr>
        <p:spPr/>
        <p:txBody>
          <a:bodyPr/>
          <a:lstStyle/>
          <a:p>
            <a:r>
              <a:rPr lang="en-US" dirty="0" smtClean="0"/>
              <a:t>OM-JSON</a:t>
            </a:r>
            <a:endParaRPr lang="en-AU" dirty="0"/>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
        <p:nvSpPr>
          <p:cNvPr id="6" name="TextBox 5"/>
          <p:cNvSpPr txBox="1"/>
          <p:nvPr/>
        </p:nvSpPr>
        <p:spPr>
          <a:xfrm>
            <a:off x="4860032" y="4149080"/>
            <a:ext cx="4104456" cy="1631216"/>
          </a:xfrm>
          <a:prstGeom prst="rect">
            <a:avLst/>
          </a:prstGeom>
          <a:noFill/>
        </p:spPr>
        <p:txBody>
          <a:bodyPr wrap="square" rtlCol="0">
            <a:spAutoFit/>
          </a:bodyPr>
          <a:lstStyle/>
          <a:p>
            <a:r>
              <a:rPr lang="en-US" sz="2000" i="1" dirty="0" smtClean="0"/>
              <a:t>Sampling feature collection</a:t>
            </a:r>
          </a:p>
          <a:p>
            <a:endParaRPr lang="en-US" sz="2000" i="1" dirty="0"/>
          </a:p>
          <a:p>
            <a:r>
              <a:rPr lang="en-US" sz="2000" i="1" dirty="0" smtClean="0"/>
              <a:t>Members </a:t>
            </a:r>
          </a:p>
          <a:p>
            <a:r>
              <a:rPr lang="en-US" sz="2000" i="1" dirty="0"/>
              <a:t> </a:t>
            </a:r>
            <a:r>
              <a:rPr lang="en-US" sz="2000" i="1" dirty="0" smtClean="0"/>
              <a:t>    - by-reference or in-line</a:t>
            </a:r>
            <a:endParaRPr lang="en-US" sz="2000" i="1" dirty="0"/>
          </a:p>
          <a:p>
            <a:r>
              <a:rPr lang="en-US" sz="2000" i="1" dirty="0" smtClean="0"/>
              <a:t>     - inherit common properties</a:t>
            </a:r>
          </a:p>
        </p:txBody>
      </p:sp>
      <p:sp>
        <p:nvSpPr>
          <p:cNvPr id="7" name="Oval 6"/>
          <p:cNvSpPr/>
          <p:nvPr/>
        </p:nvSpPr>
        <p:spPr>
          <a:xfrm>
            <a:off x="179512" y="1700808"/>
            <a:ext cx="3816424" cy="1894313"/>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p:cNvSpPr/>
          <p:nvPr/>
        </p:nvSpPr>
        <p:spPr>
          <a:xfrm>
            <a:off x="331912" y="1310279"/>
            <a:ext cx="1791816" cy="246513"/>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84020871"/>
      </p:ext>
    </p:extLst>
  </p:cSld>
  <p:clrMapOvr>
    <a:masterClrMapping/>
  </p:clrMapOvr>
  <p:transition xmlns:p14="http://schemas.microsoft.com/office/powerpoint/2010/main">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7544" y="908134"/>
            <a:ext cx="8136904" cy="3600986"/>
          </a:xfrm>
          <a:prstGeom prst="rect">
            <a:avLst/>
          </a:prstGeom>
        </p:spPr>
        <p:txBody>
          <a:bodyPr wrap="square">
            <a:spAutoFit/>
          </a:bodyPr>
          <a:lstStyle/>
          <a:p>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"id"</a:t>
            </a:r>
            <a:r>
              <a:rPr lang="en-AU" sz="1200" dirty="0">
                <a:solidFill>
                  <a:srgbClr val="640032"/>
                </a:solidFill>
              </a:rPr>
              <a:t>:</a:t>
            </a:r>
            <a:r>
              <a:rPr lang="en-AU" sz="1200" dirty="0">
                <a:solidFill>
                  <a:srgbClr val="000000"/>
                </a:solidFill>
              </a:rPr>
              <a:t> </a:t>
            </a:r>
            <a:r>
              <a:rPr lang="en-AU" sz="1200" dirty="0">
                <a:solidFill>
                  <a:srgbClr val="0000FF"/>
                </a:solidFill>
              </a:rPr>
              <a:t>"observation collection a34"</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phenomenonTime</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"instant"</a:t>
            </a:r>
            <a:r>
              <a:rPr lang="en-AU" sz="1200" dirty="0">
                <a:solidFill>
                  <a:srgbClr val="640032"/>
                </a:solidFill>
              </a:rPr>
              <a:t>:</a:t>
            </a:r>
            <a:r>
              <a:rPr lang="en-AU" sz="1200" dirty="0">
                <a:solidFill>
                  <a:srgbClr val="0000FF"/>
                </a:solidFill>
              </a:rPr>
              <a:t>"2015-05-11"</a:t>
            </a: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featureOfInterest</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a:t>
            </a:r>
            <a:r>
              <a:rPr lang="en-AU" sz="1200" dirty="0" err="1">
                <a:solidFill>
                  <a:srgbClr val="1E6496"/>
                </a:solidFill>
              </a:rPr>
              <a:t>href"</a:t>
            </a:r>
            <a:r>
              <a:rPr lang="en-AU" sz="1200" dirty="0" err="1">
                <a:solidFill>
                  <a:srgbClr val="640032"/>
                </a:solidFill>
              </a:rPr>
              <a:t>:</a:t>
            </a:r>
            <a:r>
              <a:rPr lang="en-AU" sz="1200" dirty="0" err="1">
                <a:solidFill>
                  <a:srgbClr val="0000FF"/>
                </a:solidFill>
              </a:rPr>
              <a:t>"http</a:t>
            </a:r>
            <a:r>
              <a:rPr lang="en-AU" sz="1200" dirty="0">
                <a:solidFill>
                  <a:srgbClr val="0000FF"/>
                </a:solidFill>
              </a:rPr>
              <a:t>://example.org/sighting345"</a:t>
            </a: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"member"</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"href"</a:t>
            </a:r>
            <a:r>
              <a:rPr lang="en-AU" sz="1200" dirty="0">
                <a:solidFill>
                  <a:srgbClr val="640032"/>
                </a:solidFill>
              </a:rPr>
              <a:t>:</a:t>
            </a:r>
            <a:r>
              <a:rPr lang="en-AU" sz="1200" dirty="0">
                <a:solidFill>
                  <a:srgbClr val="000000"/>
                </a:solidFill>
              </a:rPr>
              <a:t> </a:t>
            </a:r>
            <a:r>
              <a:rPr lang="en-AU" sz="1200" dirty="0">
                <a:solidFill>
                  <a:srgbClr val="0000FF"/>
                </a:solidFill>
              </a:rPr>
              <a:t>"http://example.org/o23"</a:t>
            </a: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"id"</a:t>
            </a:r>
            <a:r>
              <a:rPr lang="en-AU" sz="1200" dirty="0">
                <a:solidFill>
                  <a:srgbClr val="640032"/>
                </a:solidFill>
              </a:rPr>
              <a:t>:</a:t>
            </a:r>
            <a:r>
              <a:rPr lang="en-AU" sz="1200" dirty="0">
                <a:solidFill>
                  <a:srgbClr val="0000FF"/>
                </a:solidFill>
              </a:rPr>
              <a:t>"o96"</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"type"</a:t>
            </a:r>
            <a:r>
              <a:rPr lang="en-AU" sz="1200" dirty="0">
                <a:solidFill>
                  <a:srgbClr val="640032"/>
                </a:solidFill>
              </a:rPr>
              <a:t>:</a:t>
            </a:r>
            <a:r>
              <a:rPr lang="en-AU" sz="1200" dirty="0">
                <a:solidFill>
                  <a:srgbClr val="000000"/>
                </a:solidFill>
              </a:rPr>
              <a:t> </a:t>
            </a:r>
            <a:r>
              <a:rPr lang="en-AU" sz="1200" dirty="0">
                <a:solidFill>
                  <a:srgbClr val="0000FF"/>
                </a:solidFill>
              </a:rPr>
              <a:t>"</a:t>
            </a:r>
            <a:r>
              <a:rPr lang="en-AU" sz="1200" dirty="0" err="1">
                <a:solidFill>
                  <a:srgbClr val="0000FF"/>
                </a:solidFill>
              </a:rPr>
              <a:t>CategoryObservation</a:t>
            </a:r>
            <a:r>
              <a:rPr lang="en-AU" sz="1200" dirty="0">
                <a:solidFill>
                  <a:srgbClr val="0000FF"/>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"observedProperty"</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"href"</a:t>
            </a:r>
            <a:r>
              <a:rPr lang="en-AU" sz="1200" dirty="0">
                <a:solidFill>
                  <a:srgbClr val="640032"/>
                </a:solidFill>
              </a:rPr>
              <a:t>:</a:t>
            </a:r>
            <a:r>
              <a:rPr lang="en-AU" sz="1200" dirty="0">
                <a:solidFill>
                  <a:srgbClr val="000000"/>
                </a:solidFill>
              </a:rPr>
              <a:t> </a:t>
            </a:r>
            <a:r>
              <a:rPr lang="en-AU" sz="1200" dirty="0">
                <a:solidFill>
                  <a:srgbClr val="0000FF"/>
                </a:solidFill>
              </a:rPr>
              <a:t>"http://environment.data.gov.au/</a:t>
            </a:r>
            <a:r>
              <a:rPr lang="en-AU" sz="1200" dirty="0" err="1">
                <a:solidFill>
                  <a:srgbClr val="0000FF"/>
                </a:solidFill>
              </a:rPr>
              <a:t>def</a:t>
            </a:r>
            <a:r>
              <a:rPr lang="en-AU" sz="1200" dirty="0">
                <a:solidFill>
                  <a:srgbClr val="0000FF"/>
                </a:solidFill>
              </a:rPr>
              <a:t>/property/taxon"</a:t>
            </a: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"procedure"</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t>
            </a:r>
            <a:r>
              <a:rPr lang="en-AU" sz="1200" dirty="0">
                <a:solidFill>
                  <a:srgbClr val="1E6496"/>
                </a:solidFill>
              </a:rPr>
              <a:t>"</a:t>
            </a:r>
            <a:r>
              <a:rPr lang="en-AU" sz="1200" dirty="0" err="1">
                <a:solidFill>
                  <a:srgbClr val="1E6496"/>
                </a:solidFill>
              </a:rPr>
              <a:t>href"</a:t>
            </a:r>
            <a:r>
              <a:rPr lang="en-AU" sz="1200" dirty="0" err="1">
                <a:solidFill>
                  <a:srgbClr val="640032"/>
                </a:solidFill>
              </a:rPr>
              <a:t>:</a:t>
            </a:r>
            <a:r>
              <a:rPr lang="en-AU" sz="1200" dirty="0" err="1">
                <a:solidFill>
                  <a:srgbClr val="0000FF"/>
                </a:solidFill>
              </a:rPr>
              <a:t>"http</a:t>
            </a:r>
            <a:r>
              <a:rPr lang="en-AU" sz="1200" dirty="0">
                <a:solidFill>
                  <a:srgbClr val="0000FF"/>
                </a:solidFill>
              </a:rPr>
              <a:t>://www.opengis.net/def/waterml/2.0/processType/Manual"</a:t>
            </a:r>
            <a:r>
              <a:rPr lang="en-AU" sz="1200" dirty="0">
                <a:solidFill>
                  <a:srgbClr val="000000"/>
                </a:solidFill>
              </a:rPr>
              <a:t> </a:t>
            </a:r>
            <a:r>
              <a:rPr lang="en-AU" sz="1200" dirty="0">
                <a:solidFill>
                  <a:srgbClr val="960000"/>
                </a:solidFill>
              </a:rPr>
              <a:t>}</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a:t>
            </a:r>
            <a:r>
              <a:rPr lang="en-AU" sz="1200" dirty="0" err="1">
                <a:solidFill>
                  <a:srgbClr val="1E6496"/>
                </a:solidFill>
              </a:rPr>
              <a:t>resultTime</a:t>
            </a:r>
            <a:r>
              <a:rPr lang="en-AU" sz="1200" dirty="0">
                <a:solidFill>
                  <a:srgbClr val="1E6496"/>
                </a:solidFill>
              </a:rPr>
              <a:t>"</a:t>
            </a:r>
            <a:r>
              <a:rPr lang="en-AU" sz="1200" dirty="0">
                <a:solidFill>
                  <a:srgbClr val="640032"/>
                </a:solidFill>
              </a:rPr>
              <a:t>:</a:t>
            </a:r>
            <a:r>
              <a:rPr lang="en-AU" sz="1200" dirty="0">
                <a:solidFill>
                  <a:srgbClr val="000000"/>
                </a:solidFill>
              </a:rPr>
              <a:t> </a:t>
            </a:r>
            <a:r>
              <a:rPr lang="en-AU" sz="1200" dirty="0">
                <a:solidFill>
                  <a:srgbClr val="0000FF"/>
                </a:solidFill>
              </a:rPr>
              <a:t>"2015-05-12T09:00:00+10:00"</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"result"</a:t>
            </a:r>
            <a:r>
              <a:rPr lang="en-AU" sz="1200" dirty="0">
                <a:solidFill>
                  <a:srgbClr val="640032"/>
                </a:solidFill>
              </a:rPr>
              <a:t>:</a:t>
            </a: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"term"</a:t>
            </a:r>
            <a:r>
              <a:rPr lang="en-AU" sz="1200" dirty="0">
                <a:solidFill>
                  <a:srgbClr val="640032"/>
                </a:solidFill>
              </a:rPr>
              <a:t>:</a:t>
            </a:r>
            <a:r>
              <a:rPr lang="en-AU" sz="1200" dirty="0">
                <a:solidFill>
                  <a:srgbClr val="000000"/>
                </a:solidFill>
              </a:rPr>
              <a:t> </a:t>
            </a:r>
            <a:r>
              <a:rPr lang="en-AU" sz="1200" dirty="0">
                <a:solidFill>
                  <a:srgbClr val="0000FF"/>
                </a:solidFill>
              </a:rPr>
              <a:t>"</a:t>
            </a:r>
            <a:r>
              <a:rPr lang="en-AU" sz="1200" dirty="0" err="1">
                <a:solidFill>
                  <a:srgbClr val="0000FF"/>
                </a:solidFill>
              </a:rPr>
              <a:t>johnstons</a:t>
            </a:r>
            <a:r>
              <a:rPr lang="en-AU" sz="1200" dirty="0">
                <a:solidFill>
                  <a:srgbClr val="0000FF"/>
                </a:solidFill>
              </a:rPr>
              <a:t>-crocodile"</a:t>
            </a:r>
            <a:r>
              <a:rPr lang="en-AU" sz="1200" dirty="0">
                <a:solidFill>
                  <a:srgbClr val="000000"/>
                </a:solidFill>
              </a:rPr>
              <a:t> </a:t>
            </a:r>
            <a:r>
              <a:rPr lang="en-AU" sz="1200" dirty="0">
                <a:solidFill>
                  <a:srgbClr val="640032"/>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1E6496"/>
                </a:solidFill>
              </a:rPr>
              <a:t>"vocabulary"</a:t>
            </a:r>
            <a:r>
              <a:rPr lang="en-AU" sz="1200" dirty="0">
                <a:solidFill>
                  <a:srgbClr val="640032"/>
                </a:solidFill>
              </a:rPr>
              <a:t>:</a:t>
            </a:r>
            <a:r>
              <a:rPr lang="en-AU" sz="1200" dirty="0">
                <a:solidFill>
                  <a:srgbClr val="000000"/>
                </a:solidFill>
              </a:rPr>
              <a:t> </a:t>
            </a:r>
            <a:r>
              <a:rPr lang="en-AU" sz="1200" dirty="0">
                <a:solidFill>
                  <a:srgbClr val="0000FF"/>
                </a:solidFill>
              </a:rPr>
              <a:t>"http://environment.data.gov.au/</a:t>
            </a:r>
            <a:r>
              <a:rPr lang="en-AU" sz="1200" dirty="0" err="1">
                <a:solidFill>
                  <a:srgbClr val="0000FF"/>
                </a:solidFill>
              </a:rPr>
              <a:t>def</a:t>
            </a:r>
            <a:r>
              <a:rPr lang="en-AU" sz="1200" dirty="0">
                <a:solidFill>
                  <a:srgbClr val="0000FF"/>
                </a:solidFill>
              </a:rPr>
              <a:t>/object/"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000000"/>
                </a:solidFill>
              </a:rPr>
              <a:t>  </a:t>
            </a:r>
            <a:r>
              <a:rPr lang="en-AU" sz="1200" dirty="0">
                <a:solidFill>
                  <a:srgbClr val="960000"/>
                </a:solidFill>
              </a:rPr>
              <a:t>]</a:t>
            </a:r>
            <a:r>
              <a:rPr lang="en-AU" sz="1200" dirty="0">
                <a:solidFill>
                  <a:srgbClr val="000000"/>
                </a:solidFill>
              </a:rPr>
              <a:t/>
            </a:r>
            <a:br>
              <a:rPr lang="en-AU" sz="1200" dirty="0">
                <a:solidFill>
                  <a:srgbClr val="000000"/>
                </a:solidFill>
              </a:rPr>
            </a:br>
            <a:r>
              <a:rPr lang="en-AU" sz="1200" dirty="0">
                <a:solidFill>
                  <a:srgbClr val="960000"/>
                </a:solidFill>
              </a:rPr>
              <a:t>}</a:t>
            </a:r>
            <a:endParaRPr lang="en-AU" sz="1200" dirty="0"/>
          </a:p>
        </p:txBody>
      </p:sp>
      <p:sp>
        <p:nvSpPr>
          <p:cNvPr id="2" name="Title 1"/>
          <p:cNvSpPr>
            <a:spLocks noGrp="1"/>
          </p:cNvSpPr>
          <p:nvPr>
            <p:ph type="title"/>
          </p:nvPr>
        </p:nvSpPr>
        <p:spPr/>
        <p:txBody>
          <a:bodyPr/>
          <a:lstStyle/>
          <a:p>
            <a:r>
              <a:rPr lang="en-US" dirty="0" smtClean="0"/>
              <a:t>OM-JSON</a:t>
            </a:r>
            <a:endParaRPr lang="en-AU" dirty="0"/>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
        <p:nvSpPr>
          <p:cNvPr id="8" name="TextBox 7"/>
          <p:cNvSpPr txBox="1"/>
          <p:nvPr/>
        </p:nvSpPr>
        <p:spPr>
          <a:xfrm>
            <a:off x="4860032" y="4149080"/>
            <a:ext cx="4104456" cy="1631216"/>
          </a:xfrm>
          <a:prstGeom prst="rect">
            <a:avLst/>
          </a:prstGeom>
          <a:noFill/>
        </p:spPr>
        <p:txBody>
          <a:bodyPr wrap="square" rtlCol="0">
            <a:spAutoFit/>
          </a:bodyPr>
          <a:lstStyle/>
          <a:p>
            <a:r>
              <a:rPr lang="en-US" sz="2000" i="1" dirty="0" smtClean="0"/>
              <a:t>Observation collection</a:t>
            </a:r>
          </a:p>
          <a:p>
            <a:endParaRPr lang="en-US" sz="2000" i="1" dirty="0"/>
          </a:p>
          <a:p>
            <a:r>
              <a:rPr lang="en-US" sz="2000" i="1" dirty="0" smtClean="0"/>
              <a:t>Members </a:t>
            </a:r>
          </a:p>
          <a:p>
            <a:r>
              <a:rPr lang="en-US" sz="2000" i="1" dirty="0"/>
              <a:t> </a:t>
            </a:r>
            <a:r>
              <a:rPr lang="en-US" sz="2000" i="1" dirty="0" smtClean="0"/>
              <a:t>    - by-reference or in-line</a:t>
            </a:r>
            <a:endParaRPr lang="en-US" sz="2000" i="1" dirty="0"/>
          </a:p>
          <a:p>
            <a:r>
              <a:rPr lang="en-US" sz="2000" i="1" dirty="0" smtClean="0"/>
              <a:t>     - inherit common properties</a:t>
            </a:r>
          </a:p>
        </p:txBody>
      </p:sp>
      <p:sp>
        <p:nvSpPr>
          <p:cNvPr id="9" name="Oval 8"/>
          <p:cNvSpPr/>
          <p:nvPr/>
        </p:nvSpPr>
        <p:spPr>
          <a:xfrm>
            <a:off x="179512" y="1700808"/>
            <a:ext cx="3816424" cy="1894313"/>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p:cNvSpPr/>
          <p:nvPr/>
        </p:nvSpPr>
        <p:spPr>
          <a:xfrm>
            <a:off x="331912" y="1310279"/>
            <a:ext cx="1791816" cy="246513"/>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58856645"/>
      </p:ext>
    </p:extLst>
  </p:cSld>
  <p:clrMapOvr>
    <a:masterClrMapping/>
  </p:clrMapOvr>
  <p:transition xmlns:p14="http://schemas.microsoft.com/office/powerpoint/2010/main">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JSON Schema for OM-JSON</a:t>
            </a:r>
            <a:endParaRPr lang="en-AU"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250" y="1268413"/>
            <a:ext cx="7029046" cy="4573587"/>
          </a:xfrm>
        </p:spPr>
      </p:pic>
      <p:sp>
        <p:nvSpPr>
          <p:cNvPr id="4" name="Footer Placeholder 3"/>
          <p:cNvSpPr>
            <a:spLocks noGrp="1"/>
          </p:cNvSpPr>
          <p:nvPr>
            <p:ph type="ftr" sz="quarter" idx="10"/>
          </p:nvPr>
        </p:nvSpPr>
        <p:spPr/>
        <p:txBody>
          <a:bodyPr/>
          <a:lstStyle/>
          <a:p>
            <a:r>
              <a:rPr lang="en-AU" smtClean="0"/>
              <a:t>OGC - SWE DWG - 2015-09-16</a:t>
            </a:r>
            <a:endParaRPr lang="en-AU" dirty="0"/>
          </a:p>
        </p:txBody>
      </p:sp>
      <p:sp>
        <p:nvSpPr>
          <p:cNvPr id="6" name="Rectangle 5"/>
          <p:cNvSpPr/>
          <p:nvPr/>
        </p:nvSpPr>
        <p:spPr>
          <a:xfrm>
            <a:off x="1256039" y="1268413"/>
            <a:ext cx="4896544" cy="792435"/>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p:cNvSpPr txBox="1"/>
          <p:nvPr/>
        </p:nvSpPr>
        <p:spPr>
          <a:xfrm>
            <a:off x="6516216" y="1268413"/>
            <a:ext cx="2577834" cy="1015663"/>
          </a:xfrm>
          <a:prstGeom prst="rect">
            <a:avLst/>
          </a:prstGeom>
          <a:noFill/>
        </p:spPr>
        <p:txBody>
          <a:bodyPr wrap="square" rtlCol="0">
            <a:spAutoFit/>
          </a:bodyPr>
          <a:lstStyle/>
          <a:p>
            <a:r>
              <a:rPr lang="en-US" sz="2000" i="1" dirty="0" smtClean="0">
                <a:solidFill>
                  <a:srgbClr val="8A5200"/>
                </a:solidFill>
              </a:rPr>
              <a:t>Common types, for use in other OGC JSON encodings?</a:t>
            </a:r>
          </a:p>
        </p:txBody>
      </p:sp>
      <p:sp>
        <p:nvSpPr>
          <p:cNvPr id="8" name="Rectangle 7"/>
          <p:cNvSpPr/>
          <p:nvPr/>
        </p:nvSpPr>
        <p:spPr>
          <a:xfrm>
            <a:off x="205580" y="2492896"/>
            <a:ext cx="2062164" cy="1584176"/>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p:cNvSpPr txBox="1"/>
          <p:nvPr/>
        </p:nvSpPr>
        <p:spPr>
          <a:xfrm>
            <a:off x="6516216" y="2865130"/>
            <a:ext cx="2577834" cy="707886"/>
          </a:xfrm>
          <a:prstGeom prst="rect">
            <a:avLst/>
          </a:prstGeom>
          <a:noFill/>
        </p:spPr>
        <p:txBody>
          <a:bodyPr wrap="square" rtlCol="0">
            <a:spAutoFit/>
          </a:bodyPr>
          <a:lstStyle/>
          <a:p>
            <a:r>
              <a:rPr lang="en-US" sz="2000" i="1" dirty="0" smtClean="0">
                <a:solidFill>
                  <a:srgbClr val="7030A0"/>
                </a:solidFill>
              </a:rPr>
              <a:t>JSON-schema for </a:t>
            </a:r>
            <a:r>
              <a:rPr lang="en-US" sz="2000" i="1" dirty="0" err="1" smtClean="0">
                <a:solidFill>
                  <a:srgbClr val="7030A0"/>
                </a:solidFill>
              </a:rPr>
              <a:t>TimeseriesML</a:t>
            </a:r>
            <a:endParaRPr lang="en-US" sz="2000" i="1" dirty="0" smtClean="0">
              <a:solidFill>
                <a:srgbClr val="7030A0"/>
              </a:solidFill>
            </a:endParaRPr>
          </a:p>
        </p:txBody>
      </p:sp>
      <p:sp>
        <p:nvSpPr>
          <p:cNvPr id="10" name="Rectangle 9"/>
          <p:cNvSpPr/>
          <p:nvPr/>
        </p:nvSpPr>
        <p:spPr>
          <a:xfrm>
            <a:off x="1624000" y="5140288"/>
            <a:ext cx="4676192" cy="701712"/>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p:cNvSpPr txBox="1"/>
          <p:nvPr/>
        </p:nvSpPr>
        <p:spPr>
          <a:xfrm>
            <a:off x="6516216" y="5013176"/>
            <a:ext cx="2580892" cy="1015663"/>
          </a:xfrm>
          <a:prstGeom prst="rect">
            <a:avLst/>
          </a:prstGeom>
          <a:noFill/>
        </p:spPr>
        <p:txBody>
          <a:bodyPr wrap="square" rtlCol="0">
            <a:spAutoFit/>
          </a:bodyPr>
          <a:lstStyle/>
          <a:p>
            <a:r>
              <a:rPr lang="en-US" sz="2000" i="1" dirty="0" smtClean="0">
                <a:solidFill>
                  <a:schemeClr val="accent6">
                    <a:lumMod val="75000"/>
                  </a:schemeClr>
                </a:solidFill>
              </a:rPr>
              <a:t>Collection objects, carry common properties</a:t>
            </a:r>
          </a:p>
        </p:txBody>
      </p:sp>
      <p:sp>
        <p:nvSpPr>
          <p:cNvPr id="12" name="TextBox 11"/>
          <p:cNvSpPr txBox="1"/>
          <p:nvPr/>
        </p:nvSpPr>
        <p:spPr>
          <a:xfrm>
            <a:off x="6516216" y="128826"/>
            <a:ext cx="2577834" cy="707886"/>
          </a:xfrm>
          <a:prstGeom prst="rect">
            <a:avLst/>
          </a:prstGeom>
          <a:noFill/>
        </p:spPr>
        <p:txBody>
          <a:bodyPr wrap="square" rtlCol="0">
            <a:spAutoFit/>
          </a:bodyPr>
          <a:lstStyle/>
          <a:p>
            <a:r>
              <a:rPr lang="en-US" sz="2000" i="1" dirty="0" smtClean="0"/>
              <a:t>No external dependencies</a:t>
            </a:r>
          </a:p>
        </p:txBody>
      </p:sp>
    </p:spTree>
    <p:extLst>
      <p:ext uri="{BB962C8B-B14F-4D97-AF65-F5344CB8AC3E}">
        <p14:creationId xmlns:p14="http://schemas.microsoft.com/office/powerpoint/2010/main" val="1296245858"/>
      </p:ext>
    </p:extLst>
  </p:cSld>
  <p:clrMapOvr>
    <a:masterClrMapping/>
  </p:clrMapOvr>
  <p:transition xmlns:p14="http://schemas.microsoft.com/office/powerpoint/2010/main">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P spid="8" grpId="0" animBg="1"/>
      <p:bldP spid="9" grpId="0" build="p"/>
      <p:bldP spid="10" grpId="0" animBg="1"/>
      <p:bldP spid="11" grpId="0" build="p"/>
      <p:bldP spid="1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b="17851"/>
          <a:stretch/>
        </p:blipFill>
        <p:spPr>
          <a:xfrm>
            <a:off x="107504" y="3068960"/>
            <a:ext cx="8892480" cy="2933440"/>
          </a:xfrm>
          <a:prstGeom prst="rect">
            <a:avLst/>
          </a:prstGeom>
        </p:spPr>
      </p:pic>
      <p:sp>
        <p:nvSpPr>
          <p:cNvPr id="2" name="Title 1"/>
          <p:cNvSpPr>
            <a:spLocks noGrp="1"/>
          </p:cNvSpPr>
          <p:nvPr>
            <p:ph type="title"/>
          </p:nvPr>
        </p:nvSpPr>
        <p:spPr/>
        <p:txBody>
          <a:bodyPr/>
          <a:lstStyle/>
          <a:p>
            <a:r>
              <a:rPr lang="en-US" dirty="0" smtClean="0"/>
              <a:t>JSON Schema and validator</a:t>
            </a:r>
            <a:endParaRPr lang="en-US" dirty="0"/>
          </a:p>
        </p:txBody>
      </p:sp>
      <p:sp>
        <p:nvSpPr>
          <p:cNvPr id="3" name="Content Placeholder 2"/>
          <p:cNvSpPr>
            <a:spLocks noGrp="1"/>
          </p:cNvSpPr>
          <p:nvPr>
            <p:ph idx="1"/>
          </p:nvPr>
        </p:nvSpPr>
        <p:spPr/>
        <p:txBody>
          <a:bodyPr/>
          <a:lstStyle/>
          <a:p>
            <a:r>
              <a:rPr lang="en-US" dirty="0" smtClean="0"/>
              <a:t>Adapted version of </a:t>
            </a:r>
            <a:r>
              <a:rPr lang="en-US" dirty="0"/>
              <a:t>JSON Schema Lint here: </a:t>
            </a:r>
            <a:r>
              <a:rPr lang="en-US" dirty="0">
                <a:hlinkClick r:id="rId3"/>
              </a:rPr>
              <a:t>http://waterml2.csiro.au/om-json</a:t>
            </a:r>
            <a:r>
              <a:rPr lang="en-US" dirty="0" smtClean="0">
                <a:hlinkClick r:id="rId3"/>
              </a:rPr>
              <a:t>/</a:t>
            </a:r>
            <a:r>
              <a:rPr lang="en-US" dirty="0"/>
              <a:t> </a:t>
            </a:r>
          </a:p>
          <a:p>
            <a:r>
              <a:rPr lang="en-US" dirty="0" smtClean="0"/>
              <a:t>JSON Schema available here: </a:t>
            </a:r>
            <a:br>
              <a:rPr lang="en-US" dirty="0" smtClean="0"/>
            </a:br>
            <a:r>
              <a:rPr lang="en-US" dirty="0" smtClean="0">
                <a:hlinkClick r:id="rId4"/>
              </a:rPr>
              <a:t>http://github.com</a:t>
            </a:r>
            <a:r>
              <a:rPr lang="en-US" dirty="0">
                <a:hlinkClick r:id="rId4"/>
              </a:rPr>
              <a:t>/peterataylor/om-</a:t>
            </a:r>
            <a:r>
              <a:rPr lang="en-US" dirty="0" smtClean="0">
                <a:hlinkClick r:id="rId4"/>
              </a:rPr>
              <a:t>json</a:t>
            </a:r>
            <a:r>
              <a:rPr lang="en-US" dirty="0"/>
              <a:t> </a:t>
            </a:r>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Tree>
    <p:extLst>
      <p:ext uri="{BB962C8B-B14F-4D97-AF65-F5344CB8AC3E}">
        <p14:creationId xmlns:p14="http://schemas.microsoft.com/office/powerpoint/2010/main" val="2188301209"/>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Issues</a:t>
            </a:r>
            <a:endParaRPr lang="en-AU" dirty="0"/>
          </a:p>
        </p:txBody>
      </p:sp>
      <p:sp>
        <p:nvSpPr>
          <p:cNvPr id="3" name="Content Placeholder 2"/>
          <p:cNvSpPr>
            <a:spLocks noGrp="1"/>
          </p:cNvSpPr>
          <p:nvPr>
            <p:ph idx="1"/>
          </p:nvPr>
        </p:nvSpPr>
        <p:spPr/>
        <p:txBody>
          <a:bodyPr/>
          <a:lstStyle/>
          <a:p>
            <a:pPr marL="0" indent="0">
              <a:buNone/>
            </a:pPr>
            <a:r>
              <a:rPr lang="en-US" dirty="0" smtClean="0"/>
              <a:t>This encoding focuses on the information model</a:t>
            </a:r>
          </a:p>
          <a:p>
            <a:pPr marL="215900" lvl="1" indent="0">
              <a:buNone/>
            </a:pPr>
            <a:r>
              <a:rPr lang="en-US" dirty="0" smtClean="0"/>
              <a:t>How best to wrap these for use in API/Services? </a:t>
            </a:r>
          </a:p>
          <a:p>
            <a:pPr marL="215900" lvl="1" indent="0">
              <a:buNone/>
            </a:pPr>
            <a:r>
              <a:rPr lang="en-US" dirty="0" smtClean="0"/>
              <a:t>E.g. using SOS (52North), </a:t>
            </a:r>
            <a:r>
              <a:rPr lang="en-US" dirty="0" err="1" smtClean="0"/>
              <a:t>SensorThings</a:t>
            </a:r>
            <a:r>
              <a:rPr lang="en-US" dirty="0" smtClean="0"/>
              <a:t>, </a:t>
            </a:r>
            <a:r>
              <a:rPr lang="en-US" dirty="0" err="1" smtClean="0"/>
              <a:t>SensorCloud</a:t>
            </a:r>
            <a:r>
              <a:rPr lang="en-US" dirty="0" smtClean="0"/>
              <a:t> (CSIRO)</a:t>
            </a:r>
          </a:p>
          <a:p>
            <a:pPr marL="215900" lvl="1" indent="0">
              <a:buNone/>
            </a:pPr>
            <a:endParaRPr lang="en-US" dirty="0"/>
          </a:p>
          <a:p>
            <a:pPr marL="0" indent="0">
              <a:buNone/>
            </a:pPr>
            <a:r>
              <a:rPr lang="en-US" dirty="0" smtClean="0"/>
              <a:t>Some (minor) differences in approaches to schema inheritance and typing.</a:t>
            </a:r>
          </a:p>
          <a:p>
            <a:pPr marL="215900" lvl="1" indent="0">
              <a:buNone/>
            </a:pPr>
            <a:r>
              <a:rPr lang="en-US" dirty="0" smtClean="0"/>
              <a:t>The 52North schema are quite similar and these could be </a:t>
            </a:r>
            <a:r>
              <a:rPr lang="en-US" dirty="0" err="1" smtClean="0"/>
              <a:t>harmonised</a:t>
            </a:r>
            <a:endParaRPr lang="en-US" dirty="0" smtClean="0"/>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Tree>
    <p:extLst>
      <p:ext uri="{BB962C8B-B14F-4D97-AF65-F5344CB8AC3E}">
        <p14:creationId xmlns:p14="http://schemas.microsoft.com/office/powerpoint/2010/main" val="2016184575"/>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required to Abstract Spec (O&amp;M)	</a:t>
            </a:r>
            <a:endParaRPr lang="en-AU" dirty="0"/>
          </a:p>
        </p:txBody>
      </p:sp>
      <p:sp>
        <p:nvSpPr>
          <p:cNvPr id="3" name="Content Placeholder 2"/>
          <p:cNvSpPr>
            <a:spLocks noGrp="1"/>
          </p:cNvSpPr>
          <p:nvPr>
            <p:ph idx="1"/>
          </p:nvPr>
        </p:nvSpPr>
        <p:spPr/>
        <p:txBody>
          <a:bodyPr/>
          <a:lstStyle/>
          <a:p>
            <a:pPr marL="0" indent="0">
              <a:buNone/>
            </a:pPr>
            <a:r>
              <a:rPr lang="en-AU" sz="2000" dirty="0" smtClean="0"/>
              <a:t>add </a:t>
            </a:r>
            <a:r>
              <a:rPr lang="en-AU" sz="2000" b="1" dirty="0" err="1"/>
              <a:t>samplingStrategy</a:t>
            </a:r>
            <a:r>
              <a:rPr lang="en-AU" sz="2000" dirty="0"/>
              <a:t> </a:t>
            </a:r>
            <a:r>
              <a:rPr lang="en-AU" sz="2000" dirty="0" smtClean="0"/>
              <a:t>to Observation</a:t>
            </a:r>
          </a:p>
          <a:p>
            <a:pPr marL="215900" lvl="1" indent="0">
              <a:buNone/>
            </a:pPr>
            <a:r>
              <a:rPr lang="en-AU" sz="1800" b="1" dirty="0" err="1" smtClean="0"/>
              <a:t>featureOfInterest</a:t>
            </a:r>
            <a:r>
              <a:rPr lang="en-AU" sz="1800" dirty="0" smtClean="0"/>
              <a:t> used only </a:t>
            </a:r>
            <a:r>
              <a:rPr lang="en-AU" sz="1800" dirty="0"/>
              <a:t>for </a:t>
            </a:r>
            <a:r>
              <a:rPr lang="en-AU" sz="1800" dirty="0" smtClean="0"/>
              <a:t>the feature </a:t>
            </a:r>
            <a:r>
              <a:rPr lang="en-AU" sz="1800" dirty="0"/>
              <a:t>with </a:t>
            </a:r>
            <a:r>
              <a:rPr lang="en-AU" sz="1800" dirty="0" smtClean="0"/>
              <a:t>observed property</a:t>
            </a:r>
          </a:p>
          <a:p>
            <a:pPr marL="215900" lvl="1" indent="0">
              <a:buNone/>
            </a:pPr>
            <a:endParaRPr lang="en-AU" sz="1800" dirty="0"/>
          </a:p>
          <a:p>
            <a:pPr marL="0" indent="0">
              <a:buNone/>
            </a:pPr>
            <a:r>
              <a:rPr lang="en-AU" sz="2000" b="1" dirty="0" err="1" smtClean="0"/>
              <a:t>ObservationCollection</a:t>
            </a:r>
            <a:r>
              <a:rPr lang="en-AU" sz="2000" dirty="0" smtClean="0"/>
              <a:t>, for </a:t>
            </a:r>
            <a:r>
              <a:rPr lang="en-AU" sz="2000" dirty="0"/>
              <a:t>common properties of </a:t>
            </a:r>
            <a:r>
              <a:rPr lang="en-AU" sz="2000" dirty="0" smtClean="0"/>
              <a:t>member observations </a:t>
            </a:r>
          </a:p>
          <a:p>
            <a:pPr marL="215900" lvl="1" indent="0">
              <a:buNone/>
            </a:pPr>
            <a:r>
              <a:rPr lang="en-US" sz="1800" b="1" dirty="0"/>
              <a:t>p</a:t>
            </a:r>
            <a:r>
              <a:rPr lang="en-US" sz="1800" b="1" dirty="0" smtClean="0"/>
              <a:t>rocedure, </a:t>
            </a:r>
            <a:r>
              <a:rPr lang="en-US" sz="1800" b="1" dirty="0" err="1" smtClean="0"/>
              <a:t>featureOfInterest</a:t>
            </a:r>
            <a:r>
              <a:rPr lang="en-US" sz="1800" b="1" dirty="0" smtClean="0"/>
              <a:t>, </a:t>
            </a:r>
            <a:r>
              <a:rPr lang="en-US" sz="1800" b="1" dirty="0" err="1" smtClean="0"/>
              <a:t>samplingStrategy</a:t>
            </a:r>
            <a:r>
              <a:rPr lang="en-US" sz="1800" b="1" dirty="0" smtClean="0"/>
              <a:t>, observedProperty, </a:t>
            </a:r>
            <a:r>
              <a:rPr lang="en-US" sz="1800" b="1" dirty="0" err="1" smtClean="0"/>
              <a:t>phenomenonTime</a:t>
            </a:r>
            <a:r>
              <a:rPr lang="en-US" sz="1800" b="1" dirty="0" smtClean="0"/>
              <a:t>, </a:t>
            </a:r>
            <a:r>
              <a:rPr lang="en-US" sz="1800" b="1" dirty="0" err="1" smtClean="0"/>
              <a:t>resultTime</a:t>
            </a:r>
            <a:endParaRPr lang="en-US" sz="1800" b="1" dirty="0" smtClean="0"/>
          </a:p>
          <a:p>
            <a:pPr marL="215900" lvl="1" indent="0">
              <a:buNone/>
            </a:pPr>
            <a:endParaRPr lang="en-AU" sz="1800" b="1" dirty="0"/>
          </a:p>
          <a:p>
            <a:pPr marL="0" indent="0">
              <a:buNone/>
            </a:pPr>
            <a:r>
              <a:rPr lang="en-AU" sz="2000" dirty="0"/>
              <a:t>add </a:t>
            </a:r>
            <a:r>
              <a:rPr lang="en-AU" sz="2000" b="1" dirty="0" err="1"/>
              <a:t>samplingElevation</a:t>
            </a:r>
            <a:r>
              <a:rPr lang="en-AU" sz="2000" dirty="0"/>
              <a:t> to Specimen</a:t>
            </a:r>
          </a:p>
          <a:p>
            <a:pPr marL="215900" lvl="1" indent="0">
              <a:buNone/>
            </a:pPr>
            <a:r>
              <a:rPr lang="en-AU" sz="1800" dirty="0"/>
              <a:t>vertical offset from a 2-D location a common requirement </a:t>
            </a:r>
            <a:endParaRPr lang="en-AU" sz="1800" dirty="0" smtClean="0"/>
          </a:p>
          <a:p>
            <a:pPr marL="215900" lvl="1" indent="0">
              <a:buNone/>
            </a:pPr>
            <a:endParaRPr lang="en-AU" sz="1800" dirty="0"/>
          </a:p>
          <a:p>
            <a:pPr marL="0" indent="0">
              <a:buNone/>
            </a:pPr>
            <a:r>
              <a:rPr lang="en-AU" sz="2000" b="1" dirty="0" err="1" smtClean="0"/>
              <a:t>SamplingFeatureCollection</a:t>
            </a:r>
            <a:r>
              <a:rPr lang="en-AU" sz="2000" dirty="0" smtClean="0"/>
              <a:t>, for </a:t>
            </a:r>
            <a:r>
              <a:rPr lang="en-AU" sz="2000" dirty="0"/>
              <a:t>common properties of </a:t>
            </a:r>
            <a:r>
              <a:rPr lang="en-AU" sz="2000" dirty="0" smtClean="0"/>
              <a:t>member </a:t>
            </a:r>
            <a:r>
              <a:rPr lang="en-AU" sz="2000" dirty="0"/>
              <a:t>sampling features </a:t>
            </a:r>
            <a:endParaRPr lang="en-AU" sz="2000" dirty="0" smtClean="0"/>
          </a:p>
          <a:p>
            <a:pPr marL="215900" lvl="1" indent="0">
              <a:buNone/>
            </a:pPr>
            <a:r>
              <a:rPr lang="en-US" sz="1800" b="1" dirty="0" err="1" smtClean="0"/>
              <a:t>sampledFeature</a:t>
            </a:r>
            <a:endParaRPr lang="en-US" sz="1800" b="1" dirty="0" smtClean="0"/>
          </a:p>
          <a:p>
            <a:pPr marL="215900" lvl="1" indent="0">
              <a:buNone/>
            </a:pPr>
            <a:endParaRPr lang="en-AU" sz="1800" b="1" dirty="0"/>
          </a:p>
          <a:p>
            <a:pPr marL="0" indent="0">
              <a:buNone/>
            </a:pPr>
            <a:endParaRPr lang="en-AU" sz="2000" dirty="0"/>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Tree>
    <p:extLst>
      <p:ext uri="{BB962C8B-B14F-4D97-AF65-F5344CB8AC3E}">
        <p14:creationId xmlns:p14="http://schemas.microsoft.com/office/powerpoint/2010/main" val="3149858508"/>
      </p:ext>
    </p:extLst>
  </p:cSld>
  <p:clrMapOvr>
    <a:masterClrMapping/>
  </p:clrMapOvr>
  <p:transition xmlns:p14="http://schemas.microsoft.com/office/powerpoint/2010/main">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 paper</a:t>
            </a:r>
            <a:endParaRPr lang="en-AU" dirty="0"/>
          </a:p>
        </p:txBody>
      </p:sp>
      <p:sp>
        <p:nvSpPr>
          <p:cNvPr id="3" name="Content Placeholder 2"/>
          <p:cNvSpPr>
            <a:spLocks noGrp="1"/>
          </p:cNvSpPr>
          <p:nvPr>
            <p:ph idx="1"/>
          </p:nvPr>
        </p:nvSpPr>
        <p:spPr/>
        <p:txBody>
          <a:bodyPr/>
          <a:lstStyle/>
          <a:p>
            <a:pPr marL="0" indent="0">
              <a:buNone/>
            </a:pPr>
            <a:r>
              <a:rPr lang="en-US" dirty="0" smtClean="0"/>
              <a:t>OM</a:t>
            </a:r>
            <a:r>
              <a:rPr lang="en-US" dirty="0" smtClean="0"/>
              <a:t>-JSON – OGC 15-</a:t>
            </a:r>
            <a:r>
              <a:rPr lang="en-US" dirty="0" smtClean="0"/>
              <a:t>100rN Discussion Paper has been approved for publication at OGC.</a:t>
            </a:r>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Tree>
    <p:extLst>
      <p:ext uri="{BB962C8B-B14F-4D97-AF65-F5344CB8AC3E}">
        <p14:creationId xmlns:p14="http://schemas.microsoft.com/office/powerpoint/2010/main" val="2937370287"/>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 points</a:t>
            </a:r>
            <a:endParaRPr lang="en-AU" dirty="0"/>
          </a:p>
        </p:txBody>
      </p:sp>
      <p:sp>
        <p:nvSpPr>
          <p:cNvPr id="3" name="Content Placeholder 2"/>
          <p:cNvSpPr>
            <a:spLocks noGrp="1"/>
          </p:cNvSpPr>
          <p:nvPr>
            <p:ph idx="1"/>
          </p:nvPr>
        </p:nvSpPr>
        <p:spPr/>
        <p:txBody>
          <a:bodyPr/>
          <a:lstStyle/>
          <a:p>
            <a:pPr marL="0" indent="0">
              <a:buNone/>
            </a:pPr>
            <a:r>
              <a:rPr lang="en-AU" dirty="0"/>
              <a:t>JSON Schema?</a:t>
            </a:r>
          </a:p>
          <a:p>
            <a:pPr marL="0" indent="0">
              <a:buNone/>
            </a:pPr>
            <a:r>
              <a:rPr lang="en-AU" dirty="0"/>
              <a:t>base types for OGC JSON implementations</a:t>
            </a:r>
          </a:p>
          <a:p>
            <a:pPr marL="0" indent="0">
              <a:buNone/>
            </a:pPr>
            <a:r>
              <a:rPr lang="en-US" dirty="0" smtClean="0"/>
              <a:t>52North version of JSON for SOS</a:t>
            </a:r>
            <a:endParaRPr lang="en-AU" dirty="0"/>
          </a:p>
          <a:p>
            <a:pPr marL="0" indent="0">
              <a:buNone/>
            </a:pPr>
            <a:r>
              <a:rPr lang="en-AU" dirty="0" smtClean="0"/>
              <a:t>OM-JSON </a:t>
            </a:r>
            <a:r>
              <a:rPr lang="en-AU" dirty="0"/>
              <a:t>vs </a:t>
            </a:r>
            <a:r>
              <a:rPr lang="en-AU" dirty="0" err="1" smtClean="0"/>
              <a:t>SensorThings</a:t>
            </a:r>
            <a:endParaRPr lang="en-AU" dirty="0" smtClean="0"/>
          </a:p>
          <a:p>
            <a:pPr marL="0" indent="0">
              <a:buNone/>
            </a:pPr>
            <a:r>
              <a:rPr lang="en-AU" dirty="0" smtClean="0"/>
              <a:t>use </a:t>
            </a:r>
            <a:r>
              <a:rPr lang="en-AU" dirty="0"/>
              <a:t>of </a:t>
            </a:r>
            <a:r>
              <a:rPr lang="en-AU" dirty="0" smtClean="0"/>
              <a:t>GeoJSON for geometry, alternatives</a:t>
            </a:r>
          </a:p>
          <a:p>
            <a:pPr marL="0" indent="0">
              <a:buNone/>
            </a:pPr>
            <a:r>
              <a:rPr lang="en-AU" dirty="0" smtClean="0"/>
              <a:t>UML</a:t>
            </a:r>
            <a:r>
              <a:rPr lang="en-AU" dirty="0" smtClean="0">
                <a:sym typeface="Wingdings" panose="05000000000000000000" pitchFamily="2" charset="2"/>
              </a:rPr>
              <a:t></a:t>
            </a:r>
            <a:r>
              <a:rPr lang="en-AU" dirty="0" smtClean="0"/>
              <a:t>JSON rules</a:t>
            </a:r>
            <a:endParaRPr lang="en-AU" dirty="0"/>
          </a:p>
        </p:txBody>
      </p:sp>
      <p:sp>
        <p:nvSpPr>
          <p:cNvPr id="4" name="Footer Placeholder 3"/>
          <p:cNvSpPr>
            <a:spLocks noGrp="1"/>
          </p:cNvSpPr>
          <p:nvPr>
            <p:ph type="ftr" sz="quarter" idx="10"/>
          </p:nvPr>
        </p:nvSpPr>
        <p:spPr/>
        <p:txBody>
          <a:bodyPr/>
          <a:lstStyle/>
          <a:p>
            <a:r>
              <a:rPr lang="en-AU" smtClean="0"/>
              <a:t>OGC - SWE DWG - 2015-09-16</a:t>
            </a:r>
            <a:endParaRPr lang="en-AU" dirty="0"/>
          </a:p>
        </p:txBody>
      </p:sp>
    </p:spTree>
    <p:extLst>
      <p:ext uri="{BB962C8B-B14F-4D97-AF65-F5344CB8AC3E}">
        <p14:creationId xmlns:p14="http://schemas.microsoft.com/office/powerpoint/2010/main" val="3787109805"/>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p:cNvSpPr>
            <a:spLocks/>
          </p:cNvSpPr>
          <p:nvPr/>
        </p:nvSpPr>
        <p:spPr bwMode="auto">
          <a:xfrm>
            <a:off x="360363" y="5626100"/>
            <a:ext cx="4751387" cy="144463"/>
          </a:xfrm>
          <a:prstGeom prst="rect">
            <a:avLst/>
          </a:prstGeom>
          <a:noFill/>
          <a:ln w="9525">
            <a:noFill/>
            <a:miter lim="800000"/>
            <a:headEnd/>
            <a:tailEnd/>
          </a:ln>
        </p:spPr>
        <p:txBody>
          <a:bodyPr lIns="0" tIns="0" rIns="0" bIns="0" anchor="ctr"/>
          <a:lstStyle/>
          <a:p>
            <a:pPr marL="216000" indent="-216000" fontAlgn="auto">
              <a:lnSpc>
                <a:spcPct val="90000"/>
              </a:lnSpc>
              <a:spcBef>
                <a:spcPts val="600"/>
              </a:spcBef>
              <a:spcAft>
                <a:spcPts val="0"/>
              </a:spcAft>
              <a:defRPr/>
            </a:pPr>
            <a:r>
              <a:rPr lang="en-AU" sz="1200" b="1" cap="all" dirty="0" smtClean="0">
                <a:solidFill>
                  <a:srgbClr val="FFFFFF"/>
                </a:solidFill>
                <a:latin typeface="Calibri"/>
              </a:rPr>
              <a:t>Land </a:t>
            </a:r>
            <a:r>
              <a:rPr lang="en-AU" sz="1200" b="1" cap="all" smtClean="0">
                <a:solidFill>
                  <a:srgbClr val="FFFFFF"/>
                </a:solidFill>
                <a:latin typeface="Calibri"/>
              </a:rPr>
              <a:t>and water</a:t>
            </a:r>
            <a:endParaRPr lang="en-AU" sz="1200" b="1" cap="all" dirty="0">
              <a:solidFill>
                <a:srgbClr val="FFFFFF"/>
              </a:solidFill>
              <a:latin typeface="Calibri"/>
            </a:endParaRPr>
          </a:p>
        </p:txBody>
      </p:sp>
      <p:sp>
        <p:nvSpPr>
          <p:cNvPr id="31754" name="Title 3"/>
          <p:cNvSpPr>
            <a:spLocks/>
          </p:cNvSpPr>
          <p:nvPr/>
        </p:nvSpPr>
        <p:spPr bwMode="auto">
          <a:xfrm>
            <a:off x="360363" y="2867025"/>
            <a:ext cx="7469187" cy="719138"/>
          </a:xfrm>
          <a:prstGeom prst="rect">
            <a:avLst/>
          </a:prstGeom>
          <a:noFill/>
          <a:ln w="9525">
            <a:noFill/>
            <a:miter lim="800000"/>
            <a:headEnd/>
            <a:tailEnd/>
          </a:ln>
        </p:spPr>
        <p:txBody>
          <a:bodyPr lIns="0" tIns="0" rIns="0" bIns="0"/>
          <a:lstStyle/>
          <a:p>
            <a:pPr>
              <a:lnSpc>
                <a:spcPct val="85000"/>
              </a:lnSpc>
            </a:pPr>
            <a:r>
              <a:rPr lang="en-AU" sz="6700" b="1">
                <a:solidFill>
                  <a:srgbClr val="FFFFFF"/>
                </a:solidFill>
                <a:latin typeface="Calibri" pitchFamily="34" charset="0"/>
              </a:rPr>
              <a:t>Thank you</a:t>
            </a:r>
          </a:p>
        </p:txBody>
      </p:sp>
      <p:sp>
        <p:nvSpPr>
          <p:cNvPr id="7" name="Text Placeholder 1"/>
          <p:cNvSpPr>
            <a:spLocks/>
          </p:cNvSpPr>
          <p:nvPr/>
        </p:nvSpPr>
        <p:spPr bwMode="auto">
          <a:xfrm>
            <a:off x="360363" y="3713163"/>
            <a:ext cx="3203525" cy="1528762"/>
          </a:xfrm>
          <a:prstGeom prst="rect">
            <a:avLst/>
          </a:prstGeom>
          <a:noFill/>
          <a:ln w="9525">
            <a:noFill/>
            <a:miter lim="800000"/>
            <a:headEnd/>
            <a:tailEnd/>
          </a:ln>
        </p:spPr>
        <p:txBody>
          <a:bodyPr lIns="0" tIns="0" rIns="0" bIns="0"/>
          <a:lstStyle/>
          <a:p>
            <a:pPr defTabSz="457200">
              <a:lnSpc>
                <a:spcPct val="90000"/>
              </a:lnSpc>
              <a:buFont typeface="Arial" charset="0"/>
              <a:buNone/>
            </a:pPr>
            <a:r>
              <a:rPr lang="en-AU" sz="1600" b="1" dirty="0" smtClean="0">
                <a:solidFill>
                  <a:srgbClr val="FFFFFF"/>
                </a:solidFill>
                <a:latin typeface="Calibri" pitchFamily="34" charset="0"/>
              </a:rPr>
              <a:t>CSIRO Land and Water</a:t>
            </a:r>
            <a:endParaRPr lang="en-AU" sz="1600" b="1" dirty="0">
              <a:solidFill>
                <a:srgbClr val="FFFFFF"/>
              </a:solidFill>
              <a:latin typeface="Calibri" pitchFamily="34" charset="0"/>
            </a:endParaRPr>
          </a:p>
          <a:p>
            <a:pPr marL="0" lvl="1" defTabSz="457200">
              <a:lnSpc>
                <a:spcPct val="90000"/>
              </a:lnSpc>
              <a:spcAft>
                <a:spcPts val="600"/>
              </a:spcAft>
              <a:buFont typeface="Calibri" pitchFamily="34" charset="0"/>
              <a:buNone/>
            </a:pPr>
            <a:r>
              <a:rPr lang="en-AU" sz="1600" dirty="0" smtClean="0">
                <a:solidFill>
                  <a:srgbClr val="FFFFFF"/>
                </a:solidFill>
                <a:latin typeface="Calibri" pitchFamily="34" charset="0"/>
              </a:rPr>
              <a:t>Simon Cox</a:t>
            </a:r>
            <a:r>
              <a:rPr lang="en-AU" sz="1600" dirty="0">
                <a:solidFill>
                  <a:srgbClr val="FFFFFF"/>
                </a:solidFill>
                <a:latin typeface="Calibri" pitchFamily="34" charset="0"/>
              </a:rPr>
              <a:t/>
            </a:r>
            <a:br>
              <a:rPr lang="en-AU" sz="1600" dirty="0">
                <a:solidFill>
                  <a:srgbClr val="FFFFFF"/>
                </a:solidFill>
                <a:latin typeface="Calibri" pitchFamily="34" charset="0"/>
              </a:rPr>
            </a:br>
            <a:r>
              <a:rPr lang="en-AU" sz="1600" dirty="0" smtClean="0">
                <a:solidFill>
                  <a:srgbClr val="FFFFFF"/>
                </a:solidFill>
                <a:latin typeface="Calibri" pitchFamily="34" charset="0"/>
              </a:rPr>
              <a:t>Research Scientist</a:t>
            </a:r>
            <a:endParaRPr lang="en-AU" sz="1600" dirty="0">
              <a:solidFill>
                <a:srgbClr val="FFFFFF"/>
              </a:solidFill>
              <a:latin typeface="Calibri" pitchFamily="34" charset="0"/>
            </a:endParaRPr>
          </a:p>
          <a:p>
            <a:pPr marL="266700" lvl="2" indent="-266700" defTabSz="457200">
              <a:lnSpc>
                <a:spcPct val="90000"/>
              </a:lnSpc>
              <a:buFont typeface="Calibri" pitchFamily="34" charset="0"/>
              <a:buNone/>
            </a:pPr>
            <a:r>
              <a:rPr lang="en-AU" sz="1600" b="1" dirty="0">
                <a:solidFill>
                  <a:srgbClr val="FFFFFF"/>
                </a:solidFill>
                <a:latin typeface="Calibri" pitchFamily="34" charset="0"/>
              </a:rPr>
              <a:t>t</a:t>
            </a:r>
            <a:r>
              <a:rPr lang="en-AU" sz="1600" dirty="0">
                <a:solidFill>
                  <a:srgbClr val="FFFFFF"/>
                </a:solidFill>
                <a:latin typeface="Calibri" pitchFamily="34" charset="0"/>
              </a:rPr>
              <a:t>	+61 </a:t>
            </a:r>
            <a:r>
              <a:rPr lang="en-AU" sz="1600" dirty="0" smtClean="0">
                <a:solidFill>
                  <a:srgbClr val="FFFFFF"/>
                </a:solidFill>
                <a:latin typeface="Calibri" pitchFamily="34" charset="0"/>
              </a:rPr>
              <a:t>3 9545 2365</a:t>
            </a:r>
            <a:endParaRPr lang="en-AU" sz="1600" dirty="0">
              <a:solidFill>
                <a:srgbClr val="FFFFFF"/>
              </a:solidFill>
              <a:latin typeface="Calibri" pitchFamily="34" charset="0"/>
            </a:endParaRPr>
          </a:p>
          <a:p>
            <a:pPr marL="266700" lvl="2" indent="-266700" defTabSz="457200">
              <a:lnSpc>
                <a:spcPct val="90000"/>
              </a:lnSpc>
              <a:buFont typeface="Calibri" pitchFamily="34" charset="0"/>
              <a:buNone/>
            </a:pPr>
            <a:r>
              <a:rPr lang="en-AU" sz="1600" b="1" dirty="0">
                <a:solidFill>
                  <a:srgbClr val="FFFFFF"/>
                </a:solidFill>
                <a:latin typeface="Calibri" pitchFamily="34" charset="0"/>
              </a:rPr>
              <a:t>e</a:t>
            </a:r>
            <a:r>
              <a:rPr lang="en-AU" sz="1600" dirty="0">
                <a:solidFill>
                  <a:srgbClr val="FFFFFF"/>
                </a:solidFill>
                <a:latin typeface="Calibri" pitchFamily="34" charset="0"/>
              </a:rPr>
              <a:t>	</a:t>
            </a:r>
            <a:r>
              <a:rPr lang="en-AU" sz="1600" dirty="0" smtClean="0">
                <a:solidFill>
                  <a:srgbClr val="FFFFFF"/>
                </a:solidFill>
                <a:latin typeface="Calibri" pitchFamily="34" charset="0"/>
              </a:rPr>
              <a:t>simon.cox@csiro.au</a:t>
            </a:r>
            <a:endParaRPr lang="en-AU" sz="1600" dirty="0">
              <a:solidFill>
                <a:srgbClr val="FFFFFF"/>
              </a:solidFill>
              <a:latin typeface="Calibri" pitchFamily="34" charset="0"/>
            </a:endParaRPr>
          </a:p>
          <a:p>
            <a:pPr marL="266700" lvl="2" indent="-266700" defTabSz="457200">
              <a:lnSpc>
                <a:spcPct val="90000"/>
              </a:lnSpc>
              <a:buFont typeface="Calibri" pitchFamily="34" charset="0"/>
              <a:buNone/>
            </a:pPr>
            <a:r>
              <a:rPr lang="en-AU" sz="1600" b="1" dirty="0" smtClean="0">
                <a:solidFill>
                  <a:srgbClr val="FFFFFF"/>
                </a:solidFill>
                <a:latin typeface="Calibri" pitchFamily="34" charset="0"/>
              </a:rPr>
              <a:t>w</a:t>
            </a:r>
            <a:r>
              <a:rPr lang="en-AU" sz="1600" dirty="0">
                <a:solidFill>
                  <a:srgbClr val="FFFFFF"/>
                </a:solidFill>
                <a:latin typeface="Calibri" pitchFamily="34" charset="0"/>
              </a:rPr>
              <a:t>	people.csiro.au/C/S/Simon-Cox </a:t>
            </a:r>
            <a:r>
              <a:rPr lang="en-AU" sz="1600" dirty="0" smtClean="0">
                <a:solidFill>
                  <a:srgbClr val="FFFFFF"/>
                </a:solidFill>
                <a:latin typeface="Calibri" pitchFamily="34" charset="0"/>
              </a:rPr>
              <a:t> </a:t>
            </a:r>
            <a:endParaRPr lang="en-AU" sz="1600" dirty="0">
              <a:solidFill>
                <a:srgbClr val="FFFFFF"/>
              </a:solidFill>
              <a:latin typeface="Calibri" pitchFamily="34" charset="0"/>
            </a:endParaRPr>
          </a:p>
        </p:txBody>
      </p:sp>
      <p:sp>
        <p:nvSpPr>
          <p:cNvPr id="5" name="Text Placeholder 1"/>
          <p:cNvSpPr>
            <a:spLocks/>
          </p:cNvSpPr>
          <p:nvPr/>
        </p:nvSpPr>
        <p:spPr bwMode="auto">
          <a:xfrm>
            <a:off x="3943573" y="3717032"/>
            <a:ext cx="4228827" cy="1528762"/>
          </a:xfrm>
          <a:prstGeom prst="rect">
            <a:avLst/>
          </a:prstGeom>
          <a:noFill/>
          <a:ln w="9525">
            <a:noFill/>
            <a:miter lim="800000"/>
            <a:headEnd/>
            <a:tailEnd/>
          </a:ln>
        </p:spPr>
        <p:txBody>
          <a:bodyPr lIns="0" tIns="0" rIns="0" bIns="0"/>
          <a:lstStyle/>
          <a:p>
            <a:pPr defTabSz="457200">
              <a:lnSpc>
                <a:spcPct val="90000"/>
              </a:lnSpc>
              <a:buFont typeface="Arial" charset="0"/>
              <a:buNone/>
            </a:pPr>
            <a:r>
              <a:rPr lang="en-AU" sz="1600" b="1" dirty="0" smtClean="0">
                <a:solidFill>
                  <a:srgbClr val="FFFFFF"/>
                </a:solidFill>
                <a:latin typeface="Calibri" pitchFamily="34" charset="0"/>
              </a:rPr>
              <a:t>CSIRO Data61</a:t>
            </a:r>
            <a:endParaRPr lang="en-AU" sz="1600" b="1" dirty="0">
              <a:solidFill>
                <a:srgbClr val="FFFFFF"/>
              </a:solidFill>
              <a:latin typeface="Calibri" pitchFamily="34" charset="0"/>
            </a:endParaRPr>
          </a:p>
          <a:p>
            <a:pPr marL="0" lvl="1" defTabSz="457200">
              <a:lnSpc>
                <a:spcPct val="90000"/>
              </a:lnSpc>
              <a:spcAft>
                <a:spcPts val="600"/>
              </a:spcAft>
              <a:buFont typeface="Calibri" pitchFamily="34" charset="0"/>
              <a:buNone/>
            </a:pPr>
            <a:r>
              <a:rPr lang="en-AU" sz="1600" dirty="0" smtClean="0">
                <a:solidFill>
                  <a:srgbClr val="FFFFFF"/>
                </a:solidFill>
                <a:latin typeface="Calibri" pitchFamily="34" charset="0"/>
              </a:rPr>
              <a:t>Peter Taylor</a:t>
            </a:r>
            <a:br>
              <a:rPr lang="en-AU" sz="1600" dirty="0" smtClean="0">
                <a:solidFill>
                  <a:srgbClr val="FFFFFF"/>
                </a:solidFill>
                <a:latin typeface="Calibri" pitchFamily="34" charset="0"/>
              </a:rPr>
            </a:br>
            <a:r>
              <a:rPr lang="en-AU" sz="1600" dirty="0" smtClean="0">
                <a:solidFill>
                  <a:srgbClr val="FFFFFF"/>
                </a:solidFill>
                <a:latin typeface="Calibri" pitchFamily="34" charset="0"/>
              </a:rPr>
              <a:t>Engineer</a:t>
            </a:r>
            <a:endParaRPr lang="en-AU" sz="1600" dirty="0">
              <a:solidFill>
                <a:srgbClr val="FFFFFF"/>
              </a:solidFill>
              <a:latin typeface="Calibri" pitchFamily="34" charset="0"/>
            </a:endParaRPr>
          </a:p>
          <a:p>
            <a:pPr marL="266700" lvl="2" indent="-266700" defTabSz="457200">
              <a:lnSpc>
                <a:spcPct val="90000"/>
              </a:lnSpc>
              <a:buFont typeface="Calibri" pitchFamily="34" charset="0"/>
              <a:buNone/>
            </a:pPr>
            <a:r>
              <a:rPr lang="en-AU" sz="1600" b="1" dirty="0">
                <a:solidFill>
                  <a:srgbClr val="FFFFFF"/>
                </a:solidFill>
                <a:latin typeface="Calibri" pitchFamily="34" charset="0"/>
              </a:rPr>
              <a:t>t</a:t>
            </a:r>
            <a:r>
              <a:rPr lang="en-AU" sz="1600" dirty="0">
                <a:solidFill>
                  <a:srgbClr val="FFFFFF"/>
                </a:solidFill>
                <a:latin typeface="Calibri" pitchFamily="34" charset="0"/>
              </a:rPr>
              <a:t>	+61 </a:t>
            </a:r>
            <a:r>
              <a:rPr lang="en-AU" sz="1600" dirty="0" smtClean="0">
                <a:solidFill>
                  <a:srgbClr val="FFFFFF"/>
                </a:solidFill>
                <a:latin typeface="Calibri" pitchFamily="34" charset="0"/>
              </a:rPr>
              <a:t>3 6232 5530</a:t>
            </a:r>
            <a:endParaRPr lang="en-AU" sz="1600" dirty="0">
              <a:solidFill>
                <a:srgbClr val="FFFFFF"/>
              </a:solidFill>
              <a:latin typeface="Calibri" pitchFamily="34" charset="0"/>
            </a:endParaRPr>
          </a:p>
          <a:p>
            <a:pPr marL="266700" lvl="2" indent="-266700" defTabSz="457200">
              <a:lnSpc>
                <a:spcPct val="90000"/>
              </a:lnSpc>
              <a:buFont typeface="Calibri" pitchFamily="34" charset="0"/>
              <a:buNone/>
            </a:pPr>
            <a:r>
              <a:rPr lang="en-AU" sz="1600" b="1" dirty="0">
                <a:solidFill>
                  <a:srgbClr val="FFFFFF"/>
                </a:solidFill>
                <a:latin typeface="Calibri" pitchFamily="34" charset="0"/>
              </a:rPr>
              <a:t>e</a:t>
            </a:r>
            <a:r>
              <a:rPr lang="en-AU" sz="1600" dirty="0">
                <a:solidFill>
                  <a:srgbClr val="FFFFFF"/>
                </a:solidFill>
                <a:latin typeface="Calibri" pitchFamily="34" charset="0"/>
              </a:rPr>
              <a:t>	</a:t>
            </a:r>
            <a:r>
              <a:rPr lang="en-AU" sz="1600" dirty="0" smtClean="0">
                <a:solidFill>
                  <a:srgbClr val="FFFFFF"/>
                </a:solidFill>
                <a:latin typeface="Calibri" pitchFamily="34" charset="0"/>
              </a:rPr>
              <a:t>peter.taylor@csiro.au</a:t>
            </a:r>
            <a:endParaRPr lang="en-AU" sz="1600" dirty="0">
              <a:solidFill>
                <a:srgbClr val="FFFFFF"/>
              </a:solidFill>
              <a:latin typeface="Calibri" pitchFamily="34" charset="0"/>
            </a:endParaRPr>
          </a:p>
          <a:p>
            <a:pPr marL="266700" lvl="2" indent="-266700" defTabSz="457200">
              <a:lnSpc>
                <a:spcPct val="90000"/>
              </a:lnSpc>
              <a:buFont typeface="Calibri" pitchFamily="34" charset="0"/>
              <a:buNone/>
            </a:pPr>
            <a:r>
              <a:rPr lang="en-AU" sz="1600" b="1" dirty="0">
                <a:solidFill>
                  <a:srgbClr val="FFFFFF"/>
                </a:solidFill>
                <a:latin typeface="Calibri" pitchFamily="34" charset="0"/>
              </a:rPr>
              <a:t>w</a:t>
            </a:r>
            <a:r>
              <a:rPr lang="en-AU" sz="1600" dirty="0">
                <a:solidFill>
                  <a:srgbClr val="FFFFFF"/>
                </a:solidFill>
                <a:latin typeface="Calibri" pitchFamily="34" charset="0"/>
              </a:rPr>
              <a:t>	 http://people.csiro.au/T/P/Peter-Taylor</a:t>
            </a:r>
          </a:p>
        </p:txBody>
      </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theme/theme1.xml><?xml version="1.0" encoding="utf-8"?>
<a:theme xmlns:a="http://schemas.openxmlformats.org/drawingml/2006/main" name="CSIRO_PowerPoint_Forest_120223">
  <a:themeElements>
    <a:clrScheme name="CSIRO Theme 1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fontScheme name="CSIRO fonts">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SIRO Theme 1 1">
        <a:dk1>
          <a:srgbClr val="000000"/>
        </a:dk1>
        <a:lt1>
          <a:srgbClr val="FFFFFF"/>
        </a:lt1>
        <a:dk2>
          <a:srgbClr val="000000"/>
        </a:dk2>
        <a:lt2>
          <a:srgbClr val="FFFFFF"/>
        </a:lt2>
        <a:accent1>
          <a:srgbClr val="00A9CE"/>
        </a:accent1>
        <a:accent2>
          <a:srgbClr val="00313C"/>
        </a:accent2>
        <a:accent3>
          <a:srgbClr val="FFFFFF"/>
        </a:accent3>
        <a:accent4>
          <a:srgbClr val="000000"/>
        </a:accent4>
        <a:accent5>
          <a:srgbClr val="AAD1E3"/>
        </a:accent5>
        <a:accent6>
          <a:srgbClr val="002B35"/>
        </a:accent6>
        <a:hlink>
          <a:srgbClr val="41B6E6"/>
        </a:hlink>
        <a:folHlink>
          <a:srgbClr val="004B87"/>
        </a:folHlink>
      </a:clrScheme>
      <a:clrMap bg1="lt1" tx1="dk1" bg2="lt2" tx2="dk2" accent1="accent1" accent2="accent2" accent3="accent3" accent4="accent4" accent5="accent5" accent6="accent6" hlink="hlink" folHlink="folHlink"/>
    </a:extraClrScheme>
    <a:extraClrScheme>
      <a:clrScheme name="CSIRO Theme 1 2">
        <a:dk1>
          <a:srgbClr val="000000"/>
        </a:dk1>
        <a:lt1>
          <a:srgbClr val="FFFFFF"/>
        </a:lt1>
        <a:dk2>
          <a:srgbClr val="000000"/>
        </a:dk2>
        <a:lt2>
          <a:srgbClr val="FFFFFF"/>
        </a:lt2>
        <a:accent1>
          <a:srgbClr val="78BE20"/>
        </a:accent1>
        <a:accent2>
          <a:srgbClr val="44693D"/>
        </a:accent2>
        <a:accent3>
          <a:srgbClr val="FFFFFF"/>
        </a:accent3>
        <a:accent4>
          <a:srgbClr val="000000"/>
        </a:accent4>
        <a:accent5>
          <a:srgbClr val="BEDBAB"/>
        </a:accent5>
        <a:accent6>
          <a:srgbClr val="3D5E36"/>
        </a:accent6>
        <a:hlink>
          <a:srgbClr val="41B6E6"/>
        </a:hlink>
        <a:folHlink>
          <a:srgbClr val="5A8E18"/>
        </a:folHlink>
      </a:clrScheme>
      <a:clrMap bg1="lt1" tx1="dk1" bg2="lt2" tx2="dk2" accent1="accent1" accent2="accent2" accent3="accent3" accent4="accent4" accent5="accent5" accent6="accent6" hlink="hlink" folHlink="folHlink"/>
    </a:extraClrScheme>
    <a:extraClrScheme>
      <a:clrScheme name="CSIRO Theme 1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SIRO Theme 2">
  <a:themeElements>
    <a:clrScheme name="CSIRO Theme 2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fontScheme name="CSIRO Theme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SIRO Theme 2 1">
        <a:dk1>
          <a:srgbClr val="000000"/>
        </a:dk1>
        <a:lt1>
          <a:srgbClr val="FFFFFF"/>
        </a:lt1>
        <a:dk2>
          <a:srgbClr val="000000"/>
        </a:dk2>
        <a:lt2>
          <a:srgbClr val="FFFFFF"/>
        </a:lt2>
        <a:accent1>
          <a:srgbClr val="00A9CE"/>
        </a:accent1>
        <a:accent2>
          <a:srgbClr val="00313C"/>
        </a:accent2>
        <a:accent3>
          <a:srgbClr val="FFFFFF"/>
        </a:accent3>
        <a:accent4>
          <a:srgbClr val="000000"/>
        </a:accent4>
        <a:accent5>
          <a:srgbClr val="AAD1E3"/>
        </a:accent5>
        <a:accent6>
          <a:srgbClr val="002B35"/>
        </a:accent6>
        <a:hlink>
          <a:srgbClr val="41B6E6"/>
        </a:hlink>
        <a:folHlink>
          <a:srgbClr val="004B87"/>
        </a:folHlink>
      </a:clrScheme>
      <a:clrMap bg1="lt1" tx1="dk1" bg2="lt2" tx2="dk2" accent1="accent1" accent2="accent2" accent3="accent3" accent4="accent4" accent5="accent5" accent6="accent6" hlink="hlink" folHlink="folHlink"/>
    </a:extraClrScheme>
    <a:extraClrScheme>
      <a:clrScheme name="CSIRO Theme 2 2">
        <a:dk1>
          <a:srgbClr val="000000"/>
        </a:dk1>
        <a:lt1>
          <a:srgbClr val="FFFFFF"/>
        </a:lt1>
        <a:dk2>
          <a:srgbClr val="000000"/>
        </a:dk2>
        <a:lt2>
          <a:srgbClr val="FFFFFF"/>
        </a:lt2>
        <a:accent1>
          <a:srgbClr val="78BE20"/>
        </a:accent1>
        <a:accent2>
          <a:srgbClr val="44693D"/>
        </a:accent2>
        <a:accent3>
          <a:srgbClr val="FFFFFF"/>
        </a:accent3>
        <a:accent4>
          <a:srgbClr val="000000"/>
        </a:accent4>
        <a:accent5>
          <a:srgbClr val="BEDBAB"/>
        </a:accent5>
        <a:accent6>
          <a:srgbClr val="3D5E36"/>
        </a:accent6>
        <a:hlink>
          <a:srgbClr val="41B6E6"/>
        </a:hlink>
        <a:folHlink>
          <a:srgbClr val="5A8E18"/>
        </a:folHlink>
      </a:clrScheme>
      <a:clrMap bg1="lt1" tx1="dk1" bg2="lt2" tx2="dk2" accent1="accent1" accent2="accent2" accent3="accent3" accent4="accent4" accent5="accent5" accent6="accent6" hlink="hlink" folHlink="folHlink"/>
    </a:extraClrScheme>
    <a:extraClrScheme>
      <a:clrScheme name="CSIRO Theme 2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SIRO Theme 3">
  <a:themeElements>
    <a:clrScheme name="CSIRO Theme 3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fontScheme name="CSIRO Theme 3">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SIRO Theme 3 1">
        <a:dk1>
          <a:srgbClr val="000000"/>
        </a:dk1>
        <a:lt1>
          <a:srgbClr val="FFFFFF"/>
        </a:lt1>
        <a:dk2>
          <a:srgbClr val="000000"/>
        </a:dk2>
        <a:lt2>
          <a:srgbClr val="FFFFFF"/>
        </a:lt2>
        <a:accent1>
          <a:srgbClr val="00A9CE"/>
        </a:accent1>
        <a:accent2>
          <a:srgbClr val="00313C"/>
        </a:accent2>
        <a:accent3>
          <a:srgbClr val="FFFFFF"/>
        </a:accent3>
        <a:accent4>
          <a:srgbClr val="000000"/>
        </a:accent4>
        <a:accent5>
          <a:srgbClr val="AAD1E3"/>
        </a:accent5>
        <a:accent6>
          <a:srgbClr val="002B35"/>
        </a:accent6>
        <a:hlink>
          <a:srgbClr val="41B6E6"/>
        </a:hlink>
        <a:folHlink>
          <a:srgbClr val="004B87"/>
        </a:folHlink>
      </a:clrScheme>
      <a:clrMap bg1="lt1" tx1="dk1" bg2="lt2" tx2="dk2" accent1="accent1" accent2="accent2" accent3="accent3" accent4="accent4" accent5="accent5" accent6="accent6" hlink="hlink" folHlink="folHlink"/>
    </a:extraClrScheme>
    <a:extraClrScheme>
      <a:clrScheme name="CSIRO Theme 3 2">
        <a:dk1>
          <a:srgbClr val="000000"/>
        </a:dk1>
        <a:lt1>
          <a:srgbClr val="FFFFFF"/>
        </a:lt1>
        <a:dk2>
          <a:srgbClr val="000000"/>
        </a:dk2>
        <a:lt2>
          <a:srgbClr val="FFFFFF"/>
        </a:lt2>
        <a:accent1>
          <a:srgbClr val="78BE20"/>
        </a:accent1>
        <a:accent2>
          <a:srgbClr val="44693D"/>
        </a:accent2>
        <a:accent3>
          <a:srgbClr val="FFFFFF"/>
        </a:accent3>
        <a:accent4>
          <a:srgbClr val="000000"/>
        </a:accent4>
        <a:accent5>
          <a:srgbClr val="BEDBAB"/>
        </a:accent5>
        <a:accent6>
          <a:srgbClr val="3D5E36"/>
        </a:accent6>
        <a:hlink>
          <a:srgbClr val="41B6E6"/>
        </a:hlink>
        <a:folHlink>
          <a:srgbClr val="5A8E18"/>
        </a:folHlink>
      </a:clrScheme>
      <a:clrMap bg1="lt1" tx1="dk1" bg2="lt2" tx2="dk2" accent1="accent1" accent2="accent2" accent3="accent3" accent4="accent4" accent5="accent5" accent6="accent6" hlink="hlink" folHlink="folHlink"/>
    </a:extraClrScheme>
    <a:extraClrScheme>
      <a:clrScheme name="CSIRO Theme 3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CSIRO Theme 4">
  <a:themeElements>
    <a:clrScheme name="CSIRO Theme 4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fontScheme name="CSIRO Theme 4">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SIRO Theme 4 1">
        <a:dk1>
          <a:srgbClr val="000000"/>
        </a:dk1>
        <a:lt1>
          <a:srgbClr val="FFFFFF"/>
        </a:lt1>
        <a:dk2>
          <a:srgbClr val="000000"/>
        </a:dk2>
        <a:lt2>
          <a:srgbClr val="FFFFFF"/>
        </a:lt2>
        <a:accent1>
          <a:srgbClr val="00A9CE"/>
        </a:accent1>
        <a:accent2>
          <a:srgbClr val="00313C"/>
        </a:accent2>
        <a:accent3>
          <a:srgbClr val="FFFFFF"/>
        </a:accent3>
        <a:accent4>
          <a:srgbClr val="000000"/>
        </a:accent4>
        <a:accent5>
          <a:srgbClr val="AAD1E3"/>
        </a:accent5>
        <a:accent6>
          <a:srgbClr val="002B35"/>
        </a:accent6>
        <a:hlink>
          <a:srgbClr val="41B6E6"/>
        </a:hlink>
        <a:folHlink>
          <a:srgbClr val="004B87"/>
        </a:folHlink>
      </a:clrScheme>
      <a:clrMap bg1="lt1" tx1="dk1" bg2="lt2" tx2="dk2" accent1="accent1" accent2="accent2" accent3="accent3" accent4="accent4" accent5="accent5" accent6="accent6" hlink="hlink" folHlink="folHlink"/>
    </a:extraClrScheme>
    <a:extraClrScheme>
      <a:clrScheme name="CSIRO Theme 4 2">
        <a:dk1>
          <a:srgbClr val="000000"/>
        </a:dk1>
        <a:lt1>
          <a:srgbClr val="FFFFFF"/>
        </a:lt1>
        <a:dk2>
          <a:srgbClr val="000000"/>
        </a:dk2>
        <a:lt2>
          <a:srgbClr val="FFFFFF"/>
        </a:lt2>
        <a:accent1>
          <a:srgbClr val="78BE20"/>
        </a:accent1>
        <a:accent2>
          <a:srgbClr val="44693D"/>
        </a:accent2>
        <a:accent3>
          <a:srgbClr val="FFFFFF"/>
        </a:accent3>
        <a:accent4>
          <a:srgbClr val="000000"/>
        </a:accent4>
        <a:accent5>
          <a:srgbClr val="BEDBAB"/>
        </a:accent5>
        <a:accent6>
          <a:srgbClr val="3D5E36"/>
        </a:accent6>
        <a:hlink>
          <a:srgbClr val="41B6E6"/>
        </a:hlink>
        <a:folHlink>
          <a:srgbClr val="5A8E18"/>
        </a:folHlink>
      </a:clrScheme>
      <a:clrMap bg1="lt1" tx1="dk1" bg2="lt2" tx2="dk2" accent1="accent1" accent2="accent2" accent3="accent3" accent4="accent4" accent5="accent5" accent6="accent6" hlink="hlink" folHlink="folHlink"/>
    </a:extraClrScheme>
    <a:extraClrScheme>
      <a:clrScheme name="CSIRO Theme 4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CSIRO Theme 3">
  <a:themeElements>
    <a:clrScheme name="CSIRO Theme 3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fontScheme name="CSIRO Theme 3">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SIRO Theme 3 1">
        <a:dk1>
          <a:srgbClr val="000000"/>
        </a:dk1>
        <a:lt1>
          <a:srgbClr val="FFFFFF"/>
        </a:lt1>
        <a:dk2>
          <a:srgbClr val="000000"/>
        </a:dk2>
        <a:lt2>
          <a:srgbClr val="FFFFFF"/>
        </a:lt2>
        <a:accent1>
          <a:srgbClr val="00A9CE"/>
        </a:accent1>
        <a:accent2>
          <a:srgbClr val="00313C"/>
        </a:accent2>
        <a:accent3>
          <a:srgbClr val="FFFFFF"/>
        </a:accent3>
        <a:accent4>
          <a:srgbClr val="000000"/>
        </a:accent4>
        <a:accent5>
          <a:srgbClr val="AAD1E3"/>
        </a:accent5>
        <a:accent6>
          <a:srgbClr val="002B35"/>
        </a:accent6>
        <a:hlink>
          <a:srgbClr val="41B6E6"/>
        </a:hlink>
        <a:folHlink>
          <a:srgbClr val="004B87"/>
        </a:folHlink>
      </a:clrScheme>
      <a:clrMap bg1="lt1" tx1="dk1" bg2="lt2" tx2="dk2" accent1="accent1" accent2="accent2" accent3="accent3" accent4="accent4" accent5="accent5" accent6="accent6" hlink="hlink" folHlink="folHlink"/>
    </a:extraClrScheme>
    <a:extraClrScheme>
      <a:clrScheme name="CSIRO Theme 3 2">
        <a:dk1>
          <a:srgbClr val="000000"/>
        </a:dk1>
        <a:lt1>
          <a:srgbClr val="FFFFFF"/>
        </a:lt1>
        <a:dk2>
          <a:srgbClr val="000000"/>
        </a:dk2>
        <a:lt2>
          <a:srgbClr val="FFFFFF"/>
        </a:lt2>
        <a:accent1>
          <a:srgbClr val="78BE20"/>
        </a:accent1>
        <a:accent2>
          <a:srgbClr val="44693D"/>
        </a:accent2>
        <a:accent3>
          <a:srgbClr val="FFFFFF"/>
        </a:accent3>
        <a:accent4>
          <a:srgbClr val="000000"/>
        </a:accent4>
        <a:accent5>
          <a:srgbClr val="BEDBAB"/>
        </a:accent5>
        <a:accent6>
          <a:srgbClr val="3D5E36"/>
        </a:accent6>
        <a:hlink>
          <a:srgbClr val="41B6E6"/>
        </a:hlink>
        <a:folHlink>
          <a:srgbClr val="5A8E18"/>
        </a:folHlink>
      </a:clrScheme>
      <a:clrMap bg1="lt1" tx1="dk1" bg2="lt2" tx2="dk2" accent1="accent1" accent2="accent2" accent3="accent3" accent4="accent4" accent5="accent5" accent6="accent6" hlink="hlink" folHlink="folHlink"/>
    </a:extraClrScheme>
    <a:extraClrScheme>
      <a:clrScheme name="CSIRO Theme 3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SIRO Theme 3">
    <a:dk1>
      <a:srgbClr val="000000"/>
    </a:dk1>
    <a:lt1>
      <a:srgbClr val="FFFFFF"/>
    </a:lt1>
    <a:dk2>
      <a:srgbClr val="000000"/>
    </a:dk2>
    <a:lt2>
      <a:srgbClr val="FFFFFF"/>
    </a:lt2>
    <a:accent1>
      <a:srgbClr val="78BE20"/>
    </a:accent1>
    <a:accent2>
      <a:srgbClr val="4A7729"/>
    </a:accent2>
    <a:accent3>
      <a:srgbClr val="FFFFFF"/>
    </a:accent3>
    <a:accent4>
      <a:srgbClr val="000000"/>
    </a:accent4>
    <a:accent5>
      <a:srgbClr val="BEDBAB"/>
    </a:accent5>
    <a:accent6>
      <a:srgbClr val="426B24"/>
    </a:accent6>
    <a:hlink>
      <a:srgbClr val="41B6E6"/>
    </a:hlink>
    <a:folHlink>
      <a:srgbClr val="5A8E18"/>
    </a:folHlink>
  </a:clrScheme>
</a:themeOverride>
</file>

<file path=docProps/app.xml><?xml version="1.0" encoding="utf-8"?>
<Properties xmlns="http://schemas.openxmlformats.org/officeDocument/2006/extended-properties" xmlns:vt="http://schemas.openxmlformats.org/officeDocument/2006/docPropsVTypes">
  <Template>CSIRO_PowerPoint_Forest_120223</Template>
  <TotalTime>22371</TotalTime>
  <Words>708</Words>
  <Application>Microsoft Macintosh PowerPoint</Application>
  <PresentationFormat>On-screen Show (4:3)</PresentationFormat>
  <Paragraphs>130</Paragraphs>
  <Slides>17</Slides>
  <Notes>3</Notes>
  <HiddenSlides>0</HiddenSlides>
  <MMClips>0</MMClips>
  <ScaleCrop>false</ScaleCrop>
  <HeadingPairs>
    <vt:vector size="4" baseType="variant">
      <vt:variant>
        <vt:lpstr>Theme</vt:lpstr>
      </vt:variant>
      <vt:variant>
        <vt:i4>5</vt:i4>
      </vt:variant>
      <vt:variant>
        <vt:lpstr>Slide Titles</vt:lpstr>
      </vt:variant>
      <vt:variant>
        <vt:i4>17</vt:i4>
      </vt:variant>
    </vt:vector>
  </HeadingPairs>
  <TitlesOfParts>
    <vt:vector size="22" baseType="lpstr">
      <vt:lpstr>CSIRO_PowerPoint_Forest_120223</vt:lpstr>
      <vt:lpstr>CSIRO Theme 2</vt:lpstr>
      <vt:lpstr>CSIRO Theme 3</vt:lpstr>
      <vt:lpstr>CSIRO Theme 4</vt:lpstr>
      <vt:lpstr>1_CSIRO Theme 3</vt:lpstr>
      <vt:lpstr>OM-JSON</vt:lpstr>
      <vt:lpstr>O&amp;M</vt:lpstr>
      <vt:lpstr>PowerPoint Presentation</vt:lpstr>
      <vt:lpstr>Why JSON? </vt:lpstr>
      <vt:lpstr>OM-JSON</vt:lpstr>
      <vt:lpstr>OM-JSON – time-series</vt:lpstr>
      <vt:lpstr>OM-JSON</vt:lpstr>
      <vt:lpstr>OM-JSON</vt:lpstr>
      <vt:lpstr>OM-JSON</vt:lpstr>
      <vt:lpstr>OM-JSON</vt:lpstr>
      <vt:lpstr>JSON Schema for OM-JSON</vt:lpstr>
      <vt:lpstr>JSON Schema and validator</vt:lpstr>
      <vt:lpstr>Issues</vt:lpstr>
      <vt:lpstr>Changes required to Abstract Spec (O&amp;M) </vt:lpstr>
      <vt:lpstr>Discussion paper</vt:lpstr>
      <vt:lpstr>Discussion points</vt:lpstr>
      <vt:lpstr>PowerPoint Presentation</vt:lpstr>
    </vt:vector>
  </TitlesOfParts>
  <Company>CSIRO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Linking to controlled vocabularies</dc:title>
  <dc:creator>Cox, Simon (CESRE, Kensington)</dc:creator>
  <cp:lastModifiedBy>Peter Taylor</cp:lastModifiedBy>
  <cp:revision>550</cp:revision>
  <dcterms:created xsi:type="dcterms:W3CDTF">2013-01-30T02:45:05Z</dcterms:created>
  <dcterms:modified xsi:type="dcterms:W3CDTF">2015-09-21T13:11:17Z</dcterms:modified>
</cp:coreProperties>
</file>