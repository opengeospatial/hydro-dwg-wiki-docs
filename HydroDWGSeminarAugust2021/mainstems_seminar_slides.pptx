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34"/>
  </p:notesMasterIdLst>
  <p:sldIdLst>
    <p:sldId id="256" r:id="rId5"/>
    <p:sldId id="293" r:id="rId6"/>
    <p:sldId id="294" r:id="rId7"/>
    <p:sldId id="257" r:id="rId8"/>
    <p:sldId id="292" r:id="rId9"/>
    <p:sldId id="258" r:id="rId10"/>
    <p:sldId id="260" r:id="rId11"/>
    <p:sldId id="259" r:id="rId12"/>
    <p:sldId id="267" r:id="rId13"/>
    <p:sldId id="269" r:id="rId14"/>
    <p:sldId id="261" r:id="rId15"/>
    <p:sldId id="271" r:id="rId16"/>
    <p:sldId id="277" r:id="rId17"/>
    <p:sldId id="288" r:id="rId18"/>
    <p:sldId id="289" r:id="rId19"/>
    <p:sldId id="290" r:id="rId20"/>
    <p:sldId id="291" r:id="rId21"/>
    <p:sldId id="278" r:id="rId22"/>
    <p:sldId id="279" r:id="rId23"/>
    <p:sldId id="280" r:id="rId24"/>
    <p:sldId id="283" r:id="rId25"/>
    <p:sldId id="295" r:id="rId26"/>
    <p:sldId id="284" r:id="rId27"/>
    <p:sldId id="281" r:id="rId28"/>
    <p:sldId id="286" r:id="rId29"/>
    <p:sldId id="287" r:id="rId30"/>
    <p:sldId id="282" r:id="rId31"/>
    <p:sldId id="296" r:id="rId32"/>
    <p:sldId id="29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636987B-208C-4403-839C-FB22F08BD169}">
          <p14:sldIdLst>
            <p14:sldId id="256"/>
            <p14:sldId id="293"/>
            <p14:sldId id="294"/>
            <p14:sldId id="257"/>
            <p14:sldId id="292"/>
            <p14:sldId id="258"/>
            <p14:sldId id="260"/>
            <p14:sldId id="259"/>
            <p14:sldId id="267"/>
            <p14:sldId id="269"/>
            <p14:sldId id="261"/>
            <p14:sldId id="271"/>
            <p14:sldId id="277"/>
            <p14:sldId id="288"/>
            <p14:sldId id="289"/>
            <p14:sldId id="290"/>
            <p14:sldId id="291"/>
            <p14:sldId id="278"/>
            <p14:sldId id="279"/>
            <p14:sldId id="280"/>
            <p14:sldId id="283"/>
            <p14:sldId id="295"/>
            <p14:sldId id="284"/>
            <p14:sldId id="281"/>
            <p14:sldId id="286"/>
            <p14:sldId id="287"/>
            <p14:sldId id="282"/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43E10B-AB30-41CD-929D-43E314E30C35}" v="42" dt="2021-08-11T01:30:15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22" autoAdjust="0"/>
    <p:restoredTop sz="90105" autoAdjust="0"/>
  </p:normalViewPr>
  <p:slideViewPr>
    <p:cSldViewPr snapToGrid="0">
      <p:cViewPr varScale="1">
        <p:scale>
          <a:sx n="102" d="100"/>
          <a:sy n="102" d="100"/>
        </p:scale>
        <p:origin x="132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odgett, David L" userId="1fd621ce-75f0-44bd-83ec-0bf40b8efee5" providerId="ADAL" clId="{C343E10B-AB30-41CD-929D-43E314E30C35}"/>
    <pc:docChg chg="undo custSel addSld modSld sldOrd modSection modShowInfo">
      <pc:chgData name="Blodgett, David L" userId="1fd621ce-75f0-44bd-83ec-0bf40b8efee5" providerId="ADAL" clId="{C343E10B-AB30-41CD-929D-43E314E30C35}" dt="2021-08-11T15:47:04.211" v="1850" actId="2744"/>
      <pc:docMkLst>
        <pc:docMk/>
      </pc:docMkLst>
      <pc:sldChg chg="modSp">
        <pc:chgData name="Blodgett, David L" userId="1fd621ce-75f0-44bd-83ec-0bf40b8efee5" providerId="ADAL" clId="{C343E10B-AB30-41CD-929D-43E314E30C35}" dt="2021-08-11T01:11:25.596" v="1800"/>
        <pc:sldMkLst>
          <pc:docMk/>
          <pc:sldMk cId="1201924741" sldId="256"/>
        </pc:sldMkLst>
        <pc:spChg chg="mod">
          <ac:chgData name="Blodgett, David L" userId="1fd621ce-75f0-44bd-83ec-0bf40b8efee5" providerId="ADAL" clId="{C343E10B-AB30-41CD-929D-43E314E30C35}" dt="2021-08-11T01:11:25.596" v="1800"/>
          <ac:spMkLst>
            <pc:docMk/>
            <pc:sldMk cId="1201924741" sldId="256"/>
            <ac:spMk id="2" creationId="{71BB0C58-7717-4EE6-9BA9-2E17D8CA4B78}"/>
          </ac:spMkLst>
        </pc:spChg>
        <pc:spChg chg="mod">
          <ac:chgData name="Blodgett, David L" userId="1fd621ce-75f0-44bd-83ec-0bf40b8efee5" providerId="ADAL" clId="{C343E10B-AB30-41CD-929D-43E314E30C35}" dt="2021-08-11T01:11:25.596" v="1800"/>
          <ac:spMkLst>
            <pc:docMk/>
            <pc:sldMk cId="1201924741" sldId="256"/>
            <ac:spMk id="3" creationId="{4BF99291-6BC7-4813-8802-A04EB3A58966}"/>
          </ac:spMkLst>
        </pc:spChg>
      </pc:sldChg>
      <pc:sldChg chg="modSp mod">
        <pc:chgData name="Blodgett, David L" userId="1fd621ce-75f0-44bd-83ec-0bf40b8efee5" providerId="ADAL" clId="{C343E10B-AB30-41CD-929D-43E314E30C35}" dt="2021-08-10T14:33:06.828" v="12" actId="207"/>
        <pc:sldMkLst>
          <pc:docMk/>
          <pc:sldMk cId="4141476270" sldId="257"/>
        </pc:sldMkLst>
        <pc:spChg chg="mod">
          <ac:chgData name="Blodgett, David L" userId="1fd621ce-75f0-44bd-83ec-0bf40b8efee5" providerId="ADAL" clId="{C343E10B-AB30-41CD-929D-43E314E30C35}" dt="2021-08-10T14:33:06.828" v="12" actId="207"/>
          <ac:spMkLst>
            <pc:docMk/>
            <pc:sldMk cId="4141476270" sldId="257"/>
            <ac:spMk id="2" creationId="{D8A24CBC-0174-43C1-ADB2-B73B81441F72}"/>
          </ac:spMkLst>
        </pc:spChg>
      </pc:sldChg>
      <pc:sldChg chg="modSp mod">
        <pc:chgData name="Blodgett, David L" userId="1fd621ce-75f0-44bd-83ec-0bf40b8efee5" providerId="ADAL" clId="{C343E10B-AB30-41CD-929D-43E314E30C35}" dt="2021-08-11T01:11:25.596" v="1800"/>
        <pc:sldMkLst>
          <pc:docMk/>
          <pc:sldMk cId="3094924193" sldId="258"/>
        </pc:sldMkLst>
        <pc:spChg chg="mod">
          <ac:chgData name="Blodgett, David L" userId="1fd621ce-75f0-44bd-83ec-0bf40b8efee5" providerId="ADAL" clId="{C343E10B-AB30-41CD-929D-43E314E30C35}" dt="2021-08-11T01:11:25.596" v="1800"/>
          <ac:spMkLst>
            <pc:docMk/>
            <pc:sldMk cId="3094924193" sldId="258"/>
            <ac:spMk id="2" creationId="{A153339C-21BD-4967-B090-8C169E7806B4}"/>
          </ac:spMkLst>
        </pc:spChg>
        <pc:spChg chg="mod">
          <ac:chgData name="Blodgett, David L" userId="1fd621ce-75f0-44bd-83ec-0bf40b8efee5" providerId="ADAL" clId="{C343E10B-AB30-41CD-929D-43E314E30C35}" dt="2021-08-11T01:11:25.596" v="1800"/>
          <ac:spMkLst>
            <pc:docMk/>
            <pc:sldMk cId="3094924193" sldId="258"/>
            <ac:spMk id="3" creationId="{6C2B8223-4343-4FEF-9B14-78F18BAD75E7}"/>
          </ac:spMkLst>
        </pc:spChg>
      </pc:sldChg>
      <pc:sldChg chg="addSp delSp modSp mod">
        <pc:chgData name="Blodgett, David L" userId="1fd621ce-75f0-44bd-83ec-0bf40b8efee5" providerId="ADAL" clId="{C343E10B-AB30-41CD-929D-43E314E30C35}" dt="2021-08-10T17:31:20.434" v="392" actId="20577"/>
        <pc:sldMkLst>
          <pc:docMk/>
          <pc:sldMk cId="3864655657" sldId="259"/>
        </pc:sldMkLst>
        <pc:spChg chg="mod">
          <ac:chgData name="Blodgett, David L" userId="1fd621ce-75f0-44bd-83ec-0bf40b8efee5" providerId="ADAL" clId="{C343E10B-AB30-41CD-929D-43E314E30C35}" dt="2021-08-10T17:15:52.186" v="188" actId="1076"/>
          <ac:spMkLst>
            <pc:docMk/>
            <pc:sldMk cId="3864655657" sldId="259"/>
            <ac:spMk id="2" creationId="{21882512-A42D-4E3B-9D0B-DAEFAEEE44B1}"/>
          </ac:spMkLst>
        </pc:spChg>
        <pc:spChg chg="mod">
          <ac:chgData name="Blodgett, David L" userId="1fd621ce-75f0-44bd-83ec-0bf40b8efee5" providerId="ADAL" clId="{C343E10B-AB30-41CD-929D-43E314E30C35}" dt="2021-08-10T17:31:20.434" v="392" actId="20577"/>
          <ac:spMkLst>
            <pc:docMk/>
            <pc:sldMk cId="3864655657" sldId="259"/>
            <ac:spMk id="3" creationId="{1E74DADA-2D88-472A-B201-36CC6EB5794B}"/>
          </ac:spMkLst>
        </pc:spChg>
        <pc:graphicFrameChg chg="add del mod">
          <ac:chgData name="Blodgett, David L" userId="1fd621ce-75f0-44bd-83ec-0bf40b8efee5" providerId="ADAL" clId="{C343E10B-AB30-41CD-929D-43E314E30C35}" dt="2021-08-10T17:21:46.941" v="315"/>
          <ac:graphicFrameMkLst>
            <pc:docMk/>
            <pc:sldMk cId="3864655657" sldId="259"/>
            <ac:graphicFrameMk id="4" creationId="{726A699D-197E-4578-9F75-14AFC4DDAC37}"/>
          </ac:graphicFrameMkLst>
        </pc:graphicFrameChg>
        <pc:graphicFrameChg chg="add del mod">
          <ac:chgData name="Blodgett, David L" userId="1fd621ce-75f0-44bd-83ec-0bf40b8efee5" providerId="ADAL" clId="{C343E10B-AB30-41CD-929D-43E314E30C35}" dt="2021-08-10T17:21:52.562" v="318"/>
          <ac:graphicFrameMkLst>
            <pc:docMk/>
            <pc:sldMk cId="3864655657" sldId="259"/>
            <ac:graphicFrameMk id="5" creationId="{CC1E3702-74C6-4822-8F77-FA912C4F2CC4}"/>
          </ac:graphicFrameMkLst>
        </pc:graphicFrameChg>
      </pc:sldChg>
      <pc:sldChg chg="modSp mod">
        <pc:chgData name="Blodgett, David L" userId="1fd621ce-75f0-44bd-83ec-0bf40b8efee5" providerId="ADAL" clId="{C343E10B-AB30-41CD-929D-43E314E30C35}" dt="2021-08-10T17:16:30.194" v="190" actId="1076"/>
        <pc:sldMkLst>
          <pc:docMk/>
          <pc:sldMk cId="1086540962" sldId="260"/>
        </pc:sldMkLst>
        <pc:spChg chg="mod">
          <ac:chgData name="Blodgett, David L" userId="1fd621ce-75f0-44bd-83ec-0bf40b8efee5" providerId="ADAL" clId="{C343E10B-AB30-41CD-929D-43E314E30C35}" dt="2021-08-10T17:13:54.745" v="158" actId="14100"/>
          <ac:spMkLst>
            <pc:docMk/>
            <pc:sldMk cId="1086540962" sldId="260"/>
            <ac:spMk id="2" creationId="{21882512-A42D-4E3B-9D0B-DAEFAEEE44B1}"/>
          </ac:spMkLst>
        </pc:spChg>
        <pc:spChg chg="mod">
          <ac:chgData name="Blodgett, David L" userId="1fd621ce-75f0-44bd-83ec-0bf40b8efee5" providerId="ADAL" clId="{C343E10B-AB30-41CD-929D-43E314E30C35}" dt="2021-08-10T17:16:30.194" v="190" actId="1076"/>
          <ac:spMkLst>
            <pc:docMk/>
            <pc:sldMk cId="1086540962" sldId="260"/>
            <ac:spMk id="3" creationId="{1E74DADA-2D88-472A-B201-36CC6EB5794B}"/>
          </ac:spMkLst>
        </pc:spChg>
      </pc:sldChg>
      <pc:sldChg chg="addSp modSp mod">
        <pc:chgData name="Blodgett, David L" userId="1fd621ce-75f0-44bd-83ec-0bf40b8efee5" providerId="ADAL" clId="{C343E10B-AB30-41CD-929D-43E314E30C35}" dt="2021-08-11T01:12:47.362" v="1811" actId="167"/>
        <pc:sldMkLst>
          <pc:docMk/>
          <pc:sldMk cId="1993830869" sldId="261"/>
        </pc:sldMkLst>
        <pc:spChg chg="add mod ord">
          <ac:chgData name="Blodgett, David L" userId="1fd621ce-75f0-44bd-83ec-0bf40b8efee5" providerId="ADAL" clId="{C343E10B-AB30-41CD-929D-43E314E30C35}" dt="2021-08-11T01:12:47.362" v="1811" actId="167"/>
          <ac:spMkLst>
            <pc:docMk/>
            <pc:sldMk cId="1993830869" sldId="261"/>
            <ac:spMk id="13" creationId="{75D1F8DD-468E-40C1-90F1-F42A00015193}"/>
          </ac:spMkLst>
        </pc:spChg>
        <pc:grpChg chg="mod">
          <ac:chgData name="Blodgett, David L" userId="1fd621ce-75f0-44bd-83ec-0bf40b8efee5" providerId="ADAL" clId="{C343E10B-AB30-41CD-929D-43E314E30C35}" dt="2021-08-10T17:59:05.687" v="423" actId="1076"/>
          <ac:grpSpMkLst>
            <pc:docMk/>
            <pc:sldMk cId="1993830869" sldId="261"/>
            <ac:grpSpMk id="5" creationId="{E6F01950-08B0-44E1-B85E-96B17A8EEB01}"/>
          </ac:grpSpMkLst>
        </pc:grpChg>
      </pc:sldChg>
      <pc:sldChg chg="modSp mod ord">
        <pc:chgData name="Blodgett, David L" userId="1fd621ce-75f0-44bd-83ec-0bf40b8efee5" providerId="ADAL" clId="{C343E10B-AB30-41CD-929D-43E314E30C35}" dt="2021-08-10T17:32:16.867" v="395"/>
        <pc:sldMkLst>
          <pc:docMk/>
          <pc:sldMk cId="3357227790" sldId="267"/>
        </pc:sldMkLst>
        <pc:spChg chg="mod">
          <ac:chgData name="Blodgett, David L" userId="1fd621ce-75f0-44bd-83ec-0bf40b8efee5" providerId="ADAL" clId="{C343E10B-AB30-41CD-929D-43E314E30C35}" dt="2021-08-10T17:32:01.127" v="393" actId="1076"/>
          <ac:spMkLst>
            <pc:docMk/>
            <pc:sldMk cId="3357227790" sldId="267"/>
            <ac:spMk id="145" creationId="{00000000-0000-0000-0000-000000000000}"/>
          </ac:spMkLst>
        </pc:spChg>
      </pc:sldChg>
      <pc:sldChg chg="addSp modSp mod ord">
        <pc:chgData name="Blodgett, David L" userId="1fd621ce-75f0-44bd-83ec-0bf40b8efee5" providerId="ADAL" clId="{C343E10B-AB30-41CD-929D-43E314E30C35}" dt="2021-08-11T01:12:25.528" v="1805" actId="1076"/>
        <pc:sldMkLst>
          <pc:docMk/>
          <pc:sldMk cId="1953596577" sldId="269"/>
        </pc:sldMkLst>
        <pc:spChg chg="mod">
          <ac:chgData name="Blodgett, David L" userId="1fd621ce-75f0-44bd-83ec-0bf40b8efee5" providerId="ADAL" clId="{C343E10B-AB30-41CD-929D-43E314E30C35}" dt="2021-08-11T01:12:25.528" v="1805" actId="1076"/>
          <ac:spMkLst>
            <pc:docMk/>
            <pc:sldMk cId="1953596577" sldId="269"/>
            <ac:spMk id="4" creationId="{576553D3-5D36-461A-AD72-FB02C48B319D}"/>
          </ac:spMkLst>
        </pc:spChg>
        <pc:spChg chg="add mod ord">
          <ac:chgData name="Blodgett, David L" userId="1fd621ce-75f0-44bd-83ec-0bf40b8efee5" providerId="ADAL" clId="{C343E10B-AB30-41CD-929D-43E314E30C35}" dt="2021-08-11T01:12:21.586" v="1804" actId="207"/>
          <ac:spMkLst>
            <pc:docMk/>
            <pc:sldMk cId="1953596577" sldId="269"/>
            <ac:spMk id="6" creationId="{C82AB1E0-0071-4CB7-8343-4180ED82C22B}"/>
          </ac:spMkLst>
        </pc:spChg>
        <pc:picChg chg="add mod">
          <ac:chgData name="Blodgett, David L" userId="1fd621ce-75f0-44bd-83ec-0bf40b8efee5" providerId="ADAL" clId="{C343E10B-AB30-41CD-929D-43E314E30C35}" dt="2021-08-10T17:58:15.685" v="421" actId="1076"/>
          <ac:picMkLst>
            <pc:docMk/>
            <pc:sldMk cId="1953596577" sldId="269"/>
            <ac:picMk id="2" creationId="{45F502ED-B5CE-41DC-8978-3CBC3424A54F}"/>
          </ac:picMkLst>
        </pc:picChg>
        <pc:picChg chg="add mod">
          <ac:chgData name="Blodgett, David L" userId="1fd621ce-75f0-44bd-83ec-0bf40b8efee5" providerId="ADAL" clId="{C343E10B-AB30-41CD-929D-43E314E30C35}" dt="2021-08-10T17:58:11.943" v="420" actId="1076"/>
          <ac:picMkLst>
            <pc:docMk/>
            <pc:sldMk cId="1953596577" sldId="269"/>
            <ac:picMk id="3" creationId="{66142F09-2BCE-4160-9ECC-5E72DDD65A86}"/>
          </ac:picMkLst>
        </pc:picChg>
        <pc:picChg chg="add mod ord">
          <ac:chgData name="Blodgett, David L" userId="1fd621ce-75f0-44bd-83ec-0bf40b8efee5" providerId="ADAL" clId="{C343E10B-AB30-41CD-929D-43E314E30C35}" dt="2021-08-10T17:57:52.067" v="415"/>
          <ac:picMkLst>
            <pc:docMk/>
            <pc:sldMk cId="1953596577" sldId="269"/>
            <ac:picMk id="5" creationId="{B81B310A-14D3-4BBE-ABBC-B907C1EA5122}"/>
          </ac:picMkLst>
        </pc:picChg>
      </pc:sldChg>
      <pc:sldChg chg="modSp mod">
        <pc:chgData name="Blodgett, David L" userId="1fd621ce-75f0-44bd-83ec-0bf40b8efee5" providerId="ADAL" clId="{C343E10B-AB30-41CD-929D-43E314E30C35}" dt="2021-08-11T01:12:58.902" v="1812" actId="1076"/>
        <pc:sldMkLst>
          <pc:docMk/>
          <pc:sldMk cId="1415424477" sldId="271"/>
        </pc:sldMkLst>
        <pc:spChg chg="mod">
          <ac:chgData name="Blodgett, David L" userId="1fd621ce-75f0-44bd-83ec-0bf40b8efee5" providerId="ADAL" clId="{C343E10B-AB30-41CD-929D-43E314E30C35}" dt="2021-08-11T01:11:25.596" v="1800"/>
          <ac:spMkLst>
            <pc:docMk/>
            <pc:sldMk cId="1415424477" sldId="271"/>
            <ac:spMk id="2" creationId="{F8A7834B-C525-4BF6-9EC7-81EF5F9E2A70}"/>
          </ac:spMkLst>
        </pc:spChg>
        <pc:spChg chg="mod">
          <ac:chgData name="Blodgett, David L" userId="1fd621ce-75f0-44bd-83ec-0bf40b8efee5" providerId="ADAL" clId="{C343E10B-AB30-41CD-929D-43E314E30C35}" dt="2021-08-11T01:12:58.902" v="1812" actId="1076"/>
          <ac:spMkLst>
            <pc:docMk/>
            <pc:sldMk cId="1415424477" sldId="271"/>
            <ac:spMk id="5" creationId="{E9CCFB32-9561-4F0C-8A76-563F22F170B0}"/>
          </ac:spMkLst>
        </pc:spChg>
      </pc:sldChg>
      <pc:sldChg chg="addSp modSp mod">
        <pc:chgData name="Blodgett, David L" userId="1fd621ce-75f0-44bd-83ec-0bf40b8efee5" providerId="ADAL" clId="{C343E10B-AB30-41CD-929D-43E314E30C35}" dt="2021-08-11T01:13:26.038" v="1813" actId="208"/>
        <pc:sldMkLst>
          <pc:docMk/>
          <pc:sldMk cId="3225798402" sldId="277"/>
        </pc:sldMkLst>
        <pc:spChg chg="add mod">
          <ac:chgData name="Blodgett, David L" userId="1fd621ce-75f0-44bd-83ec-0bf40b8efee5" providerId="ADAL" clId="{C343E10B-AB30-41CD-929D-43E314E30C35}" dt="2021-08-11T01:13:26.038" v="1813" actId="208"/>
          <ac:spMkLst>
            <pc:docMk/>
            <pc:sldMk cId="3225798402" sldId="277"/>
            <ac:spMk id="2" creationId="{C39C7385-C26F-435A-9C34-7971FA3FD4D7}"/>
          </ac:spMkLst>
        </pc:spChg>
        <pc:spChg chg="mod">
          <ac:chgData name="Blodgett, David L" userId="1fd621ce-75f0-44bd-83ec-0bf40b8efee5" providerId="ADAL" clId="{C343E10B-AB30-41CD-929D-43E314E30C35}" dt="2021-08-10T19:05:22.033" v="524" actId="120"/>
          <ac:spMkLst>
            <pc:docMk/>
            <pc:sldMk cId="3225798402" sldId="277"/>
            <ac:spMk id="5" creationId="{A179E3C9-28FD-4AA8-BB83-95EA0DDF400B}"/>
          </ac:spMkLst>
        </pc:spChg>
      </pc:sldChg>
      <pc:sldChg chg="modSp">
        <pc:chgData name="Blodgett, David L" userId="1fd621ce-75f0-44bd-83ec-0bf40b8efee5" providerId="ADAL" clId="{C343E10B-AB30-41CD-929D-43E314E30C35}" dt="2021-08-11T01:11:25.596" v="1800"/>
        <pc:sldMkLst>
          <pc:docMk/>
          <pc:sldMk cId="768611008" sldId="280"/>
        </pc:sldMkLst>
        <pc:spChg chg="mod">
          <ac:chgData name="Blodgett, David L" userId="1fd621ce-75f0-44bd-83ec-0bf40b8efee5" providerId="ADAL" clId="{C343E10B-AB30-41CD-929D-43E314E30C35}" dt="2021-08-11T01:11:25.596" v="1800"/>
          <ac:spMkLst>
            <pc:docMk/>
            <pc:sldMk cId="768611008" sldId="280"/>
            <ac:spMk id="2" creationId="{DDB20595-DB3D-4CBD-88B6-210B9B66EF0B}"/>
          </ac:spMkLst>
        </pc:spChg>
      </pc:sldChg>
      <pc:sldChg chg="modSp">
        <pc:chgData name="Blodgett, David L" userId="1fd621ce-75f0-44bd-83ec-0bf40b8efee5" providerId="ADAL" clId="{C343E10B-AB30-41CD-929D-43E314E30C35}" dt="2021-08-11T01:11:25.596" v="1800"/>
        <pc:sldMkLst>
          <pc:docMk/>
          <pc:sldMk cId="1636881940" sldId="282"/>
        </pc:sldMkLst>
        <pc:spChg chg="mod">
          <ac:chgData name="Blodgett, David L" userId="1fd621ce-75f0-44bd-83ec-0bf40b8efee5" providerId="ADAL" clId="{C343E10B-AB30-41CD-929D-43E314E30C35}" dt="2021-08-11T01:11:25.596" v="1800"/>
          <ac:spMkLst>
            <pc:docMk/>
            <pc:sldMk cId="1636881940" sldId="282"/>
            <ac:spMk id="2" creationId="{A6ED5171-FC2E-44E1-BBD2-22BA421DEB30}"/>
          </ac:spMkLst>
        </pc:spChg>
      </pc:sldChg>
      <pc:sldChg chg="modSp">
        <pc:chgData name="Blodgett, David L" userId="1fd621ce-75f0-44bd-83ec-0bf40b8efee5" providerId="ADAL" clId="{C343E10B-AB30-41CD-929D-43E314E30C35}" dt="2021-08-11T01:11:25.596" v="1800"/>
        <pc:sldMkLst>
          <pc:docMk/>
          <pc:sldMk cId="2367121256" sldId="283"/>
        </pc:sldMkLst>
        <pc:spChg chg="mod">
          <ac:chgData name="Blodgett, David L" userId="1fd621ce-75f0-44bd-83ec-0bf40b8efee5" providerId="ADAL" clId="{C343E10B-AB30-41CD-929D-43E314E30C35}" dt="2021-08-11T01:11:25.596" v="1800"/>
          <ac:spMkLst>
            <pc:docMk/>
            <pc:sldMk cId="2367121256" sldId="283"/>
            <ac:spMk id="2" creationId="{DDB20595-DB3D-4CBD-88B6-210B9B66EF0B}"/>
          </ac:spMkLst>
        </pc:spChg>
      </pc:sldChg>
      <pc:sldChg chg="modSp mod">
        <pc:chgData name="Blodgett, David L" userId="1fd621ce-75f0-44bd-83ec-0bf40b8efee5" providerId="ADAL" clId="{C343E10B-AB30-41CD-929D-43E314E30C35}" dt="2021-08-11T01:11:25.596" v="1800"/>
        <pc:sldMkLst>
          <pc:docMk/>
          <pc:sldMk cId="956341332" sldId="284"/>
        </pc:sldMkLst>
        <pc:spChg chg="mod">
          <ac:chgData name="Blodgett, David L" userId="1fd621ce-75f0-44bd-83ec-0bf40b8efee5" providerId="ADAL" clId="{C343E10B-AB30-41CD-929D-43E314E30C35}" dt="2021-08-11T01:11:25.596" v="1800"/>
          <ac:spMkLst>
            <pc:docMk/>
            <pc:sldMk cId="956341332" sldId="284"/>
            <ac:spMk id="2" creationId="{DDB20595-DB3D-4CBD-88B6-210B9B66EF0B}"/>
          </ac:spMkLst>
        </pc:spChg>
      </pc:sldChg>
      <pc:sldChg chg="modSp mod">
        <pc:chgData name="Blodgett, David L" userId="1fd621ce-75f0-44bd-83ec-0bf40b8efee5" providerId="ADAL" clId="{C343E10B-AB30-41CD-929D-43E314E30C35}" dt="2021-08-10T19:54:22.915" v="558" actId="20577"/>
        <pc:sldMkLst>
          <pc:docMk/>
          <pc:sldMk cId="2046452804" sldId="288"/>
        </pc:sldMkLst>
        <pc:spChg chg="mod">
          <ac:chgData name="Blodgett, David L" userId="1fd621ce-75f0-44bd-83ec-0bf40b8efee5" providerId="ADAL" clId="{C343E10B-AB30-41CD-929D-43E314E30C35}" dt="2021-08-10T19:54:22.915" v="558" actId="20577"/>
          <ac:spMkLst>
            <pc:docMk/>
            <pc:sldMk cId="2046452804" sldId="288"/>
            <ac:spMk id="11" creationId="{B455E70D-B6AB-40B4-99C6-21C0D5345306}"/>
          </ac:spMkLst>
        </pc:spChg>
      </pc:sldChg>
      <pc:sldChg chg="addSp delSp modSp mod">
        <pc:chgData name="Blodgett, David L" userId="1fd621ce-75f0-44bd-83ec-0bf40b8efee5" providerId="ADAL" clId="{C343E10B-AB30-41CD-929D-43E314E30C35}" dt="2021-08-11T01:13:43.704" v="1814" actId="208"/>
        <pc:sldMkLst>
          <pc:docMk/>
          <pc:sldMk cId="3843835817" sldId="289"/>
        </pc:sldMkLst>
        <pc:spChg chg="add del mod">
          <ac:chgData name="Blodgett, David L" userId="1fd621ce-75f0-44bd-83ec-0bf40b8efee5" providerId="ADAL" clId="{C343E10B-AB30-41CD-929D-43E314E30C35}" dt="2021-08-10T19:54:33.100" v="561" actId="478"/>
          <ac:spMkLst>
            <pc:docMk/>
            <pc:sldMk cId="3843835817" sldId="289"/>
            <ac:spMk id="4" creationId="{17098FEE-DB92-4C44-955F-72483B00376F}"/>
          </ac:spMkLst>
        </pc:spChg>
        <pc:spChg chg="add mod">
          <ac:chgData name="Blodgett, David L" userId="1fd621ce-75f0-44bd-83ec-0bf40b8efee5" providerId="ADAL" clId="{C343E10B-AB30-41CD-929D-43E314E30C35}" dt="2021-08-10T19:54:31.266" v="560"/>
          <ac:spMkLst>
            <pc:docMk/>
            <pc:sldMk cId="3843835817" sldId="289"/>
            <ac:spMk id="7" creationId="{99CD38FE-5250-4D7F-B268-745442CDBF95}"/>
          </ac:spMkLst>
        </pc:spChg>
        <pc:spChg chg="del">
          <ac:chgData name="Blodgett, David L" userId="1fd621ce-75f0-44bd-83ec-0bf40b8efee5" providerId="ADAL" clId="{C343E10B-AB30-41CD-929D-43E314E30C35}" dt="2021-08-10T19:54:30.680" v="559" actId="478"/>
          <ac:spMkLst>
            <pc:docMk/>
            <pc:sldMk cId="3843835817" sldId="289"/>
            <ac:spMk id="11" creationId="{B455E70D-B6AB-40B4-99C6-21C0D5345306}"/>
          </ac:spMkLst>
        </pc:spChg>
        <pc:cxnChg chg="mod">
          <ac:chgData name="Blodgett, David L" userId="1fd621ce-75f0-44bd-83ec-0bf40b8efee5" providerId="ADAL" clId="{C343E10B-AB30-41CD-929D-43E314E30C35}" dt="2021-08-11T01:13:43.704" v="1814" actId="208"/>
          <ac:cxnSpMkLst>
            <pc:docMk/>
            <pc:sldMk cId="3843835817" sldId="289"/>
            <ac:cxnSpMk id="3" creationId="{38D798C2-F344-4A42-AA24-ED9CD931E249}"/>
          </ac:cxnSpMkLst>
        </pc:cxnChg>
      </pc:sldChg>
      <pc:sldChg chg="addSp delSp modSp mod">
        <pc:chgData name="Blodgett, David L" userId="1fd621ce-75f0-44bd-83ec-0bf40b8efee5" providerId="ADAL" clId="{C343E10B-AB30-41CD-929D-43E314E30C35}" dt="2021-08-11T01:13:48.885" v="1815" actId="208"/>
        <pc:sldMkLst>
          <pc:docMk/>
          <pc:sldMk cId="2860910410" sldId="290"/>
        </pc:sldMkLst>
        <pc:spChg chg="add del mod">
          <ac:chgData name="Blodgett, David L" userId="1fd621ce-75f0-44bd-83ec-0bf40b8efee5" providerId="ADAL" clId="{C343E10B-AB30-41CD-929D-43E314E30C35}" dt="2021-08-10T19:54:39.948" v="564" actId="478"/>
          <ac:spMkLst>
            <pc:docMk/>
            <pc:sldMk cId="2860910410" sldId="290"/>
            <ac:spMk id="3" creationId="{26468568-C85E-498D-BF3B-C09517C0EC2C}"/>
          </ac:spMkLst>
        </pc:spChg>
        <pc:spChg chg="add mod">
          <ac:chgData name="Blodgett, David L" userId="1fd621ce-75f0-44bd-83ec-0bf40b8efee5" providerId="ADAL" clId="{C343E10B-AB30-41CD-929D-43E314E30C35}" dt="2021-08-10T19:54:37.243" v="563"/>
          <ac:spMkLst>
            <pc:docMk/>
            <pc:sldMk cId="2860910410" sldId="290"/>
            <ac:spMk id="8" creationId="{266C4442-ECA1-4070-A48A-86E7F57BDE8B}"/>
          </ac:spMkLst>
        </pc:spChg>
        <pc:spChg chg="del">
          <ac:chgData name="Blodgett, David L" userId="1fd621ce-75f0-44bd-83ec-0bf40b8efee5" providerId="ADAL" clId="{C343E10B-AB30-41CD-929D-43E314E30C35}" dt="2021-08-10T19:54:36.751" v="562" actId="478"/>
          <ac:spMkLst>
            <pc:docMk/>
            <pc:sldMk cId="2860910410" sldId="290"/>
            <ac:spMk id="11" creationId="{B455E70D-B6AB-40B4-99C6-21C0D5345306}"/>
          </ac:spMkLst>
        </pc:spChg>
        <pc:cxnChg chg="mod">
          <ac:chgData name="Blodgett, David L" userId="1fd621ce-75f0-44bd-83ec-0bf40b8efee5" providerId="ADAL" clId="{C343E10B-AB30-41CD-929D-43E314E30C35}" dt="2021-08-11T01:13:48.885" v="1815" actId="208"/>
          <ac:cxnSpMkLst>
            <pc:docMk/>
            <pc:sldMk cId="2860910410" sldId="290"/>
            <ac:cxnSpMk id="4" creationId="{E41E0C56-2249-4FF9-82E2-538C4D080B5D}"/>
          </ac:cxnSpMkLst>
        </pc:cxnChg>
      </pc:sldChg>
      <pc:sldChg chg="addSp delSp modSp mod">
        <pc:chgData name="Blodgett, David L" userId="1fd621ce-75f0-44bd-83ec-0bf40b8efee5" providerId="ADAL" clId="{C343E10B-AB30-41CD-929D-43E314E30C35}" dt="2021-08-11T01:13:53.877" v="1816" actId="208"/>
        <pc:sldMkLst>
          <pc:docMk/>
          <pc:sldMk cId="2433816193" sldId="291"/>
        </pc:sldMkLst>
        <pc:spChg chg="add del mod">
          <ac:chgData name="Blodgett, David L" userId="1fd621ce-75f0-44bd-83ec-0bf40b8efee5" providerId="ADAL" clId="{C343E10B-AB30-41CD-929D-43E314E30C35}" dt="2021-08-10T19:54:44.579" v="566" actId="478"/>
          <ac:spMkLst>
            <pc:docMk/>
            <pc:sldMk cId="2433816193" sldId="291"/>
            <ac:spMk id="3" creationId="{D43C92E6-77B0-4BC5-8346-C50901665994}"/>
          </ac:spMkLst>
        </pc:spChg>
        <pc:spChg chg="add mod">
          <ac:chgData name="Blodgett, David L" userId="1fd621ce-75f0-44bd-83ec-0bf40b8efee5" providerId="ADAL" clId="{C343E10B-AB30-41CD-929D-43E314E30C35}" dt="2021-08-10T19:54:45.137" v="567"/>
          <ac:spMkLst>
            <pc:docMk/>
            <pc:sldMk cId="2433816193" sldId="291"/>
            <ac:spMk id="9" creationId="{8F749243-BD66-4224-8DFD-36BD586D9680}"/>
          </ac:spMkLst>
        </pc:spChg>
        <pc:spChg chg="del">
          <ac:chgData name="Blodgett, David L" userId="1fd621ce-75f0-44bd-83ec-0bf40b8efee5" providerId="ADAL" clId="{C343E10B-AB30-41CD-929D-43E314E30C35}" dt="2021-08-10T19:54:42.918" v="565" actId="478"/>
          <ac:spMkLst>
            <pc:docMk/>
            <pc:sldMk cId="2433816193" sldId="291"/>
            <ac:spMk id="11" creationId="{B455E70D-B6AB-40B4-99C6-21C0D5345306}"/>
          </ac:spMkLst>
        </pc:spChg>
        <pc:cxnChg chg="mod">
          <ac:chgData name="Blodgett, David L" userId="1fd621ce-75f0-44bd-83ec-0bf40b8efee5" providerId="ADAL" clId="{C343E10B-AB30-41CD-929D-43E314E30C35}" dt="2021-08-11T01:13:53.877" v="1816" actId="208"/>
          <ac:cxnSpMkLst>
            <pc:docMk/>
            <pc:sldMk cId="2433816193" sldId="291"/>
            <ac:cxnSpMk id="4" creationId="{E41E0C56-2249-4FF9-82E2-538C4D080B5D}"/>
          </ac:cxnSpMkLst>
        </pc:cxnChg>
      </pc:sldChg>
      <pc:sldChg chg="modSp add">
        <pc:chgData name="Blodgett, David L" userId="1fd621ce-75f0-44bd-83ec-0bf40b8efee5" providerId="ADAL" clId="{C343E10B-AB30-41CD-929D-43E314E30C35}" dt="2021-08-10T14:33:31.745" v="13" actId="207"/>
        <pc:sldMkLst>
          <pc:docMk/>
          <pc:sldMk cId="3741133314" sldId="292"/>
        </pc:sldMkLst>
        <pc:spChg chg="mod">
          <ac:chgData name="Blodgett, David L" userId="1fd621ce-75f0-44bd-83ec-0bf40b8efee5" providerId="ADAL" clId="{C343E10B-AB30-41CD-929D-43E314E30C35}" dt="2021-08-10T14:33:31.745" v="13" actId="207"/>
          <ac:spMkLst>
            <pc:docMk/>
            <pc:sldMk cId="3741133314" sldId="292"/>
            <ac:spMk id="2" creationId="{D8A24CBC-0174-43C1-ADB2-B73B81441F72}"/>
          </ac:spMkLst>
        </pc:spChg>
      </pc:sldChg>
      <pc:sldChg chg="modSp new mod">
        <pc:chgData name="Blodgett, David L" userId="1fd621ce-75f0-44bd-83ec-0bf40b8efee5" providerId="ADAL" clId="{C343E10B-AB30-41CD-929D-43E314E30C35}" dt="2021-08-10T20:19:14.324" v="1019" actId="1036"/>
        <pc:sldMkLst>
          <pc:docMk/>
          <pc:sldMk cId="1579281927" sldId="293"/>
        </pc:sldMkLst>
        <pc:spChg chg="mod">
          <ac:chgData name="Blodgett, David L" userId="1fd621ce-75f0-44bd-83ec-0bf40b8efee5" providerId="ADAL" clId="{C343E10B-AB30-41CD-929D-43E314E30C35}" dt="2021-08-10T20:19:14.324" v="1019" actId="1036"/>
          <ac:spMkLst>
            <pc:docMk/>
            <pc:sldMk cId="1579281927" sldId="293"/>
            <ac:spMk id="2" creationId="{9ED7ECB5-D834-471F-8C40-F251D0DD3B61}"/>
          </ac:spMkLst>
        </pc:spChg>
        <pc:spChg chg="mod">
          <ac:chgData name="Blodgett, David L" userId="1fd621ce-75f0-44bd-83ec-0bf40b8efee5" providerId="ADAL" clId="{C343E10B-AB30-41CD-929D-43E314E30C35}" dt="2021-08-10T17:04:51.688" v="77" actId="14100"/>
          <ac:spMkLst>
            <pc:docMk/>
            <pc:sldMk cId="1579281927" sldId="293"/>
            <ac:spMk id="3" creationId="{6124942C-985F-4F40-BB54-B503C0CDC7FA}"/>
          </ac:spMkLst>
        </pc:spChg>
      </pc:sldChg>
      <pc:sldChg chg="modSp new mod">
        <pc:chgData name="Blodgett, David L" userId="1fd621ce-75f0-44bd-83ec-0bf40b8efee5" providerId="ADAL" clId="{C343E10B-AB30-41CD-929D-43E314E30C35}" dt="2021-08-10T20:19:47.452" v="1041" actId="1038"/>
        <pc:sldMkLst>
          <pc:docMk/>
          <pc:sldMk cId="740245485" sldId="294"/>
        </pc:sldMkLst>
        <pc:spChg chg="mod">
          <ac:chgData name="Blodgett, David L" userId="1fd621ce-75f0-44bd-83ec-0bf40b8efee5" providerId="ADAL" clId="{C343E10B-AB30-41CD-929D-43E314E30C35}" dt="2021-08-10T20:19:47.452" v="1041" actId="1038"/>
          <ac:spMkLst>
            <pc:docMk/>
            <pc:sldMk cId="740245485" sldId="294"/>
            <ac:spMk id="2" creationId="{EB7B15DF-C318-4E09-8E58-309335C49CA8}"/>
          </ac:spMkLst>
        </pc:spChg>
        <pc:spChg chg="mod">
          <ac:chgData name="Blodgett, David L" userId="1fd621ce-75f0-44bd-83ec-0bf40b8efee5" providerId="ADAL" clId="{C343E10B-AB30-41CD-929D-43E314E30C35}" dt="2021-08-10T20:19:37.772" v="1037" actId="5793"/>
          <ac:spMkLst>
            <pc:docMk/>
            <pc:sldMk cId="740245485" sldId="294"/>
            <ac:spMk id="3" creationId="{C0E6BE77-5624-45A2-950F-D1BC4E981473}"/>
          </ac:spMkLst>
        </pc:spChg>
      </pc:sldChg>
      <pc:sldChg chg="add">
        <pc:chgData name="Blodgett, David L" userId="1fd621ce-75f0-44bd-83ec-0bf40b8efee5" providerId="ADAL" clId="{C343E10B-AB30-41CD-929D-43E314E30C35}" dt="2021-08-11T00:58:54.271" v="1043"/>
        <pc:sldMkLst>
          <pc:docMk/>
          <pc:sldMk cId="3941714356" sldId="295"/>
        </pc:sldMkLst>
      </pc:sldChg>
      <pc:sldChg chg="modSp new mod">
        <pc:chgData name="Blodgett, David L" userId="1fd621ce-75f0-44bd-83ec-0bf40b8efee5" providerId="ADAL" clId="{C343E10B-AB30-41CD-929D-43E314E30C35}" dt="2021-08-11T01:10:55.806" v="1799" actId="1076"/>
        <pc:sldMkLst>
          <pc:docMk/>
          <pc:sldMk cId="1198099194" sldId="296"/>
        </pc:sldMkLst>
        <pc:spChg chg="mod">
          <ac:chgData name="Blodgett, David L" userId="1fd621ce-75f0-44bd-83ec-0bf40b8efee5" providerId="ADAL" clId="{C343E10B-AB30-41CD-929D-43E314E30C35}" dt="2021-08-11T01:10:49.668" v="1797" actId="1076"/>
          <ac:spMkLst>
            <pc:docMk/>
            <pc:sldMk cId="1198099194" sldId="296"/>
            <ac:spMk id="2" creationId="{E0917656-7BEF-4E1C-BB3B-2AEA64378626}"/>
          </ac:spMkLst>
        </pc:spChg>
        <pc:spChg chg="mod">
          <ac:chgData name="Blodgett, David L" userId="1fd621ce-75f0-44bd-83ec-0bf40b8efee5" providerId="ADAL" clId="{C343E10B-AB30-41CD-929D-43E314E30C35}" dt="2021-08-11T01:10:55.806" v="1799" actId="1076"/>
          <ac:spMkLst>
            <pc:docMk/>
            <pc:sldMk cId="1198099194" sldId="296"/>
            <ac:spMk id="3" creationId="{7425B54F-CC30-487E-9698-DFD0FD4FA29C}"/>
          </ac:spMkLst>
        </pc:spChg>
      </pc:sldChg>
      <pc:sldChg chg="addSp modSp new mod">
        <pc:chgData name="Blodgett, David L" userId="1fd621ce-75f0-44bd-83ec-0bf40b8efee5" providerId="ADAL" clId="{C343E10B-AB30-41CD-929D-43E314E30C35}" dt="2021-08-11T01:30:23.924" v="1849" actId="1076"/>
        <pc:sldMkLst>
          <pc:docMk/>
          <pc:sldMk cId="3348598234" sldId="297"/>
        </pc:sldMkLst>
        <pc:spChg chg="mod">
          <ac:chgData name="Blodgett, David L" userId="1fd621ce-75f0-44bd-83ec-0bf40b8efee5" providerId="ADAL" clId="{C343E10B-AB30-41CD-929D-43E314E30C35}" dt="2021-08-11T01:30:23.924" v="1849" actId="1076"/>
          <ac:spMkLst>
            <pc:docMk/>
            <pc:sldMk cId="3348598234" sldId="297"/>
            <ac:spMk id="2" creationId="{08FA5296-E9AE-4179-8198-D45FB86EB829}"/>
          </ac:spMkLst>
        </pc:spChg>
        <pc:picChg chg="add mod">
          <ac:chgData name="Blodgett, David L" userId="1fd621ce-75f0-44bd-83ec-0bf40b8efee5" providerId="ADAL" clId="{C343E10B-AB30-41CD-929D-43E314E30C35}" dt="2021-08-11T01:30:21.177" v="1848" actId="1076"/>
          <ac:picMkLst>
            <pc:docMk/>
            <pc:sldMk cId="3348598234" sldId="297"/>
            <ac:picMk id="4" creationId="{A7C6891F-836B-4B71-A5B1-457552E76E54}"/>
          </ac:picMkLst>
        </pc:picChg>
        <pc:picChg chg="add mod">
          <ac:chgData name="Blodgett, David L" userId="1fd621ce-75f0-44bd-83ec-0bf40b8efee5" providerId="ADAL" clId="{C343E10B-AB30-41CD-929D-43E314E30C35}" dt="2021-08-11T01:30:17.806" v="1847" actId="1076"/>
          <ac:picMkLst>
            <pc:docMk/>
            <pc:sldMk cId="3348598234" sldId="297"/>
            <ac:picMk id="5" creationId="{66639759-22CC-4F8E-97DE-AF727DBA0859}"/>
          </ac:picMkLst>
        </pc:picChg>
      </pc:sldChg>
    </pc:docChg>
  </pc:docChgLst>
  <pc:docChgLst>
    <pc:chgData name="Blodgett, David L" userId="1fd621ce-75f0-44bd-83ec-0bf40b8efee5" providerId="ADAL" clId="{2E301737-751E-42DD-9F5D-B0CD7327F048}"/>
    <pc:docChg chg="undo redo custSel addSld delSld modSld sldOrd addSection delSection modSection">
      <pc:chgData name="Blodgett, David L" userId="1fd621ce-75f0-44bd-83ec-0bf40b8efee5" providerId="ADAL" clId="{2E301737-751E-42DD-9F5D-B0CD7327F048}" dt="2021-08-10T14:27:26.084" v="978"/>
      <pc:docMkLst>
        <pc:docMk/>
      </pc:docMkLst>
      <pc:sldChg chg="modSp mod">
        <pc:chgData name="Blodgett, David L" userId="1fd621ce-75f0-44bd-83ec-0bf40b8efee5" providerId="ADAL" clId="{2E301737-751E-42DD-9F5D-B0CD7327F048}" dt="2021-08-04T19:16:28.383" v="370" actId="27636"/>
        <pc:sldMkLst>
          <pc:docMk/>
          <pc:sldMk cId="1201924741" sldId="256"/>
        </pc:sldMkLst>
        <pc:spChg chg="mod">
          <ac:chgData name="Blodgett, David L" userId="1fd621ce-75f0-44bd-83ec-0bf40b8efee5" providerId="ADAL" clId="{2E301737-751E-42DD-9F5D-B0CD7327F048}" dt="2021-08-04T19:15:10.528" v="223" actId="20577"/>
          <ac:spMkLst>
            <pc:docMk/>
            <pc:sldMk cId="1201924741" sldId="256"/>
            <ac:spMk id="2" creationId="{71BB0C58-7717-4EE6-9BA9-2E17D8CA4B78}"/>
          </ac:spMkLst>
        </pc:spChg>
        <pc:spChg chg="mod">
          <ac:chgData name="Blodgett, David L" userId="1fd621ce-75f0-44bd-83ec-0bf40b8efee5" providerId="ADAL" clId="{2E301737-751E-42DD-9F5D-B0CD7327F048}" dt="2021-08-04T19:16:28.383" v="370" actId="27636"/>
          <ac:spMkLst>
            <pc:docMk/>
            <pc:sldMk cId="1201924741" sldId="256"/>
            <ac:spMk id="3" creationId="{4BF99291-6BC7-4813-8802-A04EB3A58966}"/>
          </ac:spMkLst>
        </pc:spChg>
      </pc:sldChg>
      <pc:sldChg chg="addSp delSp modSp new del mod">
        <pc:chgData name="Blodgett, David L" userId="1fd621ce-75f0-44bd-83ec-0bf40b8efee5" providerId="ADAL" clId="{2E301737-751E-42DD-9F5D-B0CD7327F048}" dt="2021-08-04T17:23:06.558" v="3" actId="47"/>
        <pc:sldMkLst>
          <pc:docMk/>
          <pc:sldMk cId="3882902498" sldId="262"/>
        </pc:sldMkLst>
        <pc:spChg chg="del">
          <ac:chgData name="Blodgett, David L" userId="1fd621ce-75f0-44bd-83ec-0bf40b8efee5" providerId="ADAL" clId="{2E301737-751E-42DD-9F5D-B0CD7327F048}" dt="2021-08-04T17:21:12.812" v="1" actId="478"/>
          <ac:spMkLst>
            <pc:docMk/>
            <pc:sldMk cId="3882902498" sldId="262"/>
            <ac:spMk id="2" creationId="{0E251788-E704-451E-8CAD-5A086B427C88}"/>
          </ac:spMkLst>
        </pc:spChg>
        <pc:spChg chg="del">
          <ac:chgData name="Blodgett, David L" userId="1fd621ce-75f0-44bd-83ec-0bf40b8efee5" providerId="ADAL" clId="{2E301737-751E-42DD-9F5D-B0CD7327F048}" dt="2021-08-04T17:21:12.812" v="1" actId="478"/>
          <ac:spMkLst>
            <pc:docMk/>
            <pc:sldMk cId="3882902498" sldId="262"/>
            <ac:spMk id="3" creationId="{27094A05-3756-4328-9E24-C7BC3CC0E7E2}"/>
          </ac:spMkLst>
        </pc:spChg>
        <pc:spChg chg="add mod">
          <ac:chgData name="Blodgett, David L" userId="1fd621ce-75f0-44bd-83ec-0bf40b8efee5" providerId="ADAL" clId="{2E301737-751E-42DD-9F5D-B0CD7327F048}" dt="2021-08-04T17:21:13.505" v="2"/>
          <ac:spMkLst>
            <pc:docMk/>
            <pc:sldMk cId="3882902498" sldId="262"/>
            <ac:spMk id="5" creationId="{5D820B89-37EC-42EC-9233-516D25FF1C15}"/>
          </ac:spMkLst>
        </pc:spChg>
        <pc:picChg chg="add mod">
          <ac:chgData name="Blodgett, David L" userId="1fd621ce-75f0-44bd-83ec-0bf40b8efee5" providerId="ADAL" clId="{2E301737-751E-42DD-9F5D-B0CD7327F048}" dt="2021-08-04T17:21:13.505" v="2"/>
          <ac:picMkLst>
            <pc:docMk/>
            <pc:sldMk cId="3882902498" sldId="262"/>
            <ac:picMk id="4" creationId="{D075AF7E-9E16-4B65-9102-BF94D5465B21}"/>
          </ac:picMkLst>
        </pc:picChg>
      </pc:sldChg>
      <pc:sldChg chg="add">
        <pc:chgData name="Blodgett, David L" userId="1fd621ce-75f0-44bd-83ec-0bf40b8efee5" providerId="ADAL" clId="{2E301737-751E-42DD-9F5D-B0CD7327F048}" dt="2021-08-04T17:24:23.258" v="5"/>
        <pc:sldMkLst>
          <pc:docMk/>
          <pc:sldMk cId="3357227790" sldId="267"/>
        </pc:sldMkLst>
      </pc:sldChg>
      <pc:sldChg chg="add">
        <pc:chgData name="Blodgett, David L" userId="1fd621ce-75f0-44bd-83ec-0bf40b8efee5" providerId="ADAL" clId="{2E301737-751E-42DD-9F5D-B0CD7327F048}" dt="2021-08-04T17:24:23.258" v="5"/>
        <pc:sldMkLst>
          <pc:docMk/>
          <pc:sldMk cId="1953596577" sldId="269"/>
        </pc:sldMkLst>
      </pc:sldChg>
      <pc:sldChg chg="add ord">
        <pc:chgData name="Blodgett, David L" userId="1fd621ce-75f0-44bd-83ec-0bf40b8efee5" providerId="ADAL" clId="{2E301737-751E-42DD-9F5D-B0CD7327F048}" dt="2021-08-04T17:24:35.190" v="7"/>
        <pc:sldMkLst>
          <pc:docMk/>
          <pc:sldMk cId="1415424477" sldId="271"/>
        </pc:sldMkLst>
      </pc:sldChg>
      <pc:sldChg chg="add ord">
        <pc:chgData name="Blodgett, David L" userId="1fd621ce-75f0-44bd-83ec-0bf40b8efee5" providerId="ADAL" clId="{2E301737-751E-42DD-9F5D-B0CD7327F048}" dt="2021-08-04T17:24:35.190" v="7"/>
        <pc:sldMkLst>
          <pc:docMk/>
          <pc:sldMk cId="3225798402" sldId="277"/>
        </pc:sldMkLst>
      </pc:sldChg>
      <pc:sldChg chg="addSp delSp modSp new mod">
        <pc:chgData name="Blodgett, David L" userId="1fd621ce-75f0-44bd-83ec-0bf40b8efee5" providerId="ADAL" clId="{2E301737-751E-42DD-9F5D-B0CD7327F048}" dt="2021-08-04T17:28:01.222" v="13" actId="27614"/>
        <pc:sldMkLst>
          <pc:docMk/>
          <pc:sldMk cId="3337801182" sldId="278"/>
        </pc:sldMkLst>
        <pc:spChg chg="del">
          <ac:chgData name="Blodgett, David L" userId="1fd621ce-75f0-44bd-83ec-0bf40b8efee5" providerId="ADAL" clId="{2E301737-751E-42DD-9F5D-B0CD7327F048}" dt="2021-08-04T17:27:54.929" v="11" actId="478"/>
          <ac:spMkLst>
            <pc:docMk/>
            <pc:sldMk cId="3337801182" sldId="278"/>
            <ac:spMk id="2" creationId="{27998987-AA91-4F41-8CDA-283DEC3F310C}"/>
          </ac:spMkLst>
        </pc:spChg>
        <pc:spChg chg="del">
          <ac:chgData name="Blodgett, David L" userId="1fd621ce-75f0-44bd-83ec-0bf40b8efee5" providerId="ADAL" clId="{2E301737-751E-42DD-9F5D-B0CD7327F048}" dt="2021-08-04T17:27:54.929" v="11" actId="478"/>
          <ac:spMkLst>
            <pc:docMk/>
            <pc:sldMk cId="3337801182" sldId="278"/>
            <ac:spMk id="3" creationId="{AB3F4DCA-92E4-485A-96B1-DDD5E673758B}"/>
          </ac:spMkLst>
        </pc:spChg>
        <pc:picChg chg="add mod">
          <ac:chgData name="Blodgett, David L" userId="1fd621ce-75f0-44bd-83ec-0bf40b8efee5" providerId="ADAL" clId="{2E301737-751E-42DD-9F5D-B0CD7327F048}" dt="2021-08-04T17:28:01.222" v="13" actId="27614"/>
          <ac:picMkLst>
            <pc:docMk/>
            <pc:sldMk cId="3337801182" sldId="278"/>
            <ac:picMk id="5" creationId="{83ED7AC9-E4CC-41C4-A0FD-A98D45DE7B9B}"/>
          </ac:picMkLst>
        </pc:picChg>
      </pc:sldChg>
      <pc:sldChg chg="addSp delSp modSp new mod">
        <pc:chgData name="Blodgett, David L" userId="1fd621ce-75f0-44bd-83ec-0bf40b8efee5" providerId="ADAL" clId="{2E301737-751E-42DD-9F5D-B0CD7327F048}" dt="2021-08-04T17:30:23.579" v="20" actId="14100"/>
        <pc:sldMkLst>
          <pc:docMk/>
          <pc:sldMk cId="2214555159" sldId="279"/>
        </pc:sldMkLst>
        <pc:spChg chg="del">
          <ac:chgData name="Blodgett, David L" userId="1fd621ce-75f0-44bd-83ec-0bf40b8efee5" providerId="ADAL" clId="{2E301737-751E-42DD-9F5D-B0CD7327F048}" dt="2021-08-04T17:28:33.466" v="15" actId="478"/>
          <ac:spMkLst>
            <pc:docMk/>
            <pc:sldMk cId="2214555159" sldId="279"/>
            <ac:spMk id="2" creationId="{356CB539-41A9-41E5-94CF-CAB7AF38FFB3}"/>
          </ac:spMkLst>
        </pc:spChg>
        <pc:spChg chg="del">
          <ac:chgData name="Blodgett, David L" userId="1fd621ce-75f0-44bd-83ec-0bf40b8efee5" providerId="ADAL" clId="{2E301737-751E-42DD-9F5D-B0CD7327F048}" dt="2021-08-04T17:28:33.466" v="15" actId="478"/>
          <ac:spMkLst>
            <pc:docMk/>
            <pc:sldMk cId="2214555159" sldId="279"/>
            <ac:spMk id="3" creationId="{E8FF0D03-E15F-4D92-90CE-34C437022413}"/>
          </ac:spMkLst>
        </pc:spChg>
        <pc:picChg chg="add mod">
          <ac:chgData name="Blodgett, David L" userId="1fd621ce-75f0-44bd-83ec-0bf40b8efee5" providerId="ADAL" clId="{2E301737-751E-42DD-9F5D-B0CD7327F048}" dt="2021-08-04T17:30:23.579" v="20" actId="14100"/>
          <ac:picMkLst>
            <pc:docMk/>
            <pc:sldMk cId="2214555159" sldId="279"/>
            <ac:picMk id="5" creationId="{664F1D9E-E05D-49CF-99E6-09EA9451F8A9}"/>
          </ac:picMkLst>
        </pc:picChg>
      </pc:sldChg>
      <pc:sldChg chg="addSp delSp modSp new mod">
        <pc:chgData name="Blodgett, David L" userId="1fd621ce-75f0-44bd-83ec-0bf40b8efee5" providerId="ADAL" clId="{2E301737-751E-42DD-9F5D-B0CD7327F048}" dt="2021-08-04T19:37:03.303" v="380" actId="14100"/>
        <pc:sldMkLst>
          <pc:docMk/>
          <pc:sldMk cId="768611008" sldId="280"/>
        </pc:sldMkLst>
        <pc:spChg chg="mod">
          <ac:chgData name="Blodgett, David L" userId="1fd621ce-75f0-44bd-83ec-0bf40b8efee5" providerId="ADAL" clId="{2E301737-751E-42DD-9F5D-B0CD7327F048}" dt="2021-08-04T19:12:28.858" v="89" actId="404"/>
          <ac:spMkLst>
            <pc:docMk/>
            <pc:sldMk cId="768611008" sldId="280"/>
            <ac:spMk id="2" creationId="{DDB20595-DB3D-4CBD-88B6-210B9B66EF0B}"/>
          </ac:spMkLst>
        </pc:spChg>
        <pc:spChg chg="del">
          <ac:chgData name="Blodgett, David L" userId="1fd621ce-75f0-44bd-83ec-0bf40b8efee5" providerId="ADAL" clId="{2E301737-751E-42DD-9F5D-B0CD7327F048}" dt="2021-08-04T19:36:50.280" v="374" actId="478"/>
          <ac:spMkLst>
            <pc:docMk/>
            <pc:sldMk cId="768611008" sldId="280"/>
            <ac:spMk id="3" creationId="{4ACDA94A-69B1-412C-B23F-4E5FB7BC8125}"/>
          </ac:spMkLst>
        </pc:spChg>
        <pc:picChg chg="add mod">
          <ac:chgData name="Blodgett, David L" userId="1fd621ce-75f0-44bd-83ec-0bf40b8efee5" providerId="ADAL" clId="{2E301737-751E-42DD-9F5D-B0CD7327F048}" dt="2021-08-04T19:37:03.303" v="380" actId="14100"/>
          <ac:picMkLst>
            <pc:docMk/>
            <pc:sldMk cId="768611008" sldId="280"/>
            <ac:picMk id="5" creationId="{28AE81CB-E989-48C9-AD2C-785D3AD18163}"/>
          </ac:picMkLst>
        </pc:picChg>
      </pc:sldChg>
      <pc:sldChg chg="addSp delSp modSp new mod">
        <pc:chgData name="Blodgett, David L" userId="1fd621ce-75f0-44bd-83ec-0bf40b8efee5" providerId="ADAL" clId="{2E301737-751E-42DD-9F5D-B0CD7327F048}" dt="2021-08-06T19:23:40.157" v="591" actId="1076"/>
        <pc:sldMkLst>
          <pc:docMk/>
          <pc:sldMk cId="3647791302" sldId="281"/>
        </pc:sldMkLst>
        <pc:spChg chg="mod">
          <ac:chgData name="Blodgett, David L" userId="1fd621ce-75f0-44bd-83ec-0bf40b8efee5" providerId="ADAL" clId="{2E301737-751E-42DD-9F5D-B0CD7327F048}" dt="2021-08-06T19:22:57.971" v="543" actId="14100"/>
          <ac:spMkLst>
            <pc:docMk/>
            <pc:sldMk cId="3647791302" sldId="281"/>
            <ac:spMk id="2" creationId="{F7326AF6-630E-4A3D-9FE2-781448C1C634}"/>
          </ac:spMkLst>
        </pc:spChg>
        <pc:spChg chg="del">
          <ac:chgData name="Blodgett, David L" userId="1fd621ce-75f0-44bd-83ec-0bf40b8efee5" providerId="ADAL" clId="{2E301737-751E-42DD-9F5D-B0CD7327F048}" dt="2021-08-06T19:17:22.846" v="418" actId="478"/>
          <ac:spMkLst>
            <pc:docMk/>
            <pc:sldMk cId="3647791302" sldId="281"/>
            <ac:spMk id="3" creationId="{55DA644E-C6BB-4817-AFB9-956FCEAAD98E}"/>
          </ac:spMkLst>
        </pc:spChg>
        <pc:spChg chg="add mod">
          <ac:chgData name="Blodgett, David L" userId="1fd621ce-75f0-44bd-83ec-0bf40b8efee5" providerId="ADAL" clId="{2E301737-751E-42DD-9F5D-B0CD7327F048}" dt="2021-08-06T19:23:23.351" v="547" actId="14100"/>
          <ac:spMkLst>
            <pc:docMk/>
            <pc:sldMk cId="3647791302" sldId="281"/>
            <ac:spMk id="13" creationId="{A8515CB1-95EF-4B68-AD7C-CC6A07D814A1}"/>
          </ac:spMkLst>
        </pc:spChg>
        <pc:spChg chg="add mod">
          <ac:chgData name="Blodgett, David L" userId="1fd621ce-75f0-44bd-83ec-0bf40b8efee5" providerId="ADAL" clId="{2E301737-751E-42DD-9F5D-B0CD7327F048}" dt="2021-08-06T19:23:13.061" v="545" actId="14100"/>
          <ac:spMkLst>
            <pc:docMk/>
            <pc:sldMk cId="3647791302" sldId="281"/>
            <ac:spMk id="14" creationId="{11EC18EA-8693-4D5F-AB43-16898B12B653}"/>
          </ac:spMkLst>
        </pc:spChg>
        <pc:spChg chg="add mod">
          <ac:chgData name="Blodgett, David L" userId="1fd621ce-75f0-44bd-83ec-0bf40b8efee5" providerId="ADAL" clId="{2E301737-751E-42DD-9F5D-B0CD7327F048}" dt="2021-08-06T19:22:12.966" v="506" actId="20577"/>
          <ac:spMkLst>
            <pc:docMk/>
            <pc:sldMk cId="3647791302" sldId="281"/>
            <ac:spMk id="15" creationId="{BEF4140B-E463-4C5F-B347-48C0F72A24E9}"/>
          </ac:spMkLst>
        </pc:spChg>
        <pc:spChg chg="add mod">
          <ac:chgData name="Blodgett, David L" userId="1fd621ce-75f0-44bd-83ec-0bf40b8efee5" providerId="ADAL" clId="{2E301737-751E-42DD-9F5D-B0CD7327F048}" dt="2021-08-06T19:23:40.157" v="591" actId="1076"/>
          <ac:spMkLst>
            <pc:docMk/>
            <pc:sldMk cId="3647791302" sldId="281"/>
            <ac:spMk id="16" creationId="{73FE6555-2FF8-4A6B-845F-AE41545DB9A8}"/>
          </ac:spMkLst>
        </pc:spChg>
        <pc:picChg chg="add del mod">
          <ac:chgData name="Blodgett, David L" userId="1fd621ce-75f0-44bd-83ec-0bf40b8efee5" providerId="ADAL" clId="{2E301737-751E-42DD-9F5D-B0CD7327F048}" dt="2021-08-06T19:15:36.100" v="415" actId="478"/>
          <ac:picMkLst>
            <pc:docMk/>
            <pc:sldMk cId="3647791302" sldId="281"/>
            <ac:picMk id="4" creationId="{92D52DDF-FDEC-42F2-AEB6-BF8D596AEB30}"/>
          </ac:picMkLst>
        </pc:picChg>
        <pc:picChg chg="add del mod">
          <ac:chgData name="Blodgett, David L" userId="1fd621ce-75f0-44bd-83ec-0bf40b8efee5" providerId="ADAL" clId="{2E301737-751E-42DD-9F5D-B0CD7327F048}" dt="2021-08-06T19:18:30.227" v="430" actId="478"/>
          <ac:picMkLst>
            <pc:docMk/>
            <pc:sldMk cId="3647791302" sldId="281"/>
            <ac:picMk id="5" creationId="{A8BBF9A2-E03F-441B-840A-F3EE6669D398}"/>
          </ac:picMkLst>
        </pc:picChg>
        <pc:picChg chg="add mod ord">
          <ac:chgData name="Blodgett, David L" userId="1fd621ce-75f0-44bd-83ec-0bf40b8efee5" providerId="ADAL" clId="{2E301737-751E-42DD-9F5D-B0CD7327F048}" dt="2021-08-06T19:18:56.864" v="434" actId="1076"/>
          <ac:picMkLst>
            <pc:docMk/>
            <pc:sldMk cId="3647791302" sldId="281"/>
            <ac:picMk id="12" creationId="{88528BF9-7761-46FC-9C44-C2AFA1480779}"/>
          </ac:picMkLst>
        </pc:picChg>
        <pc:cxnChg chg="add mod">
          <ac:chgData name="Blodgett, David L" userId="1fd621ce-75f0-44bd-83ec-0bf40b8efee5" providerId="ADAL" clId="{2E301737-751E-42DD-9F5D-B0CD7327F048}" dt="2021-08-06T19:19:04.806" v="437" actId="1076"/>
          <ac:cxnSpMkLst>
            <pc:docMk/>
            <pc:sldMk cId="3647791302" sldId="281"/>
            <ac:cxnSpMk id="7" creationId="{94BEA18B-B1A7-48FB-BA88-7FA3990769BC}"/>
          </ac:cxnSpMkLst>
        </pc:cxnChg>
        <pc:cxnChg chg="add mod">
          <ac:chgData name="Blodgett, David L" userId="1fd621ce-75f0-44bd-83ec-0bf40b8efee5" providerId="ADAL" clId="{2E301737-751E-42DD-9F5D-B0CD7327F048}" dt="2021-08-06T19:19:02.208" v="436" actId="1076"/>
          <ac:cxnSpMkLst>
            <pc:docMk/>
            <pc:sldMk cId="3647791302" sldId="281"/>
            <ac:cxnSpMk id="8" creationId="{E5F2B24B-17AD-4A61-9FB0-69B0644CE71D}"/>
          </ac:cxnSpMkLst>
        </pc:cxnChg>
        <pc:cxnChg chg="add mod">
          <ac:chgData name="Blodgett, David L" userId="1fd621ce-75f0-44bd-83ec-0bf40b8efee5" providerId="ADAL" clId="{2E301737-751E-42DD-9F5D-B0CD7327F048}" dt="2021-08-06T19:18:59.416" v="435" actId="1076"/>
          <ac:cxnSpMkLst>
            <pc:docMk/>
            <pc:sldMk cId="3647791302" sldId="281"/>
            <ac:cxnSpMk id="9" creationId="{CBB210BB-A49C-4311-A46E-C59A4C1B21FD}"/>
          </ac:cxnSpMkLst>
        </pc:cxnChg>
      </pc:sldChg>
      <pc:sldChg chg="addSp delSp modSp new mod">
        <pc:chgData name="Blodgett, David L" userId="1fd621ce-75f0-44bd-83ec-0bf40b8efee5" providerId="ADAL" clId="{2E301737-751E-42DD-9F5D-B0CD7327F048}" dt="2021-08-04T19:42:56.961" v="412" actId="1076"/>
        <pc:sldMkLst>
          <pc:docMk/>
          <pc:sldMk cId="1636881940" sldId="282"/>
        </pc:sldMkLst>
        <pc:spChg chg="mod">
          <ac:chgData name="Blodgett, David L" userId="1fd621ce-75f0-44bd-83ec-0bf40b8efee5" providerId="ADAL" clId="{2E301737-751E-42DD-9F5D-B0CD7327F048}" dt="2021-08-04T19:16:55.729" v="373" actId="20577"/>
          <ac:spMkLst>
            <pc:docMk/>
            <pc:sldMk cId="1636881940" sldId="282"/>
            <ac:spMk id="2" creationId="{A6ED5171-FC2E-44E1-BBD2-22BA421DEB30}"/>
          </ac:spMkLst>
        </pc:spChg>
        <pc:spChg chg="del">
          <ac:chgData name="Blodgett, David L" userId="1fd621ce-75f0-44bd-83ec-0bf40b8efee5" providerId="ADAL" clId="{2E301737-751E-42DD-9F5D-B0CD7327F048}" dt="2021-08-04T19:39:53.144" v="397" actId="478"/>
          <ac:spMkLst>
            <pc:docMk/>
            <pc:sldMk cId="1636881940" sldId="282"/>
            <ac:spMk id="3" creationId="{9CA70866-D7D3-40F9-93EB-9C759550ECDD}"/>
          </ac:spMkLst>
        </pc:spChg>
        <pc:picChg chg="add mod">
          <ac:chgData name="Blodgett, David L" userId="1fd621ce-75f0-44bd-83ec-0bf40b8efee5" providerId="ADAL" clId="{2E301737-751E-42DD-9F5D-B0CD7327F048}" dt="2021-08-04T19:42:54.168" v="411" actId="1076"/>
          <ac:picMkLst>
            <pc:docMk/>
            <pc:sldMk cId="1636881940" sldId="282"/>
            <ac:picMk id="5" creationId="{66428268-7217-4842-92D2-8116B562A967}"/>
          </ac:picMkLst>
        </pc:picChg>
        <pc:picChg chg="add mod">
          <ac:chgData name="Blodgett, David L" userId="1fd621ce-75f0-44bd-83ec-0bf40b8efee5" providerId="ADAL" clId="{2E301737-751E-42DD-9F5D-B0CD7327F048}" dt="2021-08-04T19:42:56.961" v="412" actId="1076"/>
          <ac:picMkLst>
            <pc:docMk/>
            <pc:sldMk cId="1636881940" sldId="282"/>
            <ac:picMk id="7" creationId="{06084062-8BBE-4A3F-9BA4-033A70550C70}"/>
          </ac:picMkLst>
        </pc:picChg>
      </pc:sldChg>
      <pc:sldChg chg="addSp delSp modSp add mod">
        <pc:chgData name="Blodgett, David L" userId="1fd621ce-75f0-44bd-83ec-0bf40b8efee5" providerId="ADAL" clId="{2E301737-751E-42DD-9F5D-B0CD7327F048}" dt="2021-08-04T19:38:10.710" v="387" actId="1076"/>
        <pc:sldMkLst>
          <pc:docMk/>
          <pc:sldMk cId="2367121256" sldId="283"/>
        </pc:sldMkLst>
        <pc:picChg chg="add mod">
          <ac:chgData name="Blodgett, David L" userId="1fd621ce-75f0-44bd-83ec-0bf40b8efee5" providerId="ADAL" clId="{2E301737-751E-42DD-9F5D-B0CD7327F048}" dt="2021-08-04T19:38:10.710" v="387" actId="1076"/>
          <ac:picMkLst>
            <pc:docMk/>
            <pc:sldMk cId="2367121256" sldId="283"/>
            <ac:picMk id="4" creationId="{5D14CADB-C911-4924-B1B0-DCF13BCD2E32}"/>
          </ac:picMkLst>
        </pc:picChg>
        <pc:picChg chg="del">
          <ac:chgData name="Blodgett, David L" userId="1fd621ce-75f0-44bd-83ec-0bf40b8efee5" providerId="ADAL" clId="{2E301737-751E-42DD-9F5D-B0CD7327F048}" dt="2021-08-04T19:37:50.848" v="382" actId="478"/>
          <ac:picMkLst>
            <pc:docMk/>
            <pc:sldMk cId="2367121256" sldId="283"/>
            <ac:picMk id="5" creationId="{28AE81CB-E989-48C9-AD2C-785D3AD18163}"/>
          </ac:picMkLst>
        </pc:picChg>
      </pc:sldChg>
      <pc:sldChg chg="addSp delSp modSp add mod">
        <pc:chgData name="Blodgett, David L" userId="1fd621ce-75f0-44bd-83ec-0bf40b8efee5" providerId="ADAL" clId="{2E301737-751E-42DD-9F5D-B0CD7327F048}" dt="2021-08-04T19:38:52.345" v="396" actId="14100"/>
        <pc:sldMkLst>
          <pc:docMk/>
          <pc:sldMk cId="956341332" sldId="284"/>
        </pc:sldMkLst>
        <pc:picChg chg="del">
          <ac:chgData name="Blodgett, David L" userId="1fd621ce-75f0-44bd-83ec-0bf40b8efee5" providerId="ADAL" clId="{2E301737-751E-42DD-9F5D-B0CD7327F048}" dt="2021-08-04T19:38:38.626" v="389" actId="478"/>
          <ac:picMkLst>
            <pc:docMk/>
            <pc:sldMk cId="956341332" sldId="284"/>
            <ac:picMk id="4" creationId="{5D14CADB-C911-4924-B1B0-DCF13BCD2E32}"/>
          </ac:picMkLst>
        </pc:picChg>
        <pc:picChg chg="add mod">
          <ac:chgData name="Blodgett, David L" userId="1fd621ce-75f0-44bd-83ec-0bf40b8efee5" providerId="ADAL" clId="{2E301737-751E-42DD-9F5D-B0CD7327F048}" dt="2021-08-04T19:38:52.345" v="396" actId="14100"/>
          <ac:picMkLst>
            <pc:docMk/>
            <pc:sldMk cId="956341332" sldId="284"/>
            <ac:picMk id="5" creationId="{A97AA49B-0D2B-4DE2-B7C5-E9372905618E}"/>
          </ac:picMkLst>
        </pc:picChg>
      </pc:sldChg>
      <pc:sldChg chg="new del">
        <pc:chgData name="Blodgett, David L" userId="1fd621ce-75f0-44bd-83ec-0bf40b8efee5" providerId="ADAL" clId="{2E301737-751E-42DD-9F5D-B0CD7327F048}" dt="2021-08-06T19:24:25.083" v="594" actId="47"/>
        <pc:sldMkLst>
          <pc:docMk/>
          <pc:sldMk cId="987542156" sldId="285"/>
        </pc:sldMkLst>
      </pc:sldChg>
      <pc:sldChg chg="modSp add mod">
        <pc:chgData name="Blodgett, David L" userId="1fd621ce-75f0-44bd-83ec-0bf40b8efee5" providerId="ADAL" clId="{2E301737-751E-42DD-9F5D-B0CD7327F048}" dt="2021-08-06T19:26:11.823" v="680" actId="20577"/>
        <pc:sldMkLst>
          <pc:docMk/>
          <pc:sldMk cId="3006154567" sldId="286"/>
        </pc:sldMkLst>
        <pc:spChg chg="mod">
          <ac:chgData name="Blodgett, David L" userId="1fd621ce-75f0-44bd-83ec-0bf40b8efee5" providerId="ADAL" clId="{2E301737-751E-42DD-9F5D-B0CD7327F048}" dt="2021-08-06T19:25:28.753" v="635"/>
          <ac:spMkLst>
            <pc:docMk/>
            <pc:sldMk cId="3006154567" sldId="286"/>
            <ac:spMk id="13" creationId="{A8515CB1-95EF-4B68-AD7C-CC6A07D814A1}"/>
          </ac:spMkLst>
        </pc:spChg>
        <pc:spChg chg="mod">
          <ac:chgData name="Blodgett, David L" userId="1fd621ce-75f0-44bd-83ec-0bf40b8efee5" providerId="ADAL" clId="{2E301737-751E-42DD-9F5D-B0CD7327F048}" dt="2021-08-06T19:25:30.149" v="636"/>
          <ac:spMkLst>
            <pc:docMk/>
            <pc:sldMk cId="3006154567" sldId="286"/>
            <ac:spMk id="14" creationId="{11EC18EA-8693-4D5F-AB43-16898B12B653}"/>
          </ac:spMkLst>
        </pc:spChg>
        <pc:spChg chg="mod">
          <ac:chgData name="Blodgett, David L" userId="1fd621ce-75f0-44bd-83ec-0bf40b8efee5" providerId="ADAL" clId="{2E301737-751E-42DD-9F5D-B0CD7327F048}" dt="2021-08-06T19:24:51.546" v="608"/>
          <ac:spMkLst>
            <pc:docMk/>
            <pc:sldMk cId="3006154567" sldId="286"/>
            <ac:spMk id="15" creationId="{BEF4140B-E463-4C5F-B347-48C0F72A24E9}"/>
          </ac:spMkLst>
        </pc:spChg>
        <pc:spChg chg="mod">
          <ac:chgData name="Blodgett, David L" userId="1fd621ce-75f0-44bd-83ec-0bf40b8efee5" providerId="ADAL" clId="{2E301737-751E-42DD-9F5D-B0CD7327F048}" dt="2021-08-06T19:26:11.823" v="680" actId="20577"/>
          <ac:spMkLst>
            <pc:docMk/>
            <pc:sldMk cId="3006154567" sldId="286"/>
            <ac:spMk id="16" creationId="{73FE6555-2FF8-4A6B-845F-AE41545DB9A8}"/>
          </ac:spMkLst>
        </pc:spChg>
      </pc:sldChg>
      <pc:sldChg chg="addSp delSp modSp new mod">
        <pc:chgData name="Blodgett, David L" userId="1fd621ce-75f0-44bd-83ec-0bf40b8efee5" providerId="ADAL" clId="{2E301737-751E-42DD-9F5D-B0CD7327F048}" dt="2021-08-06T19:37:40.531" v="882" actId="20577"/>
        <pc:sldMkLst>
          <pc:docMk/>
          <pc:sldMk cId="1456249178" sldId="287"/>
        </pc:sldMkLst>
        <pc:spChg chg="del">
          <ac:chgData name="Blodgett, David L" userId="1fd621ce-75f0-44bd-83ec-0bf40b8efee5" providerId="ADAL" clId="{2E301737-751E-42DD-9F5D-B0CD7327F048}" dt="2021-08-06T19:32:09.617" v="683" actId="478"/>
          <ac:spMkLst>
            <pc:docMk/>
            <pc:sldMk cId="1456249178" sldId="287"/>
            <ac:spMk id="2" creationId="{5D62622B-E193-42BB-AA86-474E36CF3DBD}"/>
          </ac:spMkLst>
        </pc:spChg>
        <pc:spChg chg="del">
          <ac:chgData name="Blodgett, David L" userId="1fd621ce-75f0-44bd-83ec-0bf40b8efee5" providerId="ADAL" clId="{2E301737-751E-42DD-9F5D-B0CD7327F048}" dt="2021-08-06T19:32:09.617" v="683" actId="478"/>
          <ac:spMkLst>
            <pc:docMk/>
            <pc:sldMk cId="1456249178" sldId="287"/>
            <ac:spMk id="3" creationId="{7F74DF70-B93D-4AE5-93AF-3ABC2D11725D}"/>
          </ac:spMkLst>
        </pc:spChg>
        <pc:spChg chg="add mod">
          <ac:chgData name="Blodgett, David L" userId="1fd621ce-75f0-44bd-83ec-0bf40b8efee5" providerId="ADAL" clId="{2E301737-751E-42DD-9F5D-B0CD7327F048}" dt="2021-08-06T19:32:17.924" v="685"/>
          <ac:spMkLst>
            <pc:docMk/>
            <pc:sldMk cId="1456249178" sldId="287"/>
            <ac:spMk id="5" creationId="{80022C6A-B79B-49D0-BA35-30FCE2EACFFB}"/>
          </ac:spMkLst>
        </pc:spChg>
        <pc:spChg chg="add del mod">
          <ac:chgData name="Blodgett, David L" userId="1fd621ce-75f0-44bd-83ec-0bf40b8efee5" providerId="ADAL" clId="{2E301737-751E-42DD-9F5D-B0CD7327F048}" dt="2021-08-06T19:34:01.742" v="772"/>
          <ac:spMkLst>
            <pc:docMk/>
            <pc:sldMk cId="1456249178" sldId="287"/>
            <ac:spMk id="7" creationId="{751F9A1A-BEB7-40A2-8112-FD56FD35091F}"/>
          </ac:spMkLst>
        </pc:spChg>
        <pc:spChg chg="add mod">
          <ac:chgData name="Blodgett, David L" userId="1fd621ce-75f0-44bd-83ec-0bf40b8efee5" providerId="ADAL" clId="{2E301737-751E-42DD-9F5D-B0CD7327F048}" dt="2021-08-06T19:36:30.102" v="863" actId="14100"/>
          <ac:spMkLst>
            <pc:docMk/>
            <pc:sldMk cId="1456249178" sldId="287"/>
            <ac:spMk id="8" creationId="{8023539A-E6AE-4A60-9CBE-DE84B48BA4A4}"/>
          </ac:spMkLst>
        </pc:spChg>
        <pc:spChg chg="add mod">
          <ac:chgData name="Blodgett, David L" userId="1fd621ce-75f0-44bd-83ec-0bf40b8efee5" providerId="ADAL" clId="{2E301737-751E-42DD-9F5D-B0CD7327F048}" dt="2021-08-06T19:35:46.418" v="858" actId="20577"/>
          <ac:spMkLst>
            <pc:docMk/>
            <pc:sldMk cId="1456249178" sldId="287"/>
            <ac:spMk id="9" creationId="{FADA4D8B-37B2-4E81-9895-224EAC1B46A4}"/>
          </ac:spMkLst>
        </pc:spChg>
        <pc:spChg chg="add mod">
          <ac:chgData name="Blodgett, David L" userId="1fd621ce-75f0-44bd-83ec-0bf40b8efee5" providerId="ADAL" clId="{2E301737-751E-42DD-9F5D-B0CD7327F048}" dt="2021-08-06T19:36:42.797" v="869" actId="20577"/>
          <ac:spMkLst>
            <pc:docMk/>
            <pc:sldMk cId="1456249178" sldId="287"/>
            <ac:spMk id="20" creationId="{090E2C41-1309-4D68-B161-DE3DE1B09F0A}"/>
          </ac:spMkLst>
        </pc:spChg>
        <pc:spChg chg="add del mod">
          <ac:chgData name="Blodgett, David L" userId="1fd621ce-75f0-44bd-83ec-0bf40b8efee5" providerId="ADAL" clId="{2E301737-751E-42DD-9F5D-B0CD7327F048}" dt="2021-08-06T19:36:47.442" v="871"/>
          <ac:spMkLst>
            <pc:docMk/>
            <pc:sldMk cId="1456249178" sldId="287"/>
            <ac:spMk id="21" creationId="{1193A82D-BFA9-4DA1-AE63-43BD16F69C76}"/>
          </ac:spMkLst>
        </pc:spChg>
        <pc:spChg chg="add mod">
          <ac:chgData name="Blodgett, David L" userId="1fd621ce-75f0-44bd-83ec-0bf40b8efee5" providerId="ADAL" clId="{2E301737-751E-42DD-9F5D-B0CD7327F048}" dt="2021-08-06T19:37:40.531" v="882" actId="20577"/>
          <ac:spMkLst>
            <pc:docMk/>
            <pc:sldMk cId="1456249178" sldId="287"/>
            <ac:spMk id="22" creationId="{3EA072F7-2DBB-46B8-B0BF-4798EA237A69}"/>
          </ac:spMkLst>
        </pc:spChg>
        <pc:picChg chg="add del mod">
          <ac:chgData name="Blodgett, David L" userId="1fd621ce-75f0-44bd-83ec-0bf40b8efee5" providerId="ADAL" clId="{2E301737-751E-42DD-9F5D-B0CD7327F048}" dt="2021-08-06T19:32:20.545" v="687" actId="478"/>
          <ac:picMkLst>
            <pc:docMk/>
            <pc:sldMk cId="1456249178" sldId="287"/>
            <ac:picMk id="4" creationId="{7485E9A1-E3AA-43E8-B9E9-480F46C7BA1D}"/>
          </ac:picMkLst>
        </pc:picChg>
        <pc:picChg chg="add mod">
          <ac:chgData name="Blodgett, David L" userId="1fd621ce-75f0-44bd-83ec-0bf40b8efee5" providerId="ADAL" clId="{2E301737-751E-42DD-9F5D-B0CD7327F048}" dt="2021-08-06T19:36:32.914" v="865" actId="1076"/>
          <ac:picMkLst>
            <pc:docMk/>
            <pc:sldMk cId="1456249178" sldId="287"/>
            <ac:picMk id="6" creationId="{215A28C8-C7F9-4E1C-B267-9A5937DD72F7}"/>
          </ac:picMkLst>
        </pc:picChg>
        <pc:cxnChg chg="add mod">
          <ac:chgData name="Blodgett, David L" userId="1fd621ce-75f0-44bd-83ec-0bf40b8efee5" providerId="ADAL" clId="{2E301737-751E-42DD-9F5D-B0CD7327F048}" dt="2021-08-06T19:34:48.084" v="802" actId="14100"/>
          <ac:cxnSpMkLst>
            <pc:docMk/>
            <pc:sldMk cId="1456249178" sldId="287"/>
            <ac:cxnSpMk id="10" creationId="{A87EB917-7643-4249-B337-A2524F75259B}"/>
          </ac:cxnSpMkLst>
        </pc:cxnChg>
        <pc:cxnChg chg="add mod">
          <ac:chgData name="Blodgett, David L" userId="1fd621ce-75f0-44bd-83ec-0bf40b8efee5" providerId="ADAL" clId="{2E301737-751E-42DD-9F5D-B0CD7327F048}" dt="2021-08-06T19:35:05.131" v="810" actId="1076"/>
          <ac:cxnSpMkLst>
            <pc:docMk/>
            <pc:sldMk cId="1456249178" sldId="287"/>
            <ac:cxnSpMk id="13" creationId="{1F2CDB74-C0A1-4305-97F9-4B7DBD95FDE9}"/>
          </ac:cxnSpMkLst>
        </pc:cxnChg>
        <pc:cxnChg chg="add mod">
          <ac:chgData name="Blodgett, David L" userId="1fd621ce-75f0-44bd-83ec-0bf40b8efee5" providerId="ADAL" clId="{2E301737-751E-42DD-9F5D-B0CD7327F048}" dt="2021-08-06T19:35:57.342" v="859" actId="14100"/>
          <ac:cxnSpMkLst>
            <pc:docMk/>
            <pc:sldMk cId="1456249178" sldId="287"/>
            <ac:cxnSpMk id="14" creationId="{49993BDE-2D99-47FD-BCE1-31233258FFAA}"/>
          </ac:cxnSpMkLst>
        </pc:cxnChg>
      </pc:sldChg>
      <pc:sldChg chg="addSp delSp modSp new mod setBg">
        <pc:chgData name="Blodgett, David L" userId="1fd621ce-75f0-44bd-83ec-0bf40b8efee5" providerId="ADAL" clId="{2E301737-751E-42DD-9F5D-B0CD7327F048}" dt="2021-08-10T14:21:25.296" v="957" actId="403"/>
        <pc:sldMkLst>
          <pc:docMk/>
          <pc:sldMk cId="2046452804" sldId="288"/>
        </pc:sldMkLst>
        <pc:spChg chg="del">
          <ac:chgData name="Blodgett, David L" userId="1fd621ce-75f0-44bd-83ec-0bf40b8efee5" providerId="ADAL" clId="{2E301737-751E-42DD-9F5D-B0CD7327F048}" dt="2021-08-10T14:15:12.303" v="884" actId="478"/>
          <ac:spMkLst>
            <pc:docMk/>
            <pc:sldMk cId="2046452804" sldId="288"/>
            <ac:spMk id="2" creationId="{2E057235-1BB8-4A71-9716-DCC0D7809018}"/>
          </ac:spMkLst>
        </pc:spChg>
        <pc:spChg chg="del">
          <ac:chgData name="Blodgett, David L" userId="1fd621ce-75f0-44bd-83ec-0bf40b8efee5" providerId="ADAL" clId="{2E301737-751E-42DD-9F5D-B0CD7327F048}" dt="2021-08-10T14:15:12.303" v="884" actId="478"/>
          <ac:spMkLst>
            <pc:docMk/>
            <pc:sldMk cId="2046452804" sldId="288"/>
            <ac:spMk id="3" creationId="{A40FD544-84D5-4DAC-8D3F-A5C6CCA6AA0C}"/>
          </ac:spMkLst>
        </pc:spChg>
        <pc:spChg chg="add del">
          <ac:chgData name="Blodgett, David L" userId="1fd621ce-75f0-44bd-83ec-0bf40b8efee5" providerId="ADAL" clId="{2E301737-751E-42DD-9F5D-B0CD7327F048}" dt="2021-08-10T14:15:41.048" v="891" actId="26606"/>
          <ac:spMkLst>
            <pc:docMk/>
            <pc:sldMk cId="2046452804" sldId="288"/>
            <ac:spMk id="7" creationId="{B670DBD5-770C-4383-9F54-5B86E86BD5BB}"/>
          </ac:spMkLst>
        </pc:spChg>
        <pc:spChg chg="add del">
          <ac:chgData name="Blodgett, David L" userId="1fd621ce-75f0-44bd-83ec-0bf40b8efee5" providerId="ADAL" clId="{2E301737-751E-42DD-9F5D-B0CD7327F048}" dt="2021-08-10T14:15:38.664" v="889" actId="26606"/>
          <ac:spMkLst>
            <pc:docMk/>
            <pc:sldMk cId="2046452804" sldId="288"/>
            <ac:spMk id="10" creationId="{57845966-6EFC-468A-9CC7-BAB4B95854E7}"/>
          </ac:spMkLst>
        </pc:spChg>
        <pc:spChg chg="add mod">
          <ac:chgData name="Blodgett, David L" userId="1fd621ce-75f0-44bd-83ec-0bf40b8efee5" providerId="ADAL" clId="{2E301737-751E-42DD-9F5D-B0CD7327F048}" dt="2021-08-10T14:21:25.296" v="957" actId="403"/>
          <ac:spMkLst>
            <pc:docMk/>
            <pc:sldMk cId="2046452804" sldId="288"/>
            <ac:spMk id="11" creationId="{B455E70D-B6AB-40B4-99C6-21C0D5345306}"/>
          </ac:spMkLst>
        </pc:spChg>
        <pc:spChg chg="add del">
          <ac:chgData name="Blodgett, David L" userId="1fd621ce-75f0-44bd-83ec-0bf40b8efee5" providerId="ADAL" clId="{2E301737-751E-42DD-9F5D-B0CD7327F048}" dt="2021-08-10T14:15:38.664" v="889" actId="26606"/>
          <ac:spMkLst>
            <pc:docMk/>
            <pc:sldMk cId="2046452804" sldId="288"/>
            <ac:spMk id="14" creationId="{ADAD1991-FFD1-4E94-ABAB-7560D33008E4}"/>
          </ac:spMkLst>
        </pc:spChg>
        <pc:spChg chg="add del">
          <ac:chgData name="Blodgett, David L" userId="1fd621ce-75f0-44bd-83ec-0bf40b8efee5" providerId="ADAL" clId="{2E301737-751E-42DD-9F5D-B0CD7327F048}" dt="2021-08-10T14:20:52.595" v="949" actId="26606"/>
          <ac:spMkLst>
            <pc:docMk/>
            <pc:sldMk cId="2046452804" sldId="288"/>
            <ac:spMk id="16" creationId="{D4771268-CB57-404A-9271-370EB28F6090}"/>
          </ac:spMkLst>
        </pc:spChg>
        <pc:picChg chg="add mod ord">
          <ac:chgData name="Blodgett, David L" userId="1fd621ce-75f0-44bd-83ec-0bf40b8efee5" providerId="ADAL" clId="{2E301737-751E-42DD-9F5D-B0CD7327F048}" dt="2021-08-10T14:20:52.595" v="949" actId="26606"/>
          <ac:picMkLst>
            <pc:docMk/>
            <pc:sldMk cId="2046452804" sldId="288"/>
            <ac:picMk id="5" creationId="{34765C4C-35C2-4AF0-9F85-75D1EED8533E}"/>
          </ac:picMkLst>
        </pc:picChg>
        <pc:picChg chg="add del">
          <ac:chgData name="Blodgett, David L" userId="1fd621ce-75f0-44bd-83ec-0bf40b8efee5" providerId="ADAL" clId="{2E301737-751E-42DD-9F5D-B0CD7327F048}" dt="2021-08-10T14:15:38.664" v="889" actId="26606"/>
          <ac:picMkLst>
            <pc:docMk/>
            <pc:sldMk cId="2046452804" sldId="288"/>
            <ac:picMk id="12" creationId="{75554383-98AF-4A47-BB65-705FAAA4BE6A}"/>
          </ac:picMkLst>
        </pc:picChg>
      </pc:sldChg>
      <pc:sldChg chg="addSp delSp modSp add mod">
        <pc:chgData name="Blodgett, David L" userId="1fd621ce-75f0-44bd-83ec-0bf40b8efee5" providerId="ADAL" clId="{2E301737-751E-42DD-9F5D-B0CD7327F048}" dt="2021-08-10T14:26:10.766" v="971" actId="478"/>
        <pc:sldMkLst>
          <pc:docMk/>
          <pc:sldMk cId="3843835817" sldId="289"/>
        </pc:sldMkLst>
        <pc:cxnChg chg="add mod">
          <ac:chgData name="Blodgett, David L" userId="1fd621ce-75f0-44bd-83ec-0bf40b8efee5" providerId="ADAL" clId="{2E301737-751E-42DD-9F5D-B0CD7327F048}" dt="2021-08-10T14:22:11.130" v="963" actId="14100"/>
          <ac:cxnSpMkLst>
            <pc:docMk/>
            <pc:sldMk cId="3843835817" sldId="289"/>
            <ac:cxnSpMk id="3" creationId="{38D798C2-F344-4A42-AA24-ED9CD931E249}"/>
          </ac:cxnSpMkLst>
        </pc:cxnChg>
        <pc:cxnChg chg="add del mod">
          <ac:chgData name="Blodgett, David L" userId="1fd621ce-75f0-44bd-83ec-0bf40b8efee5" providerId="ADAL" clId="{2E301737-751E-42DD-9F5D-B0CD7327F048}" dt="2021-08-10T14:26:10.766" v="971" actId="478"/>
          <ac:cxnSpMkLst>
            <pc:docMk/>
            <pc:sldMk cId="3843835817" sldId="289"/>
            <ac:cxnSpMk id="7" creationId="{05AF6BD0-47C7-41BC-9480-DB0F55E88E22}"/>
          </ac:cxnSpMkLst>
        </pc:cxnChg>
      </pc:sldChg>
      <pc:sldChg chg="addSp delSp modSp add mod">
        <pc:chgData name="Blodgett, David L" userId="1fd621ce-75f0-44bd-83ec-0bf40b8efee5" providerId="ADAL" clId="{2E301737-751E-42DD-9F5D-B0CD7327F048}" dt="2021-08-10T14:27:23.333" v="977" actId="21"/>
        <pc:sldMkLst>
          <pc:docMk/>
          <pc:sldMk cId="2860910410" sldId="290"/>
        </pc:sldMkLst>
        <pc:spChg chg="add del mod">
          <ac:chgData name="Blodgett, David L" userId="1fd621ce-75f0-44bd-83ec-0bf40b8efee5" providerId="ADAL" clId="{2E301737-751E-42DD-9F5D-B0CD7327F048}" dt="2021-08-10T14:27:23.333" v="977" actId="21"/>
          <ac:spMkLst>
            <pc:docMk/>
            <pc:sldMk cId="2860910410" sldId="290"/>
            <ac:spMk id="2" creationId="{766E79C8-F5F9-4C39-BB56-414D57CE8241}"/>
          </ac:spMkLst>
        </pc:spChg>
        <pc:cxnChg chg="add mod">
          <ac:chgData name="Blodgett, David L" userId="1fd621ce-75f0-44bd-83ec-0bf40b8efee5" providerId="ADAL" clId="{2E301737-751E-42DD-9F5D-B0CD7327F048}" dt="2021-08-10T14:23:16.798" v="970"/>
          <ac:cxnSpMkLst>
            <pc:docMk/>
            <pc:sldMk cId="2860910410" sldId="290"/>
            <ac:cxnSpMk id="4" creationId="{E41E0C56-2249-4FF9-82E2-538C4D080B5D}"/>
          </ac:cxnSpMkLst>
        </pc:cxnChg>
        <pc:cxnChg chg="add mod">
          <ac:chgData name="Blodgett, David L" userId="1fd621ce-75f0-44bd-83ec-0bf40b8efee5" providerId="ADAL" clId="{2E301737-751E-42DD-9F5D-B0CD7327F048}" dt="2021-08-10T14:23:16.798" v="970"/>
          <ac:cxnSpMkLst>
            <pc:docMk/>
            <pc:sldMk cId="2860910410" sldId="290"/>
            <ac:cxnSpMk id="6" creationId="{91F0D2BE-2D61-40BE-B80B-9F1E0C61B43E}"/>
          </ac:cxnSpMkLst>
        </pc:cxnChg>
      </pc:sldChg>
      <pc:sldChg chg="addSp modSp add">
        <pc:chgData name="Blodgett, David L" userId="1fd621ce-75f0-44bd-83ec-0bf40b8efee5" providerId="ADAL" clId="{2E301737-751E-42DD-9F5D-B0CD7327F048}" dt="2021-08-10T14:27:26.084" v="978"/>
        <pc:sldMkLst>
          <pc:docMk/>
          <pc:sldMk cId="2433816193" sldId="291"/>
        </pc:sldMkLst>
        <pc:spChg chg="add mod">
          <ac:chgData name="Blodgett, David L" userId="1fd621ce-75f0-44bd-83ec-0bf40b8efee5" providerId="ADAL" clId="{2E301737-751E-42DD-9F5D-B0CD7327F048}" dt="2021-08-10T14:27:26.084" v="978"/>
          <ac:spMkLst>
            <pc:docMk/>
            <pc:sldMk cId="2433816193" sldId="291"/>
            <ac:spMk id="7" creationId="{35069467-15F1-44CA-BCA3-995EAB79AAF7}"/>
          </ac:spMkLst>
        </pc:spChg>
      </pc:sldChg>
    </pc:docChg>
  </pc:docChgLst>
  <pc:docChgLst>
    <pc:chgData name="David" userId="1fd621ce-75f0-44bd-83ec-0bf40b8efee5" providerId="ADAL" clId="{C343E10B-AB30-41CD-929D-43E314E30C35}"/>
    <pc:docChg chg="modSld sldOrd">
      <pc:chgData name="David" userId="1fd621ce-75f0-44bd-83ec-0bf40b8efee5" providerId="ADAL" clId="{C343E10B-AB30-41CD-929D-43E314E30C35}" dt="2021-08-25T17:48:43.499" v="24"/>
      <pc:docMkLst>
        <pc:docMk/>
      </pc:docMkLst>
      <pc:sldChg chg="modSp mod">
        <pc:chgData name="David" userId="1fd621ce-75f0-44bd-83ec-0bf40b8efee5" providerId="ADAL" clId="{C343E10B-AB30-41CD-929D-43E314E30C35}" dt="2021-08-25T16:57:02.218" v="22" actId="20577"/>
        <pc:sldMkLst>
          <pc:docMk/>
          <pc:sldMk cId="1201924741" sldId="256"/>
        </pc:sldMkLst>
        <pc:spChg chg="mod">
          <ac:chgData name="David" userId="1fd621ce-75f0-44bd-83ec-0bf40b8efee5" providerId="ADAL" clId="{C343E10B-AB30-41CD-929D-43E314E30C35}" dt="2021-08-25T16:57:02.218" v="22" actId="20577"/>
          <ac:spMkLst>
            <pc:docMk/>
            <pc:sldMk cId="1201924741" sldId="256"/>
            <ac:spMk id="3" creationId="{4BF99291-6BC7-4813-8802-A04EB3A58966}"/>
          </ac:spMkLst>
        </pc:spChg>
      </pc:sldChg>
      <pc:sldChg chg="ord">
        <pc:chgData name="David" userId="1fd621ce-75f0-44bd-83ec-0bf40b8efee5" providerId="ADAL" clId="{C343E10B-AB30-41CD-929D-43E314E30C35}" dt="2021-08-25T17:48:43.499" v="24"/>
        <pc:sldMkLst>
          <pc:docMk/>
          <pc:sldMk cId="3348598234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650D5-FDC1-4D1B-A5CA-2401E94397A3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79C0D-65CA-4398-8898-2C73D0DAD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163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79C0D-65CA-4398-8898-2C73D0DAD9B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23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79C0D-65CA-4398-8898-2C73D0DAD9B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34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8d7583a365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8d7583a365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9440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79C0D-65CA-4398-8898-2C73D0DAD9B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40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91C-8F65-4C82-8BDE-2AB6CFCE919B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8DD-3676-467E-9587-E767ED32F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37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91C-8F65-4C82-8BDE-2AB6CFCE919B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8DD-3676-467E-9587-E767ED32F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2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91C-8F65-4C82-8BDE-2AB6CFCE919B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8DD-3676-467E-9587-E767ED32F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033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91C-8F65-4C82-8BDE-2AB6CFCE919B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8DD-3676-467E-9587-E767ED32F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7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91C-8F65-4C82-8BDE-2AB6CFCE919B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8DD-3676-467E-9587-E767ED32F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275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91C-8F65-4C82-8BDE-2AB6CFCE919B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8DD-3676-467E-9587-E767ED32F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92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91C-8F65-4C82-8BDE-2AB6CFCE919B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8DD-3676-467E-9587-E767ED32F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05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91C-8F65-4C82-8BDE-2AB6CFCE919B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8DD-3676-467E-9587-E767ED32F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100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91C-8F65-4C82-8BDE-2AB6CFCE919B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8DD-3676-467E-9587-E767ED32F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041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91C-8F65-4C82-8BDE-2AB6CFCE919B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8DD-3676-467E-9587-E767ED32F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4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091C-8F65-4C82-8BDE-2AB6CFCE919B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AF8DD-3676-467E-9587-E767ED32F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9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47537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C091C-8F65-4C82-8BDE-2AB6CFCE919B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AF8DD-3676-467E-9587-E767ED32F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542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dblodgett@usgs.gov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wa-network.org/groups/hydroinformatics-joint-iwaiahriahs/" TargetMode="External"/><Relationship Id="rId2" Type="http://schemas.openxmlformats.org/officeDocument/2006/relationships/hyperlink" Target="https://en.wikipedia.org/wiki/Informatic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0309-1708(93)90027-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2166/hydro.2019.029" TargetMode="External"/><Relationship Id="rId4" Type="http://schemas.openxmlformats.org/officeDocument/2006/relationships/hyperlink" Target="https://doi.org/10.1002/2015WR017498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envsoft.2020.10492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opengis.net/doc/IS/hy-features/1.0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oi.org/10.1016/j.envsoft.2020.104927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B0C58-7717-4EE6-9BA9-2E17D8CA4B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Mainstems: A data model and data set for surface hydrology integration 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F99291-6BC7-4813-8802-A04EB3A589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Dave Blodgett</a:t>
            </a:r>
          </a:p>
          <a:p>
            <a:r>
              <a:rPr lang="en-US" dirty="0">
                <a:hlinkClick r:id="rId2"/>
              </a:rPr>
              <a:t>dblodgett@usgs.gov</a:t>
            </a:r>
            <a:endParaRPr lang="en-US" dirty="0"/>
          </a:p>
          <a:p>
            <a:r>
              <a:rPr lang="en-US" sz="1500" dirty="0"/>
              <a:t>U.S. Geological Survey Water Mission Area </a:t>
            </a:r>
          </a:p>
          <a:p>
            <a:r>
              <a:rPr lang="en-US" sz="1500" dirty="0"/>
              <a:t>Integrated Modeling and Prediction Division </a:t>
            </a:r>
          </a:p>
          <a:p>
            <a:r>
              <a:rPr lang="en-US" sz="1500" dirty="0"/>
              <a:t>Geospatial Intelligence Branch</a:t>
            </a:r>
          </a:p>
        </p:txBody>
      </p:sp>
    </p:spTree>
    <p:extLst>
      <p:ext uri="{BB962C8B-B14F-4D97-AF65-F5344CB8AC3E}">
        <p14:creationId xmlns:p14="http://schemas.microsoft.com/office/powerpoint/2010/main" val="1201924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7ECB5-D834-471F-8C40-F251D0DD3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62" y="365125"/>
            <a:ext cx="10911038" cy="1325563"/>
          </a:xfrm>
        </p:spPr>
        <p:txBody>
          <a:bodyPr/>
          <a:lstStyle/>
          <a:p>
            <a:r>
              <a:rPr lang="en-US" dirty="0"/>
              <a:t>Background: Hydroinformatics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4942C-985F-4F40-BB54-B503C0CDC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762" y="1796748"/>
            <a:ext cx="11579192" cy="48831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/>
              <a:t>Informatics</a:t>
            </a:r>
            <a:r>
              <a:rPr lang="en-US" i="1" dirty="0"/>
              <a:t> is the study of natural and engineered computational systems. [1]</a:t>
            </a:r>
            <a:endParaRPr lang="en-US" dirty="0"/>
          </a:p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r>
              <a:rPr lang="en-US" b="1" i="1" dirty="0"/>
              <a:t>Hydroinformatics</a:t>
            </a:r>
            <a:r>
              <a:rPr lang="en-US" i="1" dirty="0"/>
              <a:t> deals with application of Information and Communications Technologies (ICT) to water resources, hydraulics or hydrology. ... </a:t>
            </a:r>
            <a:r>
              <a:rPr lang="en-US" b="1" i="1" dirty="0"/>
              <a:t>Hydroinformatics </a:t>
            </a:r>
            <a:r>
              <a:rPr lang="en-US" i="1" dirty="0"/>
              <a:t>provides a symbiosis, and even a synergy, between ICT and water science and technologies with the objective of satisfying social requirements. [2]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[1] - </a:t>
            </a:r>
            <a:r>
              <a:rPr lang="en-US" sz="1800" dirty="0">
                <a:hlinkClick r:id="rId2"/>
              </a:rPr>
              <a:t>https://en.wikipedia.org/wiki/Informatics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[2] - </a:t>
            </a:r>
            <a:r>
              <a:rPr lang="en-US" sz="1800" dirty="0">
                <a:hlinkClick r:id="rId3"/>
              </a:rPr>
              <a:t>https://iwa-network.org/groups/hydroinformatics-joint-iwaiahriahs/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79281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B15DF-C318-4E09-8E58-309335C49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48" y="365122"/>
            <a:ext cx="10952356" cy="1325563"/>
          </a:xfrm>
        </p:spPr>
        <p:txBody>
          <a:bodyPr/>
          <a:lstStyle/>
          <a:p>
            <a:r>
              <a:rPr lang="en-US" dirty="0"/>
              <a:t>Background: What’s the problem?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6BE77-5624-45A2-950F-D1BC4E981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444" y="1825625"/>
            <a:ext cx="1095235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monitoring do we have on River X?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 need all the monitoring and modeling data available associated with the river network upstream of my study sight.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What river is this stream gage on?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Why do we have to reindex our data to the new hydrographic network?!?</a:t>
            </a:r>
          </a:p>
        </p:txBody>
      </p:sp>
    </p:spTree>
    <p:extLst>
      <p:ext uri="{BB962C8B-B14F-4D97-AF65-F5344CB8AC3E}">
        <p14:creationId xmlns:p14="http://schemas.microsoft.com/office/powerpoint/2010/main" val="740245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24CBC-0174-43C1-ADB2-B73B81441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250031"/>
            <a:ext cx="10495384" cy="6141438"/>
          </a:xfrm>
        </p:spPr>
        <p:txBody>
          <a:bodyPr>
            <a:normAutofit/>
          </a:bodyPr>
          <a:lstStyle/>
          <a:p>
            <a:r>
              <a:rPr lang="en-US" sz="7200" dirty="0"/>
              <a:t>Infinite </a:t>
            </a:r>
            <a:br>
              <a:rPr lang="en-US" sz="7200" dirty="0"/>
            </a:br>
            <a:r>
              <a:rPr lang="en-US" sz="7200" dirty="0"/>
              <a:t>regress</a:t>
            </a:r>
            <a:br>
              <a:rPr lang="en-US" sz="7200" dirty="0"/>
            </a:br>
            <a:r>
              <a:rPr lang="en-US" sz="7200" dirty="0"/>
              <a:t>is real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chemeClr val="bg1"/>
                </a:solidFill>
              </a:rPr>
              <a:t>But we’ve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got to stop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somewhere.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A090B6-73E9-4888-932A-08ECB206F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510" y="0"/>
            <a:ext cx="69093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76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24CBC-0174-43C1-ADB2-B73B81441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250031"/>
            <a:ext cx="10495384" cy="6141438"/>
          </a:xfrm>
        </p:spPr>
        <p:txBody>
          <a:bodyPr>
            <a:normAutofit/>
          </a:bodyPr>
          <a:lstStyle/>
          <a:p>
            <a:r>
              <a:rPr lang="en-US" sz="7200" dirty="0"/>
              <a:t>Infinite </a:t>
            </a:r>
            <a:br>
              <a:rPr lang="en-US" sz="7200" dirty="0"/>
            </a:br>
            <a:r>
              <a:rPr lang="en-US" sz="7200" dirty="0"/>
              <a:t>regress</a:t>
            </a:r>
            <a:br>
              <a:rPr lang="en-US" sz="7200" dirty="0"/>
            </a:br>
            <a:r>
              <a:rPr lang="en-US" sz="7200" dirty="0"/>
              <a:t>is real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But we’ve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got to stop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somewhere.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A090B6-73E9-4888-932A-08ECB206F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510" y="0"/>
            <a:ext cx="69093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133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339C-21BD-4967-B090-8C169E780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Pragmatic Epistemology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8223-4343-4FEF-9B14-78F18BAD7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Pragmatism (philosophy): </a:t>
            </a:r>
            <a:r>
              <a:rPr lang="en-US" i="1" dirty="0"/>
              <a:t>an approach that assesses the truth of meaning of theories or beliefs in terms of the success of their practical application.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Epistemology: </a:t>
            </a:r>
            <a:r>
              <a:rPr lang="en-US" i="1" dirty="0"/>
              <a:t>the theory of knowledge, especially with regard to its methods, validity, and scope. Epistemology is the investigation of what distinguishes justified belief from opinion.</a:t>
            </a:r>
          </a:p>
        </p:txBody>
      </p:sp>
    </p:spTree>
    <p:extLst>
      <p:ext uri="{BB962C8B-B14F-4D97-AF65-F5344CB8AC3E}">
        <p14:creationId xmlns:p14="http://schemas.microsoft.com/office/powerpoint/2010/main" val="3094924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2512-A42D-4E3B-9D0B-DAEFAEEE4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98897"/>
          </a:xfrm>
        </p:spPr>
        <p:txBody>
          <a:bodyPr/>
          <a:lstStyle/>
          <a:p>
            <a:r>
              <a:rPr lang="en-US" dirty="0"/>
              <a:t>References worth reviewing…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4DADA-2D88-472A-B201-36CC6EB57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531"/>
            <a:ext cx="10515600" cy="542501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300" dirty="0"/>
              <a:t>	Abbott, M.B., 1993. </a:t>
            </a:r>
            <a:r>
              <a:rPr lang="en-US" sz="2300" b="1" i="1" dirty="0"/>
              <a:t>The electronic encapsulation of knowledge in hydraulics, hydrology and water resources.</a:t>
            </a:r>
            <a:r>
              <a:rPr lang="en-US" sz="2300" dirty="0"/>
              <a:t> 	Adv. Water </a:t>
            </a:r>
            <a:r>
              <a:rPr lang="en-US" sz="2300" dirty="0" err="1"/>
              <a:t>Resour</a:t>
            </a:r>
            <a:r>
              <a:rPr lang="en-US" sz="2300" dirty="0"/>
              <a:t>. 16, 21–39. </a:t>
            </a:r>
            <a:r>
              <a:rPr lang="en-US" sz="2300" dirty="0">
                <a:hlinkClick r:id="rId3"/>
              </a:rPr>
              <a:t>https://doi.org/10.1016/0309-1708(93)90027-D</a:t>
            </a:r>
            <a:endParaRPr lang="en-US" sz="2300" dirty="0"/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3400" i="1" dirty="0"/>
              <a:t>“… pointed to the need to encapsulate knowledge (i.e., adding nuance and context to data) to further hydroscience integration”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300" dirty="0"/>
              <a:t>	Archfield, S.A., Clark, M., </a:t>
            </a:r>
            <a:r>
              <a:rPr lang="en-US" sz="2300" dirty="0" err="1"/>
              <a:t>Arheimer</a:t>
            </a:r>
            <a:r>
              <a:rPr lang="en-US" sz="2300" dirty="0"/>
              <a:t>, B., Hay, L.E., McMillan, H., Kiang, J.E., Seibert, J., Hakala, K., Bock, A., Wagener, 	T., Farmer, W.H., </a:t>
            </a:r>
            <a:r>
              <a:rPr lang="en-US" sz="2300" dirty="0" err="1"/>
              <a:t>Andréassian</a:t>
            </a:r>
            <a:r>
              <a:rPr lang="en-US" sz="2300" dirty="0"/>
              <a:t>, V., </a:t>
            </a:r>
            <a:r>
              <a:rPr lang="en-US" sz="2300" dirty="0" err="1"/>
              <a:t>Attinger</a:t>
            </a:r>
            <a:r>
              <a:rPr lang="en-US" sz="2300" dirty="0"/>
              <a:t>, S., </a:t>
            </a:r>
            <a:r>
              <a:rPr lang="en-US" sz="2300" dirty="0" err="1"/>
              <a:t>Viglione</a:t>
            </a:r>
            <a:r>
              <a:rPr lang="en-US" sz="2300" dirty="0"/>
              <a:t>, A., Knight, R., Markstrom, S., Over, T., 2015. </a:t>
            </a:r>
            <a:r>
              <a:rPr lang="en-US" sz="2300" b="1" i="1" dirty="0"/>
              <a:t>Accelerating 	advances in continental domain hydrologic modeling</a:t>
            </a:r>
            <a:r>
              <a:rPr lang="en-US" sz="2300" dirty="0"/>
              <a:t>. Water </a:t>
            </a:r>
            <a:r>
              <a:rPr lang="en-US" sz="2300" dirty="0" err="1"/>
              <a:t>Resour</a:t>
            </a:r>
            <a:r>
              <a:rPr lang="en-US" sz="2300" dirty="0"/>
              <a:t>. Res. 51, 10078–10091. 	</a:t>
            </a:r>
            <a:r>
              <a:rPr lang="en-US" sz="2300" dirty="0">
                <a:hlinkClick r:id="rId4"/>
              </a:rPr>
              <a:t>https://doi.org/10.1002/2015WR017498</a:t>
            </a:r>
            <a:endParaRPr lang="en-US" sz="2300" dirty="0"/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3400" dirty="0"/>
              <a:t>“</a:t>
            </a:r>
            <a:r>
              <a:rPr lang="en-US" sz="3400" i="1" dirty="0"/>
              <a:t>… called for a machine-independent information sharing infrastructure to enable communication and integration across hydroscience domains”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300" dirty="0"/>
              <a:t>	Jiang, J., Zhu, A.-X., Qin, C.-Z., Liu, J., 2019. </a:t>
            </a:r>
            <a:r>
              <a:rPr lang="en-US" sz="2300" b="1" i="1" dirty="0"/>
              <a:t>A knowledge-based method for the automatic determination of 	hydrological model structures</a:t>
            </a:r>
            <a:r>
              <a:rPr lang="en-US" sz="2300" b="1" dirty="0"/>
              <a:t>.</a:t>
            </a:r>
            <a:r>
              <a:rPr lang="en-US" sz="2300" dirty="0"/>
              <a:t> J. Hydroinformatics 21, 1163–1178. </a:t>
            </a:r>
            <a:r>
              <a:rPr lang="en-US" sz="2300" u="sng" dirty="0">
                <a:hlinkClick r:id="rId5"/>
              </a:rPr>
              <a:t>https://doi.org/10.2166/hydro.2019.029</a:t>
            </a:r>
            <a:endParaRPr lang="en-US" sz="2300" u="sng" dirty="0"/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3400" i="1" dirty="0"/>
              <a:t>“… described the potential value in using a knowledge-based approach to catalog and re-use specific application context for integrated hydroscience modeling”</a:t>
            </a:r>
          </a:p>
        </p:txBody>
      </p:sp>
    </p:spTree>
    <p:extLst>
      <p:ext uri="{BB962C8B-B14F-4D97-AF65-F5344CB8AC3E}">
        <p14:creationId xmlns:p14="http://schemas.microsoft.com/office/powerpoint/2010/main" val="1086540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2512-A42D-4E3B-9D0B-DAEFAEEE4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823" y="143744"/>
            <a:ext cx="10515600" cy="1325563"/>
          </a:xfrm>
        </p:spPr>
        <p:txBody>
          <a:bodyPr/>
          <a:lstStyle/>
          <a:p>
            <a:r>
              <a:rPr lang="en-US" dirty="0"/>
              <a:t>References worth reviewing…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4DADA-2D88-472A-B201-36CC6EB57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12" y="1253330"/>
            <a:ext cx="10877939" cy="517634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700" i="1" dirty="0"/>
              <a:t>	</a:t>
            </a:r>
            <a:r>
              <a:rPr lang="en-US" sz="1700" dirty="0"/>
              <a:t>Blodgett, D., Johnson, J.M., Sondheim, M., Wieczorek, M., Frazier, N., 2021. Mainstems: </a:t>
            </a:r>
            <a:r>
              <a:rPr lang="en-US" sz="1700" b="1" dirty="0"/>
              <a:t>A logical data model 	implementing mainstem and drainage basin feature types based on WaterML2 Part 3: HY Features concepts</a:t>
            </a:r>
            <a:r>
              <a:rPr lang="en-US" sz="1700" dirty="0"/>
              <a:t>. Env. 	Modelling and Software 135, </a:t>
            </a:r>
            <a:r>
              <a:rPr lang="en-US" sz="1700" dirty="0">
                <a:hlinkClick r:id="rId3"/>
              </a:rPr>
              <a:t>https://doi.org/10.1016/j.envsoft.2020.104927</a:t>
            </a:r>
            <a:r>
              <a:rPr lang="en-US" sz="1700" dirty="0"/>
              <a:t> </a:t>
            </a:r>
          </a:p>
          <a:p>
            <a:pPr marL="0" indent="0">
              <a:buNone/>
            </a:pPr>
            <a:r>
              <a:rPr lang="en-US" sz="2400" i="1" dirty="0"/>
              <a:t>“…the familiar and intuitive properties of hydrologic landscape mechanics have resulted in a general vagueness about how hydrologic features are described, referenced, and understood.”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	</a:t>
            </a:r>
            <a:r>
              <a:rPr lang="en-US" sz="1600" dirty="0"/>
              <a:t>Petts, G.E., 1996. The Fluvial </a:t>
            </a:r>
            <a:r>
              <a:rPr lang="en-US" sz="1600" dirty="0" err="1"/>
              <a:t>Hydrosystems</a:t>
            </a:r>
            <a:r>
              <a:rPr lang="en-US" sz="1600" dirty="0"/>
              <a:t>. Springer Netherlands, Dordrecht.</a:t>
            </a:r>
            <a:endParaRPr lang="en-US" sz="1700" dirty="0"/>
          </a:p>
          <a:p>
            <a:pPr marL="0" indent="0">
              <a:buNone/>
            </a:pPr>
            <a:r>
              <a:rPr lang="en-US" sz="2400" i="1" dirty="0"/>
              <a:t>“… describes drainage basin, as a basic hydrologic unit of the landscape that encompasses a “cascading system” of connected “hillslope and channel subsystems”.”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600" dirty="0"/>
              <a:t>	Blodgett, D., Dornblut, I., 2018. OGC® </a:t>
            </a:r>
            <a:r>
              <a:rPr lang="en-US" sz="1600" dirty="0" err="1"/>
              <a:t>WaterML</a:t>
            </a:r>
            <a:r>
              <a:rPr lang="en-US" sz="1600" dirty="0"/>
              <a:t> 2: Part 3 - Surface Hydrology Features (HY_Features) - Conceptual 	Model. 	</a:t>
            </a:r>
            <a:r>
              <a:rPr lang="en-US" sz="1600" dirty="0">
                <a:hlinkClick r:id="rId4"/>
              </a:rPr>
              <a:t>http://www.opengis.net/doc/IS/hy-features/1.0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2400" i="1" dirty="0"/>
              <a:t>“… This standard describes building blocks for formalizing imprecise terminology in support of data integration and scientific reproducibility in the </a:t>
            </a:r>
            <a:r>
              <a:rPr lang="en-US" sz="2400" i="1" dirty="0" err="1"/>
              <a:t>hydrosciences</a:t>
            </a:r>
            <a:r>
              <a:rPr lang="en-US" sz="2400" i="1" dirty="0"/>
              <a:t>.”</a:t>
            </a:r>
          </a:p>
          <a:p>
            <a:pPr marL="0" indent="0">
              <a:buNone/>
            </a:pPr>
            <a:r>
              <a:rPr lang="en-US" sz="2400" i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64655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>
            <a:off x="328973" y="446646"/>
            <a:ext cx="11360800" cy="487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W</a:t>
            </a:r>
            <a:r>
              <a:rPr lang="en" dirty="0"/>
              <a:t>e </a:t>
            </a:r>
            <a:r>
              <a:rPr lang="en-US" dirty="0"/>
              <a:t>can</a:t>
            </a:r>
            <a:r>
              <a:rPr lang="en" dirty="0"/>
              <a:t> </a:t>
            </a:r>
            <a:r>
              <a:rPr lang="en-US" dirty="0"/>
              <a:t>decompose</a:t>
            </a:r>
            <a:r>
              <a:rPr lang="en" dirty="0"/>
              <a:t> problems in two ways.</a:t>
            </a:r>
            <a:endParaRPr dirty="0"/>
          </a:p>
          <a:p>
            <a:pPr>
              <a:spcBef>
                <a:spcPts val="2133"/>
              </a:spcBef>
              <a:buAutoNum type="arabicParenR"/>
            </a:pPr>
            <a:r>
              <a:rPr lang="en" b="1" dirty="0"/>
              <a:t>Spatial-domain</a:t>
            </a:r>
            <a:r>
              <a:rPr lang="en" dirty="0"/>
              <a:t> decomposition for social and engineering reasons.</a:t>
            </a:r>
            <a:br>
              <a:rPr lang="en" dirty="0"/>
            </a:br>
            <a:endParaRPr dirty="0"/>
          </a:p>
          <a:p>
            <a:pPr>
              <a:buAutoNum type="arabicParenR"/>
            </a:pPr>
            <a:r>
              <a:rPr lang="en" b="1" dirty="0"/>
              <a:t>Model-concept-domain</a:t>
            </a:r>
            <a:r>
              <a:rPr lang="en" dirty="0"/>
              <a:t> decomposition for flexible system composition.</a:t>
            </a:r>
            <a:endParaRPr dirty="0"/>
          </a:p>
          <a:p>
            <a:pPr marL="0" indent="0">
              <a:spcBef>
                <a:spcPts val="2133"/>
              </a:spcBef>
              <a:buNone/>
            </a:pPr>
            <a:endParaRPr lang="en" dirty="0"/>
          </a:p>
          <a:p>
            <a:pPr marL="0" indent="0">
              <a:spcBef>
                <a:spcPts val="2133"/>
              </a:spcBef>
              <a:buNone/>
            </a:pPr>
            <a:r>
              <a:rPr lang="en" dirty="0"/>
              <a:t>Look for "common data model" efficiencies.</a:t>
            </a:r>
            <a:endParaRPr dirty="0"/>
          </a:p>
          <a:p>
            <a:pPr indent="0">
              <a:spcBef>
                <a:spcPts val="2133"/>
              </a:spcBef>
              <a:buNone/>
            </a:pPr>
            <a:r>
              <a:rPr lang="en" dirty="0"/>
              <a:t>Unique stuff with adapters to common stuff. GOOD</a:t>
            </a:r>
            <a:endParaRPr dirty="0"/>
          </a:p>
          <a:p>
            <a:pPr indent="0">
              <a:spcBef>
                <a:spcPts val="2133"/>
              </a:spcBef>
              <a:spcAft>
                <a:spcPts val="2133"/>
              </a:spcAft>
              <a:buNone/>
            </a:pPr>
            <a:r>
              <a:rPr lang="en" dirty="0"/>
              <a:t>Unique stuff with adapters to unique stuff. BAD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7227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82AB1E0-0071-4CB7-8343-4180ED82C22B}"/>
              </a:ext>
            </a:extLst>
          </p:cNvPr>
          <p:cNvSpPr/>
          <p:nvPr/>
        </p:nvSpPr>
        <p:spPr>
          <a:xfrm>
            <a:off x="0" y="0"/>
            <a:ext cx="12192000" cy="490888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1B310A-14D3-4BBE-ABBC-B907C1EA512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87085" y="150831"/>
            <a:ext cx="5466494" cy="46521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76553D3-5D36-461A-AD72-FB02C48B319D}"/>
              </a:ext>
            </a:extLst>
          </p:cNvPr>
          <p:cNvSpPr/>
          <p:nvPr/>
        </p:nvSpPr>
        <p:spPr>
          <a:xfrm>
            <a:off x="441385" y="5041206"/>
            <a:ext cx="1130922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noun: </a:t>
            </a:r>
            <a:r>
              <a:rPr lang="en-US" sz="3200" b="1" dirty="0"/>
              <a:t>class</a:t>
            </a:r>
            <a:r>
              <a:rPr lang="en-US" sz="3200" dirty="0"/>
              <a:t>; plural noun: </a:t>
            </a:r>
            <a:r>
              <a:rPr lang="en-US" sz="3200" b="1" dirty="0"/>
              <a:t>classes</a:t>
            </a:r>
            <a:endParaRPr lang="en-US" sz="3200" dirty="0"/>
          </a:p>
          <a:p>
            <a:r>
              <a:rPr lang="en-US" sz="3200" dirty="0"/>
              <a:t>a set or category of things having some property or attribute in common and differentiated from others by kind, type, or quality.</a:t>
            </a:r>
            <a:endParaRPr lang="en-US" sz="3200" dirty="0"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F502ED-B5CE-41DC-8978-3CBC3424A54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67656" y="1290552"/>
            <a:ext cx="3734321" cy="27245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142F09-2BCE-4160-9ECC-5E72DDD65A8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90023" y="1100364"/>
            <a:ext cx="3048425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96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5D1F8DD-468E-40C1-90F1-F42A00015193}"/>
              </a:ext>
            </a:extLst>
          </p:cNvPr>
          <p:cNvSpPr/>
          <p:nvPr/>
        </p:nvSpPr>
        <p:spPr>
          <a:xfrm>
            <a:off x="2974206" y="2646947"/>
            <a:ext cx="3927108" cy="41418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44F0A2-A528-4A6A-956C-B47833B74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606"/>
            <a:ext cx="10515600" cy="1325563"/>
          </a:xfrm>
        </p:spPr>
        <p:txBody>
          <a:bodyPr/>
          <a:lstStyle/>
          <a:p>
            <a:r>
              <a:rPr lang="en-US" dirty="0"/>
              <a:t>Governing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E01E66-595F-468A-9BAB-D068A65E40A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94" y="1204042"/>
            <a:ext cx="4120563" cy="2764817"/>
          </a:xfrm>
          <a:prstGeom prst="rect">
            <a:avLst/>
          </a:prstGeom>
        </p:spPr>
      </p:pic>
      <p:pic>
        <p:nvPicPr>
          <p:cNvPr id="14" name="Picture 13" descr="Diagram&#10;&#10;Description automatically generated">
            <a:extLst>
              <a:ext uri="{FF2B5EF4-FFF2-40B4-BE49-F238E27FC236}">
                <a16:creationId xmlns:a16="http://schemas.microsoft.com/office/drawing/2014/main" id="{0A23D108-BD3C-4D5F-9963-2FF2676404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3505" y="415362"/>
            <a:ext cx="6276975" cy="490537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6F01950-08B0-44E1-B85E-96B17A8EEB01}"/>
              </a:ext>
            </a:extLst>
          </p:cNvPr>
          <p:cNvGrpSpPr/>
          <p:nvPr/>
        </p:nvGrpSpPr>
        <p:grpSpPr>
          <a:xfrm>
            <a:off x="3201241" y="2868049"/>
            <a:ext cx="3385646" cy="3727955"/>
            <a:chOff x="0" y="0"/>
            <a:chExt cx="3542305" cy="183320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BF71ACA-27DD-4ACD-A49D-9A3120C3D466}"/>
                </a:ext>
              </a:extLst>
            </p:cNvPr>
            <p:cNvSpPr/>
            <p:nvPr/>
          </p:nvSpPr>
          <p:spPr>
            <a:xfrm>
              <a:off x="1494430" y="730155"/>
              <a:ext cx="2047875" cy="352425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4572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Observations and Predictions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6C54674-AF68-436F-8CCA-D38D1C6074DA}"/>
                </a:ext>
              </a:extLst>
            </p:cNvPr>
            <p:cNvSpPr/>
            <p:nvPr/>
          </p:nvSpPr>
          <p:spPr>
            <a:xfrm>
              <a:off x="1665027" y="1480782"/>
              <a:ext cx="1057275" cy="3524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4572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Results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F2374C7-8CA9-4774-96E2-E9F5F97880F9}"/>
                </a:ext>
              </a:extLst>
            </p:cNvPr>
            <p:cNvSpPr/>
            <p:nvPr/>
          </p:nvSpPr>
          <p:spPr>
            <a:xfrm>
              <a:off x="0" y="730155"/>
              <a:ext cx="1057275" cy="3524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4572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Features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B07591E-C4DB-46E2-B7DE-359E0D0E2573}"/>
                </a:ext>
              </a:extLst>
            </p:cNvPr>
            <p:cNvSpPr/>
            <p:nvPr/>
          </p:nvSpPr>
          <p:spPr>
            <a:xfrm>
              <a:off x="1514902" y="0"/>
              <a:ext cx="1352550" cy="3524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4572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Methods / Sensors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1ACEFF5-E860-4FB7-8CA6-BFDF3AE93FFA}"/>
                </a:ext>
              </a:extLst>
            </p:cNvPr>
            <p:cNvCxnSpPr/>
            <p:nvPr/>
          </p:nvCxnSpPr>
          <p:spPr>
            <a:xfrm>
              <a:off x="2204114" y="354841"/>
              <a:ext cx="488197" cy="3758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FCBDDBD-7817-4380-8D36-53D2FD29D26F}"/>
                </a:ext>
              </a:extLst>
            </p:cNvPr>
            <p:cNvCxnSpPr/>
            <p:nvPr/>
          </p:nvCxnSpPr>
          <p:spPr>
            <a:xfrm flipH="1">
              <a:off x="2197290" y="1084997"/>
              <a:ext cx="523068" cy="3951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F5D9E42-82A4-4416-B8B3-AC9D7F6E436D}"/>
                </a:ext>
              </a:extLst>
            </p:cNvPr>
            <p:cNvCxnSpPr/>
            <p:nvPr/>
          </p:nvCxnSpPr>
          <p:spPr>
            <a:xfrm flipH="1" flipV="1">
              <a:off x="1057702" y="900752"/>
              <a:ext cx="437828" cy="387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93830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834B-C525-4BF6-9EC7-81EF5F9E2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98A55-A50B-4CBB-A692-FFB30BD9A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91" y="2141537"/>
            <a:ext cx="376208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https://doi.org/10.1016/j.envsoft.2020.104927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Google Shape;61;p2">
            <a:extLst>
              <a:ext uri="{FF2B5EF4-FFF2-40B4-BE49-F238E27FC236}">
                <a16:creationId xmlns:a16="http://schemas.microsoft.com/office/drawing/2014/main" id="{04E2414B-DA32-4542-BA2D-D194225A9A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53104" b="35327"/>
          <a:stretch/>
        </p:blipFill>
        <p:spPr>
          <a:xfrm>
            <a:off x="4362673" y="0"/>
            <a:ext cx="6630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;p2">
            <a:extLst>
              <a:ext uri="{FF2B5EF4-FFF2-40B4-BE49-F238E27FC236}">
                <a16:creationId xmlns:a16="http://schemas.microsoft.com/office/drawing/2014/main" id="{E9CCFB32-9561-4F0C-8A76-563F22F170B0}"/>
              </a:ext>
            </a:extLst>
          </p:cNvPr>
          <p:cNvSpPr txBox="1"/>
          <p:nvPr/>
        </p:nvSpPr>
        <p:spPr>
          <a:xfrm>
            <a:off x="6308364" y="0"/>
            <a:ext cx="4684734" cy="107721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Catchment area study by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Marriotte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showing the Seine mainstem and drainage basin.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(Image from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Dooge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J.C.L., 1959. Quantitative hydrology in the 17th century. La </a:t>
            </a:r>
            <a:r>
              <a:rPr lang="en-US" sz="1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Houille</a:t>
            </a:r>
            <a:r>
              <a:rPr lang="en-US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Blanche 6, 799–807. )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5424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40;p14">
            <a:extLst>
              <a:ext uri="{FF2B5EF4-FFF2-40B4-BE49-F238E27FC236}">
                <a16:creationId xmlns:a16="http://schemas.microsoft.com/office/drawing/2014/main" id="{6D377AF4-9630-4A5B-809E-3122B641BB3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36565" y="0"/>
            <a:ext cx="48990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9;p14">
            <a:extLst>
              <a:ext uri="{FF2B5EF4-FFF2-40B4-BE49-F238E27FC236}">
                <a16:creationId xmlns:a16="http://schemas.microsoft.com/office/drawing/2014/main" id="{A179E3C9-28FD-4AA8-BB83-95EA0DDF40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2916" y="594219"/>
            <a:ext cx="4704045" cy="585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000" dirty="0"/>
              <a:t>Where is a “headwater”?</a:t>
            </a:r>
            <a:br>
              <a:rPr lang="en-US" sz="5000" dirty="0"/>
            </a:br>
            <a:br>
              <a:rPr lang="en-US" sz="5000" dirty="0"/>
            </a:br>
            <a:r>
              <a:rPr lang="en-US" sz="2800" dirty="0">
                <a:solidFill>
                  <a:srgbClr val="FF0000"/>
                </a:solidFill>
              </a:rPr>
              <a:t>RF1</a:t>
            </a:r>
            <a:br>
              <a:rPr lang="en-US" sz="2800" dirty="0"/>
            </a:br>
            <a:r>
              <a:rPr lang="en-US" sz="2800" dirty="0">
                <a:solidFill>
                  <a:srgbClr val="0070C0"/>
                </a:solidFill>
              </a:rPr>
              <a:t>NHD Medium Res</a:t>
            </a:r>
            <a:br>
              <a:rPr lang="en-US" sz="2800" dirty="0"/>
            </a:br>
            <a:r>
              <a:rPr lang="en-US" sz="2800" dirty="0"/>
              <a:t>NHD High Res</a:t>
            </a:r>
            <a:endParaRPr sz="200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39C7385-C26F-435A-9C34-7971FA3FD4D7}"/>
              </a:ext>
            </a:extLst>
          </p:cNvPr>
          <p:cNvSpPr/>
          <p:nvPr/>
        </p:nvSpPr>
        <p:spPr>
          <a:xfrm>
            <a:off x="5296829" y="-167268"/>
            <a:ext cx="3222703" cy="3479181"/>
          </a:xfrm>
          <a:custGeom>
            <a:avLst/>
            <a:gdLst>
              <a:gd name="connsiteX0" fmla="*/ 2129883 w 3222703"/>
              <a:gd name="connsiteY0" fmla="*/ 3479181 h 3479181"/>
              <a:gd name="connsiteX1" fmla="*/ 3222703 w 3222703"/>
              <a:gd name="connsiteY1" fmla="*/ 3021981 h 3479181"/>
              <a:gd name="connsiteX2" fmla="*/ 2910468 w 3222703"/>
              <a:gd name="connsiteY2" fmla="*/ 2609386 h 3479181"/>
              <a:gd name="connsiteX3" fmla="*/ 2609386 w 3222703"/>
              <a:gd name="connsiteY3" fmla="*/ 2118732 h 3479181"/>
              <a:gd name="connsiteX4" fmla="*/ 2676293 w 3222703"/>
              <a:gd name="connsiteY4" fmla="*/ 1795347 h 3479181"/>
              <a:gd name="connsiteX5" fmla="*/ 2364059 w 3222703"/>
              <a:gd name="connsiteY5" fmla="*/ 1126274 h 3479181"/>
              <a:gd name="connsiteX6" fmla="*/ 2241395 w 3222703"/>
              <a:gd name="connsiteY6" fmla="*/ 579864 h 3479181"/>
              <a:gd name="connsiteX7" fmla="*/ 1661532 w 3222703"/>
              <a:gd name="connsiteY7" fmla="*/ 245327 h 3479181"/>
              <a:gd name="connsiteX8" fmla="*/ 613317 w 3222703"/>
              <a:gd name="connsiteY8" fmla="*/ 0 h 3479181"/>
              <a:gd name="connsiteX9" fmla="*/ 0 w 3222703"/>
              <a:gd name="connsiteY9" fmla="*/ 267630 h 3479181"/>
              <a:gd name="connsiteX10" fmla="*/ 223025 w 3222703"/>
              <a:gd name="connsiteY10" fmla="*/ 869795 h 3479181"/>
              <a:gd name="connsiteX11" fmla="*/ 379142 w 3222703"/>
              <a:gd name="connsiteY11" fmla="*/ 1550020 h 3479181"/>
              <a:gd name="connsiteX12" fmla="*/ 613317 w 3222703"/>
              <a:gd name="connsiteY12" fmla="*/ 2185639 h 3479181"/>
              <a:gd name="connsiteX13" fmla="*/ 1215483 w 3222703"/>
              <a:gd name="connsiteY13" fmla="*/ 3033132 h 3479181"/>
              <a:gd name="connsiteX14" fmla="*/ 2029522 w 3222703"/>
              <a:gd name="connsiteY14" fmla="*/ 3456878 h 3479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22703" h="3479181">
                <a:moveTo>
                  <a:pt x="2129883" y="3479181"/>
                </a:moveTo>
                <a:lnTo>
                  <a:pt x="3222703" y="3021981"/>
                </a:lnTo>
                <a:lnTo>
                  <a:pt x="2910468" y="2609386"/>
                </a:lnTo>
                <a:lnTo>
                  <a:pt x="2609386" y="2118732"/>
                </a:lnTo>
                <a:lnTo>
                  <a:pt x="2676293" y="1795347"/>
                </a:lnTo>
                <a:lnTo>
                  <a:pt x="2364059" y="1126274"/>
                </a:lnTo>
                <a:lnTo>
                  <a:pt x="2241395" y="579864"/>
                </a:lnTo>
                <a:lnTo>
                  <a:pt x="1661532" y="245327"/>
                </a:lnTo>
                <a:lnTo>
                  <a:pt x="613317" y="0"/>
                </a:lnTo>
                <a:lnTo>
                  <a:pt x="0" y="267630"/>
                </a:lnTo>
                <a:lnTo>
                  <a:pt x="223025" y="869795"/>
                </a:lnTo>
                <a:lnTo>
                  <a:pt x="379142" y="1550020"/>
                </a:lnTo>
                <a:lnTo>
                  <a:pt x="613317" y="2185639"/>
                </a:lnTo>
                <a:lnTo>
                  <a:pt x="1215483" y="3033132"/>
                </a:lnTo>
                <a:lnTo>
                  <a:pt x="2029522" y="3456878"/>
                </a:lnTo>
              </a:path>
            </a:pathLst>
          </a:custGeom>
          <a:noFill/>
          <a:ln w="57150"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798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34765C4C-35C2-4AF0-9F85-75D1EED85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52" y="0"/>
            <a:ext cx="4018359" cy="6858000"/>
          </a:xfrm>
          <a:prstGeom prst="rect">
            <a:avLst/>
          </a:prstGeom>
        </p:spPr>
      </p:pic>
      <p:sp>
        <p:nvSpPr>
          <p:cNvPr id="11" name="Google Shape;139;p14">
            <a:extLst>
              <a:ext uri="{FF2B5EF4-FFF2-40B4-BE49-F238E27FC236}">
                <a16:creationId xmlns:a16="http://schemas.microsoft.com/office/drawing/2014/main" id="{B455E70D-B6AB-40B4-99C6-21C0D53453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8104" y="1242092"/>
            <a:ext cx="5482696" cy="4386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600" dirty="0"/>
              <a:t>What are the defining features of a</a:t>
            </a:r>
            <a:br>
              <a:rPr lang="en-US" sz="6600" dirty="0"/>
            </a:br>
            <a:r>
              <a:rPr lang="en-US" sz="6600" b="1" dirty="0"/>
              <a:t>mainstem?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046452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34765C4C-35C2-4AF0-9F85-75D1EED85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52" y="0"/>
            <a:ext cx="4018359" cy="685800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8D798C2-F344-4A42-AA24-ED9CD931E249}"/>
              </a:ext>
            </a:extLst>
          </p:cNvPr>
          <p:cNvCxnSpPr>
            <a:cxnSpLocks/>
          </p:cNvCxnSpPr>
          <p:nvPr/>
        </p:nvCxnSpPr>
        <p:spPr>
          <a:xfrm flipV="1">
            <a:off x="6214188" y="1604865"/>
            <a:ext cx="2845836" cy="1483569"/>
          </a:xfrm>
          <a:prstGeom prst="straightConnector1">
            <a:avLst/>
          </a:prstGeom>
          <a:ln w="57150">
            <a:solidFill>
              <a:schemeClr val="bg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39;p14">
            <a:extLst>
              <a:ext uri="{FF2B5EF4-FFF2-40B4-BE49-F238E27FC236}">
                <a16:creationId xmlns:a16="http://schemas.microsoft.com/office/drawing/2014/main" id="{99CD38FE-5250-4D7F-B268-745442CDBF95}"/>
              </a:ext>
            </a:extLst>
          </p:cNvPr>
          <p:cNvSpPr txBox="1">
            <a:spLocks/>
          </p:cNvSpPr>
          <p:nvPr/>
        </p:nvSpPr>
        <p:spPr>
          <a:xfrm>
            <a:off x="918104" y="1242092"/>
            <a:ext cx="5482696" cy="438602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US" sz="6600"/>
              <a:t>What are the defining features of a</a:t>
            </a:r>
            <a:br>
              <a:rPr lang="en-US" sz="6600"/>
            </a:br>
            <a:r>
              <a:rPr lang="en-US" sz="6600" b="1"/>
              <a:t>mainstem?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843835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34765C4C-35C2-4AF0-9F85-75D1EED85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52" y="0"/>
            <a:ext cx="4018359" cy="6858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41E0C56-2249-4FF9-82E2-538C4D080B5D}"/>
              </a:ext>
            </a:extLst>
          </p:cNvPr>
          <p:cNvCxnSpPr>
            <a:cxnSpLocks/>
          </p:cNvCxnSpPr>
          <p:nvPr/>
        </p:nvCxnSpPr>
        <p:spPr>
          <a:xfrm flipV="1">
            <a:off x="6214188" y="1604865"/>
            <a:ext cx="2845836" cy="1483569"/>
          </a:xfrm>
          <a:prstGeom prst="straightConnector1">
            <a:avLst/>
          </a:prstGeom>
          <a:ln w="57150">
            <a:solidFill>
              <a:schemeClr val="tx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1F0D2BE-2D61-40BE-B80B-9F1E0C61B43E}"/>
              </a:ext>
            </a:extLst>
          </p:cNvPr>
          <p:cNvCxnSpPr>
            <a:cxnSpLocks/>
          </p:cNvCxnSpPr>
          <p:nvPr/>
        </p:nvCxnSpPr>
        <p:spPr>
          <a:xfrm flipH="1">
            <a:off x="8341567" y="1763486"/>
            <a:ext cx="998376" cy="46466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139;p14">
            <a:extLst>
              <a:ext uri="{FF2B5EF4-FFF2-40B4-BE49-F238E27FC236}">
                <a16:creationId xmlns:a16="http://schemas.microsoft.com/office/drawing/2014/main" id="{266C4442-ECA1-4070-A48A-86E7F57BDE8B}"/>
              </a:ext>
            </a:extLst>
          </p:cNvPr>
          <p:cNvSpPr txBox="1">
            <a:spLocks/>
          </p:cNvSpPr>
          <p:nvPr/>
        </p:nvSpPr>
        <p:spPr>
          <a:xfrm>
            <a:off x="918104" y="1242092"/>
            <a:ext cx="5482696" cy="438602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US" sz="6600"/>
              <a:t>What are the defining features of a</a:t>
            </a:r>
            <a:br>
              <a:rPr lang="en-US" sz="6600"/>
            </a:br>
            <a:r>
              <a:rPr lang="en-US" sz="6600" b="1"/>
              <a:t>mainstem?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860910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34765C4C-35C2-4AF0-9F85-75D1EED85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852" y="0"/>
            <a:ext cx="4018359" cy="6858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41E0C56-2249-4FF9-82E2-538C4D080B5D}"/>
              </a:ext>
            </a:extLst>
          </p:cNvPr>
          <p:cNvCxnSpPr>
            <a:cxnSpLocks/>
          </p:cNvCxnSpPr>
          <p:nvPr/>
        </p:nvCxnSpPr>
        <p:spPr>
          <a:xfrm flipV="1">
            <a:off x="6214188" y="1604865"/>
            <a:ext cx="2845836" cy="1483569"/>
          </a:xfrm>
          <a:prstGeom prst="straightConnector1">
            <a:avLst/>
          </a:prstGeom>
          <a:ln w="57150">
            <a:solidFill>
              <a:schemeClr val="tx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1F0D2BE-2D61-40BE-B80B-9F1E0C61B43E}"/>
              </a:ext>
            </a:extLst>
          </p:cNvPr>
          <p:cNvCxnSpPr>
            <a:cxnSpLocks/>
          </p:cNvCxnSpPr>
          <p:nvPr/>
        </p:nvCxnSpPr>
        <p:spPr>
          <a:xfrm flipH="1">
            <a:off x="8341567" y="1763486"/>
            <a:ext cx="998376" cy="464664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ircle: Hollow 6">
            <a:extLst>
              <a:ext uri="{FF2B5EF4-FFF2-40B4-BE49-F238E27FC236}">
                <a16:creationId xmlns:a16="http://schemas.microsoft.com/office/drawing/2014/main" id="{35069467-15F1-44CA-BCA3-995EAB79AAF7}"/>
              </a:ext>
            </a:extLst>
          </p:cNvPr>
          <p:cNvSpPr/>
          <p:nvPr/>
        </p:nvSpPr>
        <p:spPr>
          <a:xfrm>
            <a:off x="7847045" y="6232849"/>
            <a:ext cx="391886" cy="410547"/>
          </a:xfrm>
          <a:prstGeom prst="donu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Google Shape;139;p14">
            <a:extLst>
              <a:ext uri="{FF2B5EF4-FFF2-40B4-BE49-F238E27FC236}">
                <a16:creationId xmlns:a16="http://schemas.microsoft.com/office/drawing/2014/main" id="{8F749243-BD66-4224-8DFD-36BD586D96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8104" y="1242092"/>
            <a:ext cx="5482696" cy="4386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600" dirty="0"/>
              <a:t>What are the defining features of a</a:t>
            </a:r>
            <a:br>
              <a:rPr lang="en-US" sz="6600" dirty="0"/>
            </a:br>
            <a:r>
              <a:rPr lang="en-US" sz="6600" b="1" dirty="0"/>
              <a:t>mainstem?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433816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83ED7AC9-E4CC-41C4-A0FD-A98D45DE7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093" y="0"/>
            <a:ext cx="5357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801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64F1D9E-E05D-49CF-99E6-09EA9451F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033" y="145563"/>
            <a:ext cx="7048178" cy="590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555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20595-DB3D-4CBD-88B6-210B9B66E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Case Study 1: NHD and the Watershed Boundary Dataset</a:t>
            </a:r>
          </a:p>
        </p:txBody>
      </p:sp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28AE81CB-E989-48C9-AD2C-785D3AD18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58" y="1402814"/>
            <a:ext cx="11450355" cy="483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611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20595-DB3D-4CBD-88B6-210B9B66E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Case Study 1: NHD and the Watershed Boundary 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14CADB-C911-4924-B1B0-DCF13BCD2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99" y="1921726"/>
            <a:ext cx="11358201" cy="387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121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83ED7AC9-E4CC-41C4-A0FD-A98D45DE7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093" y="0"/>
            <a:ext cx="5357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143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20595-DB3D-4CBD-88B6-210B9B66E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Case Study 1: NHD and the Watershed Boundary Dataset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A97AA49B-0D2B-4DE2-B7C5-E93729056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913" y="1444978"/>
            <a:ext cx="11333954" cy="5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413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8528BF9-7761-46FC-9C44-C2AFA1480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107" y="1434394"/>
            <a:ext cx="6220693" cy="50584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326AF6-630E-4A3D-9FE2-781448C1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20" y="30918"/>
            <a:ext cx="10758196" cy="1325563"/>
          </a:xfrm>
        </p:spPr>
        <p:txBody>
          <a:bodyPr>
            <a:normAutofit/>
          </a:bodyPr>
          <a:lstStyle/>
          <a:p>
            <a:r>
              <a:rPr lang="en-US" sz="3200" dirty="0"/>
              <a:t>Case Study 2: National Water Information System </a:t>
            </a:r>
            <a:br>
              <a:rPr lang="en-US" sz="3200" dirty="0"/>
            </a:br>
            <a:r>
              <a:rPr lang="en-US" sz="3200" dirty="0"/>
              <a:t>Hydrographic Addressing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4BEA18B-B1A7-48FB-BA88-7FA3990769BC}"/>
              </a:ext>
            </a:extLst>
          </p:cNvPr>
          <p:cNvCxnSpPr/>
          <p:nvPr/>
        </p:nvCxnSpPr>
        <p:spPr>
          <a:xfrm>
            <a:off x="6591790" y="1834268"/>
            <a:ext cx="959556" cy="92568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F2B24B-17AD-4A61-9FB0-69B0644CE71D}"/>
              </a:ext>
            </a:extLst>
          </p:cNvPr>
          <p:cNvCxnSpPr/>
          <p:nvPr/>
        </p:nvCxnSpPr>
        <p:spPr>
          <a:xfrm>
            <a:off x="10093880" y="4556779"/>
            <a:ext cx="959556" cy="92568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B210BB-A49C-4311-A46E-C59A4C1B21FD}"/>
              </a:ext>
            </a:extLst>
          </p:cNvPr>
          <p:cNvCxnSpPr>
            <a:cxnSpLocks/>
          </p:cNvCxnSpPr>
          <p:nvPr/>
        </p:nvCxnSpPr>
        <p:spPr>
          <a:xfrm flipV="1">
            <a:off x="6479822" y="4425232"/>
            <a:ext cx="718581" cy="998374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llout: Line 12">
            <a:extLst>
              <a:ext uri="{FF2B5EF4-FFF2-40B4-BE49-F238E27FC236}">
                <a16:creationId xmlns:a16="http://schemas.microsoft.com/office/drawing/2014/main" id="{A8515CB1-95EF-4B68-AD7C-CC6A07D814A1}"/>
              </a:ext>
            </a:extLst>
          </p:cNvPr>
          <p:cNvSpPr/>
          <p:nvPr/>
        </p:nvSpPr>
        <p:spPr>
          <a:xfrm>
            <a:off x="2457061" y="4210900"/>
            <a:ext cx="1843950" cy="722849"/>
          </a:xfrm>
          <a:prstGeom prst="borderCallout1">
            <a:avLst>
              <a:gd name="adj1" fmla="val 55631"/>
              <a:gd name="adj2" fmla="val 90940"/>
              <a:gd name="adj3" fmla="val 34317"/>
              <a:gd name="adj4" fmla="val 2569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Drainage Area: 11.5 </a:t>
            </a:r>
            <a:r>
              <a:rPr lang="en-US" dirty="0" err="1"/>
              <a:t>sqkm</a:t>
            </a:r>
            <a:endParaRPr lang="en-US" dirty="0"/>
          </a:p>
        </p:txBody>
      </p:sp>
      <p:sp>
        <p:nvSpPr>
          <p:cNvPr id="14" name="Callout: Line 13">
            <a:extLst>
              <a:ext uri="{FF2B5EF4-FFF2-40B4-BE49-F238E27FC236}">
                <a16:creationId xmlns:a16="http://schemas.microsoft.com/office/drawing/2014/main" id="{11EC18EA-8693-4D5F-AB43-16898B12B653}"/>
              </a:ext>
            </a:extLst>
          </p:cNvPr>
          <p:cNvSpPr/>
          <p:nvPr/>
        </p:nvSpPr>
        <p:spPr>
          <a:xfrm>
            <a:off x="2457061" y="3139751"/>
            <a:ext cx="1843950" cy="722849"/>
          </a:xfrm>
          <a:prstGeom prst="borderCallout1">
            <a:avLst>
              <a:gd name="adj1" fmla="val 55631"/>
              <a:gd name="adj2" fmla="val 90940"/>
              <a:gd name="adj3" fmla="val 127255"/>
              <a:gd name="adj4" fmla="val 308523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Drainage Area: 11.7 </a:t>
            </a:r>
            <a:r>
              <a:rPr lang="en-US" dirty="0" err="1"/>
              <a:t>sqkm</a:t>
            </a:r>
            <a:endParaRPr lang="en-US" dirty="0"/>
          </a:p>
        </p:txBody>
      </p:sp>
      <p:sp>
        <p:nvSpPr>
          <p:cNvPr id="15" name="Callout: Line 14">
            <a:extLst>
              <a:ext uri="{FF2B5EF4-FFF2-40B4-BE49-F238E27FC236}">
                <a16:creationId xmlns:a16="http://schemas.microsoft.com/office/drawing/2014/main" id="{BEF4140B-E463-4C5F-B347-48C0F72A24E9}"/>
              </a:ext>
            </a:extLst>
          </p:cNvPr>
          <p:cNvSpPr/>
          <p:nvPr/>
        </p:nvSpPr>
        <p:spPr>
          <a:xfrm>
            <a:off x="2457061" y="1831936"/>
            <a:ext cx="1843950" cy="722849"/>
          </a:xfrm>
          <a:prstGeom prst="borderCallout1">
            <a:avLst>
              <a:gd name="adj1" fmla="val 55631"/>
              <a:gd name="adj2" fmla="val 90940"/>
              <a:gd name="adj3" fmla="val 125964"/>
              <a:gd name="adj4" fmla="val 262982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Drainage Area: 247.2 </a:t>
            </a:r>
            <a:r>
              <a:rPr lang="en-US" dirty="0" err="1"/>
              <a:t>sqkm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FE6555-2FF8-4A6B-845F-AE41545DB9A8}"/>
              </a:ext>
            </a:extLst>
          </p:cNvPr>
          <p:cNvSpPr txBox="1"/>
          <p:nvPr/>
        </p:nvSpPr>
        <p:spPr>
          <a:xfrm>
            <a:off x="482658" y="5570376"/>
            <a:ext cx="381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if we didn’t know drainage area?</a:t>
            </a:r>
          </a:p>
        </p:txBody>
      </p:sp>
    </p:spTree>
    <p:extLst>
      <p:ext uri="{BB962C8B-B14F-4D97-AF65-F5344CB8AC3E}">
        <p14:creationId xmlns:p14="http://schemas.microsoft.com/office/powerpoint/2010/main" val="3647791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8528BF9-7761-46FC-9C44-C2AFA1480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107" y="1434394"/>
            <a:ext cx="6220693" cy="50584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326AF6-630E-4A3D-9FE2-781448C1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20" y="30918"/>
            <a:ext cx="10758196" cy="1325563"/>
          </a:xfrm>
        </p:spPr>
        <p:txBody>
          <a:bodyPr>
            <a:normAutofit/>
          </a:bodyPr>
          <a:lstStyle/>
          <a:p>
            <a:r>
              <a:rPr lang="en-US" sz="3200" dirty="0"/>
              <a:t>Case Study 2: National Water Information System </a:t>
            </a:r>
            <a:br>
              <a:rPr lang="en-US" sz="3200" dirty="0"/>
            </a:br>
            <a:r>
              <a:rPr lang="en-US" sz="3200" dirty="0"/>
              <a:t>Hydrographic Addressing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4BEA18B-B1A7-48FB-BA88-7FA3990769BC}"/>
              </a:ext>
            </a:extLst>
          </p:cNvPr>
          <p:cNvCxnSpPr/>
          <p:nvPr/>
        </p:nvCxnSpPr>
        <p:spPr>
          <a:xfrm>
            <a:off x="6591790" y="1834268"/>
            <a:ext cx="959556" cy="92568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F2B24B-17AD-4A61-9FB0-69B0644CE71D}"/>
              </a:ext>
            </a:extLst>
          </p:cNvPr>
          <p:cNvCxnSpPr/>
          <p:nvPr/>
        </p:nvCxnSpPr>
        <p:spPr>
          <a:xfrm>
            <a:off x="10093880" y="4556779"/>
            <a:ext cx="959556" cy="92568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B210BB-A49C-4311-A46E-C59A4C1B21FD}"/>
              </a:ext>
            </a:extLst>
          </p:cNvPr>
          <p:cNvCxnSpPr>
            <a:cxnSpLocks/>
          </p:cNvCxnSpPr>
          <p:nvPr/>
        </p:nvCxnSpPr>
        <p:spPr>
          <a:xfrm flipV="1">
            <a:off x="6479822" y="4425232"/>
            <a:ext cx="718581" cy="998374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llout: Line 12">
            <a:extLst>
              <a:ext uri="{FF2B5EF4-FFF2-40B4-BE49-F238E27FC236}">
                <a16:creationId xmlns:a16="http://schemas.microsoft.com/office/drawing/2014/main" id="{A8515CB1-95EF-4B68-AD7C-CC6A07D814A1}"/>
              </a:ext>
            </a:extLst>
          </p:cNvPr>
          <p:cNvSpPr/>
          <p:nvPr/>
        </p:nvSpPr>
        <p:spPr>
          <a:xfrm>
            <a:off x="2457061" y="4210900"/>
            <a:ext cx="1843950" cy="722849"/>
          </a:xfrm>
          <a:prstGeom prst="borderCallout1">
            <a:avLst>
              <a:gd name="adj1" fmla="val 55631"/>
              <a:gd name="adj2" fmla="val 90940"/>
              <a:gd name="adj3" fmla="val 34317"/>
              <a:gd name="adj4" fmla="val 2569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Mainstem ID:</a:t>
            </a:r>
          </a:p>
          <a:p>
            <a:pPr algn="ctr"/>
            <a:r>
              <a:rPr lang="en-US" dirty="0"/>
              <a:t>1413189</a:t>
            </a:r>
          </a:p>
        </p:txBody>
      </p:sp>
      <p:sp>
        <p:nvSpPr>
          <p:cNvPr id="14" name="Callout: Line 13">
            <a:extLst>
              <a:ext uri="{FF2B5EF4-FFF2-40B4-BE49-F238E27FC236}">
                <a16:creationId xmlns:a16="http://schemas.microsoft.com/office/drawing/2014/main" id="{11EC18EA-8693-4D5F-AB43-16898B12B653}"/>
              </a:ext>
            </a:extLst>
          </p:cNvPr>
          <p:cNvSpPr/>
          <p:nvPr/>
        </p:nvSpPr>
        <p:spPr>
          <a:xfrm>
            <a:off x="2457061" y="3139751"/>
            <a:ext cx="1843950" cy="722849"/>
          </a:xfrm>
          <a:prstGeom prst="borderCallout1">
            <a:avLst>
              <a:gd name="adj1" fmla="val 55631"/>
              <a:gd name="adj2" fmla="val 90940"/>
              <a:gd name="adj3" fmla="val 127255"/>
              <a:gd name="adj4" fmla="val 308523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Mainstem ID:</a:t>
            </a:r>
          </a:p>
          <a:p>
            <a:pPr algn="ctr"/>
            <a:r>
              <a:rPr lang="en-US" dirty="0"/>
              <a:t>1413189</a:t>
            </a:r>
          </a:p>
        </p:txBody>
      </p:sp>
      <p:sp>
        <p:nvSpPr>
          <p:cNvPr id="15" name="Callout: Line 14">
            <a:extLst>
              <a:ext uri="{FF2B5EF4-FFF2-40B4-BE49-F238E27FC236}">
                <a16:creationId xmlns:a16="http://schemas.microsoft.com/office/drawing/2014/main" id="{BEF4140B-E463-4C5F-B347-48C0F72A24E9}"/>
              </a:ext>
            </a:extLst>
          </p:cNvPr>
          <p:cNvSpPr/>
          <p:nvPr/>
        </p:nvSpPr>
        <p:spPr>
          <a:xfrm>
            <a:off x="2457061" y="1831936"/>
            <a:ext cx="1843950" cy="722849"/>
          </a:xfrm>
          <a:prstGeom prst="borderCallout1">
            <a:avLst>
              <a:gd name="adj1" fmla="val 55631"/>
              <a:gd name="adj2" fmla="val 90940"/>
              <a:gd name="adj3" fmla="val 125964"/>
              <a:gd name="adj4" fmla="val 262982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Mainstem ID:</a:t>
            </a:r>
          </a:p>
          <a:p>
            <a:pPr algn="ctr"/>
            <a:r>
              <a:rPr lang="en-US" dirty="0"/>
              <a:t>448022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FE6555-2FF8-4A6B-845F-AE41545DB9A8}"/>
              </a:ext>
            </a:extLst>
          </p:cNvPr>
          <p:cNvSpPr txBox="1"/>
          <p:nvPr/>
        </p:nvSpPr>
        <p:spPr>
          <a:xfrm>
            <a:off x="482658" y="5570376"/>
            <a:ext cx="4279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we know the mainstem ID, we get it right.</a:t>
            </a:r>
          </a:p>
        </p:txBody>
      </p:sp>
    </p:spTree>
    <p:extLst>
      <p:ext uri="{BB962C8B-B14F-4D97-AF65-F5344CB8AC3E}">
        <p14:creationId xmlns:p14="http://schemas.microsoft.com/office/powerpoint/2010/main" val="30061545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0022C6A-B79B-49D0-BA35-30FCE2EAC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20" y="30918"/>
            <a:ext cx="10758196" cy="1325563"/>
          </a:xfrm>
        </p:spPr>
        <p:txBody>
          <a:bodyPr>
            <a:normAutofit/>
          </a:bodyPr>
          <a:lstStyle/>
          <a:p>
            <a:r>
              <a:rPr lang="en-US" sz="3200" dirty="0"/>
              <a:t>Case Study 2: National Water Information System </a:t>
            </a:r>
            <a:br>
              <a:rPr lang="en-US" sz="3200" dirty="0"/>
            </a:br>
            <a:r>
              <a:rPr lang="en-US" sz="3200" dirty="0"/>
              <a:t>Hydrographic Addressing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5A28C8-C7F9-4E1C-B267-9A5937DD7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776" y="1170863"/>
            <a:ext cx="8040092" cy="5523448"/>
          </a:xfrm>
          <a:prstGeom prst="rect">
            <a:avLst/>
          </a:prstGeom>
        </p:spPr>
      </p:pic>
      <p:sp>
        <p:nvSpPr>
          <p:cNvPr id="8" name="Callout: Line 7">
            <a:extLst>
              <a:ext uri="{FF2B5EF4-FFF2-40B4-BE49-F238E27FC236}">
                <a16:creationId xmlns:a16="http://schemas.microsoft.com/office/drawing/2014/main" id="{8023539A-E6AE-4A60-9CBE-DE84B48BA4A4}"/>
              </a:ext>
            </a:extLst>
          </p:cNvPr>
          <p:cNvSpPr/>
          <p:nvPr/>
        </p:nvSpPr>
        <p:spPr>
          <a:xfrm>
            <a:off x="621379" y="2350698"/>
            <a:ext cx="2190045" cy="1325563"/>
          </a:xfrm>
          <a:prstGeom prst="borderCallout1">
            <a:avLst>
              <a:gd name="adj1" fmla="val 49018"/>
              <a:gd name="adj2" fmla="val 98178"/>
              <a:gd name="adj3" fmla="val 126577"/>
              <a:gd name="adj4" fmla="val 30463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b="1" dirty="0"/>
              <a:t>Rockaway R trib 3 at Denville NJ – </a:t>
            </a:r>
          </a:p>
          <a:p>
            <a:r>
              <a:rPr lang="da-DK" sz="1200" b="1" dirty="0"/>
              <a:t>unknown drainage area</a:t>
            </a:r>
          </a:p>
          <a:p>
            <a:r>
              <a:rPr lang="da-DK" sz="1200" b="1" dirty="0"/>
              <a:t>WQ data from 1984</a:t>
            </a:r>
            <a:endParaRPr lang="da-DK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A4D8B-37B2-4E81-9895-224EAC1B46A4}"/>
              </a:ext>
            </a:extLst>
          </p:cNvPr>
          <p:cNvSpPr txBox="1"/>
          <p:nvPr/>
        </p:nvSpPr>
        <p:spPr>
          <a:xfrm>
            <a:off x="279918" y="3676261"/>
            <a:ext cx="3219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get this one wrong without knowing the mainstem ID.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7EB917-7643-4249-B337-A2524F75259B}"/>
              </a:ext>
            </a:extLst>
          </p:cNvPr>
          <p:cNvCxnSpPr>
            <a:cxnSpLocks/>
          </p:cNvCxnSpPr>
          <p:nvPr/>
        </p:nvCxnSpPr>
        <p:spPr>
          <a:xfrm>
            <a:off x="6596743" y="2043404"/>
            <a:ext cx="606490" cy="1007706"/>
          </a:xfrm>
          <a:prstGeom prst="straightConnector1">
            <a:avLst/>
          </a:prstGeom>
          <a:ln w="762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F2CDB74-C0A1-4305-97F9-4B7DBD95FDE9}"/>
              </a:ext>
            </a:extLst>
          </p:cNvPr>
          <p:cNvCxnSpPr>
            <a:cxnSpLocks/>
          </p:cNvCxnSpPr>
          <p:nvPr/>
        </p:nvCxnSpPr>
        <p:spPr>
          <a:xfrm flipH="1" flipV="1">
            <a:off x="8293071" y="5006003"/>
            <a:ext cx="95149" cy="13622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993BDE-2D99-47FD-BCE1-31233258FFAA}"/>
              </a:ext>
            </a:extLst>
          </p:cNvPr>
          <p:cNvCxnSpPr>
            <a:cxnSpLocks/>
          </p:cNvCxnSpPr>
          <p:nvPr/>
        </p:nvCxnSpPr>
        <p:spPr>
          <a:xfrm flipV="1">
            <a:off x="10496939" y="1651518"/>
            <a:ext cx="942392" cy="106369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llout: Line 19">
            <a:extLst>
              <a:ext uri="{FF2B5EF4-FFF2-40B4-BE49-F238E27FC236}">
                <a16:creationId xmlns:a16="http://schemas.microsoft.com/office/drawing/2014/main" id="{090E2C41-1309-4D68-B161-DE3DE1B09F0A}"/>
              </a:ext>
            </a:extLst>
          </p:cNvPr>
          <p:cNvSpPr/>
          <p:nvPr/>
        </p:nvSpPr>
        <p:spPr>
          <a:xfrm>
            <a:off x="967474" y="1492354"/>
            <a:ext cx="1843950" cy="722849"/>
          </a:xfrm>
          <a:prstGeom prst="borderCallout1">
            <a:avLst>
              <a:gd name="adj1" fmla="val 55631"/>
              <a:gd name="adj2" fmla="val 90940"/>
              <a:gd name="adj3" fmla="val 145327"/>
              <a:gd name="adj4" fmla="val 3171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Drainage Area: 4.8 </a:t>
            </a:r>
            <a:r>
              <a:rPr lang="en-US" dirty="0" err="1"/>
              <a:t>sqkm</a:t>
            </a:r>
            <a:endParaRPr lang="en-US" dirty="0"/>
          </a:p>
        </p:txBody>
      </p:sp>
      <p:sp>
        <p:nvSpPr>
          <p:cNvPr id="22" name="Callout: Line 21">
            <a:extLst>
              <a:ext uri="{FF2B5EF4-FFF2-40B4-BE49-F238E27FC236}">
                <a16:creationId xmlns:a16="http://schemas.microsoft.com/office/drawing/2014/main" id="{3EA072F7-2DBB-46B8-B0BF-4798EA237A69}"/>
              </a:ext>
            </a:extLst>
          </p:cNvPr>
          <p:cNvSpPr/>
          <p:nvPr/>
        </p:nvSpPr>
        <p:spPr>
          <a:xfrm>
            <a:off x="967474" y="5001824"/>
            <a:ext cx="1843950" cy="722849"/>
          </a:xfrm>
          <a:prstGeom prst="borderCallout1">
            <a:avLst>
              <a:gd name="adj1" fmla="val 55631"/>
              <a:gd name="adj2" fmla="val 90940"/>
              <a:gd name="adj3" fmla="val 73041"/>
              <a:gd name="adj4" fmla="val 389485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Drainage Area</a:t>
            </a:r>
            <a:r>
              <a:rPr lang="en-US"/>
              <a:t>: 255.2 </a:t>
            </a:r>
            <a:r>
              <a:rPr lang="en-US" dirty="0" err="1"/>
              <a:t>sqkm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2491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D5171-FC2E-44E1-BBD2-22BA421DE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Case Study 3: High resolution NHDPlus with other networks</a:t>
            </a:r>
          </a:p>
        </p:txBody>
      </p:sp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66428268-7217-4842-92D2-8116B562A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822" y="1690687"/>
            <a:ext cx="3499556" cy="4894967"/>
          </a:xfrm>
          <a:prstGeom prst="rect">
            <a:avLst/>
          </a:prstGeom>
        </p:spPr>
      </p:pic>
      <p:pic>
        <p:nvPicPr>
          <p:cNvPr id="7" name="Picture 6" descr="Map&#10;&#10;Description automatically generated">
            <a:extLst>
              <a:ext uri="{FF2B5EF4-FFF2-40B4-BE49-F238E27FC236}">
                <a16:creationId xmlns:a16="http://schemas.microsoft.com/office/drawing/2014/main" id="{06084062-8BBE-4A3F-9BA4-033A70550C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1" y="1593937"/>
            <a:ext cx="6784622" cy="508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8819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17656-7BEF-4E1C-BB3B-2AEA64378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31" y="0"/>
            <a:ext cx="10515600" cy="1325563"/>
          </a:xfrm>
        </p:spPr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5B54F-CC30-487E-9698-DFD0FD4FA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099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mainstem is an aggregate feature defined by a headwater area and the path downstream to its outlet.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Mainstems are a minimally sufficient set of features that unify the network with hydrologic units.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can create identifiers for major mainstems now while improving their representation and identifying more over time.</a:t>
            </a:r>
          </a:p>
        </p:txBody>
      </p:sp>
    </p:spTree>
    <p:extLst>
      <p:ext uri="{BB962C8B-B14F-4D97-AF65-F5344CB8AC3E}">
        <p14:creationId xmlns:p14="http://schemas.microsoft.com/office/powerpoint/2010/main" val="11980991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A5296-E9AE-4179-8198-D45FB86EB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32" y="78846"/>
            <a:ext cx="10515600" cy="1325563"/>
          </a:xfrm>
        </p:spPr>
        <p:txBody>
          <a:bodyPr/>
          <a:lstStyle/>
          <a:p>
            <a:r>
              <a:rPr lang="en-US" dirty="0"/>
              <a:t>Thank you!!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51145-F0C7-4BDA-92ED-11E38738E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Map&#10;&#10;Description automatically generated">
            <a:extLst>
              <a:ext uri="{FF2B5EF4-FFF2-40B4-BE49-F238E27FC236}">
                <a16:creationId xmlns:a16="http://schemas.microsoft.com/office/drawing/2014/main" id="{A7C6891F-836B-4B71-A5B1-457552E76E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5" y="1690688"/>
            <a:ext cx="6784622" cy="5088466"/>
          </a:xfrm>
          <a:prstGeom prst="rect">
            <a:avLst/>
          </a:prstGeom>
        </p:spPr>
      </p:pic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66639759-22CC-4F8E-97DE-AF727DBA08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4187" y="0"/>
            <a:ext cx="5357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598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DAA7BED8BE1B4D9EB044D63F3AD51E" ma:contentTypeVersion="10" ma:contentTypeDescription="Create a new document." ma:contentTypeScope="" ma:versionID="6b78270a5f3ea173b875b13d797337b6">
  <xsd:schema xmlns:xsd="http://www.w3.org/2001/XMLSchema" xmlns:xs="http://www.w3.org/2001/XMLSchema" xmlns:p="http://schemas.microsoft.com/office/2006/metadata/properties" xmlns:ns2="b699bf1c-d12e-4205-86a0-c38a1c544e01" xmlns:ns3="56bcb0fd-f087-42ab-b450-612d245fd8db" targetNamespace="http://schemas.microsoft.com/office/2006/metadata/properties" ma:root="true" ma:fieldsID="ff57929b321ebc50da985626661b31d3" ns2:_="" ns3:_="">
    <xsd:import namespace="b699bf1c-d12e-4205-86a0-c38a1c544e01"/>
    <xsd:import namespace="56bcb0fd-f087-42ab-b450-612d245fd8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99bf1c-d12e-4205-86a0-c38a1c544e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bcb0fd-f087-42ab-b450-612d245fd8d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79E327-4235-463D-BB88-2E20FE0536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699bf1c-d12e-4205-86a0-c38a1c544e01"/>
    <ds:schemaRef ds:uri="56bcb0fd-f087-42ab-b450-612d245fd8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C8E11-2341-474C-84E1-7870F3E9612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6832CFA-A970-41BB-8441-03A0164E6B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1467</TotalTime>
  <Words>1191</Words>
  <Application>Microsoft Office PowerPoint</Application>
  <PresentationFormat>Widescreen</PresentationFormat>
  <Paragraphs>106</Paragraphs>
  <Slides>29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Mainstems: A data model and data set for surface hydrology integration </vt:lpstr>
      <vt:lpstr>Background: Hydroinformatics</vt:lpstr>
      <vt:lpstr>Background: What’s the problem?</vt:lpstr>
      <vt:lpstr>Infinite  regress is real  But we’ve  got to stop somewhere.</vt:lpstr>
      <vt:lpstr>Infinite  regress is real  But we’ve  got to stop somewhere.</vt:lpstr>
      <vt:lpstr>Pragmatic Epistemology</vt:lpstr>
      <vt:lpstr>References worth reviewing…</vt:lpstr>
      <vt:lpstr>References worth reviewing…</vt:lpstr>
      <vt:lpstr>PowerPoint Presentation</vt:lpstr>
      <vt:lpstr>PowerPoint Presentation</vt:lpstr>
      <vt:lpstr>Governing Models</vt:lpstr>
      <vt:lpstr>Mainstems</vt:lpstr>
      <vt:lpstr>Where is a “headwater”?  RF1 NHD Medium Res NHD High Res</vt:lpstr>
      <vt:lpstr>What are the defining features of a mainstem?</vt:lpstr>
      <vt:lpstr>PowerPoint Presentation</vt:lpstr>
      <vt:lpstr>PowerPoint Presentation</vt:lpstr>
      <vt:lpstr>What are the defining features of a mainstem?</vt:lpstr>
      <vt:lpstr>PowerPoint Presentation</vt:lpstr>
      <vt:lpstr>PowerPoint Presentation</vt:lpstr>
      <vt:lpstr>Case Study 1: NHD and the Watershed Boundary Dataset</vt:lpstr>
      <vt:lpstr>Case Study 1: NHD and the Watershed Boundary Dataset</vt:lpstr>
      <vt:lpstr>PowerPoint Presentation</vt:lpstr>
      <vt:lpstr>Case Study 1: NHD and the Watershed Boundary Dataset</vt:lpstr>
      <vt:lpstr>Case Study 2: National Water Information System  Hydrographic Addressing</vt:lpstr>
      <vt:lpstr>Case Study 2: National Water Information System  Hydrographic Addressing</vt:lpstr>
      <vt:lpstr>Case Study 2: National Water Information System  Hydrographic Addressing</vt:lpstr>
      <vt:lpstr>Case Study 3: High resolution NHDPlus with other networks</vt:lpstr>
      <vt:lpstr>Conclusions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Blodgett, David L</dc:creator>
  <cp:lastModifiedBy>David</cp:lastModifiedBy>
  <cp:revision>5</cp:revision>
  <dcterms:created xsi:type="dcterms:W3CDTF">2021-08-04T13:57:02Z</dcterms:created>
  <dcterms:modified xsi:type="dcterms:W3CDTF">2021-08-25T17:49:03Z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0x010100E5DAA7BED8BE1B4D9EB044D63F3AD51E</vt:lpwstr>
  </property>
</Properties>
</file>