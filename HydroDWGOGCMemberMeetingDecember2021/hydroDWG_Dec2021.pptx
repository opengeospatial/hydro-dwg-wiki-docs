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57" r:id="rId5"/>
    <p:sldId id="282" r:id="rId6"/>
    <p:sldId id="269" r:id="rId7"/>
    <p:sldId id="265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53" d="100"/>
          <a:sy n="53" d="100"/>
        </p:scale>
        <p:origin x="1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odgett, David L" userId="1fd621ce-75f0-44bd-83ec-0bf40b8efee5" providerId="ADAL" clId="{FB0B12AD-757A-45D7-B97D-E1703EC5F503}"/>
    <pc:docChg chg="undo custSel delSld modSld modShowInfo">
      <pc:chgData name="Blodgett, David L" userId="1fd621ce-75f0-44bd-83ec-0bf40b8efee5" providerId="ADAL" clId="{FB0B12AD-757A-45D7-B97D-E1703EC5F503}" dt="2021-12-07T18:07:27.541" v="81" actId="2744"/>
      <pc:docMkLst>
        <pc:docMk/>
      </pc:docMkLst>
      <pc:sldChg chg="modSp mod">
        <pc:chgData name="Blodgett, David L" userId="1fd621ce-75f0-44bd-83ec-0bf40b8efee5" providerId="ADAL" clId="{FB0B12AD-757A-45D7-B97D-E1703EC5F503}" dt="2021-12-06T22:34:09.098" v="47" actId="20577"/>
        <pc:sldMkLst>
          <pc:docMk/>
          <pc:sldMk cId="0" sldId="257"/>
        </pc:sldMkLst>
        <pc:spChg chg="mod">
          <ac:chgData name="Blodgett, David L" userId="1fd621ce-75f0-44bd-83ec-0bf40b8efee5" providerId="ADAL" clId="{FB0B12AD-757A-45D7-B97D-E1703EC5F503}" dt="2021-12-06T22:34:09.098" v="47" actId="20577"/>
          <ac:spMkLst>
            <pc:docMk/>
            <pc:sldMk cId="0" sldId="257"/>
            <ac:spMk id="5" creationId="{AD17ED5E-F497-D24E-82F8-50CA37AC85C0}"/>
          </ac:spMkLst>
        </pc:spChg>
        <pc:spChg chg="mod">
          <ac:chgData name="Blodgett, David L" userId="1fd621ce-75f0-44bd-83ec-0bf40b8efee5" providerId="ADAL" clId="{FB0B12AD-757A-45D7-B97D-E1703EC5F503}" dt="2021-12-06T22:33:55.010" v="43" actId="20577"/>
          <ac:spMkLst>
            <pc:docMk/>
            <pc:sldMk cId="0" sldId="257"/>
            <ac:spMk id="263" creationId="{00000000-0000-0000-0000-000000000000}"/>
          </ac:spMkLst>
        </pc:spChg>
      </pc:sldChg>
      <pc:sldChg chg="modSp mod">
        <pc:chgData name="Blodgett, David L" userId="1fd621ce-75f0-44bd-83ec-0bf40b8efee5" providerId="ADAL" clId="{FB0B12AD-757A-45D7-B97D-E1703EC5F503}" dt="2021-12-07T16:07:18.263" v="80" actId="20577"/>
        <pc:sldMkLst>
          <pc:docMk/>
          <pc:sldMk cId="0" sldId="265"/>
        </pc:sldMkLst>
        <pc:spChg chg="mod">
          <ac:chgData name="Blodgett, David L" userId="1fd621ce-75f0-44bd-83ec-0bf40b8efee5" providerId="ADAL" clId="{FB0B12AD-757A-45D7-B97D-E1703EC5F503}" dt="2021-12-07T16:07:18.263" v="80" actId="20577"/>
          <ac:spMkLst>
            <pc:docMk/>
            <pc:sldMk cId="0" sldId="265"/>
            <ac:spMk id="297" creationId="{00000000-0000-0000-0000-000000000000}"/>
          </ac:spMkLst>
        </pc:spChg>
      </pc:sldChg>
      <pc:sldChg chg="del">
        <pc:chgData name="Blodgett, David L" userId="1fd621ce-75f0-44bd-83ec-0bf40b8efee5" providerId="ADAL" clId="{FB0B12AD-757A-45D7-B97D-E1703EC5F503}" dt="2021-12-06T22:31:26.765" v="34" actId="47"/>
        <pc:sldMkLst>
          <pc:docMk/>
          <pc:sldMk cId="0" sldId="267"/>
        </pc:sldMkLst>
      </pc:sldChg>
      <pc:sldChg chg="del">
        <pc:chgData name="Blodgett, David L" userId="1fd621ce-75f0-44bd-83ec-0bf40b8efee5" providerId="ADAL" clId="{FB0B12AD-757A-45D7-B97D-E1703EC5F503}" dt="2021-12-06T22:31:31.235" v="35" actId="47"/>
        <pc:sldMkLst>
          <pc:docMk/>
          <pc:sldMk cId="0" sldId="277"/>
        </pc:sldMkLst>
      </pc:sldChg>
      <pc:sldChg chg="addSp delSp modSp mod">
        <pc:chgData name="Blodgett, David L" userId="1fd621ce-75f0-44bd-83ec-0bf40b8efee5" providerId="ADAL" clId="{FB0B12AD-757A-45D7-B97D-E1703EC5F503}" dt="2021-12-06T22:31:12.326" v="33" actId="478"/>
        <pc:sldMkLst>
          <pc:docMk/>
          <pc:sldMk cId="3003645346" sldId="282"/>
        </pc:sldMkLst>
        <pc:picChg chg="add del mod">
          <ac:chgData name="Blodgett, David L" userId="1fd621ce-75f0-44bd-83ec-0bf40b8efee5" providerId="ADAL" clId="{FB0B12AD-757A-45D7-B97D-E1703EC5F503}" dt="2021-12-06T22:31:12.326" v="33" actId="478"/>
          <ac:picMkLst>
            <pc:docMk/>
            <pc:sldMk cId="3003645346" sldId="282"/>
            <ac:picMk id="2" creationId="{90EC9B7A-FFD8-FD44-A088-BEA01A51783C}"/>
          </ac:picMkLst>
        </pc:picChg>
        <pc:picChg chg="add del mod">
          <ac:chgData name="Blodgett, David L" userId="1fd621ce-75f0-44bd-83ec-0bf40b8efee5" providerId="ADAL" clId="{FB0B12AD-757A-45D7-B97D-E1703EC5F503}" dt="2021-12-06T22:31:11.830" v="32" actId="22"/>
          <ac:picMkLst>
            <pc:docMk/>
            <pc:sldMk cId="3003645346" sldId="282"/>
            <ac:picMk id="10" creationId="{BAE86DE2-3170-4457-B87B-31630C413735}"/>
          </ac:picMkLst>
        </pc:picChg>
        <pc:picChg chg="add del mod">
          <ac:chgData name="Blodgett, David L" userId="1fd621ce-75f0-44bd-83ec-0bf40b8efee5" providerId="ADAL" clId="{FB0B12AD-757A-45D7-B97D-E1703EC5F503}" dt="2021-12-06T22:31:09.647" v="27" actId="22"/>
          <ac:picMkLst>
            <pc:docMk/>
            <pc:sldMk cId="3003645346" sldId="282"/>
            <ac:picMk id="12" creationId="{89F5DA71-B3E6-465E-BD99-F349CAF0D23D}"/>
          </ac:picMkLst>
        </pc:picChg>
        <pc:picChg chg="add del mod">
          <ac:chgData name="Blodgett, David L" userId="1fd621ce-75f0-44bd-83ec-0bf40b8efee5" providerId="ADAL" clId="{FB0B12AD-757A-45D7-B97D-E1703EC5F503}" dt="2021-12-06T22:31:07.025" v="22" actId="22"/>
          <ac:picMkLst>
            <pc:docMk/>
            <pc:sldMk cId="3003645346" sldId="282"/>
            <ac:picMk id="14" creationId="{1E16875B-A51B-44F5-B9B1-BB529295C841}"/>
          </ac:picMkLst>
        </pc:picChg>
      </pc:sldChg>
      <pc:sldMasterChg chg="delSldLayout">
        <pc:chgData name="Blodgett, David L" userId="1fd621ce-75f0-44bd-83ec-0bf40b8efee5" providerId="ADAL" clId="{FB0B12AD-757A-45D7-B97D-E1703EC5F503}" dt="2021-12-06T22:31:31.235" v="35" actId="47"/>
        <pc:sldMasterMkLst>
          <pc:docMk/>
          <pc:sldMasterMk cId="0" sldId="2147483648"/>
        </pc:sldMasterMkLst>
        <pc:sldLayoutChg chg="del">
          <pc:chgData name="Blodgett, David L" userId="1fd621ce-75f0-44bd-83ec-0bf40b8efee5" providerId="ADAL" clId="{FB0B12AD-757A-45D7-B97D-E1703EC5F503}" dt="2021-12-06T22:31:26.765" v="34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Blodgett, David L" userId="1fd621ce-75f0-44bd-83ec-0bf40b8efee5" providerId="ADAL" clId="{FB0B12AD-757A-45D7-B97D-E1703EC5F503}" dt="2021-12-06T22:31:31.235" v="35" actId="47"/>
          <pc:sldLayoutMkLst>
            <pc:docMk/>
            <pc:sldMasterMk cId="0" sldId="2147483648"/>
            <pc:sldLayoutMk cId="1815362752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674826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262626"/>
                </a:solidFill>
              </a:defRPr>
            </a:lvl1pPr>
          </a:lstStyle>
          <a:p>
            <a:r>
              <a:t>Slide Subtitle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5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578555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262626"/>
                </a:solidFill>
              </a:defRPr>
            </a:lvl1pPr>
          </a:lstStyle>
          <a:p>
            <a:r>
              <a:t>Agenda Subtitle</a:t>
            </a:r>
          </a:p>
        </p:txBody>
      </p:sp>
      <p:sp>
        <p:nvSpPr>
          <p:cNvPr id="16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7123"/>
            <a:ext cx="21971000" cy="825601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1" r:id="rId3"/>
    <p:sldLayoutId id="2147483669" r:id="rId4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HydroDWG</a:t>
            </a:r>
            <a:endParaRPr dirty="0"/>
          </a:p>
        </p:txBody>
      </p:sp>
      <p:sp>
        <p:nvSpPr>
          <p:cNvPr id="262" name="Author and Date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121</a:t>
            </a:r>
            <a:r>
              <a:rPr lang="en-US" baseline="30000" dirty="0"/>
              <a:t>st</a:t>
            </a:r>
            <a:r>
              <a:rPr lang="en-US" dirty="0"/>
              <a:t> OGC Member Meeting</a:t>
            </a:r>
            <a:endParaRPr dirty="0"/>
          </a:p>
        </p:txBody>
      </p:sp>
      <p:sp>
        <p:nvSpPr>
          <p:cNvPr id="5" name="Presentation Subtitle">
            <a:extLst>
              <a:ext uri="{FF2B5EF4-FFF2-40B4-BE49-F238E27FC236}">
                <a16:creationId xmlns:a16="http://schemas.microsoft.com/office/drawing/2014/main" id="{AD17ED5E-F497-D24E-82F8-50CA37AC85C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201340" y="11847162"/>
            <a:ext cx="21971003" cy="123152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7 December 2021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EC9B7A-FFD8-FD44-A088-BEA01A51783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833" y="6876356"/>
            <a:ext cx="22644336" cy="5420048"/>
          </a:xfrm>
          <a:prstGeom prst="rect">
            <a:avLst/>
          </a:prstGeom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C6CB378C-326B-8641-9FB3-06D30068AED6}"/>
              </a:ext>
            </a:extLst>
          </p:cNvPr>
          <p:cNvSpPr/>
          <p:nvPr/>
        </p:nvSpPr>
        <p:spPr bwMode="auto">
          <a:xfrm>
            <a:off x="3533408" y="3356142"/>
            <a:ext cx="4844911" cy="1746143"/>
          </a:xfrm>
          <a:prstGeom prst="wedgeRoundRectCallout">
            <a:avLst>
              <a:gd name="adj1" fmla="val -62258"/>
              <a:gd name="adj2" fmla="val 197046"/>
              <a:gd name="adj3" fmla="val 16667"/>
            </a:avLst>
          </a:prstGeom>
          <a:solidFill>
            <a:schemeClr val="bg1">
              <a:lumMod val="50000"/>
              <a:lumOff val="5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 Book" pitchFamily="2" charset="0"/>
                <a:ea typeface="+mn-ea"/>
                <a:cs typeface="+mn-cs"/>
              </a:rPr>
              <a:t>1. Find the appropriate project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1709CCAF-DE95-E144-BB3D-D4F9E32B2F7F}"/>
              </a:ext>
            </a:extLst>
          </p:cNvPr>
          <p:cNvSpPr/>
          <p:nvPr/>
        </p:nvSpPr>
        <p:spPr bwMode="auto">
          <a:xfrm>
            <a:off x="10595111" y="3356140"/>
            <a:ext cx="4219761" cy="1746143"/>
          </a:xfrm>
          <a:prstGeom prst="wedgeRoundRectCallout">
            <a:avLst>
              <a:gd name="adj1" fmla="val -74331"/>
              <a:gd name="adj2" fmla="val 305650"/>
              <a:gd name="adj3" fmla="val 16667"/>
            </a:avLst>
          </a:prstGeom>
          <a:solidFill>
            <a:schemeClr val="bg1">
              <a:lumMod val="50000"/>
              <a:lumOff val="5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 Book" pitchFamily="2" charset="0"/>
                <a:ea typeface="+mn-ea"/>
                <a:cs typeface="+mn-cs"/>
              </a:rPr>
              <a:t>2. Go to the Attendance tab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EF7DB155-84FF-C148-8CAB-0413728E1539}"/>
              </a:ext>
            </a:extLst>
          </p:cNvPr>
          <p:cNvSpPr/>
          <p:nvPr/>
        </p:nvSpPr>
        <p:spPr bwMode="auto">
          <a:xfrm>
            <a:off x="17031664" y="3356140"/>
            <a:ext cx="4219761" cy="1746143"/>
          </a:xfrm>
          <a:prstGeom prst="wedgeRoundRectCallout">
            <a:avLst>
              <a:gd name="adj1" fmla="val 73137"/>
              <a:gd name="adj2" fmla="val 384492"/>
              <a:gd name="adj3" fmla="val 16667"/>
            </a:avLst>
          </a:prstGeom>
          <a:solidFill>
            <a:schemeClr val="bg1">
              <a:lumMod val="50000"/>
              <a:lumOff val="5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 Book" pitchFamily="2" charset="0"/>
                <a:ea typeface="+mn-ea"/>
                <a:cs typeface="+mn-cs"/>
              </a:rPr>
              <a:t>3. Add yourself to the session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A33D6-A370-5446-A092-521F4732E7BF}"/>
              </a:ext>
            </a:extLst>
          </p:cNvPr>
          <p:cNvSpPr txBox="1"/>
          <p:nvPr/>
        </p:nvSpPr>
        <p:spPr>
          <a:xfrm>
            <a:off x="2116822" y="482168"/>
            <a:ext cx="20150355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1" u="none" strike="noStrike" cap="none" spc="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Mont Bold" pitchFamily="2" charset="0"/>
                <a:sym typeface="Mont Book"/>
              </a:rPr>
              <a:t>MEMBERS: Please record your attendance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9CDB88-3428-344D-B682-708989687018}"/>
              </a:ext>
            </a:extLst>
          </p:cNvPr>
          <p:cNvSpPr/>
          <p:nvPr/>
        </p:nvSpPr>
        <p:spPr bwMode="auto">
          <a:xfrm>
            <a:off x="8158880" y="9356741"/>
            <a:ext cx="2204320" cy="840203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371DB6-779D-E64C-9F25-D84F4B1F7952}"/>
              </a:ext>
            </a:extLst>
          </p:cNvPr>
          <p:cNvSpPr/>
          <p:nvPr/>
        </p:nvSpPr>
        <p:spPr bwMode="auto">
          <a:xfrm>
            <a:off x="19390874" y="10749333"/>
            <a:ext cx="4123293" cy="860775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64534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Agenda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Agenda</a:t>
            </a:r>
            <a:endParaRPr dirty="0"/>
          </a:p>
        </p:txBody>
      </p:sp>
      <p:sp>
        <p:nvSpPr>
          <p:cNvPr id="309" name="Agenda Topics"/>
          <p:cNvSpPr txBox="1">
            <a:spLocks noGrp="1"/>
          </p:cNvSpPr>
          <p:nvPr>
            <p:ph type="body" idx="1"/>
          </p:nvPr>
        </p:nvSpPr>
        <p:spPr>
          <a:xfrm>
            <a:off x="1206500" y="2387600"/>
            <a:ext cx="21971000" cy="1011553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GWML2 Workshop: Boyan Brodaric</a:t>
            </a:r>
          </a:p>
          <a:p>
            <a:r>
              <a:rPr lang="en-US" dirty="0"/>
              <a:t>Water Quality IE: Sylvain Grellet</a:t>
            </a:r>
          </a:p>
          <a:p>
            <a:r>
              <a:rPr lang="en-US" dirty="0"/>
              <a:t>Water Quality Workshop: Igor Chernov </a:t>
            </a:r>
          </a:p>
          <a:p>
            <a:r>
              <a:rPr lang="en-US" dirty="0"/>
              <a:t>Hydro-applications of Sensor Things API: Varied</a:t>
            </a:r>
          </a:p>
          <a:p>
            <a:r>
              <a:rPr lang="en-US" dirty="0"/>
              <a:t>Future Directions Discussion: Chairs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Future Directions?</a:t>
            </a:r>
            <a:endParaRPr dirty="0"/>
          </a:p>
        </p:txBody>
      </p:sp>
      <p:sp>
        <p:nvSpPr>
          <p:cNvPr id="296" name="Slide Subtitle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What activities should the DWG pursue?</a:t>
            </a:r>
            <a:endParaRPr dirty="0"/>
          </a:p>
        </p:txBody>
      </p:sp>
      <p:sp>
        <p:nvSpPr>
          <p:cNvPr id="297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Water Quality IE is “on deck”</a:t>
            </a:r>
          </a:p>
          <a:p>
            <a:r>
              <a:rPr lang="en-US" dirty="0"/>
              <a:t>HY_Features Logical Model(s)?</a:t>
            </a:r>
          </a:p>
          <a:p>
            <a:r>
              <a:rPr lang="en-US" dirty="0"/>
              <a:t>JSON timeseries? </a:t>
            </a:r>
          </a:p>
          <a:p>
            <a:r>
              <a:rPr lang="en-US" dirty="0"/>
              <a:t>EDR API for Hydro?</a:t>
            </a:r>
          </a:p>
          <a:p>
            <a:r>
              <a:rPr lang="en-US" dirty="0"/>
              <a:t>… ?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DAA7BED8BE1B4D9EB044D63F3AD51E" ma:contentTypeVersion="10" ma:contentTypeDescription="Create a new document." ma:contentTypeScope="" ma:versionID="6b78270a5f3ea173b875b13d797337b6">
  <xsd:schema xmlns:xsd="http://www.w3.org/2001/XMLSchema" xmlns:xs="http://www.w3.org/2001/XMLSchema" xmlns:p="http://schemas.microsoft.com/office/2006/metadata/properties" xmlns:ns2="b699bf1c-d12e-4205-86a0-c38a1c544e01" xmlns:ns3="56bcb0fd-f087-42ab-b450-612d245fd8db" targetNamespace="http://schemas.microsoft.com/office/2006/metadata/properties" ma:root="true" ma:fieldsID="ff57929b321ebc50da985626661b31d3" ns2:_="" ns3:_="">
    <xsd:import namespace="b699bf1c-d12e-4205-86a0-c38a1c544e01"/>
    <xsd:import namespace="56bcb0fd-f087-42ab-b450-612d245fd8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99bf1c-d12e-4205-86a0-c38a1c544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cb0fd-f087-42ab-b450-612d245fd8d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1F3798-5294-46C3-BA4C-E58AF3DB5E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283696-0DFF-4E69-A742-96856C72CE41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56bcb0fd-f087-42ab-b450-612d245fd8db"/>
    <ds:schemaRef ds:uri="b699bf1c-d12e-4205-86a0-c38a1c544e01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3756C2-4543-4BE6-9372-C9ED161506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99bf1c-d12e-4205-86a0-c38a1c544e01"/>
    <ds:schemaRef ds:uri="56bcb0fd-f087-42ab-b450-612d245fd8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1597</TotalTime>
  <Words>101</Words>
  <Application>Microsoft Office PowerPoint</Application>
  <PresentationFormat>Custom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Helvetica Neue</vt:lpstr>
      <vt:lpstr>Mont Bold</vt:lpstr>
      <vt:lpstr>Mont Book</vt:lpstr>
      <vt:lpstr>Mont SemiBold</vt:lpstr>
      <vt:lpstr>30_BasicColor</vt:lpstr>
      <vt:lpstr>HydroDWG</vt:lpstr>
      <vt:lpstr>PowerPoint Presentation</vt:lpstr>
      <vt:lpstr>Agenda</vt:lpstr>
      <vt:lpstr>Future Directions?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Blodgett, David L</cp:lastModifiedBy>
  <cp:revision>11</cp:revision>
  <dcterms:modified xsi:type="dcterms:W3CDTF">2021-12-07T18:07:38Z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0x010100E5DAA7BED8BE1B4D9EB044D63F3AD51E</vt:lpwstr>
  </property>
</Properties>
</file>