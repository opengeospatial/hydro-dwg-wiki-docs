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56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92C7-2159-4D3E-BD07-24FA84BC8C2C}" type="datetimeFigureOut">
              <a:rPr lang="en-US" smtClean="0"/>
              <a:t>4/20/2011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A502-A972-43DC-A331-7B1CB0165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103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92C7-2159-4D3E-BD07-24FA84BC8C2C}" type="datetimeFigureOut">
              <a:rPr lang="en-US" smtClean="0"/>
              <a:t>4/20/2011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A502-A972-43DC-A331-7B1CB0165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60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92C7-2159-4D3E-BD07-24FA84BC8C2C}" type="datetimeFigureOut">
              <a:rPr lang="en-US" smtClean="0"/>
              <a:t>4/20/2011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A502-A972-43DC-A331-7B1CB0165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03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92C7-2159-4D3E-BD07-24FA84BC8C2C}" type="datetimeFigureOut">
              <a:rPr lang="en-US" smtClean="0"/>
              <a:t>4/20/2011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A502-A972-43DC-A331-7B1CB0165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15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92C7-2159-4D3E-BD07-24FA84BC8C2C}" type="datetimeFigureOut">
              <a:rPr lang="en-US" smtClean="0"/>
              <a:t>4/20/2011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A502-A972-43DC-A331-7B1CB0165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17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92C7-2159-4D3E-BD07-24FA84BC8C2C}" type="datetimeFigureOut">
              <a:rPr lang="en-US" smtClean="0"/>
              <a:t>4/20/2011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A502-A972-43DC-A331-7B1CB0165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993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92C7-2159-4D3E-BD07-24FA84BC8C2C}" type="datetimeFigureOut">
              <a:rPr lang="en-US" smtClean="0"/>
              <a:t>4/20/2011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A502-A972-43DC-A331-7B1CB0165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04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92C7-2159-4D3E-BD07-24FA84BC8C2C}" type="datetimeFigureOut">
              <a:rPr lang="en-US" smtClean="0"/>
              <a:t>4/20/2011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A502-A972-43DC-A331-7B1CB0165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62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92C7-2159-4D3E-BD07-24FA84BC8C2C}" type="datetimeFigureOut">
              <a:rPr lang="en-US" smtClean="0"/>
              <a:t>4/20/2011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A502-A972-43DC-A331-7B1CB0165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61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92C7-2159-4D3E-BD07-24FA84BC8C2C}" type="datetimeFigureOut">
              <a:rPr lang="en-US" smtClean="0"/>
              <a:t>4/20/2011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A502-A972-43DC-A331-7B1CB0165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14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92C7-2159-4D3E-BD07-24FA84BC8C2C}" type="datetimeFigureOut">
              <a:rPr lang="en-US" smtClean="0"/>
              <a:t>4/20/2011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A502-A972-43DC-A331-7B1CB0165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482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392C7-2159-4D3E-BD07-24FA84BC8C2C}" type="datetimeFigureOut">
              <a:rPr lang="en-US" smtClean="0"/>
              <a:t>4/20/2011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4A502-A972-43DC-A331-7B1CB0165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756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Hydrologic Vocabularies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Thursday, April 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912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Discussion questions</a:t>
            </a:r>
            <a:br>
              <a:rPr lang="en-US" dirty="0" smtClean="0"/>
            </a:br>
            <a:r>
              <a:rPr lang="en-US" sz="2700" dirty="0" smtClean="0"/>
              <a:t>(and some answers… more below)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smtClean="0"/>
              <a:t>What </a:t>
            </a:r>
            <a:r>
              <a:rPr lang="en-US" b="1" dirty="0"/>
              <a:t>vocabularies are available and in what formats. Which vocabularies you actually use and </a:t>
            </a:r>
            <a:r>
              <a:rPr lang="en-US" b="1" dirty="0" smtClean="0"/>
              <a:t>why</a:t>
            </a:r>
          </a:p>
          <a:p>
            <a:pPr lvl="1"/>
            <a:r>
              <a:rPr lang="en-US" dirty="0" smtClean="0"/>
              <a:t>Many vocabularies to choose from; 700 vocabularies of units (Rob)</a:t>
            </a:r>
          </a:p>
          <a:p>
            <a:r>
              <a:rPr lang="en-US" b="1" dirty="0" smtClean="0"/>
              <a:t>What </a:t>
            </a:r>
            <a:r>
              <a:rPr lang="en-US" b="1" dirty="0"/>
              <a:t>are the gaps; where additional vocabularies are </a:t>
            </a:r>
            <a:r>
              <a:rPr lang="en-US" b="1" dirty="0" smtClean="0"/>
              <a:t>needed</a:t>
            </a:r>
          </a:p>
          <a:p>
            <a:pPr lvl="1"/>
            <a:r>
              <a:rPr lang="en-US" dirty="0" smtClean="0"/>
              <a:t>Depends on the conceptual model, so this is where we start</a:t>
            </a:r>
          </a:p>
          <a:p>
            <a:r>
              <a:rPr lang="en-US" b="1" dirty="0" smtClean="0"/>
              <a:t>How </a:t>
            </a:r>
            <a:r>
              <a:rPr lang="en-US" b="1" dirty="0"/>
              <a:t>are the vocabularies structured (hierarchy, synonyms, etc.) </a:t>
            </a:r>
            <a:endParaRPr lang="en-US" b="1" dirty="0" smtClean="0"/>
          </a:p>
          <a:p>
            <a:pPr lvl="1"/>
            <a:r>
              <a:rPr lang="en-US" dirty="0" smtClean="0"/>
              <a:t>How vocabularies are defined, and exposed</a:t>
            </a:r>
          </a:p>
          <a:p>
            <a:r>
              <a:rPr lang="en-US" b="1" dirty="0" smtClean="0"/>
              <a:t>How </a:t>
            </a:r>
            <a:r>
              <a:rPr lang="en-US" b="1" dirty="0"/>
              <a:t>we reconcile upper level and domain vocabularies, and how we handle </a:t>
            </a:r>
            <a:r>
              <a:rPr lang="en-US" b="1" dirty="0" smtClean="0"/>
              <a:t>mappings</a:t>
            </a:r>
          </a:p>
          <a:p>
            <a:r>
              <a:rPr lang="en-US" b="1" dirty="0" smtClean="0"/>
              <a:t>Architecture/infrastructure issues</a:t>
            </a:r>
          </a:p>
          <a:p>
            <a:r>
              <a:rPr lang="en-US" b="1" dirty="0" smtClean="0"/>
              <a:t>Where </a:t>
            </a:r>
            <a:r>
              <a:rPr lang="en-US" b="1" dirty="0"/>
              <a:t>we need to make progress over the next year, to support WaterML2 work, IEs, others. </a:t>
            </a:r>
            <a:endParaRPr lang="en-US" b="1" dirty="0" smtClean="0"/>
          </a:p>
          <a:p>
            <a:pPr lvl="1"/>
            <a:r>
              <a:rPr lang="en-US" b="1" dirty="0" smtClean="0"/>
              <a:t>what </a:t>
            </a:r>
            <a:r>
              <a:rPr lang="en-US" b="1" dirty="0"/>
              <a:t>services should we use for distributing vocabularies, and creating and managing links between vocabularies, </a:t>
            </a:r>
            <a:endParaRPr lang="en-US" b="1" dirty="0" smtClean="0"/>
          </a:p>
          <a:p>
            <a:pPr lvl="1"/>
            <a:r>
              <a:rPr lang="en-US" b="1" dirty="0" smtClean="0"/>
              <a:t>how </a:t>
            </a:r>
            <a:r>
              <a:rPr lang="en-US" b="1" dirty="0"/>
              <a:t>should we reconcile/document what is required for minimal exchange of water info to a more complete description</a:t>
            </a:r>
            <a:r>
              <a:rPr lang="en-US" b="1" dirty="0" smtClean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87919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953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I-Lin: modeling vocabularies as DAGs</a:t>
            </a:r>
          </a:p>
          <a:p>
            <a:r>
              <a:rPr lang="en-US" dirty="0" smtClean="0"/>
              <a:t>Boyan</a:t>
            </a:r>
            <a:r>
              <a:rPr lang="en-US" dirty="0"/>
              <a:t>: How we reconcile upper level and domain vocabularies, and how we handle mappings</a:t>
            </a:r>
          </a:p>
          <a:p>
            <a:r>
              <a:rPr lang="en-US" dirty="0" err="1"/>
              <a:t>DaveV</a:t>
            </a:r>
            <a:r>
              <a:rPr lang="en-US" dirty="0"/>
              <a:t>, Ilya: vocabularies and ontologies in CUAHSI HIS</a:t>
            </a:r>
          </a:p>
          <a:p>
            <a:pPr marL="0" indent="0">
              <a:buNone/>
            </a:pPr>
            <a:r>
              <a:rPr lang="en-US" dirty="0" smtClean="0"/>
              <a:t>---------------------------- lunch break---------------</a:t>
            </a:r>
          </a:p>
          <a:p>
            <a:r>
              <a:rPr lang="en-US" dirty="0" smtClean="0"/>
              <a:t>Rob: vocabulary </a:t>
            </a:r>
            <a:r>
              <a:rPr lang="en-US" dirty="0"/>
              <a:t>aspects of cross-domain model </a:t>
            </a:r>
            <a:r>
              <a:rPr lang="en-US" dirty="0" smtClean="0"/>
              <a:t>integration; delivering </a:t>
            </a:r>
            <a:r>
              <a:rPr lang="en-US" dirty="0" err="1"/>
              <a:t>referencable</a:t>
            </a:r>
            <a:r>
              <a:rPr lang="en-US" dirty="0"/>
              <a:t> definitions from formal domain </a:t>
            </a:r>
            <a:r>
              <a:rPr lang="en-US" dirty="0" smtClean="0"/>
              <a:t>models; governance of mappings </a:t>
            </a:r>
            <a:r>
              <a:rPr lang="en-US" dirty="0"/>
              <a:t>between alternative </a:t>
            </a:r>
            <a:r>
              <a:rPr lang="en-US" dirty="0" smtClean="0"/>
              <a:t>representations</a:t>
            </a:r>
          </a:p>
          <a:p>
            <a:r>
              <a:rPr lang="en-US" dirty="0" smtClean="0"/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3365143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Additional Discussion Issues</a:t>
            </a:r>
            <a:br>
              <a:rPr lang="en-US" dirty="0" smtClean="0"/>
            </a:br>
            <a:r>
              <a:rPr lang="en-US" sz="3600" dirty="0" smtClean="0"/>
              <a:t>(as prompted by I-Lin’s and </a:t>
            </a:r>
            <a:r>
              <a:rPr lang="en-US" sz="3600" dirty="0" err="1" smtClean="0"/>
              <a:t>Boyan’s</a:t>
            </a:r>
            <a:r>
              <a:rPr lang="en-US" sz="3600" dirty="0" smtClean="0"/>
              <a:t> talks)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Do we want a semantics-focused group (somehow instituted? As IE?) within HDWG </a:t>
            </a:r>
          </a:p>
          <a:p>
            <a:r>
              <a:rPr lang="en-US" dirty="0" smtClean="0"/>
              <a:t>What is a vocabulary (set of terms): what is a formal definition, canonical description</a:t>
            </a:r>
          </a:p>
          <a:p>
            <a:r>
              <a:rPr lang="en-US" dirty="0" smtClean="0"/>
              <a:t>What is a definition of mapping between vocabularies</a:t>
            </a:r>
          </a:p>
          <a:p>
            <a:pPr lvl="1"/>
            <a:r>
              <a:rPr lang="en-US" dirty="0" smtClean="0"/>
              <a:t>Federation of subscriptions</a:t>
            </a:r>
          </a:p>
          <a:p>
            <a:r>
              <a:rPr lang="en-US" dirty="0" smtClean="0"/>
              <a:t>Governance of vocabularies, policies</a:t>
            </a:r>
          </a:p>
          <a:p>
            <a:pPr lvl="1"/>
            <a:r>
              <a:rPr lang="en-US" dirty="0" smtClean="0"/>
              <a:t>In a dynamic system; delegation of mapping maintenance; how vocabularies are exposed</a:t>
            </a:r>
          </a:p>
          <a:p>
            <a:r>
              <a:rPr lang="en-US" dirty="0" smtClean="0"/>
              <a:t>How to handle multiple languages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42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points from Boyan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G</a:t>
            </a:r>
            <a:r>
              <a:rPr lang="en-US" dirty="0" smtClean="0"/>
              <a:t>lossaries/thesauri </a:t>
            </a:r>
            <a:r>
              <a:rPr lang="en-US" dirty="0"/>
              <a:t>are insufficient because their representations don't allow for basic reasoning required in water infrastructures, thus need </a:t>
            </a:r>
            <a:r>
              <a:rPr lang="en-US" dirty="0" smtClean="0"/>
              <a:t>ontologies</a:t>
            </a:r>
            <a:endParaRPr lang="en-US" dirty="0"/>
          </a:p>
          <a:p>
            <a:r>
              <a:rPr lang="en-US" dirty="0"/>
              <a:t>N</a:t>
            </a:r>
            <a:r>
              <a:rPr lang="en-US" dirty="0" smtClean="0"/>
              <a:t>eed </a:t>
            </a:r>
            <a:r>
              <a:rPr lang="en-US" dirty="0"/>
              <a:t>to separate concepts from terms: e.g. the terms "water" and "</a:t>
            </a:r>
            <a:r>
              <a:rPr lang="en-US" dirty="0" smtClean="0"/>
              <a:t>eau“ refer </a:t>
            </a:r>
            <a:r>
              <a:rPr lang="en-US" dirty="0"/>
              <a:t>to the same concept. Development of concepts and  </a:t>
            </a:r>
            <a:r>
              <a:rPr lang="en-US" dirty="0" smtClean="0"/>
              <a:t>relations (ontologies</a:t>
            </a:r>
            <a:r>
              <a:rPr lang="en-US" dirty="0"/>
              <a:t>) is a priority, followed by assignment to them of multi-lingual </a:t>
            </a:r>
            <a:r>
              <a:rPr lang="en-US" dirty="0" smtClean="0"/>
              <a:t>terms</a:t>
            </a:r>
            <a:endParaRPr lang="en-US" dirty="0"/>
          </a:p>
          <a:p>
            <a:r>
              <a:rPr lang="en-US" dirty="0"/>
              <a:t>O</a:t>
            </a:r>
            <a:r>
              <a:rPr lang="en-US" dirty="0" smtClean="0"/>
              <a:t>WL </a:t>
            </a:r>
            <a:r>
              <a:rPr lang="en-US" dirty="0"/>
              <a:t>provides a basic language not only for representing items in schemas, but also for simple mappings between </a:t>
            </a:r>
            <a:r>
              <a:rPr lang="en-US" dirty="0" smtClean="0"/>
              <a:t>them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148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Expose vocabularies – how?</a:t>
            </a:r>
          </a:p>
          <a:p>
            <a:pPr lvl="1"/>
            <a:r>
              <a:rPr lang="en-US" dirty="0" smtClean="0"/>
              <a:t>To be used in filters (Eric) </a:t>
            </a:r>
          </a:p>
          <a:p>
            <a:r>
              <a:rPr lang="en-US" dirty="0" smtClean="0"/>
              <a:t>Matching vocabularies to properties</a:t>
            </a:r>
          </a:p>
          <a:p>
            <a:r>
              <a:rPr lang="en-US" dirty="0" smtClean="0"/>
              <a:t>Core use case: </a:t>
            </a:r>
            <a:r>
              <a:rPr lang="en-US" dirty="0" err="1" smtClean="0"/>
              <a:t>getObservations?site</a:t>
            </a:r>
            <a:r>
              <a:rPr lang="en-US" dirty="0" smtClean="0"/>
              <a:t>=[…]</a:t>
            </a:r>
          </a:p>
          <a:p>
            <a:pPr lvl="1"/>
            <a:r>
              <a:rPr lang="en-US" dirty="0" smtClean="0"/>
              <a:t>Components of the contract: (1) manage variations of “site” (diff languages and conventions), (2) list of instances, (3) list of parameters (in addition to “site”: medium, data category, parameter, etc.)</a:t>
            </a:r>
          </a:p>
          <a:p>
            <a:r>
              <a:rPr lang="en-US" dirty="0" smtClean="0"/>
              <a:t>Main issues:</a:t>
            </a:r>
          </a:p>
          <a:p>
            <a:pPr lvl="1"/>
            <a:r>
              <a:rPr lang="en-US" dirty="0" smtClean="0"/>
              <a:t>Information model</a:t>
            </a:r>
          </a:p>
          <a:p>
            <a:pPr lvl="1"/>
            <a:r>
              <a:rPr lang="en-US" dirty="0" smtClean="0"/>
              <a:t>Architecture to manage/govern differences from the canonical inform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14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expose semantic info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Schema (service registry)</a:t>
            </a:r>
          </a:p>
          <a:p>
            <a:r>
              <a:rPr lang="en-US" dirty="0" smtClean="0"/>
              <a:t>Domain of values</a:t>
            </a:r>
          </a:p>
          <a:p>
            <a:r>
              <a:rPr lang="en-US" dirty="0" smtClean="0"/>
              <a:t>Mappings</a:t>
            </a:r>
          </a:p>
          <a:p>
            <a:r>
              <a:rPr lang="en-US" dirty="0" smtClean="0"/>
              <a:t>Governance: responsibilities</a:t>
            </a:r>
          </a:p>
          <a:p>
            <a:r>
              <a:rPr lang="en-US" dirty="0" smtClean="0"/>
              <a:t>Need one standard way of exposing semantic info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338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Action Items - 1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Harmonization report? Here are a few interesting efforts:</a:t>
            </a:r>
          </a:p>
          <a:p>
            <a:pPr lvl="1"/>
            <a:r>
              <a:rPr lang="en-US" dirty="0" smtClean="0"/>
              <a:t>BODC has done review of options for vocab services – extend it</a:t>
            </a:r>
          </a:p>
          <a:p>
            <a:pPr lvl="1"/>
            <a:r>
              <a:rPr lang="en-US" dirty="0" smtClean="0"/>
              <a:t>French </a:t>
            </a:r>
            <a:r>
              <a:rPr lang="en-US" dirty="0" err="1" smtClean="0"/>
              <a:t>geol</a:t>
            </a:r>
            <a:r>
              <a:rPr lang="en-US" dirty="0" smtClean="0"/>
              <a:t> survey with INSPIRE</a:t>
            </a:r>
          </a:p>
          <a:p>
            <a:pPr lvl="1"/>
            <a:r>
              <a:rPr lang="en-US" dirty="0" smtClean="0"/>
              <a:t>BOM: </a:t>
            </a:r>
            <a:r>
              <a:rPr lang="en-US" dirty="0" err="1" smtClean="0"/>
              <a:t>WaterML</a:t>
            </a:r>
            <a:r>
              <a:rPr lang="en-US" dirty="0" smtClean="0"/>
              <a:t> and Geosciences vocab services</a:t>
            </a:r>
          </a:p>
          <a:p>
            <a:pPr lvl="1"/>
            <a:r>
              <a:rPr lang="en-US" dirty="0" smtClean="0"/>
              <a:t>Model registry (Rob)</a:t>
            </a:r>
          </a:p>
          <a:p>
            <a:pPr lvl="1"/>
            <a:r>
              <a:rPr lang="en-US" dirty="0" smtClean="0"/>
              <a:t>Linked Open Data (they have really interesting stuff)</a:t>
            </a:r>
          </a:p>
          <a:p>
            <a:pPr lvl="1"/>
            <a:r>
              <a:rPr lang="en-US" dirty="0" smtClean="0"/>
              <a:t>Mediator in GWIE (</a:t>
            </a:r>
            <a:r>
              <a:rPr lang="en-US" dirty="0" err="1" smtClean="0"/>
              <a:t>a’la</a:t>
            </a:r>
            <a:r>
              <a:rPr lang="en-US" dirty="0" smtClean="0"/>
              <a:t> GEON)</a:t>
            </a:r>
          </a:p>
          <a:p>
            <a:pPr lvl="1"/>
            <a:r>
              <a:rPr lang="en-US" dirty="0" smtClean="0"/>
              <a:t>CUAHSI ontology work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---------------</a:t>
            </a:r>
          </a:p>
          <a:p>
            <a:pPr lvl="1"/>
            <a:r>
              <a:rPr lang="en-US" dirty="0" smtClean="0"/>
              <a:t>Figure out common patterns and gaps</a:t>
            </a:r>
          </a:p>
          <a:p>
            <a:pPr lvl="1"/>
            <a:r>
              <a:rPr lang="en-US" dirty="0" smtClean="0"/>
              <a:t>Get OGC mandate to do it (</a:t>
            </a:r>
            <a:r>
              <a:rPr lang="en-US" dirty="0" err="1" smtClean="0"/>
              <a:t>geosemanticsWG</a:t>
            </a:r>
            <a:r>
              <a:rPr lang="en-US" dirty="0" smtClean="0"/>
              <a:t>?)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43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Action Items - 2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Report it as a current problem with OGC architecture</a:t>
            </a:r>
          </a:p>
          <a:p>
            <a:r>
              <a:rPr lang="en-US" dirty="0" smtClean="0"/>
              <a:t>NGA interested?</a:t>
            </a:r>
          </a:p>
          <a:p>
            <a:pPr lvl="1"/>
            <a:r>
              <a:rPr lang="en-US" dirty="0" smtClean="0"/>
              <a:t>Cross-domain; water security; situation awareness</a:t>
            </a:r>
          </a:p>
          <a:p>
            <a:pPr lvl="1"/>
            <a:r>
              <a:rPr lang="en-US" dirty="0" err="1" smtClean="0"/>
              <a:t>JeremyT</a:t>
            </a:r>
            <a:r>
              <a:rPr lang="en-US" dirty="0" smtClean="0"/>
              <a:t> </a:t>
            </a:r>
          </a:p>
          <a:p>
            <a:r>
              <a:rPr lang="en-US" dirty="0" smtClean="0"/>
              <a:t>Would OGC be interested in finding sponsors for an effort to fill this gap in architecture</a:t>
            </a:r>
          </a:p>
          <a:p>
            <a:r>
              <a:rPr lang="en-US" dirty="0" smtClean="0"/>
              <a:t>White paper: </a:t>
            </a:r>
          </a:p>
          <a:p>
            <a:pPr lvl="1"/>
            <a:r>
              <a:rPr lang="en-US" dirty="0" smtClean="0"/>
              <a:t>Use cases; common issues; common gaps</a:t>
            </a:r>
          </a:p>
          <a:p>
            <a:r>
              <a:rPr lang="en-US" dirty="0" smtClean="0"/>
              <a:t>Get on IE agendas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385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13965</TotalTime>
  <Words>615</Words>
  <Application>Microsoft Office PowerPoint</Application>
  <PresentationFormat>On-screen Show (4:3)</PresentationFormat>
  <Paragraphs>70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Hydrologic Vocabularies</vt:lpstr>
      <vt:lpstr>Discussion questions (and some answers… more below)</vt:lpstr>
      <vt:lpstr>Agenda</vt:lpstr>
      <vt:lpstr>Additional Discussion Issues (as prompted by I-Lin’s and Boyan’s talks)</vt:lpstr>
      <vt:lpstr>Main points from Boyan</vt:lpstr>
      <vt:lpstr>Use cases</vt:lpstr>
      <vt:lpstr>How to expose semantic info</vt:lpstr>
      <vt:lpstr>Action Items - 1</vt:lpstr>
      <vt:lpstr>Action Items - 2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Hydrologic Vocabularies</dc:title>
  <dc:creator>Ilya</dc:creator>
  <cp:lastModifiedBy>Ilya</cp:lastModifiedBy>
  <cp:revision>18</cp:revision>
  <dcterms:created xsi:type="dcterms:W3CDTF">2011-04-10T20:16:36Z</dcterms:created>
  <dcterms:modified xsi:type="dcterms:W3CDTF">2011-04-20T16:02:28Z</dcterms:modified>
</cp:coreProperties>
</file>