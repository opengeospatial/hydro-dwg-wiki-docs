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</Types>
</file>

<file path=_rels/.rels><?xml version="1.0" encoding="UTF-8" standalone="yes"?><Relationships xmlns="http://schemas.openxmlformats.org/package/2006/relationships"><Relationship Target="ppt/presentation.xml" Type="http://schemas.openxmlformats.org/officeDocument/2006/relationships/officeDocument" Id="rId1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aveSubsetFonts="1" autoCompressPictures="0" mc:PreserveAttributes="mv:*" mc:Ignorable="mv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9144000"/>
  <p:notesSz cy="9220200" cx="6904025"/>
  <p:defaultTextStyle>
    <a:defPPr algn="l" rtl="0" marR="0">
      <a:lnSpc>
        <a:spcPct val="100000"/>
      </a:lnSpc>
      <a:spcBef>
        <a:spcPts val="0"/>
      </a:spcBef>
      <a:spcAft>
        <a:spcPts val="0"/>
      </a:spcAft>
    </a:defPPr>
    <a:lvl1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90651C3A-4460-11DB-9652-00E08161165F}"/>
</file>

<file path=ppt/_rels/presentation.xml.rels><?xml version="1.0" encoding="UTF-8" standalone="yes"?><Relationships xmlns="http://schemas.openxmlformats.org/package/2006/relationships"><Relationship Target="slides/slide11.xml" Type="http://schemas.openxmlformats.org/officeDocument/2006/relationships/slide" Id="rId17"/><Relationship Target="slides/slide10.xml" Type="http://schemas.openxmlformats.org/officeDocument/2006/relationships/slide" Id="rId16"/><Relationship Target="slides/slide9.xml" Type="http://schemas.openxmlformats.org/officeDocument/2006/relationships/slide" Id="rId15"/><Relationship Target="slides/slide8.xml" Type="http://schemas.openxmlformats.org/officeDocument/2006/relationships/slide" Id="rId14"/><Relationship Target="presProps.xml" Type="http://schemas.openxmlformats.org/officeDocument/2006/relationships/presProps" Id="rId2"/><Relationship Target="slides/slide6.xml" Type="http://schemas.openxmlformats.org/officeDocument/2006/relationships/slide" Id="rId12"/><Relationship Target="theme/theme2.xml" Type="http://schemas.openxmlformats.org/officeDocument/2006/relationships/theme" Id="rId1"/><Relationship Target="slides/slide7.xml" Type="http://schemas.openxmlformats.org/officeDocument/2006/relationships/slide" Id="rId13"/><Relationship Target="slideMasters/slideMaster1.xml" Type="http://schemas.openxmlformats.org/officeDocument/2006/relationships/slideMaster" Id="rId4"/><Relationship Target="slides/slide4.xml" Type="http://schemas.openxmlformats.org/officeDocument/2006/relationships/slide" Id="rId10"/><Relationship Target="tableStyles.xml" Type="http://schemas.openxmlformats.org/officeDocument/2006/relationships/tableStyles" Id="rId3"/><Relationship Target="slides/slide5.xml" Type="http://schemas.openxmlformats.org/officeDocument/2006/relationships/slide" Id="rId11"/><Relationship Target="slides/slide3.xml" Type="http://schemas.openxmlformats.org/officeDocument/2006/relationships/slide" Id="rId9"/><Relationship Target="notesMasters/notesMaster1.xml" Type="http://schemas.openxmlformats.org/officeDocument/2006/relationships/notesMaster" Id="rId6"/><Relationship Target="slideMasters/slideMaster2.xml" Type="http://schemas.openxmlformats.org/officeDocument/2006/relationships/slideMaster" Id="rId5"/><Relationship Target="slides/slide2.xml" Type="http://schemas.openxmlformats.org/officeDocument/2006/relationships/slide" Id="rId8"/><Relationship Target="slides/slide1.xml" Type="http://schemas.openxmlformats.org/officeDocument/2006/relationships/slide" Id="rId7"/></Relationships>
</file>

<file path=ppt/notesMasters/_rels/notesMaster1.xml.rels><?xml version="1.0" encoding="UTF-8" standalone="yes"?><Relationships xmlns="http://schemas.openxmlformats.org/package/2006/relationships"><Relationship Target="../theme/theme3.xml" Type="http://schemas.openxmlformats.org/officeDocument/2006/relationships/theme" Id="rId1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000000"/>
        </a:solidFill>
      </p:bgPr>
    </p:bg>
    <p:spTree>
      <p:nvGrpSpPr>
        <p:cNvPr id="1" name="Shape 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Shape 2"/>
          <p:cNvSpPr txBox="1"/>
          <p:nvPr>
            <p:ph idx="2" type="hdr"/>
          </p:nvPr>
        </p:nvSpPr>
        <p:spPr>
          <a:xfrm>
            <a:off y="0" x="0"/>
            <a:ext cy="460374" cx="2992437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/>
        </p:txBody>
      </p:sp>
      <p:sp>
        <p:nvSpPr>
          <p:cNvPr id="3" name="Shape 3"/>
          <p:cNvSpPr txBox="1"/>
          <p:nvPr>
            <p:ph idx="10" type="dt"/>
          </p:nvPr>
        </p:nvSpPr>
        <p:spPr>
          <a:xfrm>
            <a:off y="0" x="3911600"/>
            <a:ext cy="460374" cx="2992437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/>
        </p:txBody>
      </p:sp>
      <p:sp>
        <p:nvSpPr>
          <p:cNvPr id="4" name="Shape 4"/>
          <p:cNvSpPr/>
          <p:nvPr>
            <p:ph idx="3" type="sldImg"/>
          </p:nvPr>
        </p:nvSpPr>
        <p:spPr>
          <a:xfrm>
            <a:off y="692150" x="1147762"/>
            <a:ext cy="3457574" cx="46101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  <a:noFill/>
          <a:ln w="9525" cap="rnd">
            <a:solidFill>
              <a:srgbClr val="000000"/>
            </a:solidFill>
            <a:prstDash val="solid"/>
            <a:miter/>
            <a:headEnd w="med" len="med" type="none"/>
            <a:tailEnd w="med" len="med" type="none"/>
          </a:ln>
        </p:spPr>
      </p:sp>
      <p:sp>
        <p:nvSpPr>
          <p:cNvPr id="5" name="Shape 5"/>
          <p:cNvSpPr txBox="1"/>
          <p:nvPr>
            <p:ph idx="1" type="body"/>
          </p:nvPr>
        </p:nvSpPr>
        <p:spPr>
          <a:xfrm>
            <a:off y="4379912" x="920750"/>
            <a:ext cy="4148137" cx="5062536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/>
        </p:txBody>
      </p:sp>
      <p:sp>
        <p:nvSpPr>
          <p:cNvPr id="6" name="Shape 6"/>
          <p:cNvSpPr txBox="1"/>
          <p:nvPr>
            <p:ph idx="11" type="ftr"/>
          </p:nvPr>
        </p:nvSpPr>
        <p:spPr>
          <a:xfrm>
            <a:off y="8759825" x="0"/>
            <a:ext cy="460374" cx="2992437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/>
        </p:txBody>
      </p:sp>
      <p:sp>
        <p:nvSpPr>
          <p:cNvPr id="7" name="Shape 7"/>
          <p:cNvSpPr txBox="1"/>
          <p:nvPr>
            <p:ph idx="12" type="sldNum"/>
          </p:nvPr>
        </p:nvSpPr>
        <p:spPr>
          <a:xfrm>
            <a:off y="8759825" x="3911600"/>
            <a:ext cy="460374" cx="2992437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r" rtl="0" marR="0" indent="0" marL="0"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</p:notesMaster>
</file>

<file path=ppt/notesSlides/_rels/notesSlide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65" name="Shape 6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6" name="Shape 66"/>
          <p:cNvSpPr txBox="1"/>
          <p:nvPr>
            <p:ph idx="1" type="body"/>
          </p:nvPr>
        </p:nvSpPr>
        <p:spPr>
          <a:xfrm>
            <a:off y="4379912" x="920750"/>
            <a:ext cy="4148137" cx="5062536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67" name="Shape 67"/>
          <p:cNvSpPr/>
          <p:nvPr>
            <p:ph idx="2" type="sldImg"/>
          </p:nvPr>
        </p:nvSpPr>
        <p:spPr>
          <a:xfrm>
            <a:off y="692150" x="1147762"/>
            <a:ext cy="3457574" cx="46101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72" name="Shape 7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3" name="Shape 73"/>
          <p:cNvSpPr txBox="1"/>
          <p:nvPr>
            <p:ph idx="1" type="body"/>
          </p:nvPr>
        </p:nvSpPr>
        <p:spPr>
          <a:xfrm>
            <a:off y="4379912" x="920750"/>
            <a:ext cy="4148137" cx="5062536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/>
        </p:txBody>
      </p:sp>
      <p:sp>
        <p:nvSpPr>
          <p:cNvPr id="74" name="Shape 74"/>
          <p:cNvSpPr/>
          <p:nvPr>
            <p:ph idx="2" type="sldImg"/>
          </p:nvPr>
        </p:nvSpPr>
        <p:spPr>
          <a:xfrm>
            <a:off y="692150" x="1147762"/>
            <a:ext cy="3457574" cx="46101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78" name="Shape 7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9" name="Shape 79"/>
          <p:cNvSpPr/>
          <p:nvPr>
            <p:ph idx="2" type="sldImg"/>
          </p:nvPr>
        </p:nvSpPr>
        <p:spPr>
          <a:xfrm>
            <a:off y="692150" x="1147762"/>
            <a:ext cy="3457500" cx="46101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80" name="Shape 80"/>
          <p:cNvSpPr txBox="1"/>
          <p:nvPr>
            <p:ph idx="1" type="body"/>
          </p:nvPr>
        </p:nvSpPr>
        <p:spPr>
          <a:xfrm>
            <a:off y="4379912" x="920750"/>
            <a:ext cy="4148099" cx="50625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84" name="Shape 8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5" name="Shape 85"/>
          <p:cNvSpPr/>
          <p:nvPr>
            <p:ph idx="2" type="sldImg"/>
          </p:nvPr>
        </p:nvSpPr>
        <p:spPr>
          <a:xfrm>
            <a:off y="692150" x="1147762"/>
            <a:ext cy="3457500" cx="46101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86" name="Shape 86"/>
          <p:cNvSpPr txBox="1"/>
          <p:nvPr>
            <p:ph idx="1" type="body"/>
          </p:nvPr>
        </p:nvSpPr>
        <p:spPr>
          <a:xfrm>
            <a:off y="4379912" x="920750"/>
            <a:ext cy="4148099" cx="50625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0" name="Shape 9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1" name="Shape 91"/>
          <p:cNvSpPr/>
          <p:nvPr>
            <p:ph idx="2" type="sldImg"/>
          </p:nvPr>
        </p:nvSpPr>
        <p:spPr>
          <a:xfrm>
            <a:off y="692150" x="1147762"/>
            <a:ext cy="3457500" cx="46101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92" name="Shape 92"/>
          <p:cNvSpPr txBox="1"/>
          <p:nvPr>
            <p:ph idx="1" type="body"/>
          </p:nvPr>
        </p:nvSpPr>
        <p:spPr>
          <a:xfrm>
            <a:off y="4379912" x="920750"/>
            <a:ext cy="4148099" cx="50625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7" name="Shape 9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8" name="Shape 98"/>
          <p:cNvSpPr/>
          <p:nvPr>
            <p:ph idx="2" type="sldImg"/>
          </p:nvPr>
        </p:nvSpPr>
        <p:spPr>
          <a:xfrm>
            <a:off y="692150" x="1147762"/>
            <a:ext cy="3457500" cx="46101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y="4379912" x="920750"/>
            <a:ext cy="4148099" cx="50625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3" name="Shape 10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4" name="Shape 104"/>
          <p:cNvSpPr/>
          <p:nvPr>
            <p:ph idx="2" type="sldImg"/>
          </p:nvPr>
        </p:nvSpPr>
        <p:spPr>
          <a:xfrm>
            <a:off y="692150" x="1147762"/>
            <a:ext cy="3457500" cx="46101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05" name="Shape 105"/>
          <p:cNvSpPr txBox="1"/>
          <p:nvPr>
            <p:ph idx="1" type="body"/>
          </p:nvPr>
        </p:nvSpPr>
        <p:spPr>
          <a:xfrm>
            <a:off y="4379912" x="920750"/>
            <a:ext cy="4148099" cx="50625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9" name="Shape 10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0" name="Shape 110"/>
          <p:cNvSpPr/>
          <p:nvPr>
            <p:ph idx="2" type="sldImg"/>
          </p:nvPr>
        </p:nvSpPr>
        <p:spPr>
          <a:xfrm>
            <a:off y="692150" x="1147762"/>
            <a:ext cy="3457500" cx="46101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11" name="Shape 111"/>
          <p:cNvSpPr txBox="1"/>
          <p:nvPr>
            <p:ph idx="1" type="body"/>
          </p:nvPr>
        </p:nvSpPr>
        <p:spPr>
          <a:xfrm>
            <a:off y="4379912" x="920750"/>
            <a:ext cy="4148099" cx="50625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15" name="Shape 11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6" name="Shape 116"/>
          <p:cNvSpPr/>
          <p:nvPr>
            <p:ph idx="2" type="sldImg"/>
          </p:nvPr>
        </p:nvSpPr>
        <p:spPr>
          <a:xfrm>
            <a:off y="692150" x="1147762"/>
            <a:ext cy="3457500" cx="46101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17" name="Shape 117"/>
          <p:cNvSpPr txBox="1"/>
          <p:nvPr>
            <p:ph idx="1" type="body"/>
          </p:nvPr>
        </p:nvSpPr>
        <p:spPr>
          <a:xfrm>
            <a:off y="4379912" x="920750"/>
            <a:ext cy="4148099" cx="50625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buNone/>
            </a:pPr>
            <a:r>
              <a:rPr lang="en-US"/>
              <a:t>Carl Reed : SWG question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21" name="Shape 12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2" name="Shape 122"/>
          <p:cNvSpPr/>
          <p:nvPr>
            <p:ph idx="2" type="sldImg"/>
          </p:nvPr>
        </p:nvSpPr>
        <p:spPr>
          <a:xfrm>
            <a:off y="692150" x="1147762"/>
            <a:ext cy="3457500" cx="46101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23" name="Shape 123"/>
          <p:cNvSpPr txBox="1"/>
          <p:nvPr>
            <p:ph idx="1" type="body"/>
          </p:nvPr>
        </p:nvSpPr>
        <p:spPr>
          <a:xfrm>
            <a:off y="4379912" x="920750"/>
            <a:ext cy="4148099" cx="50625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27" name="Shape 12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8" name="Shape 128"/>
          <p:cNvSpPr/>
          <p:nvPr>
            <p:ph idx="2" type="sldImg"/>
          </p:nvPr>
        </p:nvSpPr>
        <p:spPr>
          <a:xfrm>
            <a:off y="692150" x="1147762"/>
            <a:ext cy="3457500" cx="4610100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29" name="Shape 129"/>
          <p:cNvSpPr txBox="1"/>
          <p:nvPr>
            <p:ph idx="1" type="body"/>
          </p:nvPr>
        </p:nvSpPr>
        <p:spPr>
          <a:xfrm>
            <a:off y="4379912" x="920750"/>
            <a:ext cy="4148099" cx="50625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2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3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4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5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6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7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8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9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10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11.xml.rels><?xml version="1.0" encoding="UTF-8" standalone="yes"?><Relationships xmlns="http://schemas.openxmlformats.org/package/2006/relationships"><Relationship Target="../slideMasters/slideMaster2.xml" Type="http://schemas.openxmlformats.org/officeDocument/2006/relationships/slideMaster" Id="rId1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itleAndTx">
  <p:cSld name="Vertical Title and Text">
    <p:spTree>
      <p:nvGrpSpPr>
        <p:cNvPr id="16" name="Shape 1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 rot="5400000">
            <a:off y="2068512" x="4813300"/>
            <a:ext cy="2170112" cx="6034087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algn="ctr" rt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algn="ctr" rtl="0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algn="ctr" rtl="0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algn="ctr" rtl="0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 rot="5400000">
            <a:off y="-26987" x="395287"/>
            <a:ext cy="6361113" cx="6034087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-80963" marL="233363">
              <a:spcBef>
                <a:spcPts val="48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•"/>
              <a:defRPr/>
            </a:lvl1pPr>
            <a:lvl2pPr algn="l" rtl="0" indent="-100012" marL="569913">
              <a:spcBef>
                <a:spcPts val="40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–"/>
              <a:defRPr/>
            </a:lvl2pPr>
            <a:lvl3pPr algn="l" rtl="0" indent="-125412" marL="912813">
              <a:spcBef>
                <a:spcPts val="36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•"/>
              <a:defRPr/>
            </a:lvl3pPr>
            <a:lvl4pPr algn="l" rtl="0" indent="-138112" marL="12557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–"/>
              <a:defRPr/>
            </a:lvl4pPr>
            <a:lvl5pPr algn="l" rtl="0" indent="-138112" marL="15986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5pPr>
            <a:lvl6pPr algn="l" rtl="0" indent="-138113" marL="20558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6pPr>
            <a:lvl7pPr algn="l" rtl="0" indent="-138113" marL="25130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7pPr>
            <a:lvl8pPr algn="l" rtl="0" indent="-138113" marL="29702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8pPr>
            <a:lvl9pPr algn="l" rtl="0" indent="-138112" marL="34274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vertTx">
  <p:cSld name="Title and Vertical Text">
    <p:spTree>
      <p:nvGrpSpPr>
        <p:cNvPr id="19" name="Shape 1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" name="Shape 20"/>
          <p:cNvSpPr txBox="1"/>
          <p:nvPr>
            <p:ph type="title"/>
          </p:nvPr>
        </p:nvSpPr>
        <p:spPr>
          <a:xfrm>
            <a:off y="136525" x="231775"/>
            <a:ext cy="685799" cx="8683625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algn="ctr" rt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algn="ctr" rtl="0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algn="ctr" rtl="0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algn="ctr" rtl="0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21" name="Shape 21"/>
          <p:cNvSpPr txBox="1"/>
          <p:nvPr>
            <p:ph idx="1" type="body"/>
          </p:nvPr>
        </p:nvSpPr>
        <p:spPr>
          <a:xfrm rot="5400000">
            <a:off y="-504031" x="2129631"/>
            <a:ext cy="8458200" cx="4891087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-80963" marL="233363">
              <a:spcBef>
                <a:spcPts val="48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•"/>
              <a:defRPr/>
            </a:lvl1pPr>
            <a:lvl2pPr algn="l" rtl="0" indent="-100012" marL="569913">
              <a:spcBef>
                <a:spcPts val="40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–"/>
              <a:defRPr/>
            </a:lvl2pPr>
            <a:lvl3pPr algn="l" rtl="0" indent="-125412" marL="912813">
              <a:spcBef>
                <a:spcPts val="36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•"/>
              <a:defRPr/>
            </a:lvl3pPr>
            <a:lvl4pPr algn="l" rtl="0" indent="-138112" marL="12557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–"/>
              <a:defRPr/>
            </a:lvl4pPr>
            <a:lvl5pPr algn="l" rtl="0" indent="-138112" marL="15986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5pPr>
            <a:lvl6pPr algn="l" rtl="0" indent="-138113" marL="20558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6pPr>
            <a:lvl7pPr algn="l" rtl="0" indent="-138113" marL="25130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7pPr>
            <a:lvl8pPr algn="l" rtl="0" indent="-138113" marL="29702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8pPr>
            <a:lvl9pPr algn="l" rtl="0" indent="-138112" marL="34274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picTx">
  <p:cSld name="Picture with Caption">
    <p:spTree>
      <p:nvGrpSpPr>
        <p:cNvPr id="22" name="Shape 2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3" name="Shape 23"/>
          <p:cNvSpPr txBox="1"/>
          <p:nvPr>
            <p:ph type="title"/>
          </p:nvPr>
        </p:nvSpPr>
        <p:spPr>
          <a:xfrm>
            <a:off y="4800600" x="1792288"/>
            <a:ext cy="566737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  <p:sp>
        <p:nvSpPr>
          <p:cNvPr id="24" name="Shape 24"/>
          <p:cNvSpPr/>
          <p:nvPr>
            <p:ph idx="2" type="pic"/>
          </p:nvPr>
        </p:nvSpPr>
        <p:spPr>
          <a:xfrm>
            <a:off y="612775" x="1792288"/>
            <a:ext cy="4114800" cx="5486399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Shape 25"/>
          <p:cNvSpPr txBox="1"/>
          <p:nvPr>
            <p:ph idx="1" type="body"/>
          </p:nvPr>
        </p:nvSpPr>
        <p:spPr>
          <a:xfrm>
            <a:off y="5367337" x="1792288"/>
            <a:ext cy="804861" cx="5486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 indent="0" marL="0">
              <a:buFont typeface="Arial"/>
              <a:buNone/>
              <a:defRPr/>
            </a:lvl1pPr>
            <a:lvl2pPr rtl="0" indent="0" marL="457200">
              <a:buFont typeface="Arial"/>
              <a:buNone/>
              <a:defRPr/>
            </a:lvl2pPr>
            <a:lvl3pPr rtl="0" indent="0" marL="914400">
              <a:buFont typeface="Arial"/>
              <a:buNone/>
              <a:defRPr/>
            </a:lvl3pPr>
            <a:lvl4pPr rtl="0" indent="0" marL="1371600">
              <a:buFont typeface="Arial"/>
              <a:buNone/>
              <a:defRPr/>
            </a:lvl4pPr>
            <a:lvl5pPr rtl="0" indent="0" marL="1828800">
              <a:buFont typeface="Arial"/>
              <a:buNone/>
              <a:defRPr/>
            </a:lvl5pPr>
            <a:lvl6pPr rtl="0" indent="0" marL="2286000">
              <a:buFont typeface="Arial"/>
              <a:buNone/>
              <a:defRPr/>
            </a:lvl6pPr>
            <a:lvl7pPr rtl="0" indent="0" marL="2743200">
              <a:buFont typeface="Arial"/>
              <a:buNone/>
              <a:defRPr/>
            </a:lvl7pPr>
            <a:lvl8pPr rtl="0" indent="0" marL="3200400">
              <a:buFont typeface="Arial"/>
              <a:buNone/>
              <a:defRPr/>
            </a:lvl8pPr>
            <a:lvl9pPr rtl="0" indent="0" marL="3657600"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Tx">
  <p:cSld name="Content with Caption">
    <p:spTree>
      <p:nvGrpSpPr>
        <p:cNvPr id="26" name="Shape 2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" name="Shape 27"/>
          <p:cNvSpPr txBox="1"/>
          <p:nvPr>
            <p:ph type="title"/>
          </p:nvPr>
        </p:nvSpPr>
        <p:spPr>
          <a:xfrm>
            <a:off y="273050" x="457200"/>
            <a:ext cy="1162049" cx="3008313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algn="l"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  <p:sp>
        <p:nvSpPr>
          <p:cNvPr id="28" name="Shape 28"/>
          <p:cNvSpPr txBox="1"/>
          <p:nvPr>
            <p:ph idx="1" type="body"/>
          </p:nvPr>
        </p:nvSpPr>
        <p:spPr>
          <a:xfrm>
            <a:off y="273050" x="3575050"/>
            <a:ext cy="5853112" cx="511175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  <p:sp>
        <p:nvSpPr>
          <p:cNvPr id="29" name="Shape 29"/>
          <p:cNvSpPr txBox="1"/>
          <p:nvPr>
            <p:ph idx="2" type="body"/>
          </p:nvPr>
        </p:nvSpPr>
        <p:spPr>
          <a:xfrm>
            <a:off y="1435100" x="457200"/>
            <a:ext cy="4691063" cx="3008313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 indent="0" marL="0">
              <a:buFont typeface="Arial"/>
              <a:buNone/>
              <a:defRPr/>
            </a:lvl1pPr>
            <a:lvl2pPr rtl="0" indent="0" marL="457200">
              <a:buFont typeface="Arial"/>
              <a:buNone/>
              <a:defRPr/>
            </a:lvl2pPr>
            <a:lvl3pPr rtl="0" indent="0" marL="914400">
              <a:buFont typeface="Arial"/>
              <a:buNone/>
              <a:defRPr/>
            </a:lvl3pPr>
            <a:lvl4pPr rtl="0" indent="0" marL="1371600">
              <a:buFont typeface="Arial"/>
              <a:buNone/>
              <a:defRPr/>
            </a:lvl4pPr>
            <a:lvl5pPr rtl="0" indent="0" marL="1828800">
              <a:buFont typeface="Arial"/>
              <a:buNone/>
              <a:defRPr/>
            </a:lvl5pPr>
            <a:lvl6pPr rtl="0" indent="0" marL="2286000">
              <a:buFont typeface="Arial"/>
              <a:buNone/>
              <a:defRPr/>
            </a:lvl6pPr>
            <a:lvl7pPr rtl="0" indent="0" marL="2743200">
              <a:buFont typeface="Arial"/>
              <a:buNone/>
              <a:defRPr/>
            </a:lvl7pPr>
            <a:lvl8pPr rtl="0" indent="0" marL="3200400">
              <a:buFont typeface="Arial"/>
              <a:buNone/>
              <a:defRPr/>
            </a:lvl8pPr>
            <a:lvl9pPr rtl="0" indent="0" marL="3657600"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30" name="Shape 30"/>
        <p:cNvGrpSpPr/>
        <p:nvPr/>
      </p:nvGrpSpPr>
      <p:grpSpPr>
        <a:xfrm>
          <a:off y="0" x="0"/>
          <a:ext cy="0" cx="0"/>
          <a:chOff y="0" x="0"/>
          <a:chExt cy="0" cx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31" name="Shape 3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" name="Shape 32"/>
          <p:cNvSpPr txBox="1"/>
          <p:nvPr>
            <p:ph type="title"/>
          </p:nvPr>
        </p:nvSpPr>
        <p:spPr>
          <a:xfrm>
            <a:off y="136525" x="231775"/>
            <a:ext cy="685799" cx="8683625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algn="ctr" rt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algn="ctr" rtl="0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algn="ctr" rtl="0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algn="ctr" rtl="0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TxTwoObj">
  <p:cSld name="Comparison">
    <p:spTree>
      <p:nvGrpSpPr>
        <p:cNvPr id="33" name="Shape 3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4" name="Shape 34"/>
          <p:cNvSpPr txBox="1"/>
          <p:nvPr>
            <p:ph type="title"/>
          </p:nvPr>
        </p:nvSpPr>
        <p:spPr>
          <a:xfrm>
            <a:off y="274637" x="457200"/>
            <a:ext cy="1143000" cx="8229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  <p:sp>
        <p:nvSpPr>
          <p:cNvPr id="35" name="Shape 35"/>
          <p:cNvSpPr txBox="1"/>
          <p:nvPr>
            <p:ph idx="1" type="body"/>
          </p:nvPr>
        </p:nvSpPr>
        <p:spPr>
          <a:xfrm>
            <a:off y="1535112" x="457200"/>
            <a:ext cy="639762" cx="4040187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 indent="0" marL="0">
              <a:buFont typeface="Arial"/>
              <a:buNone/>
              <a:defRPr/>
            </a:lvl1pPr>
            <a:lvl2pPr rtl="0" indent="0" marL="457200">
              <a:buFont typeface="Arial"/>
              <a:buNone/>
              <a:defRPr/>
            </a:lvl2pPr>
            <a:lvl3pPr rtl="0" indent="0" marL="914400">
              <a:buFont typeface="Arial"/>
              <a:buNone/>
              <a:defRPr/>
            </a:lvl3pPr>
            <a:lvl4pPr rtl="0" indent="0" marL="1371600">
              <a:buFont typeface="Arial"/>
              <a:buNone/>
              <a:defRPr/>
            </a:lvl4pPr>
            <a:lvl5pPr rtl="0" indent="0" marL="1828800">
              <a:buFont typeface="Arial"/>
              <a:buNone/>
              <a:defRPr/>
            </a:lvl5pPr>
            <a:lvl6pPr rtl="0" indent="0" marL="2286000">
              <a:buFont typeface="Arial"/>
              <a:buNone/>
              <a:defRPr/>
            </a:lvl6pPr>
            <a:lvl7pPr rtl="0" indent="0" marL="2743200">
              <a:buFont typeface="Arial"/>
              <a:buNone/>
              <a:defRPr/>
            </a:lvl7pPr>
            <a:lvl8pPr rtl="0" indent="0" marL="3200400">
              <a:buFont typeface="Arial"/>
              <a:buNone/>
              <a:defRPr/>
            </a:lvl8pPr>
            <a:lvl9pPr rtl="0" indent="0" marL="3657600">
              <a:buFont typeface="Arial"/>
              <a:buNone/>
              <a:defRPr/>
            </a:lvl9pPr>
          </a:lstStyle>
          <a:p/>
        </p:txBody>
      </p:sp>
      <p:sp>
        <p:nvSpPr>
          <p:cNvPr id="36" name="Shape 36"/>
          <p:cNvSpPr txBox="1"/>
          <p:nvPr>
            <p:ph idx="2" type="body"/>
          </p:nvPr>
        </p:nvSpPr>
        <p:spPr>
          <a:xfrm>
            <a:off y="2174875" x="457200"/>
            <a:ext cy="3951287" cx="4040187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  <p:sp>
        <p:nvSpPr>
          <p:cNvPr id="37" name="Shape 37"/>
          <p:cNvSpPr txBox="1"/>
          <p:nvPr>
            <p:ph idx="3" type="body"/>
          </p:nvPr>
        </p:nvSpPr>
        <p:spPr>
          <a:xfrm>
            <a:off y="1535112" x="4645025"/>
            <a:ext cy="639762" cx="4041774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 indent="0" marL="0">
              <a:buFont typeface="Arial"/>
              <a:buNone/>
              <a:defRPr/>
            </a:lvl1pPr>
            <a:lvl2pPr rtl="0" indent="0" marL="457200">
              <a:buFont typeface="Arial"/>
              <a:buNone/>
              <a:defRPr/>
            </a:lvl2pPr>
            <a:lvl3pPr rtl="0" indent="0" marL="914400">
              <a:buFont typeface="Arial"/>
              <a:buNone/>
              <a:defRPr/>
            </a:lvl3pPr>
            <a:lvl4pPr rtl="0" indent="0" marL="1371600">
              <a:buFont typeface="Arial"/>
              <a:buNone/>
              <a:defRPr/>
            </a:lvl4pPr>
            <a:lvl5pPr rtl="0" indent="0" marL="1828800">
              <a:buFont typeface="Arial"/>
              <a:buNone/>
              <a:defRPr/>
            </a:lvl5pPr>
            <a:lvl6pPr rtl="0" indent="0" marL="2286000">
              <a:buFont typeface="Arial"/>
              <a:buNone/>
              <a:defRPr/>
            </a:lvl6pPr>
            <a:lvl7pPr rtl="0" indent="0" marL="2743200">
              <a:buFont typeface="Arial"/>
              <a:buNone/>
              <a:defRPr/>
            </a:lvl7pPr>
            <a:lvl8pPr rtl="0" indent="0" marL="3200400">
              <a:buFont typeface="Arial"/>
              <a:buNone/>
              <a:defRPr/>
            </a:lvl8pPr>
            <a:lvl9pPr rtl="0" indent="0" marL="3657600">
              <a:buFont typeface="Arial"/>
              <a:buNone/>
              <a:defRPr/>
            </a:lvl9pPr>
          </a:lstStyle>
          <a:p/>
        </p:txBody>
      </p:sp>
      <p:sp>
        <p:nvSpPr>
          <p:cNvPr id="38" name="Shape 38"/>
          <p:cNvSpPr txBox="1"/>
          <p:nvPr>
            <p:ph idx="4" type="body"/>
          </p:nvPr>
        </p:nvSpPr>
        <p:spPr>
          <a:xfrm>
            <a:off y="2174875" x="4645025"/>
            <a:ext cy="3951287" cx="4041774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Obj">
  <p:cSld name="Two Content">
    <p:spTree>
      <p:nvGrpSpPr>
        <p:cNvPr id="39" name="Shape 3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0" name="Shape 40"/>
          <p:cNvSpPr txBox="1"/>
          <p:nvPr>
            <p:ph type="title"/>
          </p:nvPr>
        </p:nvSpPr>
        <p:spPr>
          <a:xfrm>
            <a:off y="136525" x="231775"/>
            <a:ext cy="685799" cx="8683625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algn="ctr" rt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algn="ctr" rtl="0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algn="ctr" rtl="0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algn="ctr" rtl="0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41" name="Shape 41"/>
          <p:cNvSpPr txBox="1"/>
          <p:nvPr>
            <p:ph idx="1" type="body"/>
          </p:nvPr>
        </p:nvSpPr>
        <p:spPr>
          <a:xfrm>
            <a:off y="1279525" x="346075"/>
            <a:ext cy="4891087" cx="41528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  <p:sp>
        <p:nvSpPr>
          <p:cNvPr id="42" name="Shape 42"/>
          <p:cNvSpPr txBox="1"/>
          <p:nvPr>
            <p:ph idx="2" type="body"/>
          </p:nvPr>
        </p:nvSpPr>
        <p:spPr>
          <a:xfrm>
            <a:off y="1279525" x="4651375"/>
            <a:ext cy="4891087" cx="41528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43" name="Shape 4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4" name="Shape 44"/>
          <p:cNvSpPr txBox="1"/>
          <p:nvPr>
            <p:ph type="title"/>
          </p:nvPr>
        </p:nvSpPr>
        <p:spPr>
          <a:xfrm>
            <a:off y="4406900" x="722312"/>
            <a:ext cy="1362075" cx="77724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  <a:lvl6pPr rtl="0">
              <a:defRPr/>
            </a:lvl6pPr>
            <a:lvl7pPr rtl="0">
              <a:defRPr/>
            </a:lvl7pPr>
            <a:lvl8pPr rtl="0">
              <a:defRPr/>
            </a:lvl8pPr>
            <a:lvl9pPr rtl="0">
              <a:defRPr/>
            </a:lvl9pPr>
          </a:lstStyle>
          <a:p/>
        </p:txBody>
      </p:sp>
      <p:sp>
        <p:nvSpPr>
          <p:cNvPr id="45" name="Shape 45"/>
          <p:cNvSpPr txBox="1"/>
          <p:nvPr>
            <p:ph idx="1" type="body"/>
          </p:nvPr>
        </p:nvSpPr>
        <p:spPr>
          <a:xfrm>
            <a:off y="2906713" x="722312"/>
            <a:ext cy="1500187" cx="77724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b" anchorCtr="0"/>
          <a:lstStyle>
            <a:lvl1pPr rtl="0" indent="0" marL="0">
              <a:buFont typeface="Arial"/>
              <a:buNone/>
              <a:defRPr/>
            </a:lvl1pPr>
            <a:lvl2pPr rtl="0" indent="0" marL="457200">
              <a:buFont typeface="Arial"/>
              <a:buNone/>
              <a:defRPr/>
            </a:lvl2pPr>
            <a:lvl3pPr rtl="0" indent="0" marL="914400">
              <a:buFont typeface="Arial"/>
              <a:buNone/>
              <a:defRPr/>
            </a:lvl3pPr>
            <a:lvl4pPr rtl="0" indent="0" marL="1371600">
              <a:buFont typeface="Arial"/>
              <a:buNone/>
              <a:defRPr/>
            </a:lvl4pPr>
            <a:lvl5pPr rtl="0" indent="0" marL="1828800">
              <a:buFont typeface="Arial"/>
              <a:buNone/>
              <a:defRPr/>
            </a:lvl5pPr>
            <a:lvl6pPr rtl="0" indent="0" marL="2286000">
              <a:buFont typeface="Arial"/>
              <a:buNone/>
              <a:defRPr/>
            </a:lvl6pPr>
            <a:lvl7pPr rtl="0" indent="0" marL="2743200">
              <a:buFont typeface="Arial"/>
              <a:buNone/>
              <a:defRPr/>
            </a:lvl7pPr>
            <a:lvl8pPr rtl="0" indent="0" marL="3200400">
              <a:buFont typeface="Arial"/>
              <a:buNone/>
              <a:defRPr/>
            </a:lvl8pPr>
            <a:lvl9pPr rtl="0" indent="0" marL="3657600"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Title and Content">
    <p:spTree>
      <p:nvGrpSpPr>
        <p:cNvPr id="46" name="Shape 4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7" name="Shape 47"/>
          <p:cNvSpPr txBox="1"/>
          <p:nvPr>
            <p:ph type="title"/>
          </p:nvPr>
        </p:nvSpPr>
        <p:spPr>
          <a:xfrm>
            <a:off y="136525" x="231775"/>
            <a:ext cy="685799" cx="8683625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algn="ctr" rtl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algn="ctr" rtl="0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algn="ctr" rtl="0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algn="ctr" rtl="0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48" name="Shape 48"/>
          <p:cNvSpPr txBox="1"/>
          <p:nvPr>
            <p:ph idx="1" type="body"/>
          </p:nvPr>
        </p:nvSpPr>
        <p:spPr>
          <a:xfrm>
            <a:off y="1279525" x="346075"/>
            <a:ext cy="4891087" cx="84582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indent="-80963" marL="233363">
              <a:spcBef>
                <a:spcPts val="48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•"/>
              <a:defRPr/>
            </a:lvl1pPr>
            <a:lvl2pPr algn="l" rtl="0" indent="-100012" marL="569913">
              <a:spcBef>
                <a:spcPts val="40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–"/>
              <a:defRPr/>
            </a:lvl2pPr>
            <a:lvl3pPr algn="l" rtl="0" indent="-125412" marL="912813">
              <a:spcBef>
                <a:spcPts val="36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•"/>
              <a:defRPr/>
            </a:lvl3pPr>
            <a:lvl4pPr algn="l" rtl="0" indent="-138112" marL="12557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–"/>
              <a:defRPr/>
            </a:lvl4pPr>
            <a:lvl5pPr algn="l" rtl="0" indent="-138112" marL="15986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5pPr>
            <a:lvl6pPr algn="l" rtl="0" indent="-138113" marL="20558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6pPr>
            <a:lvl7pPr algn="l" rtl="0" indent="-138113" marL="25130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7pPr>
            <a:lvl8pPr algn="l" rtl="0" indent="-138113" marL="29702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8pPr>
            <a:lvl9pPr algn="l" rtl="0" indent="-138112" marL="34274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58" name="Shape 5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9" name="Shape 59"/>
          <p:cNvSpPr txBox="1"/>
          <p:nvPr>
            <p:ph type="ctrTitle"/>
          </p:nvPr>
        </p:nvSpPr>
        <p:spPr>
          <a:xfrm>
            <a:off y="3276600" x="762000"/>
            <a:ext cy="1143000" cx="77724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algn="ctr" rt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algn="ctr" rt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algn="ctr" rt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algn="ctr" rt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algn="ctr" rtl="0" marR="0" indent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algn="ctr" rtl="0" marR="0" indent="0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algn="ctr" rtl="0" marR="0" indent="0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algn="ctr" rtl="0" marR="0" indent="0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60" name="Shape 60"/>
          <p:cNvSpPr txBox="1"/>
          <p:nvPr>
            <p:ph idx="1" type="subTitle"/>
          </p:nvPr>
        </p:nvSpPr>
        <p:spPr>
          <a:xfrm>
            <a:off y="4572000" x="1447800"/>
            <a:ext cy="1371599" cx="64007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ctr" rtl="0" marR="0" indent="0" marL="0">
              <a:spcBef>
                <a:spcPts val="360"/>
              </a:spcBef>
              <a:spcAft>
                <a:spcPts val="0"/>
              </a:spcAft>
              <a:buClr>
                <a:srgbClr val="092E5C"/>
              </a:buClr>
              <a:buFont typeface="Arial"/>
              <a:buNone/>
              <a:defRPr/>
            </a:lvl1pPr>
            <a:lvl2pPr algn="l" rtl="0" marR="0" indent="-100012" marL="569913">
              <a:spcBef>
                <a:spcPts val="40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–"/>
              <a:defRPr/>
            </a:lvl2pPr>
            <a:lvl3pPr algn="l" rtl="0" marR="0" indent="-125412" marL="912813">
              <a:spcBef>
                <a:spcPts val="36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•"/>
              <a:defRPr/>
            </a:lvl3pPr>
            <a:lvl4pPr algn="l" rtl="0" marR="0" indent="-138112" marL="12557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–"/>
              <a:defRPr/>
            </a:lvl4pPr>
            <a:lvl5pPr algn="l" rtl="0" marR="0" indent="-138112" marL="15986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5pPr>
            <a:lvl6pPr algn="l" rtl="0" marR="0" indent="-138113" marL="20558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6pPr>
            <a:lvl7pPr algn="l" rtl="0" marR="0" indent="-138113" marL="25130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7pPr>
            <a:lvl8pPr algn="l" rtl="0" marR="0" indent="-138113" marL="29702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8pPr>
            <a:lvl9pPr algn="l" rtl="0" marR="0" indent="-138112" marL="34274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Target="../theme/theme4.xml" Type="http://schemas.openxmlformats.org/officeDocument/2006/relationships/theme" Id="rId12"/><Relationship Target="../slideLayouts/slideLayout1.xml" Type="http://schemas.openxmlformats.org/officeDocument/2006/relationships/slideLayout" Id="rId2"/><Relationship Target="../media/image04.png" Type="http://schemas.openxmlformats.org/officeDocument/2006/relationships/image" Id="rId1"/><Relationship Target="../slideLayouts/slideLayout9.xml" Type="http://schemas.openxmlformats.org/officeDocument/2006/relationships/slideLayout" Id="rId10"/><Relationship Target="../slideLayouts/slideLayout3.xml" Type="http://schemas.openxmlformats.org/officeDocument/2006/relationships/slideLayout" Id="rId4"/><Relationship Target="../slideLayouts/slideLayout10.xml" Type="http://schemas.openxmlformats.org/officeDocument/2006/relationships/slideLayout" Id="rId11"/><Relationship Target="../slideLayouts/slideLayout2.xml" Type="http://schemas.openxmlformats.org/officeDocument/2006/relationships/slideLayout" Id="rId3"/><Relationship Target="../slideLayouts/slideLayout8.xml" Type="http://schemas.openxmlformats.org/officeDocument/2006/relationships/slideLayout" Id="rId9"/><Relationship Target="../slideLayouts/slideLayout5.xml" Type="http://schemas.openxmlformats.org/officeDocument/2006/relationships/slideLayout" Id="rId6"/><Relationship Target="../slideLayouts/slideLayout4.xml" Type="http://schemas.openxmlformats.org/officeDocument/2006/relationships/slideLayout" Id="rId5"/><Relationship Target="../slideLayouts/slideLayout7.xml" Type="http://schemas.openxmlformats.org/officeDocument/2006/relationships/slideLayout" Id="rId8"/><Relationship Target="../slideLayouts/slideLayout6.xml" Type="http://schemas.openxmlformats.org/officeDocument/2006/relationships/slideLayout" Id="rId7"/></Relationships>
</file>

<file path=ppt/slideMasters/_rels/slideMaster2.xml.rels><?xml version="1.0" encoding="UTF-8" standalone="yes"?><Relationships xmlns="http://schemas.openxmlformats.org/package/2006/relationships"><Relationship Target="../media/image08.png" Type="http://schemas.openxmlformats.org/officeDocument/2006/relationships/image" Id="rId2"/><Relationship Target="../media/image05.png" Type="http://schemas.openxmlformats.org/officeDocument/2006/relationships/image" Id="rId1"/><Relationship Target="../slideLayouts/slideLayout11.xml" Type="http://schemas.openxmlformats.org/officeDocument/2006/relationships/slideLayout" Id="rId4"/><Relationship Target="../media/image00.png" Type="http://schemas.openxmlformats.org/officeDocument/2006/relationships/image" Id="rId3"/><Relationship Target="../theme/theme1.xml" Type="http://schemas.openxmlformats.org/officeDocument/2006/relationships/theme" Id="rId5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8" name="Shape 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9" name="Shape 9"/>
          <p:cNvPicPr preferRelativeResize="0"/>
          <p:nvPr/>
        </p:nvPicPr>
        <p:blipFill rotWithShape="1">
          <a:blip r:embed="rId1"/>
          <a:srcRect t="0" b="0" r="0" l="0"/>
          <a:stretch/>
        </p:blipFill>
        <p:spPr>
          <a:xfrm>
            <a:off y="776287" x="365125"/>
            <a:ext cy="490537" cx="845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hape 10"/>
          <p:cNvSpPr txBox="1"/>
          <p:nvPr>
            <p:ph type="title"/>
          </p:nvPr>
        </p:nvSpPr>
        <p:spPr>
          <a:xfrm>
            <a:off y="136525" x="231775"/>
            <a:ext cy="685799" cx="8683625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algn="ctr" rt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algn="ctr" rt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algn="ctr" rt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algn="ctr" rt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algn="ctr" rtl="0" marR="0" indent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algn="ctr" rtl="0" marR="0" indent="0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algn="ctr" rtl="0" marR="0" indent="0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algn="ctr" rtl="0" marR="0" indent="0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11" name="Shape 11"/>
          <p:cNvSpPr txBox="1"/>
          <p:nvPr>
            <p:ph idx="1" type="body"/>
          </p:nvPr>
        </p:nvSpPr>
        <p:spPr>
          <a:xfrm>
            <a:off y="1279525" x="346075"/>
            <a:ext cy="4891087" cx="84582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marR="0" indent="-80963" marL="233363">
              <a:spcBef>
                <a:spcPts val="48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•"/>
              <a:defRPr/>
            </a:lvl1pPr>
            <a:lvl2pPr algn="l" rtl="0" marR="0" indent="-100012" marL="569913">
              <a:spcBef>
                <a:spcPts val="40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–"/>
              <a:defRPr/>
            </a:lvl2pPr>
            <a:lvl3pPr algn="l" rtl="0" marR="0" indent="-125412" marL="912813">
              <a:spcBef>
                <a:spcPts val="36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•"/>
              <a:defRPr/>
            </a:lvl3pPr>
            <a:lvl4pPr algn="l" rtl="0" marR="0" indent="-138112" marL="12557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–"/>
              <a:defRPr/>
            </a:lvl4pPr>
            <a:lvl5pPr algn="l" rtl="0" marR="0" indent="-138112" marL="15986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5pPr>
            <a:lvl6pPr algn="l" rtl="0" marR="0" indent="-138113" marL="20558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6pPr>
            <a:lvl7pPr algn="l" rtl="0" marR="0" indent="-138113" marL="25130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7pPr>
            <a:lvl8pPr algn="l" rtl="0" marR="0" indent="-138113" marL="29702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8pPr>
            <a:lvl9pPr algn="l" rtl="0" marR="0" indent="-138112" marL="34274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9pPr>
          </a:lstStyle>
          <a:p/>
        </p:txBody>
      </p:sp>
      <p:sp>
        <p:nvSpPr>
          <p:cNvPr id="12" name="Shape 12"/>
          <p:cNvSpPr txBox="1"/>
          <p:nvPr>
            <p:ph idx="11" type="ftr"/>
          </p:nvPr>
        </p:nvSpPr>
        <p:spPr>
          <a:xfrm>
            <a:off y="6553200" x="2973386"/>
            <a:ext cy="228600" cx="32003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ctr" rtl="0" marR="0" indent="0" marL="0">
              <a:defRPr/>
            </a:lvl1pPr>
            <a:lvl2pPr algn="l" rtl="0" marR="0" indent="0" marL="457200">
              <a:defRPr/>
            </a:lvl2pPr>
            <a:lvl3pPr algn="l" rtl="0" marR="0" indent="0" marL="914400">
              <a:defRPr/>
            </a:lvl3pPr>
            <a:lvl4pPr algn="l" rtl="0" marR="0" indent="0" marL="1371600">
              <a:defRPr/>
            </a:lvl4pPr>
            <a:lvl5pPr algn="l" rtl="0" marR="0" indent="0" marL="1828800">
              <a:defRPr/>
            </a:lvl5pPr>
            <a:lvl6pPr algn="l" rtl="0" marR="0" indent="0" marL="2286000">
              <a:defRPr/>
            </a:lvl6pPr>
            <a:lvl7pPr algn="l" rtl="0" marR="0" indent="0" marL="2743200">
              <a:defRPr/>
            </a:lvl7pPr>
            <a:lvl8pPr algn="l" rtl="0" marR="0" indent="0" marL="3200400">
              <a:defRPr/>
            </a:lvl8pPr>
            <a:lvl9pPr algn="l" rtl="0" marR="0" indent="0" marL="3657600">
              <a:defRPr/>
            </a:lvl9pPr>
          </a:lstStyle>
          <a:p/>
        </p:txBody>
      </p:sp>
      <p:sp>
        <p:nvSpPr>
          <p:cNvPr id="13" name="Shape 13"/>
          <p:cNvSpPr txBox="1"/>
          <p:nvPr>
            <p:ph idx="12" type="sldNum"/>
          </p:nvPr>
        </p:nvSpPr>
        <p:spPr>
          <a:xfrm>
            <a:off y="6553200" x="6896100"/>
            <a:ext cy="228600" cx="1904999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r" rtl="0" marR="0" indent="0" marL="0">
              <a:defRPr/>
            </a:lvl1pPr>
            <a:lvl2pPr algn="l" rtl="0" marR="0" indent="0" marL="457200">
              <a:defRPr/>
            </a:lvl2pPr>
            <a:lvl3pPr algn="l" rtl="0" marR="0" indent="0" marL="914400">
              <a:defRPr/>
            </a:lvl3pPr>
            <a:lvl4pPr algn="l" rtl="0" marR="0" indent="0" marL="1371600">
              <a:defRPr/>
            </a:lvl4pPr>
            <a:lvl5pPr algn="l" rtl="0" marR="0" indent="0" marL="1828800">
              <a:defRPr/>
            </a:lvl5pPr>
            <a:lvl6pPr algn="l" rtl="0" marR="0" indent="0" marL="2286000">
              <a:defRPr/>
            </a:lvl6pPr>
            <a:lvl7pPr algn="l" rtl="0" marR="0" indent="0" marL="2743200">
              <a:defRPr/>
            </a:lvl7pPr>
            <a:lvl8pPr algn="l" rtl="0" marR="0" indent="0" marL="3200400">
              <a:defRPr/>
            </a:lvl8pPr>
            <a:lvl9pPr algn="l" rtl="0" marR="0" indent="0" marL="3657600">
              <a:defRPr/>
            </a:lvl9pPr>
          </a:lstStyle>
          <a:p/>
        </p:txBody>
      </p:sp>
      <p:sp>
        <p:nvSpPr>
          <p:cNvPr id="14" name="Shape 14"/>
          <p:cNvSpPr txBox="1"/>
          <p:nvPr/>
        </p:nvSpPr>
        <p:spPr>
          <a:xfrm>
            <a:off y="6219825" x="333375"/>
            <a:ext cy="609599" cx="1157287"/>
          </a:xfrm>
          <a:prstGeom prst="rect">
            <a:avLst/>
          </a:prstGeom>
          <a:noFill/>
          <a:ln>
            <a:noFill/>
          </a:ln>
        </p:spPr>
        <p:txBody>
          <a:bodyPr bIns="0" rIns="0" lIns="0" tIns="0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Times New Roman"/>
              <a:buNone/>
            </a:pPr>
            <a:r>
              <a:rPr strike="noStrike" u="none" b="1" cap="none" baseline="0" sz="4000" lang="en-US" i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OGC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y="6270625" x="1498600"/>
            <a:ext cy="244474" cx="93662"/>
          </a:xfrm>
          <a:prstGeom prst="rect">
            <a:avLst/>
          </a:prstGeom>
          <a:noFill/>
          <a:ln>
            <a:noFill/>
          </a:ln>
        </p:spPr>
        <p:txBody>
          <a:bodyPr bIns="45700" rIns="0" lIns="0" tIns="45700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5000"/>
              <a:buFont typeface="Arial"/>
              <a:buNone/>
            </a:pPr>
            <a:r>
              <a:rPr strike="noStrike" u="none" b="1" cap="none" baseline="0" sz="1000" lang="en-US" i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®</a:t>
            </a:r>
          </a:p>
        </p:txBody>
      </p: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0" name="Shape 50"/>
          <p:cNvSpPr txBox="1"/>
          <p:nvPr/>
        </p:nvSpPr>
        <p:spPr>
          <a:xfrm>
            <a:off y="214312" x="8739186"/>
            <a:ext cy="214312" cx="74611"/>
          </a:xfrm>
          <a:prstGeom prst="rect">
            <a:avLst/>
          </a:prstGeom>
          <a:noFill/>
          <a:ln>
            <a:noFill/>
          </a:ln>
        </p:spPr>
        <p:txBody>
          <a:bodyPr bIns="45700" rIns="0" lIns="0" tIns="45700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25000"/>
              <a:buFont typeface="Arial"/>
              <a:buNone/>
            </a:pPr>
            <a:r>
              <a:rPr strike="noStrike" u="none" b="1" cap="none" baseline="0" sz="800" lang="en-US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®</a:t>
            </a:r>
          </a:p>
        </p:txBody>
      </p:sp>
      <p:pic>
        <p:nvPicPr>
          <p:cNvPr id="51" name="Shape 51"/>
          <p:cNvPicPr preferRelativeResize="0"/>
          <p:nvPr/>
        </p:nvPicPr>
        <p:blipFill rotWithShape="1">
          <a:blip r:embed="rId1"/>
          <a:srcRect t="0" b="0" r="0" l="0"/>
          <a:stretch/>
        </p:blipFill>
        <p:spPr>
          <a:xfrm>
            <a:off y="0" x="0"/>
            <a:ext cy="2247900" cx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Shape 52"/>
          <p:cNvPicPr preferRelativeResize="0"/>
          <p:nvPr/>
        </p:nvPicPr>
        <p:blipFill rotWithShape="1">
          <a:blip r:embed="rId2"/>
          <a:srcRect t="0" b="0" r="0" l="0"/>
          <a:stretch/>
        </p:blipFill>
        <p:spPr>
          <a:xfrm>
            <a:off y="6096000" x="381000"/>
            <a:ext cy="609599" cx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Shape 53"/>
          <p:cNvSpPr txBox="1"/>
          <p:nvPr/>
        </p:nvSpPr>
        <p:spPr>
          <a:xfrm>
            <a:off y="2006600" x="4144962"/>
            <a:ext cy="246062" cx="854074"/>
          </a:xfrm>
          <a:prstGeom prst="rect">
            <a:avLst/>
          </a:prstGeom>
          <a:noFill/>
          <a:ln>
            <a:noFill/>
          </a:ln>
        </p:spPr>
        <p:txBody>
          <a:bodyPr bIns="45700" rIns="0" lIns="0" tIns="45700" anchor="t" anchorCtr="0">
            <a:noAutofit/>
          </a:bodyPr>
          <a:lstStyle/>
          <a:p>
            <a:pPr algn="ctr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strike="noStrike" u="none" b="1" cap="none" baseline="0" sz="1000" lang="en-US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Sponsored by</a:t>
            </a:r>
          </a:p>
        </p:txBody>
      </p:sp>
      <p:pic>
        <p:nvPicPr>
          <p:cNvPr id="54" name="Shape 54"/>
          <p:cNvPicPr preferRelativeResize="0"/>
          <p:nvPr/>
        </p:nvPicPr>
        <p:blipFill rotWithShape="1">
          <a:blip r:embed="rId3"/>
          <a:srcRect t="0" b="0" r="0" l="0"/>
          <a:stretch/>
        </p:blipFill>
        <p:spPr>
          <a:xfrm>
            <a:off y="2247900" x="3738562"/>
            <a:ext cy="571500" cx="1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Shape 55"/>
          <p:cNvSpPr txBox="1"/>
          <p:nvPr>
            <p:ph type="title"/>
          </p:nvPr>
        </p:nvSpPr>
        <p:spPr>
          <a:xfrm>
            <a:off y="136525" x="231775"/>
            <a:ext cy="685799" cx="8683625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ctr" anchorCtr="0"/>
          <a:lstStyle>
            <a:lvl1pPr algn="ctr" rt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1pPr>
            <a:lvl2pPr algn="ctr" rt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algn="ctr" rt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3pPr>
            <a:lvl4pPr algn="ctr" rt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4pPr>
            <a:lvl5pPr algn="ctr" rt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5pPr>
            <a:lvl6pPr algn="ctr" rtl="0" marR="0" indent="0" marL="4572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6pPr>
            <a:lvl7pPr algn="ctr" rtl="0" marR="0" indent="0" marL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7pPr>
            <a:lvl8pPr algn="ctr" rtl="0" marR="0" indent="0" marL="13716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8pPr>
            <a:lvl9pPr algn="ctr" rtl="0" marR="0" indent="0" marL="18288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lvl9pPr>
          </a:lstStyle>
          <a:p/>
        </p:txBody>
      </p:sp>
      <p:sp>
        <p:nvSpPr>
          <p:cNvPr id="56" name="Shape 56"/>
          <p:cNvSpPr txBox="1"/>
          <p:nvPr>
            <p:ph idx="1" type="body"/>
          </p:nvPr>
        </p:nvSpPr>
        <p:spPr>
          <a:xfrm>
            <a:off y="1279525" x="346075"/>
            <a:ext cy="4891087" cx="84582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l" rtl="0" marR="0" indent="-80963" marL="233363">
              <a:spcBef>
                <a:spcPts val="48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•"/>
              <a:defRPr/>
            </a:lvl1pPr>
            <a:lvl2pPr algn="l" rtl="0" marR="0" indent="-100012" marL="569913">
              <a:spcBef>
                <a:spcPts val="40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–"/>
              <a:defRPr/>
            </a:lvl2pPr>
            <a:lvl3pPr algn="l" rtl="0" marR="0" indent="-125412" marL="912813">
              <a:spcBef>
                <a:spcPts val="36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•"/>
              <a:defRPr/>
            </a:lvl3pPr>
            <a:lvl4pPr algn="l" rtl="0" marR="0" indent="-138112" marL="12557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–"/>
              <a:defRPr/>
            </a:lvl4pPr>
            <a:lvl5pPr algn="l" rtl="0" marR="0" indent="-138112" marL="15986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5pPr>
            <a:lvl6pPr algn="l" rtl="0" marR="0" indent="-138113" marL="20558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6pPr>
            <a:lvl7pPr algn="l" rtl="0" marR="0" indent="-138113" marL="25130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7pPr>
            <a:lvl8pPr algn="l" rtl="0" marR="0" indent="-138113" marL="29702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8pPr>
            <a:lvl9pPr algn="l" rtl="0" marR="0" indent="-138112" marL="3427413">
              <a:spcBef>
                <a:spcPts val="320"/>
              </a:spcBef>
              <a:spcAft>
                <a:spcPts val="0"/>
              </a:spcAft>
              <a:buClr>
                <a:srgbClr val="092E5C"/>
              </a:buClr>
              <a:buFont typeface="Arial"/>
              <a:buChar char="»"/>
              <a:defRPr/>
            </a:lvl9pPr>
          </a:lstStyle>
          <a:p/>
        </p:txBody>
      </p:sp>
      <p:sp>
        <p:nvSpPr>
          <p:cNvPr id="57" name="Shape 57"/>
          <p:cNvSpPr txBox="1"/>
          <p:nvPr>
            <p:ph idx="11" type="ftr"/>
          </p:nvPr>
        </p:nvSpPr>
        <p:spPr>
          <a:xfrm>
            <a:off y="6400800" x="3009900"/>
            <a:ext cy="304799" cx="3276600"/>
          </a:xfrm>
          <a:prstGeom prst="rect">
            <a:avLst/>
          </a:prstGeom>
          <a:noFill/>
          <a:ln>
            <a:noFill/>
          </a:ln>
        </p:spPr>
        <p:txBody>
          <a:bodyPr bIns="91425" rIns="91425" lIns="91425" tIns="91425" anchor="t" anchorCtr="0"/>
          <a:lstStyle>
            <a:lvl1pPr algn="ctr" rtl="0" marR="0" indent="0" marL="0">
              <a:defRPr/>
            </a:lvl1pPr>
            <a:lvl2pPr algn="l" rtl="0" marR="0" indent="0" marL="457200">
              <a:defRPr/>
            </a:lvl2pPr>
            <a:lvl3pPr algn="l" rtl="0" marR="0" indent="0" marL="914400">
              <a:defRPr/>
            </a:lvl3pPr>
            <a:lvl4pPr algn="l" rtl="0" marR="0" indent="0" marL="1371600">
              <a:defRPr/>
            </a:lvl4pPr>
            <a:lvl5pPr algn="l" rtl="0" marR="0" indent="0" marL="1828800">
              <a:defRPr/>
            </a:lvl5pPr>
            <a:lvl6pPr algn="l" rtl="0" marR="0" indent="0" marL="2286000">
              <a:defRPr/>
            </a:lvl6pPr>
            <a:lvl7pPr algn="l" rtl="0" marR="0" indent="0" marL="2743200">
              <a:defRPr/>
            </a:lvl7pPr>
            <a:lvl8pPr algn="l" rtl="0" marR="0" indent="0" marL="3200400">
              <a:defRPr/>
            </a:lvl8pPr>
            <a:lvl9pPr algn="l" rtl="0" marR="0" indent="0" marL="3657600">
              <a:defRPr/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58" r:id="rId4"/>
  </p:sldLayoutIdLst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Target="../notesSlides/notesSlide1.xml" Type="http://schemas.openxmlformats.org/officeDocument/2006/relationships/notesSlide" Id="rId2"/><Relationship Target="../slideLayouts/slideLayout11.xml" Type="http://schemas.openxmlformats.org/officeDocument/2006/relationships/slideLayout" Id="rId1"/></Relationships>
</file>

<file path=ppt/slides/_rels/slide2.xml.rels><?xml version="1.0" encoding="UTF-8" standalone="yes"?><Relationships xmlns="http://schemas.openxmlformats.org/package/2006/relationships"><Relationship Target="../notesSlides/notesSlide2.xml" Type="http://schemas.openxmlformats.org/officeDocument/2006/relationships/notesSlide" Id="rId2"/><Relationship Target="../slideLayouts/slideLayout10.xml" Type="http://schemas.openxmlformats.org/officeDocument/2006/relationships/slideLayout" Id="rId1"/><Relationship Target="https://portal.opengeospatial.org/files/?artifact_id=54423" Type="http://schemas.openxmlformats.org/officeDocument/2006/relationships/hyperlink" TargetMode="External" Id="rId3"/></Relationships>
</file>

<file path=ppt/slides/_rels/slide3.xml.rels><?xml version="1.0" encoding="UTF-8" standalone="yes"?><Relationships xmlns="http://schemas.openxmlformats.org/package/2006/relationships"><Relationship Target="../notesSlides/notesSlide3.xml" Type="http://schemas.openxmlformats.org/officeDocument/2006/relationships/notesSlide" Id="rId2"/><Relationship Target="../slideLayouts/slideLayout10.xml" Type="http://schemas.openxmlformats.org/officeDocument/2006/relationships/slideLayout" Id="rId1"/><Relationship Target="../media/image02.png" Type="http://schemas.openxmlformats.org/officeDocument/2006/relationships/image" Id="rId3"/></Relationships>
</file>

<file path=ppt/slides/_rels/slide4.xml.rels><?xml version="1.0" encoding="UTF-8" standalone="yes"?><Relationships xmlns="http://schemas.openxmlformats.org/package/2006/relationships"><Relationship Target="../notesSlides/notesSlide4.xml" Type="http://schemas.openxmlformats.org/officeDocument/2006/relationships/notesSlide" Id="rId2"/><Relationship Target="../slideLayouts/slideLayout10.xml" Type="http://schemas.openxmlformats.org/officeDocument/2006/relationships/slideLayout" Id="rId1"/><Relationship Target="../media/image06.png" Type="http://schemas.openxmlformats.org/officeDocument/2006/relationships/image" Id="rId3"/></Relationships>
</file>

<file path=ppt/slides/_rels/slide5.xml.rels><?xml version="1.0" encoding="UTF-8" standalone="yes"?><Relationships xmlns="http://schemas.openxmlformats.org/package/2006/relationships"><Relationship Target="../notesSlides/notesSlide5.xml" Type="http://schemas.openxmlformats.org/officeDocument/2006/relationships/notesSlide" Id="rId2"/><Relationship Target="../slideLayouts/slideLayout10.xml" Type="http://schemas.openxmlformats.org/officeDocument/2006/relationships/slideLayout" Id="rId1"/><Relationship Target="../media/image07.png" Type="http://schemas.openxmlformats.org/officeDocument/2006/relationships/image" Id="rId3"/></Relationships>
</file>

<file path=ppt/slides/_rels/slide6.xml.rels><?xml version="1.0" encoding="UTF-8" standalone="yes"?><Relationships xmlns="http://schemas.openxmlformats.org/package/2006/relationships"><Relationship Target="../notesSlides/notesSlide6.xml" Type="http://schemas.openxmlformats.org/officeDocument/2006/relationships/notesSlide" Id="rId2"/><Relationship Target="../slideLayouts/slideLayout10.xml" Type="http://schemas.openxmlformats.org/officeDocument/2006/relationships/slideLayout" Id="rId1"/><Relationship Target="https://portal.opengeospatial.org/files/?artifact_id=54423" Type="http://schemas.openxmlformats.org/officeDocument/2006/relationships/hyperlink" TargetMode="External" Id="rId4"/><Relationship Target="../media/image01.png" Type="http://schemas.openxmlformats.org/officeDocument/2006/relationships/image" Id="rId3"/></Relationships>
</file>

<file path=ppt/slides/_rels/slide7.xml.rels><?xml version="1.0" encoding="UTF-8" standalone="yes"?><Relationships xmlns="http://schemas.openxmlformats.org/package/2006/relationships"><Relationship Target="../notesSlides/notesSlide7.xml" Type="http://schemas.openxmlformats.org/officeDocument/2006/relationships/notesSlide" Id="rId2"/><Relationship Target="../slideLayouts/slideLayout10.xml" Type="http://schemas.openxmlformats.org/officeDocument/2006/relationships/slideLayout" Id="rId1"/></Relationships>
</file>

<file path=ppt/slides/_rels/slide8.xml.rels><?xml version="1.0" encoding="UTF-8" standalone="yes"?><Relationships xmlns="http://schemas.openxmlformats.org/package/2006/relationships"><Relationship Target="../notesSlides/notesSlide8.xml" Type="http://schemas.openxmlformats.org/officeDocument/2006/relationships/notesSlide" Id="rId2"/><Relationship Target="../slideLayouts/slideLayout10.xml" Type="http://schemas.openxmlformats.org/officeDocument/2006/relationships/slideLayout" Id="rId1"/><Relationship Target="http://waterml2.csiro.au/rgs-api/v1/conversion/?monitoring-point=419009&amp;latest" Type="http://schemas.openxmlformats.org/officeDocument/2006/relationships/hyperlink" TargetMode="External" Id="rId4"/><Relationship Target="http://waterml2.csiro.au/rgs-api/v1/conversion/?monitoring-point=419009" Type="http://schemas.openxmlformats.org/officeDocument/2006/relationships/hyperlink" TargetMode="External" Id="rId3"/><Relationship Target="http://waterml2.csiro.au/rgs-api/v1/gauging/?monitoring-point=419075&amp;format=xml" Type="http://schemas.openxmlformats.org/officeDocument/2006/relationships/hyperlink" TargetMode="External" Id="rId6"/><Relationship Target="http://waterml2.csiro.au/rgs-api/v1/gauging/?monitoring-point=419009&amp;start-date=2009-02-15" Type="http://schemas.openxmlformats.org/officeDocument/2006/relationships/hyperlink" TargetMode="External" Id="rId5"/><Relationship Target="http://waterml2.csiro.au/rgs-api/v1/docs/" Type="http://schemas.openxmlformats.org/officeDocument/2006/relationships/hyperlink" TargetMode="External" Id="rId8"/><Relationship Target="http://waterml2.csiro.au/rgs-api/v1/gauging/?monitoring-point=419075&amp;format=xml&amp;expanded" Type="http://schemas.openxmlformats.org/officeDocument/2006/relationships/hyperlink" TargetMode="External" Id="rId7"/></Relationships>
</file>

<file path=ppt/slides/_rels/slide9.xml.rels><?xml version="1.0" encoding="UTF-8" standalone="yes"?><Relationships xmlns="http://schemas.openxmlformats.org/package/2006/relationships"><Relationship Target="../notesSlides/notesSlide9.xml" Type="http://schemas.openxmlformats.org/officeDocument/2006/relationships/notesSlide" Id="rId2"/><Relationship Target="../slideLayouts/slideLayout10.xml" Type="http://schemas.openxmlformats.org/officeDocument/2006/relationships/slideLayout" Id="rId1"/></Relationships>
</file>

<file path=ppt/slides/_rels/slide10.xml.rels><?xml version="1.0" encoding="UTF-8" standalone="yes"?><Relationships xmlns="http://schemas.openxmlformats.org/package/2006/relationships"><Relationship Target="../notesSlides/notesSlide10.xml" Type="http://schemas.openxmlformats.org/officeDocument/2006/relationships/notesSlide" Id="rId2"/><Relationship Target="../slideLayouts/slideLayout10.xml" Type="http://schemas.openxmlformats.org/officeDocument/2006/relationships/slideLayout" Id="rId1"/><Relationship Target="../media/image03.png" Type="http://schemas.openxmlformats.org/officeDocument/2006/relationships/image" Id="rId3"/></Relationships>
</file>

<file path=ppt/slides/_rels/slide11.xml.rels><?xml version="1.0" encoding="UTF-8" standalone="yes"?><Relationships xmlns="http://schemas.openxmlformats.org/package/2006/relationships"><Relationship Target="../notesSlides/notesSlide11.xml" Type="http://schemas.openxmlformats.org/officeDocument/2006/relationships/notesSlide" Id="rId2"/><Relationship Target="../slideLayouts/slideLayout10.xml" Type="http://schemas.openxmlformats.org/officeDocument/2006/relationships/slideLayout" Id="rId1"/><Relationship Target="mailto:hydro-rgs@lists.opengeospatial.org" Type="http://schemas.openxmlformats.org/officeDocument/2006/relationships/hyperlink" TargetMode="External" Id="rId4"/><Relationship Target="http://external.opengis.org/twiki_public/HydrologyDWG/WaterML2Part2" Type="http://schemas.openxmlformats.org/officeDocument/2006/relationships/hyperlink" TargetMode="External" Id="rId3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1" name="Shape 6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2" name="Shape 62"/>
          <p:cNvSpPr txBox="1"/>
          <p:nvPr>
            <p:ph type="ctrTitle"/>
          </p:nvPr>
        </p:nvSpPr>
        <p:spPr>
          <a:xfrm>
            <a:off y="3276600" x="762000"/>
            <a:ext cy="1143000" cx="7772400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25000"/>
              <a:buFont typeface="Arial Black"/>
              <a:buNone/>
            </a:pPr>
            <a:r>
              <a:rPr strike="noStrike" u="none" b="0" cap="none" baseline="0" sz="2800" lang="en-US" i="0">
                <a:solidFill>
                  <a:srgbClr val="092E5C"/>
                </a:solidFill>
                <a:latin typeface="Arial Black"/>
                <a:ea typeface="Arial Black"/>
                <a:cs typeface="Arial Black"/>
                <a:sym typeface="Arial Black"/>
              </a:rPr>
              <a:t>WaterML2.0 part 2 </a:t>
            </a:r>
            <a:br>
              <a:rPr strike="noStrike" u="none" b="0" cap="none" baseline="0" sz="2800" lang="en-US" i="0">
                <a:solidFill>
                  <a:srgbClr val="092E5C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strike="noStrike" u="none" b="0" cap="none" baseline="0" sz="2800" lang="en-US" i="0">
                <a:solidFill>
                  <a:srgbClr val="092E5C"/>
                </a:solidFill>
                <a:latin typeface="Arial Black"/>
                <a:ea typeface="Arial Black"/>
                <a:cs typeface="Arial Black"/>
                <a:sym typeface="Arial Black"/>
              </a:rPr>
              <a:t>Update</a:t>
            </a:r>
          </a:p>
        </p:txBody>
      </p:sp>
      <p:sp>
        <p:nvSpPr>
          <p:cNvPr id="63" name="Shape 63"/>
          <p:cNvSpPr txBox="1"/>
          <p:nvPr>
            <p:ph idx="1" type="subTitle"/>
          </p:nvPr>
        </p:nvSpPr>
        <p:spPr>
          <a:xfrm>
            <a:off y="4572000" x="1447800"/>
            <a:ext cy="1371599" cx="6400799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>
            <a:pPr algn="ctr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25000"/>
              <a:buFont typeface="Arial"/>
              <a:buNone/>
            </a:pPr>
            <a:r>
              <a:rPr strike="noStrike" u="none" b="0" cap="none" baseline="0" sz="2000" lang="en-US" i="0">
                <a:solidFill>
                  <a:srgbClr val="092E5C"/>
                </a:solidFill>
                <a:latin typeface="Arial"/>
                <a:ea typeface="Arial"/>
                <a:cs typeface="Arial"/>
                <a:sym typeface="Arial"/>
              </a:rPr>
              <a:t>90th OGC Technical Committee</a:t>
            </a:r>
          </a:p>
          <a:p>
            <a:pPr algn="ctr" rtl="0" lvl="0" marR="0" indent="0" mar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92E5C"/>
              </a:buClr>
              <a:buSzPct val="25000"/>
              <a:buFont typeface="Arial"/>
              <a:buNone/>
            </a:pPr>
            <a:r>
              <a:rPr strike="noStrike" u="none" b="0" cap="none" baseline="0" sz="2000" lang="en-US" i="0">
                <a:solidFill>
                  <a:srgbClr val="092E5C"/>
                </a:solidFill>
                <a:latin typeface="Arial"/>
                <a:ea typeface="Arial"/>
                <a:cs typeface="Arial"/>
                <a:sym typeface="Arial"/>
              </a:rPr>
              <a:t>Washington, DC</a:t>
            </a:r>
          </a:p>
          <a:p>
            <a:pPr algn="ctr" rtl="0" lvl="0" marR="0" indent="0" mar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92E5C"/>
              </a:buClr>
              <a:buSzPct val="25000"/>
              <a:buFont typeface="Arial"/>
              <a:buNone/>
            </a:pPr>
            <a:r>
              <a:rPr strike="noStrike" u="none" b="0" cap="none" baseline="0" sz="2000" lang="en-US" i="0">
                <a:solidFill>
                  <a:srgbClr val="092E5C"/>
                </a:solidFill>
                <a:latin typeface="Arial"/>
                <a:ea typeface="Arial"/>
                <a:cs typeface="Arial"/>
                <a:sym typeface="Arial"/>
              </a:rPr>
              <a:t>Paul Sheahan, Peter Taylor</a:t>
            </a:r>
          </a:p>
          <a:p>
            <a:pPr algn="ctr" rtl="0" lvl="0" marR="0" indent="0" mar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92E5C"/>
              </a:buClr>
              <a:buSzPct val="25000"/>
              <a:buFont typeface="Arial"/>
              <a:buNone/>
            </a:pPr>
            <a:r>
              <a:rPr strike="noStrike" u="none" b="0" cap="none" baseline="0" sz="2000" lang="en-US" i="0">
                <a:solidFill>
                  <a:srgbClr val="092E5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sz="2000" lang="en-US">
                <a:solidFill>
                  <a:srgbClr val="092E5C"/>
                </a:solidFill>
              </a:rPr>
              <a:t>6</a:t>
            </a:r>
            <a:r>
              <a:rPr strike="noStrike" u="none" b="0" cap="none" baseline="30000" sz="2000" lang="en-US" i="0">
                <a:solidFill>
                  <a:srgbClr val="092E5C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strike="noStrike" u="none" b="0" cap="none" baseline="0" sz="2000" lang="en-US" i="0">
                <a:solidFill>
                  <a:srgbClr val="092E5C"/>
                </a:solidFill>
                <a:latin typeface="Arial"/>
                <a:ea typeface="Arial"/>
                <a:cs typeface="Arial"/>
                <a:sym typeface="Arial"/>
              </a:rPr>
              <a:t> March 2014</a:t>
            </a:r>
          </a:p>
        </p:txBody>
      </p:sp>
      <p:sp>
        <p:nvSpPr>
          <p:cNvPr id="64" name="Shape 64"/>
          <p:cNvSpPr txBox="1"/>
          <p:nvPr/>
        </p:nvSpPr>
        <p:spPr>
          <a:xfrm>
            <a:off y="6400800" x="3009900"/>
            <a:ext cy="304799" cx="3276600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>
            <a:pPr algn="ctr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25000"/>
              <a:buFont typeface="Arial"/>
              <a:buNone/>
            </a:pPr>
            <a:r>
              <a:rPr strike="noStrike" u="none" b="0" cap="none" baseline="0" sz="900" lang="en-US" i="0">
                <a:solidFill>
                  <a:srgbClr val="092E5C"/>
                </a:solidFill>
                <a:latin typeface="Arial"/>
                <a:ea typeface="Arial"/>
                <a:cs typeface="Arial"/>
                <a:sym typeface="Arial"/>
              </a:rPr>
              <a:t>Copyright © 2014 Open Geospatial Consortium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8" name="Shape 6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9" name="Shape 69"/>
          <p:cNvSpPr txBox="1"/>
          <p:nvPr>
            <p:ph type="title"/>
          </p:nvPr>
        </p:nvSpPr>
        <p:spPr>
          <a:xfrm>
            <a:off y="136525" x="231775"/>
            <a:ext cy="685799" cx="8683625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25000"/>
              <a:buFont typeface="Arial"/>
              <a:buNone/>
            </a:pPr>
            <a:r>
              <a:rPr sz="3200" lang="en-US">
                <a:solidFill>
                  <a:srgbClr val="092E5C"/>
                </a:solidFill>
              </a:rPr>
              <a:t>Interoperability Experiment</a:t>
            </a:r>
          </a:p>
        </p:txBody>
      </p:sp>
      <p:sp>
        <p:nvSpPr>
          <p:cNvPr id="70" name="Shape 70"/>
          <p:cNvSpPr txBox="1"/>
          <p:nvPr>
            <p:ph idx="1" type="body"/>
          </p:nvPr>
        </p:nvSpPr>
        <p:spPr>
          <a:xfrm>
            <a:off y="1279525" x="346075"/>
            <a:ext cy="4891087" cx="8458200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lang="en-US">
                <a:solidFill>
                  <a:schemeClr val="dk2"/>
                </a:solidFill>
              </a:rPr>
              <a:t>Interoperability Experiment (IE) is underway:</a:t>
            </a:r>
          </a:p>
          <a:p>
            <a:pPr algn="l" rtl="0" lvl="1" marR="0" indent="-252412" marL="56991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sz="2400" lang="en-US">
                <a:solidFill>
                  <a:schemeClr val="dk2"/>
                </a:solidFill>
              </a:rPr>
              <a:t>Aims to test the </a:t>
            </a:r>
            <a:r>
              <a:rPr u="sng" sz="2400" lang="en-US">
                <a:solidFill>
                  <a:schemeClr val="hlink"/>
                </a:solidFill>
                <a:hlinkClick r:id="rId3"/>
              </a:rPr>
              <a:t>initial information model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lang="en-US">
                <a:solidFill>
                  <a:schemeClr val="dk2"/>
                </a:solidFill>
              </a:rPr>
              <a:t>Three scenarios:</a:t>
            </a:r>
          </a:p>
          <a:p>
            <a:r>
              <a:t/>
            </a:r>
          </a:p>
          <a:p>
            <a:pPr algn="l" rtl="0" lvl="0" marR="0" indent="-3810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sz="2400" lang="en-US">
                <a:solidFill>
                  <a:schemeClr val="dk2"/>
                </a:solidFill>
              </a:rPr>
              <a:t>US exchange between USGS, NWS, USACE</a:t>
            </a:r>
          </a:p>
          <a:p>
            <a:pPr algn="l" rtl="0" lvl="0" marR="0" indent="-3810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sz="2400" lang="en-US">
                <a:solidFill>
                  <a:schemeClr val="dk2"/>
                </a:solidFill>
              </a:rPr>
              <a:t>Aus exchange between Bureau and water agencies</a:t>
            </a:r>
          </a:p>
          <a:p>
            <a:pPr algn="l" rtl="0" lvl="0" marR="0" indent="-3810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rabicPeriod"/>
            </a:pPr>
            <a:r>
              <a:rPr sz="2400" lang="en-US">
                <a:solidFill>
                  <a:schemeClr val="dk2"/>
                </a:solidFill>
              </a:rPr>
              <a:t>UK publishing national river archive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71" name="Shape 71"/>
          <p:cNvSpPr txBox="1"/>
          <p:nvPr/>
        </p:nvSpPr>
        <p:spPr>
          <a:xfrm>
            <a:off y="6553200" x="2973386"/>
            <a:ext cy="228600" cx="3200399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>
            <a:pPr algn="ctr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25000"/>
              <a:buFont typeface="Arial"/>
              <a:buNone/>
            </a:pPr>
            <a:r>
              <a:rPr strike="noStrike" u="none" b="0" cap="none" baseline="0" sz="900" lang="en-US" i="0">
                <a:solidFill>
                  <a:srgbClr val="092E5C"/>
                </a:solidFill>
                <a:latin typeface="Arial"/>
                <a:ea typeface="Arial"/>
                <a:cs typeface="Arial"/>
                <a:sym typeface="Arial"/>
              </a:rPr>
              <a:t>Copyright © 2014 Open Geospatial Consortium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5" name="Shape 7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76" name="Shape 7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y="1181000" x="1786575"/>
            <a:ext cy="5245300" cx="518492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Shape 77"/>
          <p:cNvSpPr txBox="1"/>
          <p:nvPr>
            <p:ph type="title"/>
          </p:nvPr>
        </p:nvSpPr>
        <p:spPr>
          <a:xfrm>
            <a:off y="136525" x="231775"/>
            <a:ext cy="685799" cx="8683500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25000"/>
              <a:buFont typeface="Arial"/>
              <a:buNone/>
            </a:pPr>
            <a:r>
              <a:rPr sz="3200" lang="en-US">
                <a:solidFill>
                  <a:srgbClr val="092E5C"/>
                </a:solidFill>
              </a:rPr>
              <a:t>US Scenario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1" name="Shape 8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2" name="Shape 82"/>
          <p:cNvSpPr txBox="1"/>
          <p:nvPr>
            <p:ph type="title"/>
          </p:nvPr>
        </p:nvSpPr>
        <p:spPr>
          <a:xfrm>
            <a:off y="136525" x="231775"/>
            <a:ext cy="685799" cx="8683500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25000"/>
              <a:buFont typeface="Arial"/>
              <a:buNone/>
            </a:pPr>
            <a:r>
              <a:rPr sz="3200" lang="en-US">
                <a:solidFill>
                  <a:srgbClr val="092E5C"/>
                </a:solidFill>
              </a:rPr>
              <a:t>Aus Scenario</a:t>
            </a:r>
          </a:p>
        </p:txBody>
      </p:sp>
      <p:pic>
        <p:nvPicPr>
          <p:cNvPr id="83" name="Shape 8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y="1159225" x="2129199"/>
            <a:ext cy="5142149" cx="530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7" name="Shape 8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8" name="Shape 88"/>
          <p:cNvSpPr txBox="1"/>
          <p:nvPr>
            <p:ph type="title"/>
          </p:nvPr>
        </p:nvSpPr>
        <p:spPr>
          <a:xfrm>
            <a:off y="136525" x="231775"/>
            <a:ext cy="685799" cx="8683500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25000"/>
              <a:buFont typeface="Arial"/>
              <a:buNone/>
            </a:pPr>
            <a:r>
              <a:rPr sz="3200" lang="en-US">
                <a:solidFill>
                  <a:srgbClr val="092E5C"/>
                </a:solidFill>
              </a:rPr>
              <a:t>UK Scenario</a:t>
            </a:r>
          </a:p>
        </p:txBody>
      </p:sp>
      <p:pic>
        <p:nvPicPr>
          <p:cNvPr id="89" name="Shape 8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y="1191625" x="1986075"/>
            <a:ext cy="4985424" cx="498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3" name="Shape 9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4" name="Shape 94"/>
          <p:cNvSpPr txBox="1"/>
          <p:nvPr>
            <p:ph type="title"/>
          </p:nvPr>
        </p:nvSpPr>
        <p:spPr>
          <a:xfrm>
            <a:off y="136525" x="231775"/>
            <a:ext cy="685799" cx="8683500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25000"/>
              <a:buFont typeface="Arial"/>
              <a:buNone/>
            </a:pPr>
            <a:r>
              <a:rPr sz="3200" lang="en-US">
                <a:solidFill>
                  <a:srgbClr val="092E5C"/>
                </a:solidFill>
              </a:rPr>
              <a:t>Current Model</a:t>
            </a:r>
          </a:p>
        </p:txBody>
      </p:sp>
      <p:pic>
        <p:nvPicPr>
          <p:cNvPr id="95" name="Shape 9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y="1138037" x="836300"/>
            <a:ext cy="4257675" cx="8031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Shape 96"/>
          <p:cNvSpPr txBox="1"/>
          <p:nvPr/>
        </p:nvSpPr>
        <p:spPr>
          <a:xfrm>
            <a:off y="4126125" x="972750"/>
            <a:ext cy="3056100" cx="6331199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buNone/>
            </a:pPr>
            <a:r>
              <a:rPr lang="en-US"/>
              <a:t>
</a:t>
            </a:r>
            <a:r>
              <a:rPr u="sng" sz="2400" lang="en-US">
                <a:solidFill>
                  <a:schemeClr val="hlink"/>
                </a:solidFill>
                <a:hlinkClick r:id="rId4"/>
              </a:rPr>
              <a:t>Described in OGC discussion paper</a:t>
            </a:r>
          </a:p>
        </p:txBody>
      </p:sp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0" name="Shape 10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1" name="Shape 101"/>
          <p:cNvSpPr txBox="1"/>
          <p:nvPr>
            <p:ph type="title"/>
          </p:nvPr>
        </p:nvSpPr>
        <p:spPr>
          <a:xfrm>
            <a:off y="136525" x="231775"/>
            <a:ext cy="685799" cx="8683500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25000"/>
              <a:buFont typeface="Arial"/>
              <a:buNone/>
            </a:pPr>
            <a:r>
              <a:rPr sz="3200" lang="en-US">
                <a:solidFill>
                  <a:srgbClr val="092E5C"/>
                </a:solidFill>
              </a:rPr>
              <a:t>Web service delivery</a:t>
            </a:r>
          </a:p>
        </p:txBody>
      </p:sp>
      <p:sp>
        <p:nvSpPr>
          <p:cNvPr id="102" name="Shape 102"/>
          <p:cNvSpPr txBox="1"/>
          <p:nvPr>
            <p:ph idx="1" type="body"/>
          </p:nvPr>
        </p:nvSpPr>
        <p:spPr>
          <a:xfrm>
            <a:off y="1279525" x="346075"/>
            <a:ext cy="4891199" cx="8458200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>
            <a:pPr algn="l" rtl="0" lvl="0" marR="0" indent="-3810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sz="2400" lang="en-US">
                <a:solidFill>
                  <a:schemeClr val="dk2"/>
                </a:solidFill>
              </a:rPr>
              <a:t>It is possible to deliver WaterML2.0 part 2 using:</a:t>
            </a:r>
          </a:p>
          <a:p>
            <a:pPr algn="l" rtl="0" lvl="1" marR="0" indent="-381000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lphaLcPeriod"/>
            </a:pPr>
            <a:r>
              <a:rPr sz="2400" lang="en-US">
                <a:solidFill>
                  <a:schemeClr val="dk2"/>
                </a:solidFill>
              </a:rPr>
              <a:t>WFS for ratings and range values</a:t>
            </a:r>
          </a:p>
          <a:p>
            <a:pPr algn="l" rtl="0" lvl="1" marR="0" indent="-381000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AutoNum type="alphaLcPeriod"/>
            </a:pPr>
            <a:r>
              <a:rPr sz="2400" lang="en-US">
                <a:solidFill>
                  <a:schemeClr val="dk2"/>
                </a:solidFill>
              </a:rPr>
              <a:t>SOS for gaugings and cross-sections</a:t>
            </a:r>
          </a:p>
          <a:p>
            <a:r>
              <a:t/>
            </a:r>
          </a:p>
          <a:p>
            <a:pPr algn="l" rtl="0" lvl="0" marR="0" indent="-3810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100000"/>
              <a:buFont typeface="Arial"/>
              <a:buChar char="•"/>
            </a:pPr>
            <a:r>
              <a:rPr sz="2400" lang="en-US">
                <a:solidFill>
                  <a:schemeClr val="dk2"/>
                </a:solidFill>
              </a:rPr>
              <a:t>Requires fair amount of customisation and filtering, and two different service implementations</a:t>
            </a:r>
          </a:p>
          <a:p>
            <a:r>
              <a:t/>
            </a:r>
          </a:p>
          <a:p>
            <a:pPr algn="l" rtl="0" lvl="0" marR="0" indent="-3810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100000"/>
              <a:buFont typeface="Arial"/>
              <a:buChar char="•"/>
            </a:pPr>
            <a:r>
              <a:rPr sz="2400" lang="en-US">
                <a:solidFill>
                  <a:schemeClr val="dk2"/>
                </a:solidFill>
              </a:rPr>
              <a:t>Starting with a RESTful service to test the information model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6" name="Shape 10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7" name="Shape 107"/>
          <p:cNvSpPr txBox="1"/>
          <p:nvPr>
            <p:ph type="title"/>
          </p:nvPr>
        </p:nvSpPr>
        <p:spPr>
          <a:xfrm>
            <a:off y="136525" x="231775"/>
            <a:ext cy="685799" cx="8683500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25000"/>
              <a:buFont typeface="Arial"/>
              <a:buNone/>
            </a:pPr>
            <a:r>
              <a:rPr sz="3200" lang="en-US">
                <a:solidFill>
                  <a:srgbClr val="092E5C"/>
                </a:solidFill>
              </a:rPr>
              <a:t>REST API</a:t>
            </a:r>
          </a:p>
        </p:txBody>
      </p:sp>
      <p:sp>
        <p:nvSpPr>
          <p:cNvPr id="108" name="Shape 108"/>
          <p:cNvSpPr txBox="1"/>
          <p:nvPr>
            <p:ph idx="1" type="body"/>
          </p:nvPr>
        </p:nvSpPr>
        <p:spPr>
          <a:xfrm>
            <a:off y="1279525" x="346075"/>
            <a:ext cy="4891199" cx="8458200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>
            <a:pPr algn="l" rtl="0" lvl="0" marR="0" indent="-3175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77777"/>
              <a:buFont typeface="Arial"/>
              <a:buChar char="•"/>
            </a:pPr>
            <a:r>
              <a:rPr sz="1800" lang="en-US">
                <a:solidFill>
                  <a:schemeClr val="dk2"/>
                </a:solidFill>
              </a:rPr>
              <a:t>Retrieve all rating tables for specific monitoring point: </a:t>
            </a:r>
            <a:r>
              <a:rPr u="sng" sz="1200" lang="en-US">
                <a:solidFill>
                  <a:schemeClr val="hlink"/>
                </a:solidFill>
                <a:hlinkClick r:id="rId3"/>
              </a:rPr>
              <a:t>http://waterml2.csiro.au/rgs-api/v1/conversion/?monitoring-point=419009</a:t>
            </a:r>
          </a:p>
          <a:p>
            <a:r>
              <a:t/>
            </a:r>
          </a:p>
          <a:p>
            <a:pPr algn="l" rtl="0" lvl="0" marR="0" indent="-3429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100000"/>
              <a:buFont typeface="Arial"/>
              <a:buChar char="•"/>
            </a:pPr>
            <a:r>
              <a:rPr sz="1800" lang="en-US">
                <a:solidFill>
                  <a:schemeClr val="dk2"/>
                </a:solidFill>
              </a:rPr>
              <a:t>Retrieve latest rating table for specific monitoring point: </a:t>
            </a:r>
            <a:r>
              <a:rPr u="sng" sz="1200" lang="en-US">
                <a:solidFill>
                  <a:schemeClr val="hlink"/>
                </a:solidFill>
                <a:hlinkClick r:id="rId4"/>
              </a:rPr>
              <a:t>http://waterml2.csiro.au/rgs-api/v1/conversion/?monitoring-point=419009&amp;latest</a:t>
            </a:r>
          </a:p>
          <a:p>
            <a:r>
              <a:t/>
            </a:r>
          </a:p>
          <a:p>
            <a:pPr algn="l" rtl="0" lvl="0" marR="0" indent="-3429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100000"/>
              <a:buFont typeface="Arial"/>
              <a:buChar char="•"/>
            </a:pPr>
            <a:r>
              <a:rPr sz="1800" lang="en-US">
                <a:solidFill>
                  <a:schemeClr val="dk2"/>
                </a:solidFill>
              </a:rPr>
              <a:t>Retrieve gauging for a monitoring point after specific date: </a:t>
            </a:r>
            <a:r>
              <a:rPr u="sng" sz="1200" lang="en-US">
                <a:solidFill>
                  <a:schemeClr val="hlink"/>
                </a:solidFill>
                <a:hlinkClick r:id="rId5"/>
              </a:rPr>
              <a:t>http://waterml2.csiro.au/rgs-api/v1/gauging/?monitoring-point=419009&amp;start-date=2009-02-15</a:t>
            </a:r>
          </a:p>
          <a:p>
            <a:r>
              <a:t/>
            </a:r>
          </a:p>
          <a:p>
            <a:pPr algn="l" rtl="0" lvl="0" marR="0" indent="-3429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100000"/>
              <a:buFont typeface="Arial"/>
              <a:buChar char="•"/>
            </a:pPr>
            <a:r>
              <a:rPr sz="1800" lang="en-US">
                <a:solidFill>
                  <a:schemeClr val="dk2"/>
                </a:solidFill>
              </a:rPr>
              <a:t>Retrieve all gaugings for a monitoring point: </a:t>
            </a:r>
            <a:r>
              <a:rPr u="sng" sz="1200" lang="en-US">
                <a:solidFill>
                  <a:schemeClr val="hlink"/>
                </a:solidFill>
                <a:hlinkClick r:id="rId6"/>
              </a:rPr>
              <a:t>http://waterml2.csiro.au/rgs-api/v1/gauging/?monitoring-point=419075&amp;format=xml</a:t>
            </a:r>
          </a:p>
          <a:p>
            <a:r>
              <a:t/>
            </a:r>
          </a:p>
          <a:p>
            <a:pPr algn="l" rtl="0" lvl="0" marR="0" indent="-3429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100000"/>
              <a:buFont typeface="Arial"/>
              <a:buChar char="•"/>
            </a:pPr>
            <a:r>
              <a:rPr sz="1800" lang="en-US">
                <a:solidFill>
                  <a:schemeClr val="dk2"/>
                </a:solidFill>
              </a:rPr>
              <a:t>Fully expanded list of all gaugings for a monitoring point: </a:t>
            </a:r>
            <a:r>
              <a:rPr u="sng" sz="1200" lang="en-US">
                <a:solidFill>
                  <a:schemeClr val="hlink"/>
                </a:solidFill>
                <a:hlinkClick r:id="rId7"/>
              </a:rPr>
              <a:t>http://waterml2.csiro.au/rgs-api/v1/gauging/?monitoring-point=419075&amp;format=xml&amp;expanded</a:t>
            </a:r>
            <a:r>
              <a:rPr sz="1200" lang="en-US">
                <a:solidFill>
                  <a:schemeClr val="dk2"/>
                </a:solidFill>
              </a:rPr>
              <a:t> </a:t>
            </a:r>
          </a:p>
          <a:p>
            <a:r>
              <a:t/>
            </a:r>
          </a:p>
          <a:p>
            <a:pPr algn="l" rtl="0" lvl="0" marR="0" indent="0" mar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lang="en-US">
                <a:solidFill>
                  <a:schemeClr val="dk2"/>
                </a:solidFill>
              </a:rPr>
              <a:t>API Documentation: </a:t>
            </a:r>
            <a:r>
              <a:rPr u="sng" sz="1800" lang="en-US">
                <a:solidFill>
                  <a:schemeClr val="hlink"/>
                </a:solidFill>
                <a:hlinkClick r:id="rId8"/>
              </a:rPr>
              <a:t>http://waterml2.csiro.au/rgs-api/v1/docs/</a:t>
            </a:r>
            <a:r>
              <a:rPr sz="1800" lang="en-US">
                <a:solidFill>
                  <a:schemeClr val="dk2"/>
                </a:solidFill>
              </a:rPr>
              <a:t> </a:t>
            </a:r>
          </a:p>
          <a:p>
            <a:r>
              <a:t/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2" name="Shape 11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3" name="Shape 113"/>
          <p:cNvSpPr txBox="1"/>
          <p:nvPr>
            <p:ph type="title"/>
          </p:nvPr>
        </p:nvSpPr>
        <p:spPr>
          <a:xfrm>
            <a:off y="136525" x="231775"/>
            <a:ext cy="685799" cx="8683500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25000"/>
              <a:buFont typeface="Arial"/>
              <a:buNone/>
            </a:pPr>
            <a:r>
              <a:rPr sz="3200" lang="en-US">
                <a:solidFill>
                  <a:srgbClr val="092E5C"/>
                </a:solidFill>
              </a:rPr>
              <a:t>Next steps</a:t>
            </a:r>
          </a:p>
        </p:txBody>
      </p:sp>
      <p:sp>
        <p:nvSpPr>
          <p:cNvPr id="114" name="Shape 114"/>
          <p:cNvSpPr txBox="1"/>
          <p:nvPr>
            <p:ph idx="1" type="body"/>
          </p:nvPr>
        </p:nvSpPr>
        <p:spPr>
          <a:xfrm>
            <a:off y="1279525" x="346075"/>
            <a:ext cy="4891199" cx="8458200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>
            <a:pPr algn="l" rtl="0" lvl="0" marR="0" indent="-3810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100000"/>
              <a:buFont typeface="Arial"/>
              <a:buChar char="•"/>
            </a:pPr>
            <a:r>
              <a:rPr sz="2400" lang="en-US">
                <a:solidFill>
                  <a:schemeClr val="dk2"/>
                </a:solidFill>
              </a:rPr>
              <a:t>IE participants are implementing RESTful APIs to encode the WaterML2.0 part 2 model</a:t>
            </a:r>
          </a:p>
          <a:p>
            <a:r>
              <a:t/>
            </a:r>
          </a:p>
          <a:p>
            <a:pPr algn="l" rtl="0" lvl="0" marR="0" indent="-3810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100000"/>
              <a:buFont typeface="Arial"/>
              <a:buChar char="•"/>
            </a:pPr>
            <a:r>
              <a:rPr sz="2400" lang="en-US">
                <a:solidFill>
                  <a:schemeClr val="dk2"/>
                </a:solidFill>
              </a:rPr>
              <a:t>JSON encodings and XML are being explored - current prototype delivers both</a:t>
            </a:r>
          </a:p>
          <a:p>
            <a:r>
              <a:t/>
            </a:r>
          </a:p>
          <a:p>
            <a:pPr algn="l" rtl="0" lvl="0" marR="0" indent="-3810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sz="2400" lang="en-US">
                <a:solidFill>
                  <a:schemeClr val="dk2"/>
                </a:solidFill>
              </a:rPr>
              <a:t>Results to be demonstrated at the August HydroDWG workshop</a:t>
            </a:r>
          </a:p>
          <a:p>
            <a:r>
              <a:t/>
            </a:r>
          </a:p>
          <a:p>
            <a:pPr algn="l" rtl="0" lvl="0" marR="0" indent="-3810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sz="2400" lang="en-US">
                <a:solidFill>
                  <a:schemeClr val="dk2"/>
                </a:solidFill>
              </a:rPr>
              <a:t>Form a new SWG? Or use WaterML2.0 Part 1 SWG? </a:t>
            </a:r>
          </a:p>
          <a:p>
            <a:pPr algn="l" rtl="0" lvl="1" marR="0" indent="-381000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–"/>
            </a:pPr>
            <a:r>
              <a:rPr sz="2400" lang="en-US" i="1">
                <a:solidFill>
                  <a:schemeClr val="dk2"/>
                </a:solidFill>
              </a:rPr>
              <a:t>Question for OGC/HydroDWG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18" name="Shape 11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9" name="Shape 119"/>
          <p:cNvSpPr txBox="1"/>
          <p:nvPr>
            <p:ph type="title"/>
          </p:nvPr>
        </p:nvSpPr>
        <p:spPr>
          <a:xfrm>
            <a:off y="136525" x="231775"/>
            <a:ext cy="685799" cx="8683500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25000"/>
              <a:buFont typeface="Arial"/>
              <a:buNone/>
            </a:pPr>
            <a:r>
              <a:rPr sz="3200" lang="en-US">
                <a:solidFill>
                  <a:srgbClr val="092E5C"/>
                </a:solidFill>
              </a:rPr>
              <a:t>Test web client</a:t>
            </a:r>
          </a:p>
        </p:txBody>
      </p:sp>
      <p:pic>
        <p:nvPicPr>
          <p:cNvPr id="120" name="Shape 12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y="1029500" x="1868675"/>
            <a:ext cy="5587676" cx="6732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24" name="Shape 12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25" name="Shape 125"/>
          <p:cNvSpPr txBox="1"/>
          <p:nvPr>
            <p:ph type="title"/>
          </p:nvPr>
        </p:nvSpPr>
        <p:spPr>
          <a:xfrm>
            <a:off y="136525" x="231775"/>
            <a:ext cy="685799" cx="8683500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 algn="ctr" rtl="0" lvl="0" marR="0" indent="0" mar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92E5C"/>
              </a:buClr>
              <a:buSzPct val="25000"/>
              <a:buFont typeface="Arial"/>
              <a:buNone/>
            </a:pPr>
            <a:r>
              <a:rPr sz="3200" lang="en-US">
                <a:solidFill>
                  <a:srgbClr val="092E5C"/>
                </a:solidFill>
              </a:rPr>
              <a:t>References/lists etc.</a:t>
            </a:r>
          </a:p>
        </p:txBody>
      </p:sp>
      <p:sp>
        <p:nvSpPr>
          <p:cNvPr id="126" name="Shape 126"/>
          <p:cNvSpPr txBox="1"/>
          <p:nvPr>
            <p:ph idx="1" type="body"/>
          </p:nvPr>
        </p:nvSpPr>
        <p:spPr>
          <a:xfrm>
            <a:off y="1279525" x="346075"/>
            <a:ext cy="4891199" cx="8458200"/>
          </a:xfrm>
          <a:prstGeom prst="rect">
            <a:avLst/>
          </a:prstGeom>
          <a:noFill/>
          <a:ln>
            <a:noFill/>
          </a:ln>
        </p:spPr>
        <p:txBody>
          <a:bodyPr bIns="45700" rIns="91425" lIns="91425" tIns="45700" anchor="t" anchorCtr="0">
            <a:noAutofit/>
          </a:bodyPr>
          <a:lstStyle/>
          <a:p>
            <a:pPr algn="l" rtl="0" lvl="0" marR="0" indent="-3810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u="sng" sz="2400" lang="en-US">
                <a:solidFill>
                  <a:schemeClr val="hlink"/>
                </a:solidFill>
                <a:hlinkClick r:id="rId3"/>
              </a:rPr>
              <a:t>http://external.opengis.org/twiki_public/HydrologyDWG/WaterML2Part2</a:t>
            </a:r>
          </a:p>
          <a:p>
            <a:pPr algn="l" rtl="0" lvl="0" marR="0" indent="-38100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Arial"/>
              <a:buChar char="•"/>
            </a:pPr>
            <a:r>
              <a:rPr sz="2400" lang="en-US">
                <a:solidFill>
                  <a:schemeClr val="dk2"/>
                </a:solidFill>
              </a:rPr>
              <a:t>Email list: </a:t>
            </a:r>
            <a:r>
              <a:rPr u="sng" sz="2400" lang="en-US">
                <a:solidFill>
                  <a:schemeClr val="hlink"/>
                </a:solidFill>
                <a:hlinkClick r:id="rId4"/>
              </a:rPr>
              <a:t>hydro-rgs@lists.opengeospatial.org</a:t>
            </a:r>
            <a:r>
              <a:rPr sz="2400" lang="en-US">
                <a:solidFill>
                  <a:schemeClr val="dk2"/>
                </a:solidFill>
              </a:rPr>
              <a:t> </a:t>
            </a:r>
          </a:p>
          <a:p>
            <a:r>
              <a:t/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1_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