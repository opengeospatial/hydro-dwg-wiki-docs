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sldIdLst>
    <p:sldId id="256" r:id="rId5"/>
    <p:sldId id="259" r:id="rId6"/>
    <p:sldId id="260" r:id="rId7"/>
    <p:sldId id="261" r:id="rId8"/>
    <p:sldId id="270" r:id="rId9"/>
    <p:sldId id="271" r:id="rId10"/>
    <p:sldId id="279" r:id="rId11"/>
    <p:sldId id="275" r:id="rId12"/>
    <p:sldId id="272" r:id="rId13"/>
    <p:sldId id="273" r:id="rId14"/>
    <p:sldId id="274" r:id="rId15"/>
    <p:sldId id="276" r:id="rId16"/>
    <p:sldId id="265" r:id="rId17"/>
    <p:sldId id="277" r:id="rId18"/>
    <p:sldId id="266" r:id="rId19"/>
    <p:sldId id="269" r:id="rId20"/>
    <p:sldId id="258" r:id="rId21"/>
  </p:sldIdLst>
  <p:sldSz cx="9144000" cy="6858000" type="screen4x3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529E"/>
    <a:srgbClr val="9CC9DB"/>
    <a:srgbClr val="00ABD0"/>
    <a:srgbClr val="7AB64A"/>
    <a:srgbClr val="F5A5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10" d="100"/>
          <a:sy n="110" d="100"/>
        </p:scale>
        <p:origin x="-1008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47A075-32CA-46FD-957D-18FFAF1B43BC}" type="doc">
      <dgm:prSet loTypeId="urn:microsoft.com/office/officeart/2005/8/layout/gear1" loCatId="relationship" qsTypeId="urn:microsoft.com/office/officeart/2005/8/quickstyle/simple1" qsCatId="simple" csTypeId="urn:microsoft.com/office/officeart/2005/8/colors/accent1_2" csCatId="accent1" phldr="1"/>
      <dgm:spPr/>
    </dgm:pt>
    <dgm:pt modelId="{CF6892E2-86DC-4400-A4CB-C0C852FF39D9}">
      <dgm:prSet phldrT="[Text]" custT="1"/>
      <dgm:spPr/>
      <dgm:t>
        <a:bodyPr/>
        <a:lstStyle/>
        <a:p>
          <a:r>
            <a:rPr lang="en-US" sz="2000" b="1" smtClean="0"/>
            <a:t>Water-related decision-making</a:t>
          </a:r>
          <a:endParaRPr lang="en-US" sz="2000" dirty="0"/>
        </a:p>
      </dgm:t>
    </dgm:pt>
    <dgm:pt modelId="{49B0662C-0ED3-4B1D-BC03-D87BF0C40C27}" type="parTrans" cxnId="{47575E69-8618-4C31-8A42-BA0C0F1165DD}">
      <dgm:prSet/>
      <dgm:spPr/>
      <dgm:t>
        <a:bodyPr/>
        <a:lstStyle/>
        <a:p>
          <a:endParaRPr lang="en-US"/>
        </a:p>
      </dgm:t>
    </dgm:pt>
    <dgm:pt modelId="{EC1A963D-D37D-4C97-9A9E-02429BEFEC8E}" type="sibTrans" cxnId="{47575E69-8618-4C31-8A42-BA0C0F1165DD}">
      <dgm:prSet/>
      <dgm:spPr/>
      <dgm:t>
        <a:bodyPr/>
        <a:lstStyle/>
        <a:p>
          <a:endParaRPr lang="en-US"/>
        </a:p>
      </dgm:t>
    </dgm:pt>
    <dgm:pt modelId="{C545293A-3AAE-4CFE-BD61-CDC4DCA62A78}">
      <dgm:prSet phldrT="[Text]"/>
      <dgm:spPr/>
      <dgm:t>
        <a:bodyPr/>
        <a:lstStyle/>
        <a:p>
          <a:r>
            <a:rPr lang="en-US" b="1" dirty="0" smtClean="0"/>
            <a:t>Innovative technologies and approaches</a:t>
          </a:r>
          <a:endParaRPr lang="en-US" dirty="0"/>
        </a:p>
      </dgm:t>
    </dgm:pt>
    <dgm:pt modelId="{0360C508-E857-4269-8BBA-F9B48E7F1B4B}" type="parTrans" cxnId="{4348D372-59A1-4C7C-9B01-3168578DF20A}">
      <dgm:prSet/>
      <dgm:spPr/>
      <dgm:t>
        <a:bodyPr/>
        <a:lstStyle/>
        <a:p>
          <a:endParaRPr lang="en-US"/>
        </a:p>
      </dgm:t>
    </dgm:pt>
    <dgm:pt modelId="{6BC40612-9A67-4269-9E57-33C3D6B1430E}" type="sibTrans" cxnId="{4348D372-59A1-4C7C-9B01-3168578DF20A}">
      <dgm:prSet/>
      <dgm:spPr/>
      <dgm:t>
        <a:bodyPr/>
        <a:lstStyle/>
        <a:p>
          <a:endParaRPr lang="en-US"/>
        </a:p>
      </dgm:t>
    </dgm:pt>
    <dgm:pt modelId="{C1F7ADB0-8EC7-49D2-9C6D-A4B9DFA2FDC0}">
      <dgm:prSet phldrT="[Text]" custT="1"/>
      <dgm:spPr/>
      <dgm:t>
        <a:bodyPr/>
        <a:lstStyle/>
        <a:p>
          <a:r>
            <a:rPr lang="en-US" sz="1050" b="1" dirty="0" smtClean="0"/>
            <a:t>Hydro-met </a:t>
          </a:r>
          <a:r>
            <a:rPr lang="en-US" sz="1100" b="1" dirty="0" smtClean="0"/>
            <a:t>data</a:t>
          </a:r>
          <a:endParaRPr lang="en-US" sz="1100" dirty="0"/>
        </a:p>
      </dgm:t>
    </dgm:pt>
    <dgm:pt modelId="{CD225959-9C28-47AF-93D4-29ADB9168B68}" type="parTrans" cxnId="{74754FEE-B3FD-4856-9044-E8136C510C28}">
      <dgm:prSet/>
      <dgm:spPr/>
      <dgm:t>
        <a:bodyPr/>
        <a:lstStyle/>
        <a:p>
          <a:endParaRPr lang="en-US"/>
        </a:p>
      </dgm:t>
    </dgm:pt>
    <dgm:pt modelId="{9CEB4AA3-4054-4A0B-BE31-9CD693011CCC}" type="sibTrans" cxnId="{74754FEE-B3FD-4856-9044-E8136C510C28}">
      <dgm:prSet/>
      <dgm:spPr/>
      <dgm:t>
        <a:bodyPr/>
        <a:lstStyle/>
        <a:p>
          <a:endParaRPr lang="en-US"/>
        </a:p>
      </dgm:t>
    </dgm:pt>
    <dgm:pt modelId="{3B90FC99-32F6-41E2-9B02-F9DBD3886F28}" type="pres">
      <dgm:prSet presAssocID="{A447A075-32CA-46FD-957D-18FFAF1B43BC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D5AF28A9-B457-4058-8E5C-9FBB3F6F84ED}" type="pres">
      <dgm:prSet presAssocID="{CF6892E2-86DC-4400-A4CB-C0C852FF39D9}" presName="gear1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2D992DD-BFC3-43ED-BFCA-F692E41E5012}" type="pres">
      <dgm:prSet presAssocID="{CF6892E2-86DC-4400-A4CB-C0C852FF39D9}" presName="gear1srcNode" presStyleLbl="node1" presStyleIdx="0" presStyleCnt="3"/>
      <dgm:spPr/>
      <dgm:t>
        <a:bodyPr/>
        <a:lstStyle/>
        <a:p>
          <a:endParaRPr lang="en-US"/>
        </a:p>
      </dgm:t>
    </dgm:pt>
    <dgm:pt modelId="{110C785D-8DC9-44F0-80BE-216B8AD1C4E4}" type="pres">
      <dgm:prSet presAssocID="{CF6892E2-86DC-4400-A4CB-C0C852FF39D9}" presName="gear1dstNode" presStyleLbl="node1" presStyleIdx="0" presStyleCnt="3"/>
      <dgm:spPr/>
      <dgm:t>
        <a:bodyPr/>
        <a:lstStyle/>
        <a:p>
          <a:endParaRPr lang="en-US"/>
        </a:p>
      </dgm:t>
    </dgm:pt>
    <dgm:pt modelId="{ED722D56-18A0-4D6A-8436-CC3E4EF46FB5}" type="pres">
      <dgm:prSet presAssocID="{C545293A-3AAE-4CFE-BD61-CDC4DCA62A78}" presName="gear2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456A23B-F262-429D-BBD6-39616442BBC4}" type="pres">
      <dgm:prSet presAssocID="{C545293A-3AAE-4CFE-BD61-CDC4DCA62A78}" presName="gear2srcNode" presStyleLbl="node1" presStyleIdx="1" presStyleCnt="3"/>
      <dgm:spPr/>
      <dgm:t>
        <a:bodyPr/>
        <a:lstStyle/>
        <a:p>
          <a:endParaRPr lang="en-US"/>
        </a:p>
      </dgm:t>
    </dgm:pt>
    <dgm:pt modelId="{A3B2B26F-3B65-432C-96DC-208974B79D25}" type="pres">
      <dgm:prSet presAssocID="{C545293A-3AAE-4CFE-BD61-CDC4DCA62A78}" presName="gear2dstNode" presStyleLbl="node1" presStyleIdx="1" presStyleCnt="3"/>
      <dgm:spPr/>
      <dgm:t>
        <a:bodyPr/>
        <a:lstStyle/>
        <a:p>
          <a:endParaRPr lang="en-US"/>
        </a:p>
      </dgm:t>
    </dgm:pt>
    <dgm:pt modelId="{3899EBB5-14A0-484A-A41E-3D28A4F05551}" type="pres">
      <dgm:prSet presAssocID="{C1F7ADB0-8EC7-49D2-9C6D-A4B9DFA2FDC0}" presName="gear3" presStyleLbl="node1" presStyleIdx="2" presStyleCnt="3"/>
      <dgm:spPr/>
      <dgm:t>
        <a:bodyPr/>
        <a:lstStyle/>
        <a:p>
          <a:endParaRPr lang="en-US"/>
        </a:p>
      </dgm:t>
    </dgm:pt>
    <dgm:pt modelId="{DFE5EA7B-2A27-453F-887D-A40AD1F726F1}" type="pres">
      <dgm:prSet presAssocID="{C1F7ADB0-8EC7-49D2-9C6D-A4B9DFA2FDC0}" presName="gear3tx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270F849-F760-40E8-87D8-96523398344B}" type="pres">
      <dgm:prSet presAssocID="{C1F7ADB0-8EC7-49D2-9C6D-A4B9DFA2FDC0}" presName="gear3srcNode" presStyleLbl="node1" presStyleIdx="2" presStyleCnt="3"/>
      <dgm:spPr/>
      <dgm:t>
        <a:bodyPr/>
        <a:lstStyle/>
        <a:p>
          <a:endParaRPr lang="en-US"/>
        </a:p>
      </dgm:t>
    </dgm:pt>
    <dgm:pt modelId="{FBE69014-B231-4847-BE49-329AB11AAE92}" type="pres">
      <dgm:prSet presAssocID="{C1F7ADB0-8EC7-49D2-9C6D-A4B9DFA2FDC0}" presName="gear3dstNode" presStyleLbl="node1" presStyleIdx="2" presStyleCnt="3"/>
      <dgm:spPr/>
      <dgm:t>
        <a:bodyPr/>
        <a:lstStyle/>
        <a:p>
          <a:endParaRPr lang="en-US"/>
        </a:p>
      </dgm:t>
    </dgm:pt>
    <dgm:pt modelId="{D4AF2A86-67CB-4DFA-99BB-36334FCF334D}" type="pres">
      <dgm:prSet presAssocID="{EC1A963D-D37D-4C97-9A9E-02429BEFEC8E}" presName="connector1" presStyleLbl="sibTrans2D1" presStyleIdx="0" presStyleCnt="3"/>
      <dgm:spPr/>
      <dgm:t>
        <a:bodyPr/>
        <a:lstStyle/>
        <a:p>
          <a:endParaRPr lang="en-US"/>
        </a:p>
      </dgm:t>
    </dgm:pt>
    <dgm:pt modelId="{D4971A4E-909F-46AB-BFE6-2B67EA5255F9}" type="pres">
      <dgm:prSet presAssocID="{6BC40612-9A67-4269-9E57-33C3D6B1430E}" presName="connector2" presStyleLbl="sibTrans2D1" presStyleIdx="1" presStyleCnt="3"/>
      <dgm:spPr/>
      <dgm:t>
        <a:bodyPr/>
        <a:lstStyle/>
        <a:p>
          <a:endParaRPr lang="en-US"/>
        </a:p>
      </dgm:t>
    </dgm:pt>
    <dgm:pt modelId="{40EF2C5A-524B-4C85-92D1-444258B26FE5}" type="pres">
      <dgm:prSet presAssocID="{9CEB4AA3-4054-4A0B-BE31-9CD693011CCC}" presName="connector3" presStyleLbl="sibTrans2D1" presStyleIdx="2" presStyleCnt="3"/>
      <dgm:spPr/>
      <dgm:t>
        <a:bodyPr/>
        <a:lstStyle/>
        <a:p>
          <a:endParaRPr lang="en-US"/>
        </a:p>
      </dgm:t>
    </dgm:pt>
  </dgm:ptLst>
  <dgm:cxnLst>
    <dgm:cxn modelId="{093A93B3-7A15-4A78-A767-059E207B3134}" type="presOf" srcId="{C545293A-3AAE-4CFE-BD61-CDC4DCA62A78}" destId="{A3B2B26F-3B65-432C-96DC-208974B79D25}" srcOrd="2" destOrd="0" presId="urn:microsoft.com/office/officeart/2005/8/layout/gear1"/>
    <dgm:cxn modelId="{4348D372-59A1-4C7C-9B01-3168578DF20A}" srcId="{A447A075-32CA-46FD-957D-18FFAF1B43BC}" destId="{C545293A-3AAE-4CFE-BD61-CDC4DCA62A78}" srcOrd="1" destOrd="0" parTransId="{0360C508-E857-4269-8BBA-F9B48E7F1B4B}" sibTransId="{6BC40612-9A67-4269-9E57-33C3D6B1430E}"/>
    <dgm:cxn modelId="{79DA5106-FF4F-474A-833C-048253E6AA25}" type="presOf" srcId="{CF6892E2-86DC-4400-A4CB-C0C852FF39D9}" destId="{D5AF28A9-B457-4058-8E5C-9FBB3F6F84ED}" srcOrd="0" destOrd="0" presId="urn:microsoft.com/office/officeart/2005/8/layout/gear1"/>
    <dgm:cxn modelId="{74754FEE-B3FD-4856-9044-E8136C510C28}" srcId="{A447A075-32CA-46FD-957D-18FFAF1B43BC}" destId="{C1F7ADB0-8EC7-49D2-9C6D-A4B9DFA2FDC0}" srcOrd="2" destOrd="0" parTransId="{CD225959-9C28-47AF-93D4-29ADB9168B68}" sibTransId="{9CEB4AA3-4054-4A0B-BE31-9CD693011CCC}"/>
    <dgm:cxn modelId="{36138959-56D0-4427-9063-5D63AD6C0261}" type="presOf" srcId="{C1F7ADB0-8EC7-49D2-9C6D-A4B9DFA2FDC0}" destId="{DFE5EA7B-2A27-453F-887D-A40AD1F726F1}" srcOrd="1" destOrd="0" presId="urn:microsoft.com/office/officeart/2005/8/layout/gear1"/>
    <dgm:cxn modelId="{BE06214B-B976-4D73-98E5-D420153EF04B}" type="presOf" srcId="{C545293A-3AAE-4CFE-BD61-CDC4DCA62A78}" destId="{ED722D56-18A0-4D6A-8436-CC3E4EF46FB5}" srcOrd="0" destOrd="0" presId="urn:microsoft.com/office/officeart/2005/8/layout/gear1"/>
    <dgm:cxn modelId="{3940F66F-51A7-43A2-AA47-64A3A24A1183}" type="presOf" srcId="{C1F7ADB0-8EC7-49D2-9C6D-A4B9DFA2FDC0}" destId="{3899EBB5-14A0-484A-A41E-3D28A4F05551}" srcOrd="0" destOrd="0" presId="urn:microsoft.com/office/officeart/2005/8/layout/gear1"/>
    <dgm:cxn modelId="{22542900-A4AC-4474-9562-631F3F45F5F1}" type="presOf" srcId="{EC1A963D-D37D-4C97-9A9E-02429BEFEC8E}" destId="{D4AF2A86-67CB-4DFA-99BB-36334FCF334D}" srcOrd="0" destOrd="0" presId="urn:microsoft.com/office/officeart/2005/8/layout/gear1"/>
    <dgm:cxn modelId="{DD7F1A37-15E5-4707-8BA4-5D04215A7C41}" type="presOf" srcId="{CF6892E2-86DC-4400-A4CB-C0C852FF39D9}" destId="{22D992DD-BFC3-43ED-BFCA-F692E41E5012}" srcOrd="1" destOrd="0" presId="urn:microsoft.com/office/officeart/2005/8/layout/gear1"/>
    <dgm:cxn modelId="{D27BEEEB-906C-43EE-B06E-F33F994FB2B4}" type="presOf" srcId="{C1F7ADB0-8EC7-49D2-9C6D-A4B9DFA2FDC0}" destId="{FBE69014-B231-4847-BE49-329AB11AAE92}" srcOrd="3" destOrd="0" presId="urn:microsoft.com/office/officeart/2005/8/layout/gear1"/>
    <dgm:cxn modelId="{C720AE28-256F-438C-86F3-AD4B709DA6AA}" type="presOf" srcId="{CF6892E2-86DC-4400-A4CB-C0C852FF39D9}" destId="{110C785D-8DC9-44F0-80BE-216B8AD1C4E4}" srcOrd="2" destOrd="0" presId="urn:microsoft.com/office/officeart/2005/8/layout/gear1"/>
    <dgm:cxn modelId="{94053289-2508-4CF8-9043-AEB3DF4A4C6F}" type="presOf" srcId="{C1F7ADB0-8EC7-49D2-9C6D-A4B9DFA2FDC0}" destId="{0270F849-F760-40E8-87D8-96523398344B}" srcOrd="2" destOrd="0" presId="urn:microsoft.com/office/officeart/2005/8/layout/gear1"/>
    <dgm:cxn modelId="{3A4FC53C-FB72-4BEC-B2A5-C4117FB6BFDF}" type="presOf" srcId="{C545293A-3AAE-4CFE-BD61-CDC4DCA62A78}" destId="{8456A23B-F262-429D-BBD6-39616442BBC4}" srcOrd="1" destOrd="0" presId="urn:microsoft.com/office/officeart/2005/8/layout/gear1"/>
    <dgm:cxn modelId="{0C5BCCB0-0D60-411C-B41B-1F0AEDAE54A2}" type="presOf" srcId="{9CEB4AA3-4054-4A0B-BE31-9CD693011CCC}" destId="{40EF2C5A-524B-4C85-92D1-444258B26FE5}" srcOrd="0" destOrd="0" presId="urn:microsoft.com/office/officeart/2005/8/layout/gear1"/>
    <dgm:cxn modelId="{5429E38B-61ED-4F20-8AB6-B4EAD209288B}" type="presOf" srcId="{A447A075-32CA-46FD-957D-18FFAF1B43BC}" destId="{3B90FC99-32F6-41E2-9B02-F9DBD3886F28}" srcOrd="0" destOrd="0" presId="urn:microsoft.com/office/officeart/2005/8/layout/gear1"/>
    <dgm:cxn modelId="{311C9031-86BF-42F5-B5BB-666A3B5BD1C5}" type="presOf" srcId="{6BC40612-9A67-4269-9E57-33C3D6B1430E}" destId="{D4971A4E-909F-46AB-BFE6-2B67EA5255F9}" srcOrd="0" destOrd="0" presId="urn:microsoft.com/office/officeart/2005/8/layout/gear1"/>
    <dgm:cxn modelId="{47575E69-8618-4C31-8A42-BA0C0F1165DD}" srcId="{A447A075-32CA-46FD-957D-18FFAF1B43BC}" destId="{CF6892E2-86DC-4400-A4CB-C0C852FF39D9}" srcOrd="0" destOrd="0" parTransId="{49B0662C-0ED3-4B1D-BC03-D87BF0C40C27}" sibTransId="{EC1A963D-D37D-4C97-9A9E-02429BEFEC8E}"/>
    <dgm:cxn modelId="{1E12D4FB-B2F4-4668-86A1-01AA0B1B61DF}" type="presParOf" srcId="{3B90FC99-32F6-41E2-9B02-F9DBD3886F28}" destId="{D5AF28A9-B457-4058-8E5C-9FBB3F6F84ED}" srcOrd="0" destOrd="0" presId="urn:microsoft.com/office/officeart/2005/8/layout/gear1"/>
    <dgm:cxn modelId="{B7564732-8749-457F-9573-518BB13A4229}" type="presParOf" srcId="{3B90FC99-32F6-41E2-9B02-F9DBD3886F28}" destId="{22D992DD-BFC3-43ED-BFCA-F692E41E5012}" srcOrd="1" destOrd="0" presId="urn:microsoft.com/office/officeart/2005/8/layout/gear1"/>
    <dgm:cxn modelId="{8DC73D9C-1684-4345-BB07-0FBB1B3556DC}" type="presParOf" srcId="{3B90FC99-32F6-41E2-9B02-F9DBD3886F28}" destId="{110C785D-8DC9-44F0-80BE-216B8AD1C4E4}" srcOrd="2" destOrd="0" presId="urn:microsoft.com/office/officeart/2005/8/layout/gear1"/>
    <dgm:cxn modelId="{B5E1FC5B-CE2E-4FA3-B3CD-13D665974B7C}" type="presParOf" srcId="{3B90FC99-32F6-41E2-9B02-F9DBD3886F28}" destId="{ED722D56-18A0-4D6A-8436-CC3E4EF46FB5}" srcOrd="3" destOrd="0" presId="urn:microsoft.com/office/officeart/2005/8/layout/gear1"/>
    <dgm:cxn modelId="{F5FCBA38-5EE6-49D8-B426-2472F3877169}" type="presParOf" srcId="{3B90FC99-32F6-41E2-9B02-F9DBD3886F28}" destId="{8456A23B-F262-429D-BBD6-39616442BBC4}" srcOrd="4" destOrd="0" presId="urn:microsoft.com/office/officeart/2005/8/layout/gear1"/>
    <dgm:cxn modelId="{6E11F499-4BCE-4C87-8409-9D6145F67A20}" type="presParOf" srcId="{3B90FC99-32F6-41E2-9B02-F9DBD3886F28}" destId="{A3B2B26F-3B65-432C-96DC-208974B79D25}" srcOrd="5" destOrd="0" presId="urn:microsoft.com/office/officeart/2005/8/layout/gear1"/>
    <dgm:cxn modelId="{2CA817E6-4F38-44F3-A969-6ABF4291F08E}" type="presParOf" srcId="{3B90FC99-32F6-41E2-9B02-F9DBD3886F28}" destId="{3899EBB5-14A0-484A-A41E-3D28A4F05551}" srcOrd="6" destOrd="0" presId="urn:microsoft.com/office/officeart/2005/8/layout/gear1"/>
    <dgm:cxn modelId="{645F7BA2-29D9-4997-A388-A57F171B4913}" type="presParOf" srcId="{3B90FC99-32F6-41E2-9B02-F9DBD3886F28}" destId="{DFE5EA7B-2A27-453F-887D-A40AD1F726F1}" srcOrd="7" destOrd="0" presId="urn:microsoft.com/office/officeart/2005/8/layout/gear1"/>
    <dgm:cxn modelId="{E6017B5F-1FEB-46BD-93D1-8316BCC2D6A7}" type="presParOf" srcId="{3B90FC99-32F6-41E2-9B02-F9DBD3886F28}" destId="{0270F849-F760-40E8-87D8-96523398344B}" srcOrd="8" destOrd="0" presId="urn:microsoft.com/office/officeart/2005/8/layout/gear1"/>
    <dgm:cxn modelId="{3DE03016-9725-4B4A-BEB3-14CF570A813C}" type="presParOf" srcId="{3B90FC99-32F6-41E2-9B02-F9DBD3886F28}" destId="{FBE69014-B231-4847-BE49-329AB11AAE92}" srcOrd="9" destOrd="0" presId="urn:microsoft.com/office/officeart/2005/8/layout/gear1"/>
    <dgm:cxn modelId="{6A4D3F53-C1B7-4247-837B-514CC79EDEED}" type="presParOf" srcId="{3B90FC99-32F6-41E2-9B02-F9DBD3886F28}" destId="{D4AF2A86-67CB-4DFA-99BB-36334FCF334D}" srcOrd="10" destOrd="0" presId="urn:microsoft.com/office/officeart/2005/8/layout/gear1"/>
    <dgm:cxn modelId="{251FC167-DB20-4D32-B7E3-18D375E62146}" type="presParOf" srcId="{3B90FC99-32F6-41E2-9B02-F9DBD3886F28}" destId="{D4971A4E-909F-46AB-BFE6-2B67EA5255F9}" srcOrd="11" destOrd="0" presId="urn:microsoft.com/office/officeart/2005/8/layout/gear1"/>
    <dgm:cxn modelId="{245C5682-DA7F-4E45-8EFD-7F169406395F}" type="presParOf" srcId="{3B90FC99-32F6-41E2-9B02-F9DBD3886F28}" destId="{40EF2C5A-524B-4C85-92D1-444258B26FE5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658B353-4806-4B1B-B9C9-D2BC8575DAB4}" type="doc">
      <dgm:prSet loTypeId="urn:microsoft.com/office/officeart/2008/layout/HexagonCluster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1721DC7-1BC5-462C-89A8-0A56854910D4}">
      <dgm:prSet phldrT="[Text]"/>
      <dgm:spPr>
        <a:solidFill>
          <a:srgbClr val="9CC9DB"/>
        </a:solidFill>
        <a:ln>
          <a:solidFill>
            <a:srgbClr val="9CC9DB"/>
          </a:solidFill>
        </a:ln>
      </dgm:spPr>
      <dgm:t>
        <a:bodyPr/>
        <a:lstStyle/>
        <a:p>
          <a:r>
            <a:rPr lang="en-US" b="1" i="0" dirty="0" smtClean="0"/>
            <a:t>Civil Society</a:t>
          </a:r>
          <a:endParaRPr lang="en-US" b="1" dirty="0"/>
        </a:p>
      </dgm:t>
    </dgm:pt>
    <dgm:pt modelId="{81FB67DC-8507-4197-A7A4-25F7DE72A25F}" type="parTrans" cxnId="{28368599-ECE2-4D8B-8B32-F173D9744665}">
      <dgm:prSet/>
      <dgm:spPr/>
      <dgm:t>
        <a:bodyPr/>
        <a:lstStyle/>
        <a:p>
          <a:endParaRPr lang="en-US"/>
        </a:p>
      </dgm:t>
    </dgm:pt>
    <dgm:pt modelId="{0A5DD7C3-2EA6-4BED-8DEA-EE981F059652}" type="sibTrans" cxnId="{28368599-ECE2-4D8B-8B32-F173D9744665}">
      <dgm:prSet/>
      <dgm:spPr/>
      <dgm:t>
        <a:bodyPr/>
        <a:lstStyle/>
        <a:p>
          <a:endParaRPr lang="en-US"/>
        </a:p>
      </dgm:t>
    </dgm:pt>
    <dgm:pt modelId="{7A01374B-4647-4878-9129-04484FA374B0}">
      <dgm:prSet phldrT="[Text]"/>
      <dgm:spPr>
        <a:solidFill>
          <a:srgbClr val="F5A51D"/>
        </a:solidFill>
        <a:ln>
          <a:solidFill>
            <a:srgbClr val="F5A51D"/>
          </a:solidFill>
        </a:ln>
      </dgm:spPr>
      <dgm:t>
        <a:bodyPr/>
        <a:lstStyle/>
        <a:p>
          <a:r>
            <a:rPr lang="en-US" b="1" i="0" dirty="0" smtClean="0"/>
            <a:t>Multilateral and Bilateral Funding Agencies</a:t>
          </a:r>
          <a:endParaRPr lang="en-US" b="1" dirty="0"/>
        </a:p>
      </dgm:t>
    </dgm:pt>
    <dgm:pt modelId="{EA1FCC60-DD78-432C-8ECB-3C03242CC4C5}" type="parTrans" cxnId="{0F4F8649-47C7-496B-9FA9-7B139187C2A5}">
      <dgm:prSet/>
      <dgm:spPr/>
      <dgm:t>
        <a:bodyPr/>
        <a:lstStyle/>
        <a:p>
          <a:endParaRPr lang="en-US"/>
        </a:p>
      </dgm:t>
    </dgm:pt>
    <dgm:pt modelId="{9651CFE0-4798-458B-A06A-805AAB70ABD0}" type="sibTrans" cxnId="{0F4F8649-47C7-496B-9FA9-7B139187C2A5}">
      <dgm:prSet/>
      <dgm:spPr/>
      <dgm:t>
        <a:bodyPr/>
        <a:lstStyle/>
        <a:p>
          <a:endParaRPr lang="en-US"/>
        </a:p>
      </dgm:t>
    </dgm:pt>
    <dgm:pt modelId="{18EB31F2-3F38-485C-AAE5-7BBF264F68CB}">
      <dgm:prSet phldrT="[Text]" custT="1"/>
      <dgm:spPr>
        <a:solidFill>
          <a:srgbClr val="18529E"/>
        </a:solidFill>
        <a:ln>
          <a:solidFill>
            <a:srgbClr val="18529E"/>
          </a:solidFill>
        </a:ln>
      </dgm:spPr>
      <dgm:t>
        <a:bodyPr/>
        <a:lstStyle/>
        <a:p>
          <a:r>
            <a:rPr lang="en-US" sz="1400" b="1" i="0" dirty="0" smtClean="0"/>
            <a:t>UN Organization</a:t>
          </a:r>
          <a:endParaRPr lang="en-US" sz="1400" b="1" dirty="0"/>
        </a:p>
      </dgm:t>
    </dgm:pt>
    <dgm:pt modelId="{F614FB0E-A985-47A5-A5AC-F4A73AF27BE4}" type="parTrans" cxnId="{DBD714AB-C121-41E5-9188-ADFB56B51E49}">
      <dgm:prSet/>
      <dgm:spPr/>
      <dgm:t>
        <a:bodyPr/>
        <a:lstStyle/>
        <a:p>
          <a:endParaRPr lang="en-US"/>
        </a:p>
      </dgm:t>
    </dgm:pt>
    <dgm:pt modelId="{2E9629BE-A6B5-4485-979A-4EC7D22B4E08}" type="sibTrans" cxnId="{DBD714AB-C121-41E5-9188-ADFB56B51E49}">
      <dgm:prSet/>
      <dgm:spPr/>
      <dgm:t>
        <a:bodyPr/>
        <a:lstStyle/>
        <a:p>
          <a:endParaRPr lang="en-US"/>
        </a:p>
      </dgm:t>
    </dgm:pt>
    <dgm:pt modelId="{BAC98EC0-A9A7-4DCF-993C-F4174CC94D81}">
      <dgm:prSet phldrT="[Text]"/>
      <dgm:spPr>
        <a:solidFill>
          <a:srgbClr val="7AB64A"/>
        </a:solidFill>
        <a:ln>
          <a:solidFill>
            <a:srgbClr val="7AB64A"/>
          </a:solidFill>
        </a:ln>
      </dgm:spPr>
      <dgm:t>
        <a:bodyPr/>
        <a:lstStyle/>
        <a:p>
          <a:r>
            <a:rPr lang="en-US" b="1" i="0" dirty="0" smtClean="0"/>
            <a:t>Private Sector</a:t>
          </a:r>
          <a:endParaRPr lang="en-US" b="1" dirty="0"/>
        </a:p>
      </dgm:t>
    </dgm:pt>
    <dgm:pt modelId="{A71592CA-2FD7-4E1D-B554-389926185FDD}" type="parTrans" cxnId="{4B7573F7-DFAB-4362-BE1F-0633FA71825B}">
      <dgm:prSet/>
      <dgm:spPr/>
      <dgm:t>
        <a:bodyPr/>
        <a:lstStyle/>
        <a:p>
          <a:endParaRPr lang="en-US"/>
        </a:p>
      </dgm:t>
    </dgm:pt>
    <dgm:pt modelId="{8B633CF0-7576-4C7C-975C-6A34137F024C}" type="sibTrans" cxnId="{4B7573F7-DFAB-4362-BE1F-0633FA71825B}">
      <dgm:prSet/>
      <dgm:spPr/>
      <dgm:t>
        <a:bodyPr/>
        <a:lstStyle/>
        <a:p>
          <a:endParaRPr lang="en-US"/>
        </a:p>
      </dgm:t>
    </dgm:pt>
    <dgm:pt modelId="{6F7AF970-0E8B-4103-B308-638684744F7F}">
      <dgm:prSet phldrT="[Text]"/>
      <dgm:spPr>
        <a:solidFill>
          <a:srgbClr val="00ABD0"/>
        </a:solidFill>
        <a:ln>
          <a:solidFill>
            <a:srgbClr val="00ABD0"/>
          </a:solidFill>
        </a:ln>
      </dgm:spPr>
      <dgm:t>
        <a:bodyPr/>
        <a:lstStyle/>
        <a:p>
          <a:r>
            <a:rPr lang="en-US" b="1" i="0" dirty="0" smtClean="0"/>
            <a:t>Research and Academia</a:t>
          </a:r>
          <a:endParaRPr lang="en-US" b="1" dirty="0"/>
        </a:p>
      </dgm:t>
    </dgm:pt>
    <dgm:pt modelId="{EC16A48D-D9A1-4BE1-9E88-CF3B054EA440}" type="parTrans" cxnId="{B7B3EAEC-E01A-4496-A24E-15E6EFC112B9}">
      <dgm:prSet/>
      <dgm:spPr/>
      <dgm:t>
        <a:bodyPr/>
        <a:lstStyle/>
        <a:p>
          <a:endParaRPr lang="en-US"/>
        </a:p>
      </dgm:t>
    </dgm:pt>
    <dgm:pt modelId="{1A3DF727-BB40-46AC-832C-6DC01E27BE28}" type="sibTrans" cxnId="{B7B3EAEC-E01A-4496-A24E-15E6EFC112B9}">
      <dgm:prSet/>
      <dgm:spPr/>
      <dgm:t>
        <a:bodyPr/>
        <a:lstStyle/>
        <a:p>
          <a:endParaRPr lang="en-US"/>
        </a:p>
      </dgm:t>
    </dgm:pt>
    <dgm:pt modelId="{AB082801-7548-4F97-AE3F-ADF6EA1D174F}">
      <dgm:prSet phldrT="[Text]"/>
      <dgm:spPr/>
      <dgm:t>
        <a:bodyPr/>
        <a:lstStyle/>
        <a:p>
          <a:r>
            <a:rPr lang="en-US" b="1" i="0" dirty="0" smtClean="0"/>
            <a:t>Projects on Water-related Data</a:t>
          </a:r>
          <a:endParaRPr lang="en-US" b="1" dirty="0"/>
        </a:p>
      </dgm:t>
    </dgm:pt>
    <dgm:pt modelId="{A92972BF-1595-4E19-83B3-62C32AA9261D}" type="parTrans" cxnId="{2ED14867-6AD2-4456-8AA9-C83F042EA7C1}">
      <dgm:prSet/>
      <dgm:spPr/>
      <dgm:t>
        <a:bodyPr/>
        <a:lstStyle/>
        <a:p>
          <a:endParaRPr lang="en-US"/>
        </a:p>
      </dgm:t>
    </dgm:pt>
    <dgm:pt modelId="{AE62DF14-2A2E-47A7-A5AC-8A2D6FB80DFA}" type="sibTrans" cxnId="{2ED14867-6AD2-4456-8AA9-C83F042EA7C1}">
      <dgm:prSet/>
      <dgm:spPr/>
      <dgm:t>
        <a:bodyPr/>
        <a:lstStyle/>
        <a:p>
          <a:endParaRPr lang="en-US"/>
        </a:p>
      </dgm:t>
    </dgm:pt>
    <dgm:pt modelId="{5E3BA307-225E-42D9-87C6-BA78C989C9EF}" type="pres">
      <dgm:prSet presAssocID="{E658B353-4806-4B1B-B9C9-D2BC8575DAB4}" presName="Name0" presStyleCnt="0">
        <dgm:presLayoutVars>
          <dgm:chMax val="21"/>
          <dgm:chPref val="21"/>
        </dgm:presLayoutVars>
      </dgm:prSet>
      <dgm:spPr/>
      <dgm:t>
        <a:bodyPr/>
        <a:lstStyle/>
        <a:p>
          <a:endParaRPr lang="en-US"/>
        </a:p>
      </dgm:t>
    </dgm:pt>
    <dgm:pt modelId="{FFED5EC1-7F8C-416F-AE43-580714444AA8}" type="pres">
      <dgm:prSet presAssocID="{61721DC7-1BC5-462C-89A8-0A56854910D4}" presName="text1" presStyleCnt="0"/>
      <dgm:spPr/>
    </dgm:pt>
    <dgm:pt modelId="{E8F2B6A6-0136-4038-98D2-FE736187F6C1}" type="pres">
      <dgm:prSet presAssocID="{61721DC7-1BC5-462C-89A8-0A56854910D4}" presName="textRepeatNode" presStyleLbl="align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BAF5F78-C7C4-4C85-B948-903EDD313FFA}" type="pres">
      <dgm:prSet presAssocID="{61721DC7-1BC5-462C-89A8-0A56854910D4}" presName="textaccent1" presStyleCnt="0"/>
      <dgm:spPr/>
    </dgm:pt>
    <dgm:pt modelId="{FFBB8C45-0F5E-4268-AE04-84EA04883300}" type="pres">
      <dgm:prSet presAssocID="{61721DC7-1BC5-462C-89A8-0A56854910D4}" presName="accentRepeatNode" presStyleLbl="solidAlignAcc1" presStyleIdx="0" presStyleCnt="12"/>
      <dgm:spPr>
        <a:ln>
          <a:solidFill>
            <a:srgbClr val="9CC9DB"/>
          </a:solidFill>
        </a:ln>
      </dgm:spPr>
    </dgm:pt>
    <dgm:pt modelId="{8D4B2B4E-1FD8-481E-A80C-C39574340D87}" type="pres">
      <dgm:prSet presAssocID="{0A5DD7C3-2EA6-4BED-8DEA-EE981F059652}" presName="image1" presStyleCnt="0"/>
      <dgm:spPr/>
    </dgm:pt>
    <dgm:pt modelId="{59956EE5-D32D-4B04-B81E-BE545B4095E2}" type="pres">
      <dgm:prSet presAssocID="{0A5DD7C3-2EA6-4BED-8DEA-EE981F059652}" presName="imageRepeatNode" presStyleLbl="alignAcc1" presStyleIdx="0" presStyleCnt="6" custScaleX="102399" custScaleY="97903" custLinFactNeighborX="603" custLinFactNeighborY="-20"/>
      <dgm:spPr/>
      <dgm:t>
        <a:bodyPr/>
        <a:lstStyle/>
        <a:p>
          <a:endParaRPr lang="en-US"/>
        </a:p>
      </dgm:t>
    </dgm:pt>
    <dgm:pt modelId="{6EAA8FE3-5AE4-4389-8440-CBEB4A7B9175}" type="pres">
      <dgm:prSet presAssocID="{0A5DD7C3-2EA6-4BED-8DEA-EE981F059652}" presName="imageaccent1" presStyleCnt="0"/>
      <dgm:spPr/>
    </dgm:pt>
    <dgm:pt modelId="{8CF71F3E-366C-4027-935F-5BC065E2EEFB}" type="pres">
      <dgm:prSet presAssocID="{0A5DD7C3-2EA6-4BED-8DEA-EE981F059652}" presName="accentRepeatNode" presStyleLbl="solidAlignAcc1" presStyleIdx="1" presStyleCnt="12"/>
      <dgm:spPr/>
    </dgm:pt>
    <dgm:pt modelId="{405D62C0-5624-4D87-8103-93D650C1CE80}" type="pres">
      <dgm:prSet presAssocID="{7A01374B-4647-4878-9129-04484FA374B0}" presName="text2" presStyleCnt="0"/>
      <dgm:spPr/>
    </dgm:pt>
    <dgm:pt modelId="{EA929F68-F6BD-4913-8855-0033207B0CF1}" type="pres">
      <dgm:prSet presAssocID="{7A01374B-4647-4878-9129-04484FA374B0}" presName="textRepeatNode" presStyleLbl="align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54B6DBD-D6EE-4B9B-8145-B50032724776}" type="pres">
      <dgm:prSet presAssocID="{7A01374B-4647-4878-9129-04484FA374B0}" presName="textaccent2" presStyleCnt="0"/>
      <dgm:spPr/>
    </dgm:pt>
    <dgm:pt modelId="{D7C5F1F1-C0FC-4DE3-98C4-921F2F7C0E78}" type="pres">
      <dgm:prSet presAssocID="{7A01374B-4647-4878-9129-04484FA374B0}" presName="accentRepeatNode" presStyleLbl="solidAlignAcc1" presStyleIdx="2" presStyleCnt="12"/>
      <dgm:spPr>
        <a:ln>
          <a:solidFill>
            <a:srgbClr val="F5A51D"/>
          </a:solidFill>
        </a:ln>
      </dgm:spPr>
    </dgm:pt>
    <dgm:pt modelId="{530CA16E-561A-48A9-9D17-D98A5E4890EC}" type="pres">
      <dgm:prSet presAssocID="{9651CFE0-4798-458B-A06A-805AAB70ABD0}" presName="image2" presStyleCnt="0"/>
      <dgm:spPr/>
    </dgm:pt>
    <dgm:pt modelId="{514D2804-C243-472E-B379-62B075025C5C}" type="pres">
      <dgm:prSet presAssocID="{9651CFE0-4798-458B-A06A-805AAB70ABD0}" presName="imageRepeatNode" presStyleLbl="alignAcc1" presStyleIdx="1" presStyleCnt="6"/>
      <dgm:spPr/>
      <dgm:t>
        <a:bodyPr/>
        <a:lstStyle/>
        <a:p>
          <a:endParaRPr lang="en-US"/>
        </a:p>
      </dgm:t>
    </dgm:pt>
    <dgm:pt modelId="{55D6450A-1F3F-4166-BCF4-9FB30ABBB49D}" type="pres">
      <dgm:prSet presAssocID="{9651CFE0-4798-458B-A06A-805AAB70ABD0}" presName="imageaccent2" presStyleCnt="0"/>
      <dgm:spPr/>
    </dgm:pt>
    <dgm:pt modelId="{ABD2FEA3-8F7D-42F3-9D3C-2B28CFC87329}" type="pres">
      <dgm:prSet presAssocID="{9651CFE0-4798-458B-A06A-805AAB70ABD0}" presName="accentRepeatNode" presStyleLbl="solidAlignAcc1" presStyleIdx="3" presStyleCnt="12" custLinFactNeighborX="0"/>
      <dgm:spPr/>
    </dgm:pt>
    <dgm:pt modelId="{FEC1E276-D924-4C70-9C8D-C70630A9E3D2}" type="pres">
      <dgm:prSet presAssocID="{18EB31F2-3F38-485C-AAE5-7BBF264F68CB}" presName="text3" presStyleCnt="0"/>
      <dgm:spPr/>
    </dgm:pt>
    <dgm:pt modelId="{61CC738D-C25A-485E-ABFB-2D72313EB510}" type="pres">
      <dgm:prSet presAssocID="{18EB31F2-3F38-485C-AAE5-7BBF264F68CB}" presName="textRepeatNode" presStyleLbl="align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FCABBC1-3654-4081-9EA6-C247F0CEFEE6}" type="pres">
      <dgm:prSet presAssocID="{18EB31F2-3F38-485C-AAE5-7BBF264F68CB}" presName="textaccent3" presStyleCnt="0"/>
      <dgm:spPr/>
    </dgm:pt>
    <dgm:pt modelId="{8208196B-AFAE-44F2-9AE6-72DEA7400206}" type="pres">
      <dgm:prSet presAssocID="{18EB31F2-3F38-485C-AAE5-7BBF264F68CB}" presName="accentRepeatNode" presStyleLbl="solidAlignAcc1" presStyleIdx="4" presStyleCnt="12"/>
      <dgm:spPr>
        <a:ln>
          <a:solidFill>
            <a:srgbClr val="18529E"/>
          </a:solidFill>
        </a:ln>
      </dgm:spPr>
    </dgm:pt>
    <dgm:pt modelId="{7004E90A-C598-4E83-983E-95B6751E7DCD}" type="pres">
      <dgm:prSet presAssocID="{2E9629BE-A6B5-4485-979A-4EC7D22B4E08}" presName="image3" presStyleCnt="0"/>
      <dgm:spPr/>
    </dgm:pt>
    <dgm:pt modelId="{725AC594-E354-428A-BD83-9FB7FD6B1C2B}" type="pres">
      <dgm:prSet presAssocID="{2E9629BE-A6B5-4485-979A-4EC7D22B4E08}" presName="imageRepeatNode" presStyleLbl="alignAcc1" presStyleIdx="2" presStyleCnt="6"/>
      <dgm:spPr/>
      <dgm:t>
        <a:bodyPr/>
        <a:lstStyle/>
        <a:p>
          <a:endParaRPr lang="en-US"/>
        </a:p>
      </dgm:t>
    </dgm:pt>
    <dgm:pt modelId="{907DB59B-D2A3-4F16-BFD9-4A963F4F8A07}" type="pres">
      <dgm:prSet presAssocID="{2E9629BE-A6B5-4485-979A-4EC7D22B4E08}" presName="imageaccent3" presStyleCnt="0"/>
      <dgm:spPr/>
    </dgm:pt>
    <dgm:pt modelId="{36AC7F11-73A5-481D-944F-30E6CC36B482}" type="pres">
      <dgm:prSet presAssocID="{2E9629BE-A6B5-4485-979A-4EC7D22B4E08}" presName="accentRepeatNode" presStyleLbl="solidAlignAcc1" presStyleIdx="5" presStyleCnt="12"/>
      <dgm:spPr/>
    </dgm:pt>
    <dgm:pt modelId="{7E9773CF-6ABA-4337-8EAB-4826E9790F80}" type="pres">
      <dgm:prSet presAssocID="{BAC98EC0-A9A7-4DCF-993C-F4174CC94D81}" presName="text4" presStyleCnt="0"/>
      <dgm:spPr/>
    </dgm:pt>
    <dgm:pt modelId="{7BBF4AB7-9D92-4898-8417-EB65F4F1182F}" type="pres">
      <dgm:prSet presAssocID="{BAC98EC0-A9A7-4DCF-993C-F4174CC94D81}" presName="textRepeatNode" presStyleLbl="align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1F00B4A-8CB6-4E20-9F3C-B70812A4FAD2}" type="pres">
      <dgm:prSet presAssocID="{BAC98EC0-A9A7-4DCF-993C-F4174CC94D81}" presName="textaccent4" presStyleCnt="0"/>
      <dgm:spPr/>
    </dgm:pt>
    <dgm:pt modelId="{3798E84D-0949-4C11-A3DB-5E35B829D2A2}" type="pres">
      <dgm:prSet presAssocID="{BAC98EC0-A9A7-4DCF-993C-F4174CC94D81}" presName="accentRepeatNode" presStyleLbl="solidAlignAcc1" presStyleIdx="6" presStyleCnt="12"/>
      <dgm:spPr>
        <a:ln>
          <a:solidFill>
            <a:srgbClr val="7AB64A"/>
          </a:solidFill>
        </a:ln>
      </dgm:spPr>
    </dgm:pt>
    <dgm:pt modelId="{2DA5EEC8-98B8-48C8-9BD1-FD41AAA76974}" type="pres">
      <dgm:prSet presAssocID="{8B633CF0-7576-4C7C-975C-6A34137F024C}" presName="image4" presStyleCnt="0"/>
      <dgm:spPr/>
    </dgm:pt>
    <dgm:pt modelId="{89BD261F-65D5-4B4D-B40F-978E40972E0A}" type="pres">
      <dgm:prSet presAssocID="{8B633CF0-7576-4C7C-975C-6A34137F024C}" presName="imageRepeatNode" presStyleLbl="alignAcc1" presStyleIdx="3" presStyleCnt="6" custLinFactNeighborX="86059" custLinFactNeighborY="54794"/>
      <dgm:spPr/>
      <dgm:t>
        <a:bodyPr/>
        <a:lstStyle/>
        <a:p>
          <a:endParaRPr lang="en-US"/>
        </a:p>
      </dgm:t>
    </dgm:pt>
    <dgm:pt modelId="{A4E0CD28-FD2D-4E45-BF30-9C1163070382}" type="pres">
      <dgm:prSet presAssocID="{8B633CF0-7576-4C7C-975C-6A34137F024C}" presName="imageaccent4" presStyleCnt="0"/>
      <dgm:spPr/>
    </dgm:pt>
    <dgm:pt modelId="{DCB260DE-930C-47E4-8C3F-722D6477767F}" type="pres">
      <dgm:prSet presAssocID="{8B633CF0-7576-4C7C-975C-6A34137F024C}" presName="accentRepeatNode" presStyleLbl="solidAlignAcc1" presStyleIdx="7" presStyleCnt="12" custLinFactX="344649" custLinFactY="200000" custLinFactNeighborX="400000" custLinFactNeighborY="267552"/>
      <dgm:spPr/>
    </dgm:pt>
    <dgm:pt modelId="{A015E1AF-5D68-4BE4-8B76-13899F91C804}" type="pres">
      <dgm:prSet presAssocID="{6F7AF970-0E8B-4103-B308-638684744F7F}" presName="text5" presStyleCnt="0"/>
      <dgm:spPr/>
    </dgm:pt>
    <dgm:pt modelId="{E9DABF65-4E28-4A39-9251-B4C17C464476}" type="pres">
      <dgm:prSet presAssocID="{6F7AF970-0E8B-4103-B308-638684744F7F}" presName="textRepeatNode" presStyleLbl="align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3CCAF58-9A24-4CD4-BDC2-930F360ADDED}" type="pres">
      <dgm:prSet presAssocID="{6F7AF970-0E8B-4103-B308-638684744F7F}" presName="textaccent5" presStyleCnt="0"/>
      <dgm:spPr/>
    </dgm:pt>
    <dgm:pt modelId="{CA2877E9-B6ED-4C50-943B-1418D3D52499}" type="pres">
      <dgm:prSet presAssocID="{6F7AF970-0E8B-4103-B308-638684744F7F}" presName="accentRepeatNode" presStyleLbl="solidAlignAcc1" presStyleIdx="8" presStyleCnt="12"/>
      <dgm:spPr>
        <a:ln>
          <a:solidFill>
            <a:srgbClr val="00ABD0"/>
          </a:solidFill>
        </a:ln>
      </dgm:spPr>
    </dgm:pt>
    <dgm:pt modelId="{A61B3618-B709-45D2-8CB0-B9138E955749}" type="pres">
      <dgm:prSet presAssocID="{1A3DF727-BB40-46AC-832C-6DC01E27BE28}" presName="image5" presStyleCnt="0"/>
      <dgm:spPr/>
    </dgm:pt>
    <dgm:pt modelId="{0E76E9E1-76A1-4FBA-8E50-59F68C86F3A7}" type="pres">
      <dgm:prSet presAssocID="{1A3DF727-BB40-46AC-832C-6DC01E27BE28}" presName="imageRepeatNode" presStyleLbl="alignAcc1" presStyleIdx="4" presStyleCnt="6"/>
      <dgm:spPr/>
      <dgm:t>
        <a:bodyPr/>
        <a:lstStyle/>
        <a:p>
          <a:endParaRPr lang="en-US"/>
        </a:p>
      </dgm:t>
    </dgm:pt>
    <dgm:pt modelId="{88758B8D-D9AC-4175-8EE3-477714AB13A7}" type="pres">
      <dgm:prSet presAssocID="{1A3DF727-BB40-46AC-832C-6DC01E27BE28}" presName="imageaccent5" presStyleCnt="0"/>
      <dgm:spPr/>
    </dgm:pt>
    <dgm:pt modelId="{64FA5F93-D358-41E5-B1E3-F3243CF02DB1}" type="pres">
      <dgm:prSet presAssocID="{1A3DF727-BB40-46AC-832C-6DC01E27BE28}" presName="accentRepeatNode" presStyleLbl="solidAlignAcc1" presStyleIdx="9" presStyleCnt="12"/>
      <dgm:spPr/>
    </dgm:pt>
    <dgm:pt modelId="{FB86F821-AB0E-42F2-93D4-A3CAE4F20439}" type="pres">
      <dgm:prSet presAssocID="{AB082801-7548-4F97-AE3F-ADF6EA1D174F}" presName="text6" presStyleCnt="0"/>
      <dgm:spPr/>
    </dgm:pt>
    <dgm:pt modelId="{69B43312-58F8-44C8-8C04-6F46CEA43D10}" type="pres">
      <dgm:prSet presAssocID="{AB082801-7548-4F97-AE3F-ADF6EA1D174F}" presName="textRepeatNode" presStyleLbl="alignNode1" presStyleIdx="5" presStyleCnt="6" custLinFactNeighborX="-86259" custLinFactNeighborY="-562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080402-1956-4014-908F-A8178B3FB040}" type="pres">
      <dgm:prSet presAssocID="{AB082801-7548-4F97-AE3F-ADF6EA1D174F}" presName="textaccent6" presStyleCnt="0"/>
      <dgm:spPr/>
    </dgm:pt>
    <dgm:pt modelId="{97049F36-954B-4772-8490-D3E964E23044}" type="pres">
      <dgm:prSet presAssocID="{AB082801-7548-4F97-AE3F-ADF6EA1D174F}" presName="accentRepeatNode" presStyleLbl="solidAlignAcc1" presStyleIdx="10" presStyleCnt="12" custLinFactX="-339476" custLinFactY="-600000" custLinFactNeighborX="-400000" custLinFactNeighborY="-610840"/>
      <dgm:spPr/>
    </dgm:pt>
    <dgm:pt modelId="{BE9754BB-4AF0-4D24-8291-15294E63ECC3}" type="pres">
      <dgm:prSet presAssocID="{AE62DF14-2A2E-47A7-A5AC-8A2D6FB80DFA}" presName="image6" presStyleCnt="0"/>
      <dgm:spPr/>
    </dgm:pt>
    <dgm:pt modelId="{899BAFA0-CB29-4167-954A-9C1F249AE613}" type="pres">
      <dgm:prSet presAssocID="{AE62DF14-2A2E-47A7-A5AC-8A2D6FB80DFA}" presName="imageRepeatNode" presStyleLbl="alignAcc1" presStyleIdx="5" presStyleCnt="6"/>
      <dgm:spPr/>
      <dgm:t>
        <a:bodyPr/>
        <a:lstStyle/>
        <a:p>
          <a:endParaRPr lang="en-US"/>
        </a:p>
      </dgm:t>
    </dgm:pt>
    <dgm:pt modelId="{441EB39C-E03E-4503-A443-598A83E8D8EE}" type="pres">
      <dgm:prSet presAssocID="{AE62DF14-2A2E-47A7-A5AC-8A2D6FB80DFA}" presName="imageaccent6" presStyleCnt="0"/>
      <dgm:spPr/>
    </dgm:pt>
    <dgm:pt modelId="{8C04BC99-9CC6-4601-998C-8EEB4CA10B27}" type="pres">
      <dgm:prSet presAssocID="{AE62DF14-2A2E-47A7-A5AC-8A2D6FB80DFA}" presName="accentRepeatNode" presStyleLbl="solidAlignAcc1" presStyleIdx="11" presStyleCnt="12"/>
      <dgm:spPr/>
    </dgm:pt>
  </dgm:ptLst>
  <dgm:cxnLst>
    <dgm:cxn modelId="{7ACF4D4A-CCCD-4676-9BD9-123B70E6135E}" type="presOf" srcId="{2E9629BE-A6B5-4485-979A-4EC7D22B4E08}" destId="{725AC594-E354-428A-BD83-9FB7FD6B1C2B}" srcOrd="0" destOrd="0" presId="urn:microsoft.com/office/officeart/2008/layout/HexagonCluster"/>
    <dgm:cxn modelId="{B7B3EAEC-E01A-4496-A24E-15E6EFC112B9}" srcId="{E658B353-4806-4B1B-B9C9-D2BC8575DAB4}" destId="{6F7AF970-0E8B-4103-B308-638684744F7F}" srcOrd="4" destOrd="0" parTransId="{EC16A48D-D9A1-4BE1-9E88-CF3B054EA440}" sibTransId="{1A3DF727-BB40-46AC-832C-6DC01E27BE28}"/>
    <dgm:cxn modelId="{421DD663-BCD8-4766-A78A-F0BDF7B8ECC6}" type="presOf" srcId="{7A01374B-4647-4878-9129-04484FA374B0}" destId="{EA929F68-F6BD-4913-8855-0033207B0CF1}" srcOrd="0" destOrd="0" presId="urn:microsoft.com/office/officeart/2008/layout/HexagonCluster"/>
    <dgm:cxn modelId="{A742C10B-A70D-4BB0-94E1-4D4587696457}" type="presOf" srcId="{18EB31F2-3F38-485C-AAE5-7BBF264F68CB}" destId="{61CC738D-C25A-485E-ABFB-2D72313EB510}" srcOrd="0" destOrd="0" presId="urn:microsoft.com/office/officeart/2008/layout/HexagonCluster"/>
    <dgm:cxn modelId="{95F88D78-14DD-4743-8632-367FABDBCDAF}" type="presOf" srcId="{6F7AF970-0E8B-4103-B308-638684744F7F}" destId="{E9DABF65-4E28-4A39-9251-B4C17C464476}" srcOrd="0" destOrd="0" presId="urn:microsoft.com/office/officeart/2008/layout/HexagonCluster"/>
    <dgm:cxn modelId="{4B7573F7-DFAB-4362-BE1F-0633FA71825B}" srcId="{E658B353-4806-4B1B-B9C9-D2BC8575DAB4}" destId="{BAC98EC0-A9A7-4DCF-993C-F4174CC94D81}" srcOrd="3" destOrd="0" parTransId="{A71592CA-2FD7-4E1D-B554-389926185FDD}" sibTransId="{8B633CF0-7576-4C7C-975C-6A34137F024C}"/>
    <dgm:cxn modelId="{41037C4A-6576-4B30-B265-D1A43071D6BF}" type="presOf" srcId="{E658B353-4806-4B1B-B9C9-D2BC8575DAB4}" destId="{5E3BA307-225E-42D9-87C6-BA78C989C9EF}" srcOrd="0" destOrd="0" presId="urn:microsoft.com/office/officeart/2008/layout/HexagonCluster"/>
    <dgm:cxn modelId="{2ED14867-6AD2-4456-8AA9-C83F042EA7C1}" srcId="{E658B353-4806-4B1B-B9C9-D2BC8575DAB4}" destId="{AB082801-7548-4F97-AE3F-ADF6EA1D174F}" srcOrd="5" destOrd="0" parTransId="{A92972BF-1595-4E19-83B3-62C32AA9261D}" sibTransId="{AE62DF14-2A2E-47A7-A5AC-8A2D6FB80DFA}"/>
    <dgm:cxn modelId="{DBD714AB-C121-41E5-9188-ADFB56B51E49}" srcId="{E658B353-4806-4B1B-B9C9-D2BC8575DAB4}" destId="{18EB31F2-3F38-485C-AAE5-7BBF264F68CB}" srcOrd="2" destOrd="0" parTransId="{F614FB0E-A985-47A5-A5AC-F4A73AF27BE4}" sibTransId="{2E9629BE-A6B5-4485-979A-4EC7D22B4E08}"/>
    <dgm:cxn modelId="{01F3445D-8B45-444D-903B-2172E59BB9B9}" type="presOf" srcId="{AB082801-7548-4F97-AE3F-ADF6EA1D174F}" destId="{69B43312-58F8-44C8-8C04-6F46CEA43D10}" srcOrd="0" destOrd="0" presId="urn:microsoft.com/office/officeart/2008/layout/HexagonCluster"/>
    <dgm:cxn modelId="{11EDE546-F5B0-41C7-8B9E-9A7CE38E6B5D}" type="presOf" srcId="{AE62DF14-2A2E-47A7-A5AC-8A2D6FB80DFA}" destId="{899BAFA0-CB29-4167-954A-9C1F249AE613}" srcOrd="0" destOrd="0" presId="urn:microsoft.com/office/officeart/2008/layout/HexagonCluster"/>
    <dgm:cxn modelId="{28368599-ECE2-4D8B-8B32-F173D9744665}" srcId="{E658B353-4806-4B1B-B9C9-D2BC8575DAB4}" destId="{61721DC7-1BC5-462C-89A8-0A56854910D4}" srcOrd="0" destOrd="0" parTransId="{81FB67DC-8507-4197-A7A4-25F7DE72A25F}" sibTransId="{0A5DD7C3-2EA6-4BED-8DEA-EE981F059652}"/>
    <dgm:cxn modelId="{028BC15B-39AC-4D7C-A465-BC68242E33F9}" type="presOf" srcId="{9651CFE0-4798-458B-A06A-805AAB70ABD0}" destId="{514D2804-C243-472E-B379-62B075025C5C}" srcOrd="0" destOrd="0" presId="urn:microsoft.com/office/officeart/2008/layout/HexagonCluster"/>
    <dgm:cxn modelId="{FA8ED32F-8184-40C4-B117-DD31C32F078E}" type="presOf" srcId="{1A3DF727-BB40-46AC-832C-6DC01E27BE28}" destId="{0E76E9E1-76A1-4FBA-8E50-59F68C86F3A7}" srcOrd="0" destOrd="0" presId="urn:microsoft.com/office/officeart/2008/layout/HexagonCluster"/>
    <dgm:cxn modelId="{D8623781-FFB9-4B09-B9CB-019E37257944}" type="presOf" srcId="{8B633CF0-7576-4C7C-975C-6A34137F024C}" destId="{89BD261F-65D5-4B4D-B40F-978E40972E0A}" srcOrd="0" destOrd="0" presId="urn:microsoft.com/office/officeart/2008/layout/HexagonCluster"/>
    <dgm:cxn modelId="{9B5C6B20-752A-4256-A937-6220265869B6}" type="presOf" srcId="{0A5DD7C3-2EA6-4BED-8DEA-EE981F059652}" destId="{59956EE5-D32D-4B04-B81E-BE545B4095E2}" srcOrd="0" destOrd="0" presId="urn:microsoft.com/office/officeart/2008/layout/HexagonCluster"/>
    <dgm:cxn modelId="{0F4F8649-47C7-496B-9FA9-7B139187C2A5}" srcId="{E658B353-4806-4B1B-B9C9-D2BC8575DAB4}" destId="{7A01374B-4647-4878-9129-04484FA374B0}" srcOrd="1" destOrd="0" parTransId="{EA1FCC60-DD78-432C-8ECB-3C03242CC4C5}" sibTransId="{9651CFE0-4798-458B-A06A-805AAB70ABD0}"/>
    <dgm:cxn modelId="{FE6EB89E-F627-4DC3-B817-C739D5A46EF8}" type="presOf" srcId="{61721DC7-1BC5-462C-89A8-0A56854910D4}" destId="{E8F2B6A6-0136-4038-98D2-FE736187F6C1}" srcOrd="0" destOrd="0" presId="urn:microsoft.com/office/officeart/2008/layout/HexagonCluster"/>
    <dgm:cxn modelId="{C6BAA3BA-5C50-43E7-98AF-1F9840E9DBBF}" type="presOf" srcId="{BAC98EC0-A9A7-4DCF-993C-F4174CC94D81}" destId="{7BBF4AB7-9D92-4898-8417-EB65F4F1182F}" srcOrd="0" destOrd="0" presId="urn:microsoft.com/office/officeart/2008/layout/HexagonCluster"/>
    <dgm:cxn modelId="{295844BE-B24C-44D3-9B43-EAECD5BC7E64}" type="presParOf" srcId="{5E3BA307-225E-42D9-87C6-BA78C989C9EF}" destId="{FFED5EC1-7F8C-416F-AE43-580714444AA8}" srcOrd="0" destOrd="0" presId="urn:microsoft.com/office/officeart/2008/layout/HexagonCluster"/>
    <dgm:cxn modelId="{DC18A943-340D-4D63-ADEE-F71B1571B629}" type="presParOf" srcId="{FFED5EC1-7F8C-416F-AE43-580714444AA8}" destId="{E8F2B6A6-0136-4038-98D2-FE736187F6C1}" srcOrd="0" destOrd="0" presId="urn:microsoft.com/office/officeart/2008/layout/HexagonCluster"/>
    <dgm:cxn modelId="{BB8B1425-A797-4B53-96CC-7E22C856B247}" type="presParOf" srcId="{5E3BA307-225E-42D9-87C6-BA78C989C9EF}" destId="{8BAF5F78-C7C4-4C85-B948-903EDD313FFA}" srcOrd="1" destOrd="0" presId="urn:microsoft.com/office/officeart/2008/layout/HexagonCluster"/>
    <dgm:cxn modelId="{86835E53-E512-4FEB-BF33-523B6065C75C}" type="presParOf" srcId="{8BAF5F78-C7C4-4C85-B948-903EDD313FFA}" destId="{FFBB8C45-0F5E-4268-AE04-84EA04883300}" srcOrd="0" destOrd="0" presId="urn:microsoft.com/office/officeart/2008/layout/HexagonCluster"/>
    <dgm:cxn modelId="{252CD6BD-8C49-42D5-BB79-3352113C873C}" type="presParOf" srcId="{5E3BA307-225E-42D9-87C6-BA78C989C9EF}" destId="{8D4B2B4E-1FD8-481E-A80C-C39574340D87}" srcOrd="2" destOrd="0" presId="urn:microsoft.com/office/officeart/2008/layout/HexagonCluster"/>
    <dgm:cxn modelId="{F30204C0-E00D-4582-A06C-B70FC47C86A6}" type="presParOf" srcId="{8D4B2B4E-1FD8-481E-A80C-C39574340D87}" destId="{59956EE5-D32D-4B04-B81E-BE545B4095E2}" srcOrd="0" destOrd="0" presId="urn:microsoft.com/office/officeart/2008/layout/HexagonCluster"/>
    <dgm:cxn modelId="{2F8DFB6F-C7A0-41DE-AA41-EEB0A3B311AA}" type="presParOf" srcId="{5E3BA307-225E-42D9-87C6-BA78C989C9EF}" destId="{6EAA8FE3-5AE4-4389-8440-CBEB4A7B9175}" srcOrd="3" destOrd="0" presId="urn:microsoft.com/office/officeart/2008/layout/HexagonCluster"/>
    <dgm:cxn modelId="{9BE66772-4C90-4C91-BEFE-6723E19CA07C}" type="presParOf" srcId="{6EAA8FE3-5AE4-4389-8440-CBEB4A7B9175}" destId="{8CF71F3E-366C-4027-935F-5BC065E2EEFB}" srcOrd="0" destOrd="0" presId="urn:microsoft.com/office/officeart/2008/layout/HexagonCluster"/>
    <dgm:cxn modelId="{1E28D92A-59A9-46CA-B802-43DE1511907F}" type="presParOf" srcId="{5E3BA307-225E-42D9-87C6-BA78C989C9EF}" destId="{405D62C0-5624-4D87-8103-93D650C1CE80}" srcOrd="4" destOrd="0" presId="urn:microsoft.com/office/officeart/2008/layout/HexagonCluster"/>
    <dgm:cxn modelId="{3057EF43-BC9B-4F0F-8CBD-B6F977BD9A57}" type="presParOf" srcId="{405D62C0-5624-4D87-8103-93D650C1CE80}" destId="{EA929F68-F6BD-4913-8855-0033207B0CF1}" srcOrd="0" destOrd="0" presId="urn:microsoft.com/office/officeart/2008/layout/HexagonCluster"/>
    <dgm:cxn modelId="{B090E2EB-3E80-4D40-A5F5-FE83DCEB985A}" type="presParOf" srcId="{5E3BA307-225E-42D9-87C6-BA78C989C9EF}" destId="{954B6DBD-D6EE-4B9B-8145-B50032724776}" srcOrd="5" destOrd="0" presId="urn:microsoft.com/office/officeart/2008/layout/HexagonCluster"/>
    <dgm:cxn modelId="{61C11845-9588-4D2F-80E4-50E716123B45}" type="presParOf" srcId="{954B6DBD-D6EE-4B9B-8145-B50032724776}" destId="{D7C5F1F1-C0FC-4DE3-98C4-921F2F7C0E78}" srcOrd="0" destOrd="0" presId="urn:microsoft.com/office/officeart/2008/layout/HexagonCluster"/>
    <dgm:cxn modelId="{547D95ED-40DD-477F-90A9-3D6F7D92AE28}" type="presParOf" srcId="{5E3BA307-225E-42D9-87C6-BA78C989C9EF}" destId="{530CA16E-561A-48A9-9D17-D98A5E4890EC}" srcOrd="6" destOrd="0" presId="urn:microsoft.com/office/officeart/2008/layout/HexagonCluster"/>
    <dgm:cxn modelId="{348E8466-ED99-4B3B-9730-CCB0490C8C66}" type="presParOf" srcId="{530CA16E-561A-48A9-9D17-D98A5E4890EC}" destId="{514D2804-C243-472E-B379-62B075025C5C}" srcOrd="0" destOrd="0" presId="urn:microsoft.com/office/officeart/2008/layout/HexagonCluster"/>
    <dgm:cxn modelId="{C43AD5BF-CF86-4985-8920-121791CE718A}" type="presParOf" srcId="{5E3BA307-225E-42D9-87C6-BA78C989C9EF}" destId="{55D6450A-1F3F-4166-BCF4-9FB30ABBB49D}" srcOrd="7" destOrd="0" presId="urn:microsoft.com/office/officeart/2008/layout/HexagonCluster"/>
    <dgm:cxn modelId="{87429204-6260-436B-B7BA-C2C5B5486DCB}" type="presParOf" srcId="{55D6450A-1F3F-4166-BCF4-9FB30ABBB49D}" destId="{ABD2FEA3-8F7D-42F3-9D3C-2B28CFC87329}" srcOrd="0" destOrd="0" presId="urn:microsoft.com/office/officeart/2008/layout/HexagonCluster"/>
    <dgm:cxn modelId="{80486E18-C36C-45D7-AEF8-229EA1A6B7C2}" type="presParOf" srcId="{5E3BA307-225E-42D9-87C6-BA78C989C9EF}" destId="{FEC1E276-D924-4C70-9C8D-C70630A9E3D2}" srcOrd="8" destOrd="0" presId="urn:microsoft.com/office/officeart/2008/layout/HexagonCluster"/>
    <dgm:cxn modelId="{2D9A21CC-EB6F-4FAE-9539-8EFE71599E7D}" type="presParOf" srcId="{FEC1E276-D924-4C70-9C8D-C70630A9E3D2}" destId="{61CC738D-C25A-485E-ABFB-2D72313EB510}" srcOrd="0" destOrd="0" presId="urn:microsoft.com/office/officeart/2008/layout/HexagonCluster"/>
    <dgm:cxn modelId="{D5C11350-1958-4C5D-966F-9264EA398BC6}" type="presParOf" srcId="{5E3BA307-225E-42D9-87C6-BA78C989C9EF}" destId="{CFCABBC1-3654-4081-9EA6-C247F0CEFEE6}" srcOrd="9" destOrd="0" presId="urn:microsoft.com/office/officeart/2008/layout/HexagonCluster"/>
    <dgm:cxn modelId="{BB2E4811-A08A-4AA3-96B4-F2F34D9D790B}" type="presParOf" srcId="{CFCABBC1-3654-4081-9EA6-C247F0CEFEE6}" destId="{8208196B-AFAE-44F2-9AE6-72DEA7400206}" srcOrd="0" destOrd="0" presId="urn:microsoft.com/office/officeart/2008/layout/HexagonCluster"/>
    <dgm:cxn modelId="{90086F1A-1218-4F47-8250-A8974F34F730}" type="presParOf" srcId="{5E3BA307-225E-42D9-87C6-BA78C989C9EF}" destId="{7004E90A-C598-4E83-983E-95B6751E7DCD}" srcOrd="10" destOrd="0" presId="urn:microsoft.com/office/officeart/2008/layout/HexagonCluster"/>
    <dgm:cxn modelId="{7DCA1F15-8430-4A45-8C22-58D851586CB0}" type="presParOf" srcId="{7004E90A-C598-4E83-983E-95B6751E7DCD}" destId="{725AC594-E354-428A-BD83-9FB7FD6B1C2B}" srcOrd="0" destOrd="0" presId="urn:microsoft.com/office/officeart/2008/layout/HexagonCluster"/>
    <dgm:cxn modelId="{E070F72E-5229-4A87-9C53-DEEC32DFA89F}" type="presParOf" srcId="{5E3BA307-225E-42D9-87C6-BA78C989C9EF}" destId="{907DB59B-D2A3-4F16-BFD9-4A963F4F8A07}" srcOrd="11" destOrd="0" presId="urn:microsoft.com/office/officeart/2008/layout/HexagonCluster"/>
    <dgm:cxn modelId="{10C3EF6D-6221-4AD7-8CA1-1DBA08E03A46}" type="presParOf" srcId="{907DB59B-D2A3-4F16-BFD9-4A963F4F8A07}" destId="{36AC7F11-73A5-481D-944F-30E6CC36B482}" srcOrd="0" destOrd="0" presId="urn:microsoft.com/office/officeart/2008/layout/HexagonCluster"/>
    <dgm:cxn modelId="{49AC0FFD-5D2A-464A-890E-06E8E9CCF019}" type="presParOf" srcId="{5E3BA307-225E-42D9-87C6-BA78C989C9EF}" destId="{7E9773CF-6ABA-4337-8EAB-4826E9790F80}" srcOrd="12" destOrd="0" presId="urn:microsoft.com/office/officeart/2008/layout/HexagonCluster"/>
    <dgm:cxn modelId="{0A728FCB-5325-4C70-84EF-D5FFC12FA810}" type="presParOf" srcId="{7E9773CF-6ABA-4337-8EAB-4826E9790F80}" destId="{7BBF4AB7-9D92-4898-8417-EB65F4F1182F}" srcOrd="0" destOrd="0" presId="urn:microsoft.com/office/officeart/2008/layout/HexagonCluster"/>
    <dgm:cxn modelId="{D59268A6-E5D9-4CF5-91A7-0F4D3F9F5A82}" type="presParOf" srcId="{5E3BA307-225E-42D9-87C6-BA78C989C9EF}" destId="{81F00B4A-8CB6-4E20-9F3C-B70812A4FAD2}" srcOrd="13" destOrd="0" presId="urn:microsoft.com/office/officeart/2008/layout/HexagonCluster"/>
    <dgm:cxn modelId="{CC898BCB-53AE-4A11-8F43-CFEE045A8170}" type="presParOf" srcId="{81F00B4A-8CB6-4E20-9F3C-B70812A4FAD2}" destId="{3798E84D-0949-4C11-A3DB-5E35B829D2A2}" srcOrd="0" destOrd="0" presId="urn:microsoft.com/office/officeart/2008/layout/HexagonCluster"/>
    <dgm:cxn modelId="{8A5EE501-32BD-4E4E-A823-9EC260D112AC}" type="presParOf" srcId="{5E3BA307-225E-42D9-87C6-BA78C989C9EF}" destId="{2DA5EEC8-98B8-48C8-9BD1-FD41AAA76974}" srcOrd="14" destOrd="0" presId="urn:microsoft.com/office/officeart/2008/layout/HexagonCluster"/>
    <dgm:cxn modelId="{7F7DE492-DDC9-4A0F-AB8F-401EF569626C}" type="presParOf" srcId="{2DA5EEC8-98B8-48C8-9BD1-FD41AAA76974}" destId="{89BD261F-65D5-4B4D-B40F-978E40972E0A}" srcOrd="0" destOrd="0" presId="urn:microsoft.com/office/officeart/2008/layout/HexagonCluster"/>
    <dgm:cxn modelId="{B47FA2B4-2DCA-410B-A3A1-FB99637A675C}" type="presParOf" srcId="{5E3BA307-225E-42D9-87C6-BA78C989C9EF}" destId="{A4E0CD28-FD2D-4E45-BF30-9C1163070382}" srcOrd="15" destOrd="0" presId="urn:microsoft.com/office/officeart/2008/layout/HexagonCluster"/>
    <dgm:cxn modelId="{9610464A-AD0A-4E48-BBDA-2E1DC97FE876}" type="presParOf" srcId="{A4E0CD28-FD2D-4E45-BF30-9C1163070382}" destId="{DCB260DE-930C-47E4-8C3F-722D6477767F}" srcOrd="0" destOrd="0" presId="urn:microsoft.com/office/officeart/2008/layout/HexagonCluster"/>
    <dgm:cxn modelId="{9526F3D5-8EB2-46CC-8A26-FF4E85E454FF}" type="presParOf" srcId="{5E3BA307-225E-42D9-87C6-BA78C989C9EF}" destId="{A015E1AF-5D68-4BE4-8B76-13899F91C804}" srcOrd="16" destOrd="0" presId="urn:microsoft.com/office/officeart/2008/layout/HexagonCluster"/>
    <dgm:cxn modelId="{D689F739-79F4-4792-8AA1-C1567E62EF7B}" type="presParOf" srcId="{A015E1AF-5D68-4BE4-8B76-13899F91C804}" destId="{E9DABF65-4E28-4A39-9251-B4C17C464476}" srcOrd="0" destOrd="0" presId="urn:microsoft.com/office/officeart/2008/layout/HexagonCluster"/>
    <dgm:cxn modelId="{5F8D99CD-9D1C-4CA3-BFD3-6B73CCD4AEA3}" type="presParOf" srcId="{5E3BA307-225E-42D9-87C6-BA78C989C9EF}" destId="{E3CCAF58-9A24-4CD4-BDC2-930F360ADDED}" srcOrd="17" destOrd="0" presId="urn:microsoft.com/office/officeart/2008/layout/HexagonCluster"/>
    <dgm:cxn modelId="{463B1B06-2490-4B42-8BA9-A3BBF548A599}" type="presParOf" srcId="{E3CCAF58-9A24-4CD4-BDC2-930F360ADDED}" destId="{CA2877E9-B6ED-4C50-943B-1418D3D52499}" srcOrd="0" destOrd="0" presId="urn:microsoft.com/office/officeart/2008/layout/HexagonCluster"/>
    <dgm:cxn modelId="{7E2AC450-F5A4-48D0-8117-BDC10EF5041F}" type="presParOf" srcId="{5E3BA307-225E-42D9-87C6-BA78C989C9EF}" destId="{A61B3618-B709-45D2-8CB0-B9138E955749}" srcOrd="18" destOrd="0" presId="urn:microsoft.com/office/officeart/2008/layout/HexagonCluster"/>
    <dgm:cxn modelId="{6E1D4D66-5AB0-4D9B-A1AD-A19758FE2C89}" type="presParOf" srcId="{A61B3618-B709-45D2-8CB0-B9138E955749}" destId="{0E76E9E1-76A1-4FBA-8E50-59F68C86F3A7}" srcOrd="0" destOrd="0" presId="urn:microsoft.com/office/officeart/2008/layout/HexagonCluster"/>
    <dgm:cxn modelId="{AFF68FEA-DAD9-487F-91AD-0C29E77BFFB0}" type="presParOf" srcId="{5E3BA307-225E-42D9-87C6-BA78C989C9EF}" destId="{88758B8D-D9AC-4175-8EE3-477714AB13A7}" srcOrd="19" destOrd="0" presId="urn:microsoft.com/office/officeart/2008/layout/HexagonCluster"/>
    <dgm:cxn modelId="{66F7A991-44C6-49B1-B88B-CD9ECAE9BA3E}" type="presParOf" srcId="{88758B8D-D9AC-4175-8EE3-477714AB13A7}" destId="{64FA5F93-D358-41E5-B1E3-F3243CF02DB1}" srcOrd="0" destOrd="0" presId="urn:microsoft.com/office/officeart/2008/layout/HexagonCluster"/>
    <dgm:cxn modelId="{49A6A0E6-2857-4186-A8F4-20D6B5BF321D}" type="presParOf" srcId="{5E3BA307-225E-42D9-87C6-BA78C989C9EF}" destId="{FB86F821-AB0E-42F2-93D4-A3CAE4F20439}" srcOrd="20" destOrd="0" presId="urn:microsoft.com/office/officeart/2008/layout/HexagonCluster"/>
    <dgm:cxn modelId="{A6FC8067-C225-4869-9BAA-7DD11E5ED54D}" type="presParOf" srcId="{FB86F821-AB0E-42F2-93D4-A3CAE4F20439}" destId="{69B43312-58F8-44C8-8C04-6F46CEA43D10}" srcOrd="0" destOrd="0" presId="urn:microsoft.com/office/officeart/2008/layout/HexagonCluster"/>
    <dgm:cxn modelId="{9ECCA37D-A6F3-4AFC-A7D3-EEA714D58464}" type="presParOf" srcId="{5E3BA307-225E-42D9-87C6-BA78C989C9EF}" destId="{B5080402-1956-4014-908F-A8178B3FB040}" srcOrd="21" destOrd="0" presId="urn:microsoft.com/office/officeart/2008/layout/HexagonCluster"/>
    <dgm:cxn modelId="{E9AB404F-7810-4711-9AAF-CD89A67EC4B8}" type="presParOf" srcId="{B5080402-1956-4014-908F-A8178B3FB040}" destId="{97049F36-954B-4772-8490-D3E964E23044}" srcOrd="0" destOrd="0" presId="urn:microsoft.com/office/officeart/2008/layout/HexagonCluster"/>
    <dgm:cxn modelId="{4902870A-29DF-4F4A-B962-EB2BA62C32DF}" type="presParOf" srcId="{5E3BA307-225E-42D9-87C6-BA78C989C9EF}" destId="{BE9754BB-4AF0-4D24-8291-15294E63ECC3}" srcOrd="22" destOrd="0" presId="urn:microsoft.com/office/officeart/2008/layout/HexagonCluster"/>
    <dgm:cxn modelId="{BB04AD56-EFC4-4617-B130-FFD72408E7C6}" type="presParOf" srcId="{BE9754BB-4AF0-4D24-8291-15294E63ECC3}" destId="{899BAFA0-CB29-4167-954A-9C1F249AE613}" srcOrd="0" destOrd="0" presId="urn:microsoft.com/office/officeart/2008/layout/HexagonCluster"/>
    <dgm:cxn modelId="{94F83E6E-CC23-4C67-B779-ACDE5D5C57D5}" type="presParOf" srcId="{5E3BA307-225E-42D9-87C6-BA78C989C9EF}" destId="{441EB39C-E03E-4503-A443-598A83E8D8EE}" srcOrd="23" destOrd="0" presId="urn:microsoft.com/office/officeart/2008/layout/HexagonCluster"/>
    <dgm:cxn modelId="{AE81284D-A600-4B7A-ACFA-CF36757F2A73}" type="presParOf" srcId="{441EB39C-E03E-4503-A443-598A83E8D8EE}" destId="{8C04BC99-9CC6-4601-998C-8EEB4CA10B27}" srcOrd="0" destOrd="0" presId="urn:microsoft.com/office/officeart/2008/layout/HexagonCluster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AF28A9-B457-4058-8E5C-9FBB3F6F84ED}">
      <dsp:nvSpPr>
        <dsp:cNvPr id="0" name=""/>
        <dsp:cNvSpPr/>
      </dsp:nvSpPr>
      <dsp:spPr>
        <a:xfrm>
          <a:off x="2373951" y="1828800"/>
          <a:ext cx="2235200" cy="2235200"/>
        </a:xfrm>
        <a:prstGeom prst="gear9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smtClean="0"/>
            <a:t>Water-related decision-making</a:t>
          </a:r>
          <a:endParaRPr lang="en-US" sz="2000" kern="1200" dirty="0"/>
        </a:p>
      </dsp:txBody>
      <dsp:txXfrm>
        <a:off x="2823326" y="2352385"/>
        <a:ext cx="1336450" cy="1148939"/>
      </dsp:txXfrm>
    </dsp:sp>
    <dsp:sp modelId="{ED722D56-18A0-4D6A-8436-CC3E4EF46FB5}">
      <dsp:nvSpPr>
        <dsp:cNvPr id="0" name=""/>
        <dsp:cNvSpPr/>
      </dsp:nvSpPr>
      <dsp:spPr>
        <a:xfrm>
          <a:off x="1073471" y="1300480"/>
          <a:ext cx="1625600" cy="1625600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Innovative technologies and approaches</a:t>
          </a:r>
          <a:endParaRPr lang="en-US" sz="1100" kern="1200" dirty="0"/>
        </a:p>
      </dsp:txBody>
      <dsp:txXfrm>
        <a:off x="1482721" y="1712203"/>
        <a:ext cx="807100" cy="802154"/>
      </dsp:txXfrm>
    </dsp:sp>
    <dsp:sp modelId="{3899EBB5-14A0-484A-A41E-3D28A4F05551}">
      <dsp:nvSpPr>
        <dsp:cNvPr id="0" name=""/>
        <dsp:cNvSpPr/>
      </dsp:nvSpPr>
      <dsp:spPr>
        <a:xfrm rot="20700000">
          <a:off x="1983973" y="178981"/>
          <a:ext cx="1592756" cy="1592756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b="1" kern="1200" dirty="0" smtClean="0"/>
            <a:t>Hydro-met </a:t>
          </a:r>
          <a:r>
            <a:rPr lang="en-US" sz="1100" b="1" kern="1200" dirty="0" smtClean="0"/>
            <a:t>data</a:t>
          </a:r>
          <a:endParaRPr lang="en-US" sz="1100" kern="1200" dirty="0"/>
        </a:p>
      </dsp:txBody>
      <dsp:txXfrm rot="-20700000">
        <a:off x="2333311" y="528320"/>
        <a:ext cx="894080" cy="894080"/>
      </dsp:txXfrm>
    </dsp:sp>
    <dsp:sp modelId="{D4AF2A86-67CB-4DFA-99BB-36334FCF334D}">
      <dsp:nvSpPr>
        <dsp:cNvPr id="0" name=""/>
        <dsp:cNvSpPr/>
      </dsp:nvSpPr>
      <dsp:spPr>
        <a:xfrm>
          <a:off x="2200657" y="1492320"/>
          <a:ext cx="2861056" cy="2861056"/>
        </a:xfrm>
        <a:prstGeom prst="circularArrow">
          <a:avLst>
            <a:gd name="adj1" fmla="val 4687"/>
            <a:gd name="adj2" fmla="val 299029"/>
            <a:gd name="adj3" fmla="val 2513083"/>
            <a:gd name="adj4" fmla="val 15867933"/>
            <a:gd name="adj5" fmla="val 546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971A4E-909F-46AB-BFE6-2B67EA5255F9}">
      <dsp:nvSpPr>
        <dsp:cNvPr id="0" name=""/>
        <dsp:cNvSpPr/>
      </dsp:nvSpPr>
      <dsp:spPr>
        <a:xfrm>
          <a:off x="785580" y="941355"/>
          <a:ext cx="2078736" cy="2078736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EF2C5A-524B-4C85-92D1-444258B26FE5}">
      <dsp:nvSpPr>
        <dsp:cNvPr id="0" name=""/>
        <dsp:cNvSpPr/>
      </dsp:nvSpPr>
      <dsp:spPr>
        <a:xfrm>
          <a:off x="1615552" y="-169332"/>
          <a:ext cx="2241296" cy="2241296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exagonCluster">
  <dgm:title val=""/>
  <dgm:desc val=""/>
  <dgm:catLst>
    <dgm:cat type="picture" pri="21000"/>
    <dgm:cat type="relationship" pri="3200"/>
    <dgm:cat type="pictureconvert" pri="21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21"/>
      <dgm:chPref val="21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3871"/>
        </dgm:alg>
        <dgm:constrLst>
          <dgm:constr type="primFontSz" for="des" ptType="node" op="equ" val="65"/>
          <dgm:constr type="l" for="ch" forName="text1" refType="w" fact="0.4525"/>
          <dgm:constr type="t" for="ch" forName="text1" refType="h" fact="0.346"/>
          <dgm:constr type="w" for="ch" forName="text1" refType="w" fact="0.5475"/>
          <dgm:constr type="h" for="ch" forName="text1" refType="h" fact="0.654"/>
          <dgm:constr type="l" for="ch" forName="textaccent1" refType="w" fact="0.4652"/>
          <dgm:constr type="t" for="ch" forName="textaccent1" refType="h" fact="0.6348"/>
          <dgm:constr type="w" for="ch" forName="textaccent1" refType="w" fact="0.0639"/>
          <dgm:constr type="h" for="ch" forName="textaccent1" refType="h" fact="0.0765"/>
          <dgm:constr type="l" for="ch" forName="image1" refType="w" fact="0"/>
          <dgm:constr type="t" for="ch" forName="image1" refType="h" fact="0"/>
          <dgm:constr type="w" for="ch" forName="image1" refType="w" fact="0.5468"/>
          <dgm:constr type="h" for="ch" forName="image1" refType="h" fact="0.6538"/>
          <dgm:constr type="l" for="ch" forName="imageaccent1" refType="w" fact="0.3702"/>
          <dgm:constr type="t" for="ch" forName="imageaccent1" refType="h" fact="0.5633"/>
          <dgm:constr type="w" for="ch" forName="imageaccent1" refType="w" fact="0.0639"/>
          <dgm:constr type="h" for="ch" forName="imageaccent1" refType="h" fact="0.0765"/>
        </dgm:constrLst>
      </dgm:if>
      <dgm:if name="Name3" axis="ch" ptType="node" func="cnt" op="equ" val="2">
        <dgm:alg type="composite">
          <dgm:param type="ar" val="2.6443"/>
        </dgm:alg>
        <dgm:constrLst>
          <dgm:constr type="primFontSz" for="des" ptType="node" op="equ" val="65"/>
          <dgm:constr type="l" for="ch" forName="text1" refType="w" fact="0.2383"/>
          <dgm:constr type="t" for="ch" forName="text1" refType="h" fact="0.3501"/>
          <dgm:constr type="w" for="ch" forName="text1" refType="w" fact="0.285"/>
          <dgm:constr type="h" for="ch" forName="text1" refType="h" fact="0.6499"/>
          <dgm:constr type="l" for="ch" forName="textaccent1" refType="w" fact="0.2472"/>
          <dgm:constr type="t" for="ch" forName="textaccent1" refType="h" fact="0.6371"/>
          <dgm:constr type="w" for="ch" forName="textaccent1" refType="w" fact="0.0333"/>
          <dgm:constr type="h" for="ch" forName="textaccent1" refType="h" fact="0.076"/>
          <dgm:constr type="l" for="ch" forName="image1" refType="w" fact="0"/>
          <dgm:constr type="t" for="ch" forName="image1" refType="h" fact="0"/>
          <dgm:constr type="w" for="ch" forName="image1" refType="w" fact="0.285"/>
          <dgm:constr type="h" for="ch" forName="image1" refType="h" fact="0.6499"/>
          <dgm:constr type="l" for="ch" forName="imageaccent1" refType="w" fact="0.1942"/>
          <dgm:constr type="t" for="ch" forName="imageaccent1" refType="h" fact="0.5602"/>
          <dgm:constr type="w" for="ch" forName="imageaccent1" refType="w" fact="0.0333"/>
          <dgm:constr type="h" for="ch" forName="imageaccent1" refType="h" fact="0.076"/>
          <dgm:constr type="l" for="ch" forName="text2" refType="w" fact="0.4767"/>
          <dgm:constr type="t" for="ch" forName="text2" refType="h" fact="0"/>
          <dgm:constr type="w" for="ch" forName="text2" refType="w" fact="0.285"/>
          <dgm:constr type="h" for="ch" forName="text2" refType="h" fact="0.6499"/>
          <dgm:constr type="l" for="ch" forName="textaccent2" refType="w" fact="0.6709"/>
          <dgm:constr type="t" for="ch" forName="textaccent2" refType="h" fact="0.5602"/>
          <dgm:constr type="w" for="ch" forName="textaccent2" refType="w" fact="0.0333"/>
          <dgm:constr type="h" for="ch" forName="textaccent2" refType="h" fact="0.076"/>
          <dgm:constr type="l" for="ch" forName="image2" refType="w" fact="0.715"/>
          <dgm:constr type="t" for="ch" forName="image2" refType="h" fact="0.3501"/>
          <dgm:constr type="w" for="ch" forName="image2" refType="w" fact="0.285"/>
          <dgm:constr type="h" for="ch" forName="image2" refType="h" fact="0.6499"/>
          <dgm:constr type="l" for="ch" forName="imageaccent2" refType="w" fact="0.7239"/>
          <dgm:constr type="t" for="ch" forName="imageaccent2" refType="h" fact="0.6371"/>
          <dgm:constr type="w" for="ch" forName="imageaccent2" refType="w" fact="0.0333"/>
          <dgm:constr type="h" for="ch" forName="imageaccent2" refType="h" fact="0.076"/>
        </dgm:constrLst>
      </dgm:if>
      <dgm:if name="Name4" axis="ch" ptType="node" func="cnt" op="equ" val="3">
        <dgm:alg type="composite">
          <dgm:param type="ar" val="1.5623"/>
        </dgm:alg>
        <dgm:constrLst>
          <dgm:constr type="primFontSz" for="des" ptType="node" op="equ" val="65"/>
          <dgm:constr type="l" for="ch" forName="text1" refType="w" fact="0.2402"/>
          <dgm:constr type="t" for="ch" forName="text1" refType="h" fact="0.6215"/>
          <dgm:constr type="w" for="ch" forName="text1" refType="w" fact="0.281"/>
          <dgm:constr type="h" for="ch" forName="text1" refType="h" fact="0.3785"/>
          <dgm:constr type="l" for="ch" forName="textaccent1" refType="w" fact="0.2475"/>
          <dgm:constr type="t" for="ch" forName="textaccent1" refType="h" fact="0.7886"/>
          <dgm:constr type="w" for="ch" forName="textaccent1" refType="w" fact="0.0329"/>
          <dgm:constr type="h" for="ch" forName="textaccent1" refType="h" fact="0.0443"/>
          <dgm:constr type="l" for="ch" forName="image1" refType="w" fact="0"/>
          <dgm:constr type="t" for="ch" forName="image1" refType="h" fact="0.4182"/>
          <dgm:constr type="w" for="ch" forName="image1" refType="w" fact="0.281"/>
          <dgm:constr type="h" for="ch" forName="image1" refType="h" fact="0.3785"/>
          <dgm:constr type="l" for="ch" forName="imageaccent1" refType="w" fact="0.1913"/>
          <dgm:constr type="t" for="ch" forName="imageaccent1" refType="h" fact="0.7467"/>
          <dgm:constr type="w" for="ch" forName="imageaccent1" refType="w" fact="0.0329"/>
          <dgm:constr type="h" for="ch" forName="imageaccent1" refType="h" fact="0.0443"/>
          <dgm:constr type="l" for="ch" forName="text2" refType="w" fact="0.4796"/>
          <dgm:constr type="t" for="ch" forName="text2" refType="h" fact="0.4137"/>
          <dgm:constr type="w" for="ch" forName="text2" refType="w" fact="0.281"/>
          <dgm:constr type="h" for="ch" forName="text2" refType="h" fact="0.3785"/>
          <dgm:constr type="l" for="ch" forName="textaccent2" refType="w" fact="0.6717"/>
          <dgm:constr type="t" for="ch" forName="textaccent2" refType="h" fact="0.7418"/>
          <dgm:constr type="w" for="ch" forName="textaccent2" refType="w" fact="0.0329"/>
          <dgm:constr type="h" for="ch" forName="textaccent2" refType="h" fact="0.0443"/>
          <dgm:constr type="l" for="ch" forName="image2" refType="w" fact="0.719"/>
          <dgm:constr type="t" for="ch" forName="image2" refType="h" fact="0.6215"/>
          <dgm:constr type="w" for="ch" forName="image2" refType="w" fact="0.281"/>
          <dgm:constr type="h" for="ch" forName="image2" refType="h" fact="0.3785"/>
          <dgm:constr type="l" for="ch" forName="imageaccent2" refType="w" fact="0.7263"/>
          <dgm:constr type="t" for="ch" forName="imageaccent2" refType="h" fact="0.7886"/>
          <dgm:constr type="w" for="ch" forName="imageaccent2" refType="w" fact="0.0329"/>
          <dgm:constr type="h" for="ch" forName="imageaccent2" refType="h" fact="0.0443"/>
          <dgm:constr type="l" for="ch" forName="text3" refType="w" fact="0.2402"/>
          <dgm:constr type="t" for="ch" forName="text3" refType="h" fact="0.2068"/>
          <dgm:constr type="w" for="ch" forName="text3" refType="w" fact="0.281"/>
          <dgm:constr type="h" for="ch" forName="text3" refType="h" fact="0.3785"/>
          <dgm:constr type="l" for="ch" forName="textaccent3" refType="w" fact="0.4307"/>
          <dgm:constr type="t" for="ch" forName="textaccent3" refType="h" fact="0.215"/>
          <dgm:constr type="w" for="ch" forName="textaccent3" refType="w" fact="0.0329"/>
          <dgm:constr type="h" for="ch" forName="textaccent3" refType="h" fact="0.0443"/>
          <dgm:constr type="l" for="ch" forName="image3" refType="w" fact="0.4796"/>
          <dgm:constr type="t" for="ch" forName="image3" refType="h" fact="0"/>
          <dgm:constr type="w" for="ch" forName="image3" refType="w" fact="0.281"/>
          <dgm:constr type="h" for="ch" forName="image3" refType="h" fact="0.3785"/>
          <dgm:constr type="l" for="ch" forName="imageaccent3" refType="w" fact="0.4879"/>
          <dgm:constr type="t" for="ch" forName="imageaccent3" refType="h" fact="0.1662"/>
          <dgm:constr type="w" for="ch" forName="imageaccent3" refType="w" fact="0.0329"/>
          <dgm:constr type="h" for="ch" forName="imageaccent3" refType="h" fact="0.0443"/>
        </dgm:constrLst>
      </dgm:if>
      <dgm:if name="Name5" axis="ch" ptType="node" func="cnt" op="equ" val="4">
        <dgm:alg type="composite">
          <dgm:param type="ar" val="1.943"/>
        </dgm:alg>
        <dgm:constrLst>
          <dgm:constr type="primFontSz" for="des" ptType="node" op="equ" val="65"/>
          <dgm:constr type="l" for="ch" forName="image2" refType="w" fact="0.5787"/>
          <dgm:constr type="t" for="ch" forName="image2" refType="h" fact="0.6208"/>
          <dgm:constr type="w" for="ch" forName="image2" refType="w" fact="0.227"/>
          <dgm:constr type="h" for="ch" forName="image2" refType="h" fact="0.3786"/>
          <dgm:constr type="l" for="ch" forName="text4" refType="w" fact="0.5787"/>
          <dgm:constr type="t" for="ch" forName="text4" refType="h" fact="0.2081"/>
          <dgm:constr type="w" for="ch" forName="text4" refType="w" fact="0.227"/>
          <dgm:constr type="h" for="ch" forName="text4" refType="h" fact="0.3786"/>
          <dgm:constr type="l" for="ch" forName="text2" refType="w" fact="0.3852"/>
          <dgm:constr type="t" for="ch" forName="text2" refType="h" fact="0.4127"/>
          <dgm:constr type="w" for="ch" forName="text2" refType="w" fact="0.227"/>
          <dgm:constr type="h" for="ch" forName="text2" refType="h" fact="0.3786"/>
          <dgm:constr type="l" for="ch" forName="image3" refType="w" fact="0.3852"/>
          <dgm:constr type="t" for="ch" forName="image3" refType="h" fact="0"/>
          <dgm:constr type="w" for="ch" forName="image3" refType="w" fact="0.227"/>
          <dgm:constr type="h" for="ch" forName="image3" refType="h" fact="0.3786"/>
          <dgm:constr type="l" for="ch" forName="text1" refType="w" fact="0.1927"/>
          <dgm:constr type="t" for="ch" forName="text1" refType="h" fact="0.6214"/>
          <dgm:constr type="w" for="ch" forName="text1" refType="w" fact="0.227"/>
          <dgm:constr type="h" for="ch" forName="text1" refType="h" fact="0.3786"/>
          <dgm:constr type="l" for="ch" forName="textaccent1" refType="w" fact="0.1998"/>
          <dgm:constr type="t" for="ch" forName="textaccent1" refType="h" fact="0.7887"/>
          <dgm:constr type="w" for="ch" forName="textaccent1" refType="w" fact="0.0265"/>
          <dgm:constr type="h" for="ch" forName="textaccent1" refType="h" fact="0.0444"/>
          <dgm:constr type="l" for="ch" forName="image1" refType="w" fact="0"/>
          <dgm:constr type="t" for="ch" forName="image1" refType="h" fact="0.4156"/>
          <dgm:constr type="w" for="ch" forName="image1" refType="w" fact="0.227"/>
          <dgm:constr type="h" for="ch" forName="image1" refType="h" fact="0.3786"/>
          <dgm:constr type="l" for="ch" forName="imageaccent1" refType="w" fact="0.1537"/>
          <dgm:constr type="t" for="ch" forName="imageaccent1" refType="h" fact="0.7417"/>
          <dgm:constr type="w" for="ch" forName="imageaccent1" refType="w" fact="0.0265"/>
          <dgm:constr type="h" for="ch" forName="imageaccent1" refType="h" fact="0.0444"/>
          <dgm:constr type="l" for="ch" forName="textaccent2" refType="w" fact="0.5407"/>
          <dgm:constr type="t" for="ch" forName="textaccent2" refType="h" fact="0.7384"/>
          <dgm:constr type="w" for="ch" forName="textaccent2" refType="w" fact="0.0265"/>
          <dgm:constr type="h" for="ch" forName="textaccent2" refType="h" fact="0.0444"/>
          <dgm:constr type="l" for="ch" forName="imageaccent2" refType="w" fact="0.5839"/>
          <dgm:constr type="t" for="ch" forName="imageaccent2" refType="h" fact="0.7904"/>
          <dgm:constr type="w" for="ch" forName="imageaccent2" refType="w" fact="0.0265"/>
          <dgm:constr type="h" for="ch" forName="imageaccent2" refType="h" fact="0.0444"/>
          <dgm:constr type="l" for="ch" forName="text3" refType="w" fact="0.1927"/>
          <dgm:constr type="t" for="ch" forName="text3" refType="h" fact="0.2087"/>
          <dgm:constr type="w" for="ch" forName="text3" refType="w" fact="0.227"/>
          <dgm:constr type="h" for="ch" forName="text3" refType="h" fact="0.3786"/>
          <dgm:constr type="l" for="ch" forName="textaccent3" refType="w" fact="0.3472"/>
          <dgm:constr type="t" for="ch" forName="textaccent3" refType="h" fact="0.2165"/>
          <dgm:constr type="w" for="ch" forName="textaccent3" refType="w" fact="0.0265"/>
          <dgm:constr type="h" for="ch" forName="textaccent3" refType="h" fact="0.0444"/>
          <dgm:constr type="l" for="ch" forName="imageaccent3" refType="w" fact="0.3904"/>
          <dgm:constr type="t" for="ch" forName="imageaccent3" refType="h" fact="0.1678"/>
          <dgm:constr type="w" for="ch" forName="imageaccent3" refType="w" fact="0.0265"/>
          <dgm:constr type="h" for="ch" forName="imageaccent3" refType="h" fact="0.0444"/>
          <dgm:constr type="l" for="ch" forName="textaccent4" refType="w" fact="0.7739"/>
          <dgm:constr type="t" for="ch" forName="textaccent4" refType="h" fact="0.3752"/>
          <dgm:constr type="w" for="ch" forName="textaccent4" refType="w" fact="0.0265"/>
          <dgm:constr type="h" for="ch" forName="textaccent4" refType="h" fact="0.0444"/>
          <dgm:constr type="l" for="ch" forName="image4" refType="w" fact="0.773"/>
          <dgm:constr type="t" for="ch" forName="image4" refType="h" fact="0.4162"/>
          <dgm:constr type="w" for="ch" forName="image4" refType="w" fact="0.227"/>
          <dgm:constr type="h" for="ch" forName="image4" refType="h" fact="0.3786"/>
          <dgm:constr type="l" for="ch" forName="imageaccent4" refType="w" fact="0.8188"/>
          <dgm:constr type="t" for="ch" forName="imageaccent4" refType="h" fact="0.4229"/>
          <dgm:constr type="w" for="ch" forName="imageaccent4" refType="w" fact="0.0265"/>
          <dgm:constr type="h" for="ch" forName="imageaccent4" refType="h" fact="0.0444"/>
        </dgm:constrLst>
      </dgm:if>
      <dgm:if name="Name6" axis="ch" ptType="node" func="cnt" op="equ" val="5">
        <dgm:alg type="composite">
          <dgm:param type="ar" val="2.3203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4193"/>
          <dgm:constr type="w" for="ch" forName="image4" refType="w" fact="0.1886"/>
          <dgm:constr type="h" for="ch" forName="image4" refType="h" fact="0.3757"/>
          <dgm:constr type="l" for="ch" forName="text5" refType="w" fact="0.6491"/>
          <dgm:constr type="t" for="ch" forName="text5" refType="h" fact="0.004"/>
          <dgm:constr type="w" for="ch" forName="text5" refType="w" fact="0.1886"/>
          <dgm:constr type="h" for="ch" forName="text5" refType="h" fact="0.3757"/>
          <dgm:constr type="l" for="ch" forName="image5" refType="w" fact="0.8114"/>
          <dgm:constr type="t" for="ch" forName="image5" refType="h" fact="0.2136"/>
          <dgm:constr type="w" for="ch" forName="image5" refType="w" fact="0.1886"/>
          <dgm:constr type="h" for="ch" forName="image5" refType="h" fact="0.3757"/>
          <dgm:constr type="l" for="ch" forName="image2" refType="w" fact="0.4868"/>
          <dgm:constr type="t" for="ch" forName="image2" refType="h" fact="0.6235"/>
          <dgm:constr type="w" for="ch" forName="image2" refType="w" fact="0.1886"/>
          <dgm:constr type="h" for="ch" forName="image2" refType="h" fact="0.3757"/>
          <dgm:constr type="l" for="ch" forName="text4" refType="w" fact="0.4868"/>
          <dgm:constr type="t" for="ch" forName="text4" refType="h" fact="0.2081"/>
          <dgm:constr type="w" for="ch" forName="text4" refType="w" fact="0.1886"/>
          <dgm:constr type="h" for="ch" forName="text4" refType="h" fact="0.3757"/>
          <dgm:constr type="l" for="ch" forName="text2" refType="w" fact="0.3246"/>
          <dgm:constr type="t" for="ch" forName="text2" refType="h" fact="0.4154"/>
          <dgm:constr type="w" for="ch" forName="text2" refType="w" fact="0.1886"/>
          <dgm:constr type="h" for="ch" forName="text2" refType="h" fact="0.3757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757"/>
          <dgm:constr type="l" for="ch" forName="text1" refType="w" fact="0.1623"/>
          <dgm:constr type="t" for="ch" forName="text1" refType="h" fact="0.6243"/>
          <dgm:constr type="w" for="ch" forName="text1" refType="w" fact="0.1886"/>
          <dgm:constr type="h" for="ch" forName="text1" refType="h" fact="0.3757"/>
          <dgm:constr type="l" for="ch" forName="text3" refType="w" fact="0.1623"/>
          <dgm:constr type="t" for="ch" forName="text3" refType="h" fact="0.2089"/>
          <dgm:constr type="w" for="ch" forName="text3" refType="w" fact="0.1886"/>
          <dgm:constr type="h" for="ch" forName="text3" refType="h" fact="0.3757"/>
          <dgm:constr type="l" for="ch" forName="textaccent1" refType="w" fact="0.1668"/>
          <dgm:constr type="t" for="ch" forName="textaccent1" refType="h" fact="0.7923"/>
          <dgm:constr type="w" for="ch" forName="textaccent1" refType="w" fact="0.022"/>
          <dgm:constr type="h" for="ch" forName="textaccent1" refType="h" fact="0.044"/>
          <dgm:constr type="l" for="ch" forName="image1" refType="w" fact="0"/>
          <dgm:constr type="t" for="ch" forName="image1" refType="h" fact="0.4166"/>
          <dgm:constr type="w" for="ch" forName="image1" refType="w" fact="0.1886"/>
          <dgm:constr type="h" for="ch" forName="image1" refType="h" fact="0.3757"/>
          <dgm:constr type="l" for="ch" forName="imageaccent1" refType="w" fact="0.1292"/>
          <dgm:constr type="t" for="ch" forName="imageaccent1" refType="h" fact="0.7424"/>
          <dgm:constr type="w" for="ch" forName="imageaccent1" refType="w" fact="0.022"/>
          <dgm:constr type="h" for="ch" forName="imageaccent1" refType="h" fact="0.044"/>
          <dgm:constr type="l" for="ch" forName="textaccent2" refType="w" fact="0.4544"/>
          <dgm:constr type="t" for="ch" forName="textaccent2" refType="h" fact="0.7404"/>
          <dgm:constr type="w" for="ch" forName="textaccent2" refType="w" fact="0.022"/>
          <dgm:constr type="h" for="ch" forName="textaccent2" refType="h" fact="0.044"/>
          <dgm:constr type="l" for="ch" forName="imageaccent2" refType="w" fact="0.4914"/>
          <dgm:constr type="t" for="ch" forName="imageaccent2" refType="h" fact="0.7907"/>
          <dgm:constr type="w" for="ch" forName="imageaccent2" refType="w" fact="0.022"/>
          <dgm:constr type="h" for="ch" forName="imageaccent2" refType="h" fact="0.044"/>
          <dgm:constr type="l" for="ch" forName="textaccent3" refType="w" fact="0.2915"/>
          <dgm:constr type="t" for="ch" forName="textaccent3" refType="h" fact="0.216"/>
          <dgm:constr type="w" for="ch" forName="textaccent3" refType="w" fact="0.022"/>
          <dgm:constr type="h" for="ch" forName="textaccent3" refType="h" fact="0.044"/>
          <dgm:constr type="l" for="ch" forName="imageaccent3" refType="w" fact="0.3299"/>
          <dgm:constr type="t" for="ch" forName="imageaccent3" refType="h" fact="0.1665"/>
          <dgm:constr type="w" for="ch" forName="imageaccent3" refType="w" fact="0.022"/>
          <dgm:constr type="h" for="ch" forName="imageaccent3" refType="h" fact="0.044"/>
          <dgm:constr type="l" for="ch" forName="textaccent4" refType="w" fact="0.65"/>
          <dgm:constr type="t" for="ch" forName="textaccent4" refType="h" fact="0.3746"/>
          <dgm:constr type="w" for="ch" forName="textaccent4" refType="w" fact="0.022"/>
          <dgm:constr type="h" for="ch" forName="textaccent4" refType="h" fact="0.044"/>
          <dgm:constr type="l" for="ch" forName="imageaccent4" refType="w" fact="0.6859"/>
          <dgm:constr type="t" for="ch" forName="imageaccent4" refType="h" fact="0.4261"/>
          <dgm:constr type="w" for="ch" forName="imageaccent4" refType="w" fact="0.022"/>
          <dgm:constr type="h" for="ch" forName="imageaccent4" refType="h" fact="0.044"/>
          <dgm:constr type="l" for="ch" forName="textaccent5" refType="w" fact="0.8123"/>
          <dgm:constr type="t" for="ch" forName="textaccent5" refType="h" fact="0.1724"/>
          <dgm:constr type="w" for="ch" forName="textaccent5" refType="w" fact="0.022"/>
          <dgm:constr type="h" for="ch" forName="textaccent5" refType="h" fact="0.044"/>
          <dgm:constr type="l" for="ch" forName="imageaccent5" refType="w" fact="0.849"/>
          <dgm:constr type="t" for="ch" forName="imageaccent5" refType="h" fact="0.222"/>
          <dgm:constr type="w" for="ch" forName="imageaccent5" refType="w" fact="0.022"/>
          <dgm:constr type="h" for="ch" forName="imageaccent5" refType="h" fact="0.044"/>
        </dgm:constrLst>
      </dgm:if>
      <dgm:if name="Name7" axis="ch" ptType="node" func="cnt" op="equ" val="6">
        <dgm:alg type="composite">
          <dgm:param type="ar" val="1.9179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3466"/>
          <dgm:constr type="w" for="ch" forName="image4" refType="w" fact="0.1886"/>
          <dgm:constr type="h" for="ch" forName="image4" refType="h" fact="0.3106"/>
          <dgm:constr type="l" for="ch" forName="text5" refType="w" fact="0.6491"/>
          <dgm:constr type="t" for="ch" forName="text5" refType="h" fact="0.0033"/>
          <dgm:constr type="w" for="ch" forName="text5" refType="w" fact="0.1886"/>
          <dgm:constr type="h" for="ch" forName="text5" refType="h" fact="0.3106"/>
          <dgm:constr type="l" for="ch" forName="image5" refType="w" fact="0.8114"/>
          <dgm:constr type="t" for="ch" forName="image5" refType="h" fact="0.1766"/>
          <dgm:constr type="w" for="ch" forName="image5" refType="w" fact="0.1886"/>
          <dgm:constr type="h" for="ch" forName="image5" refType="h" fact="0.3106"/>
          <dgm:constr type="l" for="ch" forName="image2" refType="w" fact="0.4868"/>
          <dgm:constr type="t" for="ch" forName="image2" refType="h" fact="0.5154"/>
          <dgm:constr type="w" for="ch" forName="image2" refType="w" fact="0.1886"/>
          <dgm:constr type="h" for="ch" forName="image2" refType="h" fact="0.3106"/>
          <dgm:constr type="l" for="ch" forName="text4" refType="w" fact="0.4868"/>
          <dgm:constr type="t" for="ch" forName="text4" refType="h" fact="0.172"/>
          <dgm:constr type="w" for="ch" forName="text4" refType="w" fact="0.1886"/>
          <dgm:constr type="h" for="ch" forName="text4" refType="h" fact="0.3106"/>
          <dgm:constr type="l" for="ch" forName="text2" refType="w" fact="0.3246"/>
          <dgm:constr type="t" for="ch" forName="text2" refType="h" fact="0.3434"/>
          <dgm:constr type="w" for="ch" forName="text2" refType="w" fact="0.1886"/>
          <dgm:constr type="h" for="ch" forName="text2" refType="h" fact="0.3106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106"/>
          <dgm:constr type="l" for="ch" forName="text1" refType="w" fact="0.1623"/>
          <dgm:constr type="t" for="ch" forName="text1" refType="h" fact="0.516"/>
          <dgm:constr type="w" for="ch" forName="text1" refType="w" fact="0.1886"/>
          <dgm:constr type="h" for="ch" forName="text1" refType="h" fact="0.3106"/>
          <dgm:constr type="l" for="ch" forName="text3" refType="w" fact="0.1623"/>
          <dgm:constr type="t" for="ch" forName="text3" refType="h" fact="0.1727"/>
          <dgm:constr type="w" for="ch" forName="text3" refType="w" fact="0.1886"/>
          <dgm:constr type="h" for="ch" forName="text3" refType="h" fact="0.3106"/>
          <dgm:constr type="l" for="ch" forName="textaccent1" refType="w" fact="0.1668"/>
          <dgm:constr type="t" for="ch" forName="textaccent1" refType="h" fact="0.6549"/>
          <dgm:constr type="w" for="ch" forName="textaccent1" refType="w" fact="0.022"/>
          <dgm:constr type="h" for="ch" forName="textaccent1" refType="h" fact="0.0364"/>
          <dgm:constr type="l" for="ch" forName="image1" refType="w" fact="0"/>
          <dgm:constr type="t" for="ch" forName="image1" refType="h" fact="0.3443"/>
          <dgm:constr type="w" for="ch" forName="image1" refType="w" fact="0.1886"/>
          <dgm:constr type="h" for="ch" forName="image1" refType="h" fact="0.3106"/>
          <dgm:constr type="l" for="ch" forName="imageaccent1" refType="w" fact="0.1292"/>
          <dgm:constr type="t" for="ch" forName="imageaccent1" refType="h" fact="0.6137"/>
          <dgm:constr type="w" for="ch" forName="imageaccent1" refType="w" fact="0.022"/>
          <dgm:constr type="h" for="ch" forName="imageaccent1" refType="h" fact="0.0364"/>
          <dgm:constr type="l" for="ch" forName="textaccent2" refType="w" fact="0.4544"/>
          <dgm:constr type="t" for="ch" forName="textaccent2" refType="h" fact="0.612"/>
          <dgm:constr type="w" for="ch" forName="textaccent2" refType="w" fact="0.022"/>
          <dgm:constr type="h" for="ch" forName="textaccent2" refType="h" fact="0.0364"/>
          <dgm:constr type="l" for="ch" forName="imageaccent2" refType="w" fact="0.4914"/>
          <dgm:constr type="t" for="ch" forName="imageaccent2" refType="h" fact="0.6536"/>
          <dgm:constr type="w" for="ch" forName="imageaccent2" refType="w" fact="0.022"/>
          <dgm:constr type="h" for="ch" forName="imageaccent2" refType="h" fact="0.0364"/>
          <dgm:constr type="l" for="ch" forName="textaccent3" refType="w" fact="0.2915"/>
          <dgm:constr type="t" for="ch" forName="textaccent3" refType="h" fact="0.1786"/>
          <dgm:constr type="w" for="ch" forName="textaccent3" refType="w" fact="0.022"/>
          <dgm:constr type="h" for="ch" forName="textaccent3" refType="h" fact="0.0364"/>
          <dgm:constr type="l" for="ch" forName="imageaccent3" refType="w" fact="0.3299"/>
          <dgm:constr type="t" for="ch" forName="imageaccent3" refType="h" fact="0.1376"/>
          <dgm:constr type="w" for="ch" forName="imageaccent3" refType="w" fact="0.022"/>
          <dgm:constr type="h" for="ch" forName="imageaccent3" refType="h" fact="0.0364"/>
          <dgm:constr type="l" for="ch" forName="textaccent4" refType="w" fact="0.65"/>
          <dgm:constr type="t" for="ch" forName="textaccent4" refType="h" fact="0.3096"/>
          <dgm:constr type="w" for="ch" forName="textaccent4" refType="w" fact="0.022"/>
          <dgm:constr type="h" for="ch" forName="textaccent4" refType="h" fact="0.0364"/>
          <dgm:constr type="l" for="ch" forName="imageaccent4" refType="w" fact="0.6859"/>
          <dgm:constr type="t" for="ch" forName="imageaccent4" refType="h" fact="0.3522"/>
          <dgm:constr type="w" for="ch" forName="imageaccent4" refType="w" fact="0.022"/>
          <dgm:constr type="h" for="ch" forName="imageaccent4" refType="h" fact="0.0364"/>
          <dgm:constr type="l" for="ch" forName="textaccent5" refType="w" fact="0.8123"/>
          <dgm:constr type="t" for="ch" forName="textaccent5" refType="h" fact="0.1425"/>
          <dgm:constr type="w" for="ch" forName="textaccent5" refType="w" fact="0.022"/>
          <dgm:constr type="h" for="ch" forName="textaccent5" refType="h" fact="0.0364"/>
          <dgm:constr type="l" for="ch" forName="imageaccent5" refType="w" fact="0.849"/>
          <dgm:constr type="t" for="ch" forName="imageaccent5" refType="h" fact="0.1835"/>
          <dgm:constr type="w" for="ch" forName="imageaccent5" refType="w" fact="0.022"/>
          <dgm:constr type="h" for="ch" forName="imageaccent5" refType="h" fact="0.0364"/>
          <dgm:constr type="l" for="ch" forName="image6" refType="w" fact="0.6491"/>
          <dgm:constr type="t" for="ch" forName="image6" refType="h" fact="0.6894"/>
          <dgm:constr type="w" for="ch" forName="image6" refType="w" fact="0.1886"/>
          <dgm:constr type="h" for="ch" forName="image6" refType="h" fact="0.3106"/>
          <dgm:constr type="l" for="ch" forName="text6" refType="w" fact="0.8114"/>
          <dgm:constr type="t" for="ch" forName="text6" refType="h" fact="0.5194"/>
          <dgm:constr type="w" for="ch" forName="text6" refType="w" fact="0.1886"/>
          <dgm:constr type="h" for="ch" forName="text6" refType="h" fact="0.3106"/>
          <dgm:constr type="l" for="ch" forName="imageaccent6" refType="w" fact="0.8138"/>
          <dgm:constr type="t" for="ch" forName="imageaccent6" refType="h" fact="0.8257"/>
          <dgm:constr type="w" for="ch" forName="imageaccent6" refType="w" fact="0.022"/>
          <dgm:constr type="h" for="ch" forName="imageaccent6" refType="h" fact="0.0364"/>
          <dgm:constr type="l" for="ch" forName="textaccent6" refType="w" fact="0.8488"/>
          <dgm:constr type="t" for="ch" forName="textaccent6" refType="h" fact="0.7914"/>
          <dgm:constr type="w" for="ch" forName="textaccent6" refType="w" fact="0.022"/>
          <dgm:constr type="h" for="ch" forName="textaccent6" refType="h" fact="0.0364"/>
        </dgm:constrLst>
      </dgm:if>
      <dgm:if name="Name8" axis="ch" ptType="node" func="cnt" op="equ" val="7">
        <dgm:alg type="composite">
          <dgm:param type="ar" val="1.6382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2961"/>
          <dgm:constr type="w" for="ch" forName="image4" refType="w" fact="0.1886"/>
          <dgm:constr type="h" for="ch" forName="image4" refType="h" fact="0.2653"/>
          <dgm:constr type="l" for="ch" forName="text5" refType="w" fact="0.6491"/>
          <dgm:constr type="t" for="ch" forName="text5" refType="h" fact="0.0028"/>
          <dgm:constr type="w" for="ch" forName="text5" refType="w" fact="0.1886"/>
          <dgm:constr type="h" for="ch" forName="text5" refType="h" fact="0.2653"/>
          <dgm:constr type="l" for="ch" forName="image5" refType="w" fact="0.8114"/>
          <dgm:constr type="t" for="ch" forName="image5" refType="h" fact="0.1508"/>
          <dgm:constr type="w" for="ch" forName="image5" refType="w" fact="0.1886"/>
          <dgm:constr type="h" for="ch" forName="image5" refType="h" fact="0.2653"/>
          <dgm:constr type="l" for="ch" forName="image2" refType="w" fact="0.4868"/>
          <dgm:constr type="t" for="ch" forName="image2" refType="h" fact="0.4402"/>
          <dgm:constr type="w" for="ch" forName="image2" refType="w" fact="0.1886"/>
          <dgm:constr type="h" for="ch" forName="image2" refType="h" fact="0.2653"/>
          <dgm:constr type="l" for="ch" forName="text4" refType="w" fact="0.4868"/>
          <dgm:constr type="t" for="ch" forName="text4" refType="h" fact="0.1469"/>
          <dgm:constr type="w" for="ch" forName="text4" refType="w" fact="0.1886"/>
          <dgm:constr type="h" for="ch" forName="text4" refType="h" fact="0.2653"/>
          <dgm:constr type="l" for="ch" forName="text2" refType="w" fact="0.3246"/>
          <dgm:constr type="t" for="ch" forName="text2" refType="h" fact="0.2933"/>
          <dgm:constr type="w" for="ch" forName="text2" refType="w" fact="0.1886"/>
          <dgm:constr type="h" for="ch" forName="text2" refType="h" fact="0.2653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2653"/>
          <dgm:constr type="l" for="ch" forName="text1" refType="w" fact="0.1623"/>
          <dgm:constr type="t" for="ch" forName="text1" refType="h" fact="0.4408"/>
          <dgm:constr type="w" for="ch" forName="text1" refType="w" fact="0.1886"/>
          <dgm:constr type="h" for="ch" forName="text1" refType="h" fact="0.2653"/>
          <dgm:constr type="l" for="ch" forName="text3" refType="w" fact="0.1623"/>
          <dgm:constr type="t" for="ch" forName="text3" refType="h" fact="0.1475"/>
          <dgm:constr type="w" for="ch" forName="text3" refType="w" fact="0.1886"/>
          <dgm:constr type="h" for="ch" forName="text3" refType="h" fact="0.2653"/>
          <dgm:constr type="l" for="ch" forName="textaccent1" refType="w" fact="0.1668"/>
          <dgm:constr type="t" for="ch" forName="textaccent1" refType="h" fact="0.5594"/>
          <dgm:constr type="w" for="ch" forName="textaccent1" refType="w" fact="0.022"/>
          <dgm:constr type="h" for="ch" forName="textaccent1" refType="h" fact="0.0311"/>
          <dgm:constr type="l" for="ch" forName="image1" refType="w" fact="0"/>
          <dgm:constr type="t" for="ch" forName="image1" refType="h" fact="0.2941"/>
          <dgm:constr type="w" for="ch" forName="image1" refType="w" fact="0.1886"/>
          <dgm:constr type="h" for="ch" forName="image1" refType="h" fact="0.2653"/>
          <dgm:constr type="l" for="ch" forName="imageaccent1" refType="w" fact="0.1292"/>
          <dgm:constr type="t" for="ch" forName="imageaccent1" refType="h" fact="0.5242"/>
          <dgm:constr type="w" for="ch" forName="imageaccent1" refType="w" fact="0.022"/>
          <dgm:constr type="h" for="ch" forName="imageaccent1" refType="h" fact="0.0311"/>
          <dgm:constr type="l" for="ch" forName="textaccent2" refType="w" fact="0.4544"/>
          <dgm:constr type="t" for="ch" forName="textaccent2" refType="h" fact="0.5228"/>
          <dgm:constr type="w" for="ch" forName="textaccent2" refType="w" fact="0.022"/>
          <dgm:constr type="h" for="ch" forName="textaccent2" refType="h" fact="0.0311"/>
          <dgm:constr type="l" for="ch" forName="imageaccent2" refType="w" fact="0.4914"/>
          <dgm:constr type="t" for="ch" forName="imageaccent2" refType="h" fact="0.5583"/>
          <dgm:constr type="w" for="ch" forName="imageaccent2" refType="w" fact="0.022"/>
          <dgm:constr type="h" for="ch" forName="imageaccent2" refType="h" fact="0.0311"/>
          <dgm:constr type="l" for="ch" forName="textaccent3" refType="w" fact="0.2907"/>
          <dgm:constr type="t" for="ch" forName="textaccent3" refType="h" fact="0.1511"/>
          <dgm:constr type="w" for="ch" forName="textaccent3" refType="w" fact="0.022"/>
          <dgm:constr type="h" for="ch" forName="textaccent3" refType="h" fact="0.0311"/>
          <dgm:constr type="l" for="ch" forName="imageaccent3" refType="w" fact="0.3299"/>
          <dgm:constr type="t" for="ch" forName="imageaccent3" refType="h" fact="0.1175"/>
          <dgm:constr type="w" for="ch" forName="imageaccent3" refType="w" fact="0.022"/>
          <dgm:constr type="h" for="ch" forName="imageaccent3" refType="h" fact="0.0311"/>
          <dgm:constr type="l" for="ch" forName="textaccent4" refType="w" fact="0.65"/>
          <dgm:constr type="t" for="ch" forName="textaccent4" refType="h" fact="0.2645"/>
          <dgm:constr type="w" for="ch" forName="textaccent4" refType="w" fact="0.022"/>
          <dgm:constr type="h" for="ch" forName="textaccent4" refType="h" fact="0.0311"/>
          <dgm:constr type="l" for="ch" forName="imageaccent4" refType="w" fact="0.6859"/>
          <dgm:constr type="t" for="ch" forName="imageaccent4" refType="h" fact="0.3008"/>
          <dgm:constr type="w" for="ch" forName="imageaccent4" refType="w" fact="0.022"/>
          <dgm:constr type="h" for="ch" forName="imageaccent4" refType="h" fact="0.0311"/>
          <dgm:constr type="l" for="ch" forName="textaccent5" refType="w" fact="0.8123"/>
          <dgm:constr type="t" for="ch" forName="textaccent5" refType="h" fact="0.1217"/>
          <dgm:constr type="w" for="ch" forName="textaccent5" refType="w" fact="0.022"/>
          <dgm:constr type="h" for="ch" forName="textaccent5" refType="h" fact="0.0311"/>
          <dgm:constr type="l" for="ch" forName="imageaccent5" refType="w" fact="0.849"/>
          <dgm:constr type="t" for="ch" forName="imageaccent5" refType="h" fact="0.1567"/>
          <dgm:constr type="w" for="ch" forName="imageaccent5" refType="w" fact="0.022"/>
          <dgm:constr type="h" for="ch" forName="imageaccent5" refType="h" fact="0.0311"/>
          <dgm:constr type="l" for="ch" forName="image6" refType="w" fact="0.6491"/>
          <dgm:constr type="t" for="ch" forName="image6" refType="h" fact="0.5889"/>
          <dgm:constr type="w" for="ch" forName="image6" refType="w" fact="0.1886"/>
          <dgm:constr type="h" for="ch" forName="image6" refType="h" fact="0.2653"/>
          <dgm:constr type="l" for="ch" forName="text6" refType="w" fact="0.8114"/>
          <dgm:constr type="t" for="ch" forName="text6" refType="h" fact="0.4436"/>
          <dgm:constr type="w" for="ch" forName="text6" refType="w" fact="0.1886"/>
          <dgm:constr type="h" for="ch" forName="text6" refType="h" fact="0.2653"/>
          <dgm:constr type="l" for="ch" forName="imageaccent6" refType="w" fact="0.8138"/>
          <dgm:constr type="t" for="ch" forName="imageaccent6" refType="h" fact="0.7053"/>
          <dgm:constr type="w" for="ch" forName="imageaccent6" refType="w" fact="0.022"/>
          <dgm:constr type="h" for="ch" forName="imageaccent6" refType="h" fact="0.0311"/>
          <dgm:constr type="l" for="ch" forName="textaccent6" refType="w" fact="0.8488"/>
          <dgm:constr type="t" for="ch" forName="textaccent6" refType="h" fact="0.676"/>
          <dgm:constr type="w" for="ch" forName="textaccent6" refType="w" fact="0.022"/>
          <dgm:constr type="h" for="ch" forName="textaccent6" refType="h" fact="0.0311"/>
          <dgm:constr type="l" for="ch" forName="text7" refType="w" fact="0.3244"/>
          <dgm:constr type="t" for="ch" forName="text7" refType="h" fact="0.5872"/>
          <dgm:constr type="w" for="ch" forName="text7" refType="w" fact="0.1886"/>
          <dgm:constr type="h" for="ch" forName="text7" refType="h" fact="0.2653"/>
          <dgm:constr type="l" for="ch" forName="image7" refType="w" fact="0.1622"/>
          <dgm:constr type="t" for="ch" forName="image7" refType="h" fact="0.7347"/>
          <dgm:constr type="w" for="ch" forName="image7" refType="w" fact="0.1886"/>
          <dgm:constr type="h" for="ch" forName="image7" refType="h" fact="0.2653"/>
          <dgm:constr type="l" for="ch" forName="imageaccent7" refType="w" fact="0.2905"/>
          <dgm:constr type="t" for="ch" forName="imageaccent7" refType="h" fact="0.7384"/>
          <dgm:constr type="w" for="ch" forName="imageaccent7" refType="w" fact="0.022"/>
          <dgm:constr type="h" for="ch" forName="imageaccent7" refType="h" fact="0.0311"/>
          <dgm:constr type="l" for="ch" forName="textaccent7" refType="w" fact="0.3298"/>
          <dgm:constr type="t" for="ch" forName="textaccent7" refType="h" fact="0.7048"/>
          <dgm:constr type="w" for="ch" forName="textaccent7" refType="w" fact="0.022"/>
          <dgm:constr type="h" for="ch" forName="textaccent7" refType="h" fact="0.0311"/>
        </dgm:constrLst>
      </dgm:if>
      <dgm:if name="Name9" axis="ch" ptType="node" func="cnt" op="equ" val="8">
        <dgm:alg type="composite">
          <dgm:param type="ar" val="1.8974"/>
        </dgm:alg>
        <dgm:constrLst>
          <dgm:constr type="primFontSz" for="des" ptType="node" op="equ" val="65"/>
          <dgm:constr type="l" for="ch" forName="image4" refType="w" fact="0.5589"/>
          <dgm:constr type="t" for="ch" forName="image4" refType="h" fact="0.2952"/>
          <dgm:constr type="w" for="ch" forName="image4" refType="w" fact="0.1624"/>
          <dgm:constr type="h" for="ch" forName="image4" refType="h" fact="0.2645"/>
          <dgm:constr type="l" for="ch" forName="text5" refType="w" fact="0.5589"/>
          <dgm:constr type="t" for="ch" forName="text5" refType="h" fact="0.0028"/>
          <dgm:constr type="w" for="ch" forName="text5" refType="w" fact="0.1624"/>
          <dgm:constr type="h" for="ch" forName="text5" refType="h" fact="0.2645"/>
          <dgm:constr type="l" for="ch" forName="image5" refType="w" fact="0.6986"/>
          <dgm:constr type="t" for="ch" forName="image5" refType="h" fact="0.1504"/>
          <dgm:constr type="w" for="ch" forName="image5" refType="w" fact="0.1624"/>
          <dgm:constr type="h" for="ch" forName="image5" refType="h" fact="0.2645"/>
          <dgm:constr type="l" for="ch" forName="image2" refType="w" fact="0.4192"/>
          <dgm:constr type="t" for="ch" forName="image2" refType="h" fact="0.439"/>
          <dgm:constr type="w" for="ch" forName="image2" refType="w" fact="0.1624"/>
          <dgm:constr type="h" for="ch" forName="image2" refType="h" fact="0.2645"/>
          <dgm:constr type="l" for="ch" forName="text4" refType="w" fact="0.4192"/>
          <dgm:constr type="t" for="ch" forName="text4" refType="h" fact="0.1465"/>
          <dgm:constr type="w" for="ch" forName="text4" refType="w" fact="0.1624"/>
          <dgm:constr type="h" for="ch" forName="text4" refType="h" fact="0.2645"/>
          <dgm:constr type="l" for="ch" forName="text2" refType="w" fact="0.2794"/>
          <dgm:constr type="t" for="ch" forName="text2" refType="h" fact="0.2925"/>
          <dgm:constr type="w" for="ch" forName="text2" refType="w" fact="0.1624"/>
          <dgm:constr type="h" for="ch" forName="text2" refType="h" fact="0.2645"/>
          <dgm:constr type="l" for="ch" forName="image3" refType="w" fact="0.2794"/>
          <dgm:constr type="t" for="ch" forName="image3" refType="h" fact="0"/>
          <dgm:constr type="w" for="ch" forName="image3" refType="w" fact="0.1624"/>
          <dgm:constr type="h" for="ch" forName="image3" refType="h" fact="0.2645"/>
          <dgm:constr type="l" for="ch" forName="text1" refType="w" fact="0.1397"/>
          <dgm:constr type="t" for="ch" forName="text1" refType="h" fact="0.4395"/>
          <dgm:constr type="w" for="ch" forName="text1" refType="w" fact="0.1624"/>
          <dgm:constr type="h" for="ch" forName="text1" refType="h" fact="0.2645"/>
          <dgm:constr type="l" for="ch" forName="text3" refType="w" fact="0.1397"/>
          <dgm:constr type="t" for="ch" forName="text3" refType="h" fact="0.1471"/>
          <dgm:constr type="w" for="ch" forName="text3" refType="w" fact="0.1624"/>
          <dgm:constr type="h" for="ch" forName="text3" refType="h" fact="0.2645"/>
          <dgm:constr type="l" for="ch" forName="textaccent1" refType="w" fact="0.1436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4"/>
          <dgm:constr type="h" for="ch" forName="image1" refType="h" fact="0.2645"/>
          <dgm:constr type="l" for="ch" forName="imageaccent1" refType="w" fact="0.1112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2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31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2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41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6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5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93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1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9"/>
          <dgm:constr type="t" for="ch" forName="image6" refType="h" fact="0.5872"/>
          <dgm:constr type="w" for="ch" forName="image6" refType="w" fact="0.1624"/>
          <dgm:constr type="h" for="ch" forName="image6" refType="h" fact="0.2645"/>
          <dgm:constr type="l" for="ch" forName="text6" refType="w" fact="0.6986"/>
          <dgm:constr type="t" for="ch" forName="text6" refType="h" fact="0.4424"/>
          <dgm:constr type="w" for="ch" forName="text6" refType="w" fact="0.1624"/>
          <dgm:constr type="h" for="ch" forName="text6" refType="h" fact="0.2645"/>
          <dgm:constr type="l" for="ch" forName="imageaccent6" refType="w" fact="0.7007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8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3"/>
          <dgm:constr type="t" for="ch" forName="text7" refType="h" fact="0.5856"/>
          <dgm:constr type="w" for="ch" forName="text7" refType="w" fact="0.1624"/>
          <dgm:constr type="h" for="ch" forName="text7" refType="h" fact="0.2645"/>
          <dgm:constr type="l" for="ch" forName="image7" refType="w" fact="0.1396"/>
          <dgm:constr type="t" for="ch" forName="image7" refType="h" fact="0.7326"/>
          <dgm:constr type="w" for="ch" forName="image7" refType="w" fact="0.1624"/>
          <dgm:constr type="h" for="ch" forName="image7" refType="h" fact="0.2645"/>
          <dgm:constr type="l" for="ch" forName="imageaccent7" refType="w" fact="0.2501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4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9"/>
          <dgm:constr type="t" for="ch" forName="image8" refType="h" fact="0.7355"/>
          <dgm:constr type="w" for="ch" forName="image8" refType="w" fact="0.1624"/>
          <dgm:constr type="h" for="ch" forName="image8" refType="h" fact="0.2645"/>
          <dgm:constr type="l" for="ch" forName="text8" refType="w" fact="0.8376"/>
          <dgm:constr type="t" for="ch" forName="text8" refType="h" fact="0.5906"/>
          <dgm:constr type="w" for="ch" forName="text8" refType="w" fact="0.1624"/>
          <dgm:constr type="h" for="ch" forName="text8" refType="h" fact="0.2645"/>
          <dgm:constr type="l" for="ch" forName="imageaccent8" refType="w" fact="0.8397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8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</dgm:constrLst>
      </dgm:if>
      <dgm:if name="Name10" axis="ch" ptType="node" func="cnt" op="equ" val="9">
        <dgm:alg type="composite">
          <dgm:param type="ar" val="1.8986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952"/>
          <dgm:constr type="w" for="ch" forName="image4" refType="w" fact="0.1623"/>
          <dgm:constr type="h" for="ch" forName="image4" refType="h" fact="0.2645"/>
          <dgm:constr type="l" for="ch" forName="text5" refType="w" fact="0.5585"/>
          <dgm:constr type="t" for="ch" forName="text5" refType="h" fact="0.0028"/>
          <dgm:constr type="w" for="ch" forName="text5" refType="w" fact="0.1623"/>
          <dgm:constr type="h" for="ch" forName="text5" refType="h" fact="0.2645"/>
          <dgm:constr type="l" for="ch" forName="image5" refType="w" fact="0.6982"/>
          <dgm:constr type="t" for="ch" forName="image5" refType="h" fact="0.1504"/>
          <dgm:constr type="w" for="ch" forName="image5" refType="w" fact="0.1623"/>
          <dgm:constr type="h" for="ch" forName="image5" refType="h" fact="0.2645"/>
          <dgm:constr type="l" for="ch" forName="image2" refType="w" fact="0.4189"/>
          <dgm:constr type="t" for="ch" forName="image2" refType="h" fact="0.439"/>
          <dgm:constr type="w" for="ch" forName="image2" refType="w" fact="0.1623"/>
          <dgm:constr type="h" for="ch" forName="image2" refType="h" fact="0.2645"/>
          <dgm:constr type="l" for="ch" forName="text4" refType="w" fact="0.4189"/>
          <dgm:constr type="t" for="ch" forName="text4" refType="h" fact="0.1465"/>
          <dgm:constr type="w" for="ch" forName="text4" refType="w" fact="0.1623"/>
          <dgm:constr type="h" for="ch" forName="text4" refType="h" fact="0.2645"/>
          <dgm:constr type="l" for="ch" forName="text2" refType="w" fact="0.2793"/>
          <dgm:constr type="t" for="ch" forName="text2" refType="h" fact="0.2925"/>
          <dgm:constr type="w" for="ch" forName="text2" refType="w" fact="0.1623"/>
          <dgm:constr type="h" for="ch" forName="text2" refType="h" fact="0.2645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645"/>
          <dgm:constr type="l" for="ch" forName="text1" refType="w" fact="0.1396"/>
          <dgm:constr type="t" for="ch" forName="text1" refType="h" fact="0.4395"/>
          <dgm:constr type="w" for="ch" forName="text1" refType="w" fact="0.1623"/>
          <dgm:constr type="h" for="ch" forName="text1" refType="h" fact="0.2645"/>
          <dgm:constr type="l" for="ch" forName="text3" refType="w" fact="0.1396"/>
          <dgm:constr type="t" for="ch" forName="text3" refType="h" fact="0.1471"/>
          <dgm:constr type="w" for="ch" forName="text3" refType="w" fact="0.1623"/>
          <dgm:constr type="h" for="ch" forName="text3" refType="h" fact="0.2645"/>
          <dgm:constr type="l" for="ch" forName="textaccent1" refType="w" fact="0.1435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3"/>
          <dgm:constr type="h" for="ch" forName="image1" refType="h" fact="0.2645"/>
          <dgm:constr type="l" for="ch" forName="imageaccent1" refType="w" fact="0.1111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28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1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39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3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1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89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05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5"/>
          <dgm:constr type="t" for="ch" forName="image6" refType="h" fact="0.5872"/>
          <dgm:constr type="w" for="ch" forName="image6" refType="w" fact="0.1623"/>
          <dgm:constr type="h" for="ch" forName="image6" refType="h" fact="0.2645"/>
          <dgm:constr type="l" for="ch" forName="text6" refType="w" fact="0.6982"/>
          <dgm:constr type="t" for="ch" forName="text6" refType="h" fact="0.4424"/>
          <dgm:constr type="w" for="ch" forName="text6" refType="w" fact="0.1623"/>
          <dgm:constr type="h" for="ch" forName="text6" refType="h" fact="0.2645"/>
          <dgm:constr type="l" for="ch" forName="imageaccent6" refType="w" fact="0.7002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3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2"/>
          <dgm:constr type="t" for="ch" forName="text7" refType="h" fact="0.5856"/>
          <dgm:constr type="w" for="ch" forName="text7" refType="w" fact="0.1623"/>
          <dgm:constr type="h" for="ch" forName="text7" refType="h" fact="0.2645"/>
          <dgm:constr type="l" for="ch" forName="image7" refType="w" fact="0.1395"/>
          <dgm:constr type="t" for="ch" forName="image7" refType="h" fact="0.7326"/>
          <dgm:constr type="w" for="ch" forName="image7" refType="w" fact="0.1623"/>
          <dgm:constr type="h" for="ch" forName="image7" refType="h" fact="0.2645"/>
          <dgm:constr type="l" for="ch" forName="imageaccent7" refType="w" fact="0.25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38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5"/>
          <dgm:constr type="t" for="ch" forName="image8" refType="h" fact="0.7355"/>
          <dgm:constr type="w" for="ch" forName="image8" refType="w" fact="0.1623"/>
          <dgm:constr type="h" for="ch" forName="image8" refType="h" fact="0.2645"/>
          <dgm:constr type="l" for="ch" forName="text8" refType="w" fact="0.8371"/>
          <dgm:constr type="t" for="ch" forName="text8" refType="h" fact="0.5906"/>
          <dgm:constr type="w" for="ch" forName="text8" refType="w" fact="0.1623"/>
          <dgm:constr type="h" for="ch" forName="text8" refType="h" fact="0.2645"/>
          <dgm:constr type="l" for="ch" forName="imageaccent8" refType="w" fact="0.8392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3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  <dgm:constr type="l" for="ch" forName="text9" refType="w" fact="0.8377"/>
          <dgm:constr type="t" for="ch" forName="text9" refType="h" fact="0.0057"/>
          <dgm:constr type="w" for="ch" forName="text9" refType="w" fact="0.1623"/>
          <dgm:constr type="h" for="ch" forName="text9" refType="h" fact="0.2645"/>
          <dgm:constr type="l" for="ch" forName="textaccent9" refType="w" fact="0.95"/>
          <dgm:constr type="t" for="ch" forName="textaccent9" refType="h" fact="0.2383"/>
          <dgm:constr type="w" for="ch" forName="textaccent9" refType="w" fact="0.0189"/>
          <dgm:constr type="h" for="ch" forName="textaccent9" refType="h" fact="0.031"/>
          <dgm:constr type="l" for="ch" forName="image9" refType="w" fact="0.8377"/>
          <dgm:constr type="t" for="ch" forName="image9" refType="h" fact="0.2977"/>
          <dgm:constr type="w" for="ch" forName="image9" refType="w" fact="0.1623"/>
          <dgm:constr type="h" for="ch" forName="image9" refType="h" fact="0.2645"/>
          <dgm:constr type="l" for="ch" forName="imageaccent9" refType="w" fact="0.95"/>
          <dgm:constr type="t" for="ch" forName="imageaccent9" refType="h" fact="0.2993"/>
          <dgm:constr type="w" for="ch" forName="imageaccent9" refType="w" fact="0.0189"/>
          <dgm:constr type="h" for="ch" forName="imageaccent9" refType="h" fact="0.031"/>
        </dgm:constrLst>
      </dgm:if>
      <dgm:if name="Name11" axis="ch" ptType="node" func="cnt" op="equ" val="10">
        <dgm:alg type="composite">
          <dgm:param type="ar" val="1.6608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583"/>
          <dgm:constr type="w" for="ch" forName="image4" refType="w" fact="0.1623"/>
          <dgm:constr type="h" for="ch" forName="image4" refType="h" fact="0.2314"/>
          <dgm:constr type="l" for="ch" forName="text5" refType="w" fact="0.5585"/>
          <dgm:constr type="t" for="ch" forName="text5" refType="h" fact="0.0024"/>
          <dgm:constr type="w" for="ch" forName="text5" refType="w" fact="0.1623"/>
          <dgm:constr type="h" for="ch" forName="text5" refType="h" fact="0.2314"/>
          <dgm:constr type="l" for="ch" forName="image5" refType="w" fact="0.6982"/>
          <dgm:constr type="t" for="ch" forName="image5" refType="h" fact="0.1316"/>
          <dgm:constr type="w" for="ch" forName="image5" refType="w" fact="0.1623"/>
          <dgm:constr type="h" for="ch" forName="image5" refType="h" fact="0.2314"/>
          <dgm:constr type="l" for="ch" forName="image2" refType="w" fact="0.4189"/>
          <dgm:constr type="t" for="ch" forName="image2" refType="h" fact="0.384"/>
          <dgm:constr type="w" for="ch" forName="image2" refType="w" fact="0.1623"/>
          <dgm:constr type="h" for="ch" forName="image2" refType="h" fact="0.2314"/>
          <dgm:constr type="l" for="ch" forName="text4" refType="w" fact="0.4189"/>
          <dgm:constr type="t" for="ch" forName="text4" refType="h" fact="0.1282"/>
          <dgm:constr type="w" for="ch" forName="text4" refType="w" fact="0.1623"/>
          <dgm:constr type="h" for="ch" forName="text4" refType="h" fact="0.2314"/>
          <dgm:constr type="l" for="ch" forName="text2" refType="w" fact="0.2793"/>
          <dgm:constr type="t" for="ch" forName="text2" refType="h" fact="0.2558"/>
          <dgm:constr type="w" for="ch" forName="text2" refType="w" fact="0.1623"/>
          <dgm:constr type="h" for="ch" forName="text2" refType="h" fact="0.2314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314"/>
          <dgm:constr type="l" for="ch" forName="text1" refType="w" fact="0.1396"/>
          <dgm:constr type="t" for="ch" forName="text1" refType="h" fact="0.3845"/>
          <dgm:constr type="w" for="ch" forName="text1" refType="w" fact="0.1623"/>
          <dgm:constr type="h" for="ch" forName="text1" refType="h" fact="0.2314"/>
          <dgm:constr type="l" for="ch" forName="text3" refType="w" fact="0.1396"/>
          <dgm:constr type="t" for="ch" forName="text3" refType="h" fact="0.1286"/>
          <dgm:constr type="w" for="ch" forName="text3" refType="w" fact="0.1623"/>
          <dgm:constr type="h" for="ch" forName="text3" refType="h" fact="0.2314"/>
          <dgm:constr type="l" for="ch" forName="textaccent1" refType="w" fact="0.1435"/>
          <dgm:constr type="t" for="ch" forName="textaccent1" refType="h" fact="0.488"/>
          <dgm:constr type="w" for="ch" forName="textaccent1" refType="w" fact="0.0189"/>
          <dgm:constr type="h" for="ch" forName="textaccent1" refType="h" fact="0.0271"/>
          <dgm:constr type="l" for="ch" forName="image1" refType="w" fact="0"/>
          <dgm:constr type="t" for="ch" forName="image1" refType="h" fact="0.2566"/>
          <dgm:constr type="w" for="ch" forName="image1" refType="w" fact="0.1623"/>
          <dgm:constr type="h" for="ch" forName="image1" refType="h" fact="0.2314"/>
          <dgm:constr type="l" for="ch" forName="imageaccent1" refType="w" fact="0.1111"/>
          <dgm:constr type="t" for="ch" forName="imageaccent1" refType="h" fact="0.4572"/>
          <dgm:constr type="w" for="ch" forName="imageaccent1" refType="w" fact="0.0189"/>
          <dgm:constr type="h" for="ch" forName="imageaccent1" refType="h" fact="0.0271"/>
          <dgm:constr type="l" for="ch" forName="textaccent2" refType="w" fact="0.391"/>
          <dgm:constr type="t" for="ch" forName="textaccent2" refType="h" fact="0.456"/>
          <dgm:constr type="w" for="ch" forName="textaccent2" refType="w" fact="0.0189"/>
          <dgm:constr type="h" for="ch" forName="textaccent2" refType="h" fact="0.0271"/>
          <dgm:constr type="l" for="ch" forName="imageaccent2" refType="w" fact="0.4228"/>
          <dgm:constr type="t" for="ch" forName="imageaccent2" refType="h" fact="0.487"/>
          <dgm:constr type="w" for="ch" forName="imageaccent2" refType="w" fact="0.0189"/>
          <dgm:constr type="h" for="ch" forName="imageaccent2" refType="h" fact="0.0271"/>
          <dgm:constr type="l" for="ch" forName="textaccent3" refType="w" fact="0.2501"/>
          <dgm:constr type="t" for="ch" forName="textaccent3" refType="h" fact="0.1318"/>
          <dgm:constr type="w" for="ch" forName="textaccent3" refType="w" fact="0.0189"/>
          <dgm:constr type="h" for="ch" forName="textaccent3" refType="h" fact="0.0271"/>
          <dgm:constr type="l" for="ch" forName="imageaccent3" refType="w" fact="0.2839"/>
          <dgm:constr type="t" for="ch" forName="imageaccent3" refType="h" fact="0.1025"/>
          <dgm:constr type="w" for="ch" forName="imageaccent3" refType="w" fact="0.0189"/>
          <dgm:constr type="h" for="ch" forName="imageaccent3" refType="h" fact="0.0271"/>
          <dgm:constr type="l" for="ch" forName="textaccent4" refType="w" fact="0.5593"/>
          <dgm:constr type="t" for="ch" forName="textaccent4" refType="h" fact="0.2307"/>
          <dgm:constr type="w" for="ch" forName="textaccent4" refType="w" fact="0.0189"/>
          <dgm:constr type="h" for="ch" forName="textaccent4" refType="h" fact="0.0271"/>
          <dgm:constr type="l" for="ch" forName="imageaccent4" refType="w" fact="0.5901"/>
          <dgm:constr type="t" for="ch" forName="imageaccent4" refType="h" fact="0.2624"/>
          <dgm:constr type="w" for="ch" forName="imageaccent4" refType="w" fact="0.0189"/>
          <dgm:constr type="h" for="ch" forName="imageaccent4" refType="h" fact="0.0271"/>
          <dgm:constr type="l" for="ch" forName="textaccent5" refType="w" fact="0.6989"/>
          <dgm:constr type="t" for="ch" forName="textaccent5" refType="h" fact="0.1062"/>
          <dgm:constr type="w" for="ch" forName="textaccent5" refType="w" fact="0.0189"/>
          <dgm:constr type="h" for="ch" forName="textaccent5" refType="h" fact="0.0271"/>
          <dgm:constr type="l" for="ch" forName="imageaccent5" refType="w" fact="0.7305"/>
          <dgm:constr type="t" for="ch" forName="imageaccent5" refType="h" fact="0.1367"/>
          <dgm:constr type="w" for="ch" forName="imageaccent5" refType="w" fact="0.0189"/>
          <dgm:constr type="h" for="ch" forName="imageaccent5" refType="h" fact="0.0271"/>
          <dgm:constr type="l" for="ch" forName="image6" refType="w" fact="0.5585"/>
          <dgm:constr type="t" for="ch" forName="image6" refType="h" fact="0.5137"/>
          <dgm:constr type="w" for="ch" forName="image6" refType="w" fact="0.1623"/>
          <dgm:constr type="h" for="ch" forName="image6" refType="h" fact="0.2314"/>
          <dgm:constr type="l" for="ch" forName="text6" refType="w" fact="0.6982"/>
          <dgm:constr type="t" for="ch" forName="text6" refType="h" fact="0.387"/>
          <dgm:constr type="w" for="ch" forName="text6" refType="w" fact="0.1623"/>
          <dgm:constr type="h" for="ch" forName="text6" refType="h" fact="0.2314"/>
          <dgm:constr type="l" for="ch" forName="imageaccent6" refType="w" fact="0.7002"/>
          <dgm:constr type="t" for="ch" forName="imageaccent6" refType="h" fact="0.6152"/>
          <dgm:constr type="w" for="ch" forName="imageaccent6" refType="w" fact="0.0189"/>
          <dgm:constr type="h" for="ch" forName="imageaccent6" refType="h" fact="0.0271"/>
          <dgm:constr type="l" for="ch" forName="textaccent6" refType="w" fact="0.7303"/>
          <dgm:constr type="t" for="ch" forName="textaccent6" refType="h" fact="0.5897"/>
          <dgm:constr type="w" for="ch" forName="textaccent6" refType="w" fact="0.0189"/>
          <dgm:constr type="h" for="ch" forName="textaccent6" refType="h" fact="0.0271"/>
          <dgm:constr type="l" for="ch" forName="text7" refType="w" fact="0.2792"/>
          <dgm:constr type="t" for="ch" forName="text7" refType="h" fact="0.5122"/>
          <dgm:constr type="w" for="ch" forName="text7" refType="w" fact="0.1623"/>
          <dgm:constr type="h" for="ch" forName="text7" refType="h" fact="0.2314"/>
          <dgm:constr type="l" for="ch" forName="image7" refType="w" fact="0.1395"/>
          <dgm:constr type="t" for="ch" forName="image7" refType="h" fact="0.6409"/>
          <dgm:constr type="w" for="ch" forName="image7" refType="w" fact="0.1623"/>
          <dgm:constr type="h" for="ch" forName="image7" refType="h" fact="0.2314"/>
          <dgm:constr type="l" for="ch" forName="imageaccent7" refType="w" fact="0.25"/>
          <dgm:constr type="t" for="ch" forName="imageaccent7" refType="h" fact="0.6441"/>
          <dgm:constr type="w" for="ch" forName="imageaccent7" refType="w" fact="0.0189"/>
          <dgm:constr type="h" for="ch" forName="imageaccent7" refType="h" fact="0.0271"/>
          <dgm:constr type="l" for="ch" forName="textaccent7" refType="w" fact="0.2838"/>
          <dgm:constr type="t" for="ch" forName="textaccent7" refType="h" fact="0.6148"/>
          <dgm:constr type="w" for="ch" forName="textaccent7" refType="w" fact="0.0189"/>
          <dgm:constr type="h" for="ch" forName="textaccent7" refType="h" fact="0.0271"/>
          <dgm:constr type="l" for="ch" forName="image8" refType="w" fact="0.6975"/>
          <dgm:constr type="t" for="ch" forName="image8" refType="h" fact="0.6433"/>
          <dgm:constr type="w" for="ch" forName="image8" refType="w" fact="0.1623"/>
          <dgm:constr type="h" for="ch" forName="image8" refType="h" fact="0.2314"/>
          <dgm:constr type="l" for="ch" forName="text8" refType="w" fact="0.8371"/>
          <dgm:constr type="t" for="ch" forName="text8" refType="h" fact="0.5167"/>
          <dgm:constr type="w" for="ch" forName="text8" refType="w" fact="0.1623"/>
          <dgm:constr type="h" for="ch" forName="text8" refType="h" fact="0.2314"/>
          <dgm:constr type="l" for="ch" forName="imageaccent8" refType="w" fact="0.8392"/>
          <dgm:constr type="t" for="ch" forName="imageaccent8" refType="h" fact="0.7449"/>
          <dgm:constr type="w" for="ch" forName="imageaccent8" refType="w" fact="0.0189"/>
          <dgm:constr type="h" for="ch" forName="imageaccent8" refType="h" fact="0.0271"/>
          <dgm:constr type="l" for="ch" forName="textaccent8" refType="w" fact="0.8693"/>
          <dgm:constr type="t" for="ch" forName="textaccent8" refType="h" fact="0.7194"/>
          <dgm:constr type="w" for="ch" forName="textaccent8" refType="w" fact="0.0189"/>
          <dgm:constr type="h" for="ch" forName="textaccent8" refType="h" fact="0.0271"/>
          <dgm:constr type="l" for="ch" forName="text9" refType="w" fact="0.8377"/>
          <dgm:constr type="t" for="ch" forName="text9" refType="h" fact="0.005"/>
          <dgm:constr type="w" for="ch" forName="text9" refType="w" fact="0.1623"/>
          <dgm:constr type="h" for="ch" forName="text9" refType="h" fact="0.2314"/>
          <dgm:constr type="l" for="ch" forName="textaccent9" refType="w" fact="0.95"/>
          <dgm:constr type="t" for="ch" forName="textaccent9" refType="h" fact="0.2084"/>
          <dgm:constr type="w" for="ch" forName="textaccent9" refType="w" fact="0.0189"/>
          <dgm:constr type="h" for="ch" forName="textaccent9" refType="h" fact="0.0271"/>
          <dgm:constr type="l" for="ch" forName="image9" refType="w" fact="0.8377"/>
          <dgm:constr type="t" for="ch" forName="image9" refType="h" fact="0.2604"/>
          <dgm:constr type="w" for="ch" forName="image9" refType="w" fact="0.1623"/>
          <dgm:constr type="h" for="ch" forName="image9" refType="h" fact="0.2314"/>
          <dgm:constr type="l" for="ch" forName="imageaccent9" refType="w" fact="0.95"/>
          <dgm:constr type="t" for="ch" forName="imageaccent9" refType="h" fact="0.2618"/>
          <dgm:constr type="w" for="ch" forName="imageaccent9" refType="w" fact="0.0189"/>
          <dgm:constr type="h" for="ch" forName="imageaccent9" refType="h" fact="0.0271"/>
          <dgm:constr type="l" for="ch" forName="image10" refType="w" fact="0.2786"/>
          <dgm:constr type="t" for="ch" forName="image10" refType="h" fact="0.7686"/>
          <dgm:constr type="w" for="ch" forName="image10" refType="w" fact="0.1623"/>
          <dgm:constr type="h" for="ch" forName="image10" refType="h" fact="0.2314"/>
          <dgm:constr type="l" for="ch" forName="text10" refType="w" fact="0.4183"/>
          <dgm:constr type="t" for="ch" forName="text10" refType="h" fact="0.6419"/>
          <dgm:constr type="w" for="ch" forName="text10" refType="w" fact="0.1623"/>
          <dgm:constr type="h" for="ch" forName="text10" refType="h" fact="0.2314"/>
          <dgm:constr type="l" for="ch" forName="imageaccent10" refType="w" fact="0.4203"/>
          <dgm:constr type="t" for="ch" forName="imageaccent10" refType="h" fact="0.8701"/>
          <dgm:constr type="w" for="ch" forName="imageaccent10" refType="w" fact="0.0189"/>
          <dgm:constr type="h" for="ch" forName="imageaccent10" refType="h" fact="0.0271"/>
          <dgm:constr type="l" for="ch" forName="textaccent10" refType="w" fact="0.4504"/>
          <dgm:constr type="t" for="ch" forName="textaccent10" refType="h" fact="0.8446"/>
          <dgm:constr type="w" for="ch" forName="textaccent10" refType="w" fact="0.0189"/>
          <dgm:constr type="h" for="ch" forName="textaccent10" refType="h" fact="0.0271"/>
        </dgm:constrLst>
      </dgm:if>
      <dgm:if name="Name12" axis="ch" ptType="node" func="cnt" op="equ" val="11">
        <dgm:alg type="composite">
          <dgm:param type="ar" val="1.4704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287"/>
          <dgm:constr type="w" for="ch" forName="image4" refType="w" fact="0.1623"/>
          <dgm:constr type="h" for="ch" forName="image4" refType="h" fact="0.2049"/>
          <dgm:constr type="l" for="ch" forName="text5" refType="w" fact="0.5585"/>
          <dgm:constr type="t" for="ch" forName="text5" refType="h" fact="0.0022"/>
          <dgm:constr type="w" for="ch" forName="text5" refType="w" fact="0.1623"/>
          <dgm:constr type="h" for="ch" forName="text5" refType="h" fact="0.2049"/>
          <dgm:constr type="l" for="ch" forName="image5" refType="w" fact="0.6982"/>
          <dgm:constr type="t" for="ch" forName="image5" refType="h" fact="0.1165"/>
          <dgm:constr type="w" for="ch" forName="image5" refType="w" fact="0.1623"/>
          <dgm:constr type="h" for="ch" forName="image5" refType="h" fact="0.2049"/>
          <dgm:constr type="l" for="ch" forName="image2" refType="w" fact="0.4189"/>
          <dgm:constr type="t" for="ch" forName="image2" refType="h" fact="0.34"/>
          <dgm:constr type="w" for="ch" forName="image2" refType="w" fact="0.1623"/>
          <dgm:constr type="h" for="ch" forName="image2" refType="h" fact="0.2049"/>
          <dgm:constr type="l" for="ch" forName="text4" refType="w" fact="0.4189"/>
          <dgm:constr type="t" for="ch" forName="text4" refType="h" fact="0.1135"/>
          <dgm:constr type="w" for="ch" forName="text4" refType="w" fact="0.1623"/>
          <dgm:constr type="h" for="ch" forName="text4" refType="h" fact="0.2049"/>
          <dgm:constr type="l" for="ch" forName="text2" refType="w" fact="0.2793"/>
          <dgm:constr type="t" for="ch" forName="text2" refType="h" fact="0.2265"/>
          <dgm:constr type="w" for="ch" forName="text2" refType="w" fact="0.1623"/>
          <dgm:constr type="h" for="ch" forName="text2" refType="h" fact="0.2049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049"/>
          <dgm:constr type="l" for="ch" forName="text1" refType="w" fact="0.1396"/>
          <dgm:constr type="t" for="ch" forName="text1" refType="h" fact="0.3404"/>
          <dgm:constr type="w" for="ch" forName="text1" refType="w" fact="0.1623"/>
          <dgm:constr type="h" for="ch" forName="text1" refType="h" fact="0.2049"/>
          <dgm:constr type="l" for="ch" forName="text3" refType="w" fact="0.1396"/>
          <dgm:constr type="t" for="ch" forName="text3" refType="h" fact="0.1139"/>
          <dgm:constr type="w" for="ch" forName="text3" refType="w" fact="0.1623"/>
          <dgm:constr type="h" for="ch" forName="text3" refType="h" fact="0.2049"/>
          <dgm:constr type="l" for="ch" forName="textaccent1" refType="w" fact="0.1435"/>
          <dgm:constr type="t" for="ch" forName="textaccent1" refType="h" fact="0.432"/>
          <dgm:constr type="w" for="ch" forName="textaccent1" refType="w" fact="0.0189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623"/>
          <dgm:constr type="h" for="ch" forName="image1" refType="h" fact="0.2049"/>
          <dgm:constr type="l" for="ch" forName="imageaccent1" refType="w" fact="0.1111"/>
          <dgm:constr type="t" for="ch" forName="imageaccent1" refType="h" fact="0.4048"/>
          <dgm:constr type="w" for="ch" forName="imageaccent1" refType="w" fact="0.0189"/>
          <dgm:constr type="h" for="ch" forName="imageaccent1" refType="h" fact="0.024"/>
          <dgm:constr type="l" for="ch" forName="textaccent2" refType="w" fact="0.391"/>
          <dgm:constr type="t" for="ch" forName="textaccent2" refType="h" fact="0.4038"/>
          <dgm:constr type="w" for="ch" forName="textaccent2" refType="w" fact="0.0189"/>
          <dgm:constr type="h" for="ch" forName="textaccent2" refType="h" fact="0.024"/>
          <dgm:constr type="l" for="ch" forName="imageaccent2" refType="w" fact="0.4228"/>
          <dgm:constr type="t" for="ch" forName="imageaccent2" refType="h" fact="0.4312"/>
          <dgm:constr type="w" for="ch" forName="imageaccent2" refType="w" fact="0.0189"/>
          <dgm:constr type="h" for="ch" forName="imageaccent2" refType="h" fact="0.024"/>
          <dgm:constr type="l" for="ch" forName="textaccent3" refType="w" fact="0.2501"/>
          <dgm:constr type="t" for="ch" forName="textaccent3" refType="h" fact="0.1167"/>
          <dgm:constr type="w" for="ch" forName="textaccent3" refType="w" fact="0.0189"/>
          <dgm:constr type="h" for="ch" forName="textaccent3" refType="h" fact="0.024"/>
          <dgm:constr type="l" for="ch" forName="imageaccent3" refType="w" fact="0.2839"/>
          <dgm:constr type="t" for="ch" forName="imageaccent3" refType="h" fact="0.0908"/>
          <dgm:constr type="w" for="ch" forName="imageaccent3" refType="w" fact="0.0189"/>
          <dgm:constr type="h" for="ch" forName="imageaccent3" refType="h" fact="0.024"/>
          <dgm:constr type="l" for="ch" forName="textaccent4" refType="w" fact="0.5593"/>
          <dgm:constr type="t" for="ch" forName="textaccent4" refType="h" fact="0.2042"/>
          <dgm:constr type="w" for="ch" forName="textaccent4" refType="w" fact="0.0189"/>
          <dgm:constr type="h" for="ch" forName="textaccent4" refType="h" fact="0.024"/>
          <dgm:constr type="l" for="ch" forName="imageaccent4" refType="w" fact="0.5901"/>
          <dgm:constr type="t" for="ch" forName="imageaccent4" refType="h" fact="0.2323"/>
          <dgm:constr type="w" for="ch" forName="imageaccent4" refType="w" fact="0.0189"/>
          <dgm:constr type="h" for="ch" forName="imageaccent4" refType="h" fact="0.024"/>
          <dgm:constr type="l" for="ch" forName="textaccent5" refType="w" fact="0.6989"/>
          <dgm:constr type="t" for="ch" forName="textaccent5" refType="h" fact="0.094"/>
          <dgm:constr type="w" for="ch" forName="textaccent5" refType="w" fact="0.0189"/>
          <dgm:constr type="h" for="ch" forName="textaccent5" refType="h" fact="0.024"/>
          <dgm:constr type="l" for="ch" forName="imageaccent5" refType="w" fact="0.7305"/>
          <dgm:constr type="t" for="ch" forName="imageaccent5" refType="h" fact="0.121"/>
          <dgm:constr type="w" for="ch" forName="imageaccent5" refType="w" fact="0.0189"/>
          <dgm:constr type="h" for="ch" forName="imageaccent5" refType="h" fact="0.024"/>
          <dgm:constr type="l" for="ch" forName="image6" refType="w" fact="0.5585"/>
          <dgm:constr type="t" for="ch" forName="image6" refType="h" fact="0.4548"/>
          <dgm:constr type="w" for="ch" forName="image6" refType="w" fact="0.1623"/>
          <dgm:constr type="h" for="ch" forName="image6" refType="h" fact="0.2049"/>
          <dgm:constr type="l" for="ch" forName="text6" refType="w" fact="0.6982"/>
          <dgm:constr type="t" for="ch" forName="text6" refType="h" fact="0.3426"/>
          <dgm:constr type="w" for="ch" forName="text6" refType="w" fact="0.1623"/>
          <dgm:constr type="h" for="ch" forName="text6" refType="h" fact="0.2049"/>
          <dgm:constr type="l" for="ch" forName="imageaccent6" refType="w" fact="0.7002"/>
          <dgm:constr type="t" for="ch" forName="imageaccent6" refType="h" fact="0.5447"/>
          <dgm:constr type="w" for="ch" forName="imageaccent6" refType="w" fact="0.0189"/>
          <dgm:constr type="h" for="ch" forName="imageaccent6" refType="h" fact="0.024"/>
          <dgm:constr type="l" for="ch" forName="textaccent6" refType="w" fact="0.7303"/>
          <dgm:constr type="t" for="ch" forName="textaccent6" refType="h" fact="0.5221"/>
          <dgm:constr type="w" for="ch" forName="textaccent6" refType="w" fact="0.0189"/>
          <dgm:constr type="h" for="ch" forName="textaccent6" refType="h" fact="0.024"/>
          <dgm:constr type="l" for="ch" forName="text7" refType="w" fact="0.2792"/>
          <dgm:constr type="t" for="ch" forName="text7" refType="h" fact="0.4535"/>
          <dgm:constr type="w" for="ch" forName="text7" refType="w" fact="0.1623"/>
          <dgm:constr type="h" for="ch" forName="text7" refType="h" fact="0.2049"/>
          <dgm:constr type="l" for="ch" forName="image7" refType="w" fact="0.1395"/>
          <dgm:constr type="t" for="ch" forName="image7" refType="h" fact="0.5674"/>
          <dgm:constr type="w" for="ch" forName="image7" refType="w" fact="0.1623"/>
          <dgm:constr type="h" for="ch" forName="image7" refType="h" fact="0.2049"/>
          <dgm:constr type="l" for="ch" forName="imageaccent7" refType="w" fact="0.25"/>
          <dgm:constr type="t" for="ch" forName="imageaccent7" refType="h" fact="0.5703"/>
          <dgm:constr type="w" for="ch" forName="imageaccent7" refType="w" fact="0.0189"/>
          <dgm:constr type="h" for="ch" forName="imageaccent7" refType="h" fact="0.024"/>
          <dgm:constr type="l" for="ch" forName="textaccent7" refType="w" fact="0.2838"/>
          <dgm:constr type="t" for="ch" forName="textaccent7" refType="h" fact="0.5443"/>
          <dgm:constr type="w" for="ch" forName="textaccent7" refType="w" fact="0.0189"/>
          <dgm:constr type="h" for="ch" forName="textaccent7" refType="h" fact="0.024"/>
          <dgm:constr type="l" for="ch" forName="image8" refType="w" fact="0.6975"/>
          <dgm:constr type="t" for="ch" forName="image8" refType="h" fact="0.5696"/>
          <dgm:constr type="w" for="ch" forName="image8" refType="w" fact="0.1623"/>
          <dgm:constr type="h" for="ch" forName="image8" refType="h" fact="0.2049"/>
          <dgm:constr type="l" for="ch" forName="text8" refType="w" fact="0.8371"/>
          <dgm:constr type="t" for="ch" forName="text8" refType="h" fact="0.4574"/>
          <dgm:constr type="w" for="ch" forName="text8" refType="w" fact="0.1623"/>
          <dgm:constr type="h" for="ch" forName="text8" refType="h" fact="0.2049"/>
          <dgm:constr type="l" for="ch" forName="imageaccent8" refType="w" fact="0.8392"/>
          <dgm:constr type="t" for="ch" forName="imageaccent8" refType="h" fact="0.6595"/>
          <dgm:constr type="w" for="ch" forName="imageaccent8" refType="w" fact="0.0189"/>
          <dgm:constr type="h" for="ch" forName="imageaccent8" refType="h" fact="0.024"/>
          <dgm:constr type="l" for="ch" forName="textaccent8" refType="w" fact="0.8693"/>
          <dgm:constr type="t" for="ch" forName="textaccent8" refType="h" fact="0.6369"/>
          <dgm:constr type="w" for="ch" forName="textaccent8" refType="w" fact="0.0189"/>
          <dgm:constr type="h" for="ch" forName="textaccent8" refType="h" fact="0.024"/>
          <dgm:constr type="l" for="ch" forName="text9" refType="w" fact="0.8377"/>
          <dgm:constr type="t" for="ch" forName="text9" refType="h" fact="0.0044"/>
          <dgm:constr type="w" for="ch" forName="text9" refType="w" fact="0.1623"/>
          <dgm:constr type="h" for="ch" forName="text9" refType="h" fact="0.2049"/>
          <dgm:constr type="l" for="ch" forName="textaccent9" refType="w" fact="0.95"/>
          <dgm:constr type="t" for="ch" forName="textaccent9" refType="h" fact="0.1846"/>
          <dgm:constr type="w" for="ch" forName="textaccent9" refType="w" fact="0.0189"/>
          <dgm:constr type="h" for="ch" forName="textaccent9" refType="h" fact="0.024"/>
          <dgm:constr type="l" for="ch" forName="image9" refType="w" fact="0.8377"/>
          <dgm:constr type="t" for="ch" forName="image9" refType="h" fact="0.2306"/>
          <dgm:constr type="w" for="ch" forName="image9" refType="w" fact="0.1623"/>
          <dgm:constr type="h" for="ch" forName="image9" refType="h" fact="0.2049"/>
          <dgm:constr type="l" for="ch" forName="imageaccent9" refType="w" fact="0.95"/>
          <dgm:constr type="t" for="ch" forName="imageaccent9" refType="h" fact="0.2318"/>
          <dgm:constr type="w" for="ch" forName="imageaccent9" refType="w" fact="0.0189"/>
          <dgm:constr type="h" for="ch" forName="imageaccent9" refType="h" fact="0.024"/>
          <dgm:constr type="l" for="ch" forName="image10" refType="w" fact="0.2786"/>
          <dgm:constr type="t" for="ch" forName="image10" refType="h" fact="0.6805"/>
          <dgm:constr type="w" for="ch" forName="image10" refType="w" fact="0.1623"/>
          <dgm:constr type="h" for="ch" forName="image10" refType="h" fact="0.2049"/>
          <dgm:constr type="l" for="ch" forName="text10" refType="w" fact="0.4183"/>
          <dgm:constr type="t" for="ch" forName="text10" refType="h" fact="0.5683"/>
          <dgm:constr type="w" for="ch" forName="text10" refType="w" fact="0.1623"/>
          <dgm:constr type="h" for="ch" forName="text10" refType="h" fact="0.2049"/>
          <dgm:constr type="l" for="ch" forName="imageaccent10" refType="w" fact="0.4203"/>
          <dgm:constr type="t" for="ch" forName="imageaccent10" refType="h" fact="0.7704"/>
          <dgm:constr type="w" for="ch" forName="imageaccent10" refType="w" fact="0.0189"/>
          <dgm:constr type="h" for="ch" forName="imageaccent10" refType="h" fact="0.024"/>
          <dgm:constr type="l" for="ch" forName="textaccent10" refType="w" fact="0.4504"/>
          <dgm:constr type="t" for="ch" forName="textaccent10" refType="h" fact="0.7478"/>
          <dgm:constr type="w" for="ch" forName="textaccent10" refType="w" fact="0.0189"/>
          <dgm:constr type="h" for="ch" forName="textaccent10" refType="h" fact="0.024"/>
          <dgm:constr type="l" for="ch" forName="text11" refType="w" fact="0.6971"/>
          <dgm:constr type="t" for="ch" forName="text11" refType="h" fact="0.7951"/>
          <dgm:constr type="w" for="ch" forName="text11" refType="w" fact="0.1623"/>
          <dgm:constr type="h" for="ch" forName="text11" refType="h" fact="0.2049"/>
          <dgm:constr type="l" for="ch" forName="image11" refType="w" fact="0.5575"/>
          <dgm:constr type="t" for="ch" forName="image11" refType="h" fact="0.6816"/>
          <dgm:constr type="w" for="ch" forName="image11" refType="w" fact="0.1623"/>
          <dgm:constr type="h" for="ch" forName="image11" refType="h" fact="0.2049"/>
          <dgm:constr type="l" for="ch" forName="imageaccent11" refType="w" fact="0.6692"/>
          <dgm:constr type="t" for="ch" forName="imageaccent11" refType="h" fact="0.8589"/>
          <dgm:constr type="w" for="ch" forName="imageaccent11" refType="w" fact="0.0189"/>
          <dgm:constr type="h" for="ch" forName="imageaccent11" refType="h" fact="0.024"/>
          <dgm:constr type="l" for="ch" forName="textaccent11" refType="w" fact="0.701"/>
          <dgm:constr type="t" for="ch" forName="textaccent11" refType="h" fact="0.8863"/>
          <dgm:constr type="w" for="ch" forName="textaccent11" refType="w" fact="0.0189"/>
          <dgm:constr type="h" for="ch" forName="textaccent11" refType="h" fact="0.024"/>
        </dgm:constrLst>
      </dgm:if>
      <dgm:else name="Name13">
        <dgm:alg type="composite">
          <dgm:param type="ar" val="1.675"/>
        </dgm:alg>
        <dgm:constrLst>
          <dgm:constr type="primFontSz" for="des" ptType="node" op="equ" val="65"/>
          <dgm:constr type="l" for="ch" forName="image4" refType="w" fact="0.4903"/>
          <dgm:constr type="t" for="ch" forName="image4" refType="h" fact="0.2287"/>
          <dgm:constr type="w" for="ch" forName="image4" refType="w" fact="0.1425"/>
          <dgm:constr type="h" for="ch" forName="image4" refType="h" fact="0.2049"/>
          <dgm:constr type="l" for="ch" forName="text5" refType="w" fact="0.4903"/>
          <dgm:constr type="t" for="ch" forName="text5" refType="h" fact="0.0022"/>
          <dgm:constr type="w" for="ch" forName="text5" refType="w" fact="0.1425"/>
          <dgm:constr type="h" for="ch" forName="text5" refType="h" fact="0.2049"/>
          <dgm:constr type="l" for="ch" forName="image5" refType="w" fact="0.6129"/>
          <dgm:constr type="t" for="ch" forName="image5" refType="h" fact="0.1165"/>
          <dgm:constr type="w" for="ch" forName="image5" refType="w" fact="0.1425"/>
          <dgm:constr type="h" for="ch" forName="image5" refType="h" fact="0.2049"/>
          <dgm:constr type="l" for="ch" forName="image2" refType="w" fact="0.3677"/>
          <dgm:constr type="t" for="ch" forName="image2" refType="h" fact="0.34"/>
          <dgm:constr type="w" for="ch" forName="image2" refType="w" fact="0.1425"/>
          <dgm:constr type="h" for="ch" forName="image2" refType="h" fact="0.2049"/>
          <dgm:constr type="l" for="ch" forName="text4" refType="w" fact="0.3677"/>
          <dgm:constr type="t" for="ch" forName="text4" refType="h" fact="0.1135"/>
          <dgm:constr type="w" for="ch" forName="text4" refType="w" fact="0.1425"/>
          <dgm:constr type="h" for="ch" forName="text4" refType="h" fact="0.2049"/>
          <dgm:constr type="l" for="ch" forName="text2" refType="w" fact="0.2452"/>
          <dgm:constr type="t" for="ch" forName="text2" refType="h" fact="0.2265"/>
          <dgm:constr type="w" for="ch" forName="text2" refType="w" fact="0.1425"/>
          <dgm:constr type="h" for="ch" forName="text2" refType="h" fact="0.2049"/>
          <dgm:constr type="l" for="ch" forName="image3" refType="w" fact="0.2452"/>
          <dgm:constr type="t" for="ch" forName="image3" refType="h" fact="0"/>
          <dgm:constr type="w" for="ch" forName="image3" refType="w" fact="0.1425"/>
          <dgm:constr type="h" for="ch" forName="image3" refType="h" fact="0.2049"/>
          <dgm:constr type="l" for="ch" forName="text1" refType="w" fact="0.1226"/>
          <dgm:constr type="t" for="ch" forName="text1" refType="h" fact="0.3404"/>
          <dgm:constr type="w" for="ch" forName="text1" refType="w" fact="0.1425"/>
          <dgm:constr type="h" for="ch" forName="text1" refType="h" fact="0.2049"/>
          <dgm:constr type="l" for="ch" forName="text3" refType="w" fact="0.1226"/>
          <dgm:constr type="t" for="ch" forName="text3" refType="h" fact="0.1139"/>
          <dgm:constr type="w" for="ch" forName="text3" refType="w" fact="0.1425"/>
          <dgm:constr type="h" for="ch" forName="text3" refType="h" fact="0.2049"/>
          <dgm:constr type="l" for="ch" forName="textaccent1" refType="w" fact="0.126"/>
          <dgm:constr type="t" for="ch" forName="textaccent1" refType="h" fact="0.432"/>
          <dgm:constr type="w" for="ch" forName="textaccent1" refType="w" fact="0.0166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425"/>
          <dgm:constr type="h" for="ch" forName="image1" refType="h" fact="0.2049"/>
          <dgm:constr type="l" for="ch" forName="imageaccent1" refType="w" fact="0.0976"/>
          <dgm:constr type="t" for="ch" forName="imageaccent1" refType="h" fact="0.4048"/>
          <dgm:constr type="w" for="ch" forName="imageaccent1" refType="w" fact="0.0166"/>
          <dgm:constr type="h" for="ch" forName="imageaccent1" refType="h" fact="0.024"/>
          <dgm:constr type="l" for="ch" forName="textaccent2" refType="w" fact="0.3432"/>
          <dgm:constr type="t" for="ch" forName="textaccent2" refType="h" fact="0.4038"/>
          <dgm:constr type="w" for="ch" forName="textaccent2" refType="w" fact="0.0166"/>
          <dgm:constr type="h" for="ch" forName="textaccent2" refType="h" fact="0.024"/>
          <dgm:constr type="l" for="ch" forName="imageaccent2" refType="w" fact="0.3712"/>
          <dgm:constr type="t" for="ch" forName="imageaccent2" refType="h" fact="0.4312"/>
          <dgm:constr type="w" for="ch" forName="imageaccent2" refType="w" fact="0.0166"/>
          <dgm:constr type="h" for="ch" forName="imageaccent2" refType="h" fact="0.024"/>
          <dgm:constr type="l" for="ch" forName="textaccent3" refType="w" fact="0.2196"/>
          <dgm:constr type="t" for="ch" forName="textaccent3" refType="h" fact="0.1167"/>
          <dgm:constr type="w" for="ch" forName="textaccent3" refType="w" fact="0.0166"/>
          <dgm:constr type="h" for="ch" forName="textaccent3" refType="h" fact="0.024"/>
          <dgm:constr type="l" for="ch" forName="imageaccent3" refType="w" fact="0.2492"/>
          <dgm:constr type="t" for="ch" forName="imageaccent3" refType="h" fact="0.0908"/>
          <dgm:constr type="w" for="ch" forName="imageaccent3" refType="w" fact="0.0166"/>
          <dgm:constr type="h" for="ch" forName="imageaccent3" refType="h" fact="0.024"/>
          <dgm:constr type="l" for="ch" forName="textaccent4" refType="w" fact="0.491"/>
          <dgm:constr type="t" for="ch" forName="textaccent4" refType="h" fact="0.2042"/>
          <dgm:constr type="w" for="ch" forName="textaccent4" refType="w" fact="0.0166"/>
          <dgm:constr type="h" for="ch" forName="textaccent4" refType="h" fact="0.024"/>
          <dgm:constr type="l" for="ch" forName="imageaccent4" refType="w" fact="0.5181"/>
          <dgm:constr type="t" for="ch" forName="imageaccent4" refType="h" fact="0.2323"/>
          <dgm:constr type="w" for="ch" forName="imageaccent4" refType="w" fact="0.0166"/>
          <dgm:constr type="h" for="ch" forName="imageaccent4" refType="h" fact="0.024"/>
          <dgm:constr type="l" for="ch" forName="textaccent5" refType="w" fact="0.6136"/>
          <dgm:constr type="t" for="ch" forName="textaccent5" refType="h" fact="0.094"/>
          <dgm:constr type="w" for="ch" forName="textaccent5" refType="w" fact="0.0166"/>
          <dgm:constr type="h" for="ch" forName="textaccent5" refType="h" fact="0.024"/>
          <dgm:constr type="l" for="ch" forName="imageaccent5" refType="w" fact="0.6413"/>
          <dgm:constr type="t" for="ch" forName="imageaccent5" refType="h" fact="0.121"/>
          <dgm:constr type="w" for="ch" forName="imageaccent5" refType="w" fact="0.0166"/>
          <dgm:constr type="h" for="ch" forName="imageaccent5" refType="h" fact="0.024"/>
          <dgm:constr type="l" for="ch" forName="image6" refType="w" fact="0.4903"/>
          <dgm:constr type="t" for="ch" forName="image6" refType="h" fact="0.4548"/>
          <dgm:constr type="w" for="ch" forName="image6" refType="w" fact="0.1425"/>
          <dgm:constr type="h" for="ch" forName="image6" refType="h" fact="0.2049"/>
          <dgm:constr type="l" for="ch" forName="text6" refType="w" fact="0.6129"/>
          <dgm:constr type="t" for="ch" forName="text6" refType="h" fact="0.3426"/>
          <dgm:constr type="w" for="ch" forName="text6" refType="w" fact="0.1425"/>
          <dgm:constr type="h" for="ch" forName="text6" refType="h" fact="0.2049"/>
          <dgm:constr type="l" for="ch" forName="imageaccent6" refType="w" fact="0.6147"/>
          <dgm:constr type="t" for="ch" forName="imageaccent6" refType="h" fact="0.5447"/>
          <dgm:constr type="w" for="ch" forName="imageaccent6" refType="w" fact="0.0166"/>
          <dgm:constr type="h" for="ch" forName="imageaccent6" refType="h" fact="0.024"/>
          <dgm:constr type="l" for="ch" forName="textaccent6" refType="w" fact="0.6411"/>
          <dgm:constr type="t" for="ch" forName="textaccent6" refType="h" fact="0.5221"/>
          <dgm:constr type="w" for="ch" forName="textaccent6" refType="w" fact="0.0166"/>
          <dgm:constr type="h" for="ch" forName="textaccent6" refType="h" fact="0.024"/>
          <dgm:constr type="l" for="ch" forName="text7" refType="w" fact="0.2451"/>
          <dgm:constr type="t" for="ch" forName="text7" refType="h" fact="0.4535"/>
          <dgm:constr type="w" for="ch" forName="text7" refType="w" fact="0.1425"/>
          <dgm:constr type="h" for="ch" forName="text7" refType="h" fact="0.2049"/>
          <dgm:constr type="l" for="ch" forName="image7" refType="w" fact="0.1225"/>
          <dgm:constr type="t" for="ch" forName="image7" refType="h" fact="0.5674"/>
          <dgm:constr type="w" for="ch" forName="image7" refType="w" fact="0.1425"/>
          <dgm:constr type="h" for="ch" forName="image7" refType="h" fact="0.2049"/>
          <dgm:constr type="l" for="ch" forName="imageaccent7" refType="w" fact="0.2195"/>
          <dgm:constr type="t" for="ch" forName="imageaccent7" refType="h" fact="0.5703"/>
          <dgm:constr type="w" for="ch" forName="imageaccent7" refType="w" fact="0.0166"/>
          <dgm:constr type="h" for="ch" forName="imageaccent7" refType="h" fact="0.024"/>
          <dgm:constr type="l" for="ch" forName="textaccent7" refType="w" fact="0.2491"/>
          <dgm:constr type="t" for="ch" forName="textaccent7" refType="h" fact="0.5443"/>
          <dgm:constr type="w" for="ch" forName="textaccent7" refType="w" fact="0.0166"/>
          <dgm:constr type="h" for="ch" forName="textaccent7" refType="h" fact="0.024"/>
          <dgm:constr type="l" for="ch" forName="image8" refType="w" fact="0.6123"/>
          <dgm:constr type="t" for="ch" forName="image8" refType="h" fact="0.5696"/>
          <dgm:constr type="w" for="ch" forName="image8" refType="w" fact="0.1425"/>
          <dgm:constr type="h" for="ch" forName="image8" refType="h" fact="0.2049"/>
          <dgm:constr type="l" for="ch" forName="text8" refType="w" fact="0.7349"/>
          <dgm:constr type="t" for="ch" forName="text8" refType="h" fact="0.4574"/>
          <dgm:constr type="w" for="ch" forName="text8" refType="w" fact="0.1425"/>
          <dgm:constr type="h" for="ch" forName="text8" refType="h" fact="0.2049"/>
          <dgm:constr type="l" for="ch" forName="imageaccent8" refType="w" fact="0.7367"/>
          <dgm:constr type="t" for="ch" forName="imageaccent8" refType="h" fact="0.6595"/>
          <dgm:constr type="w" for="ch" forName="imageaccent8" refType="w" fact="0.0166"/>
          <dgm:constr type="h" for="ch" forName="imageaccent8" refType="h" fact="0.024"/>
          <dgm:constr type="l" for="ch" forName="textaccent8" refType="w" fact="0.7631"/>
          <dgm:constr type="t" for="ch" forName="textaccent8" refType="h" fact="0.6369"/>
          <dgm:constr type="w" for="ch" forName="textaccent8" refType="w" fact="0.0166"/>
          <dgm:constr type="h" for="ch" forName="textaccent8" refType="h" fact="0.024"/>
          <dgm:constr type="l" for="ch" forName="text9" refType="w" fact="0.7354"/>
          <dgm:constr type="t" for="ch" forName="text9" refType="h" fact="0.0044"/>
          <dgm:constr type="w" for="ch" forName="text9" refType="w" fact="0.1425"/>
          <dgm:constr type="h" for="ch" forName="text9" refType="h" fact="0.2049"/>
          <dgm:constr type="l" for="ch" forName="textaccent9" refType="w" fact="0.8339"/>
          <dgm:constr type="t" for="ch" forName="textaccent9" refType="h" fact="0.1846"/>
          <dgm:constr type="w" for="ch" forName="textaccent9" refType="w" fact="0.0166"/>
          <dgm:constr type="h" for="ch" forName="textaccent9" refType="h" fact="0.024"/>
          <dgm:constr type="l" for="ch" forName="image9" refType="w" fact="0.7354"/>
          <dgm:constr type="t" for="ch" forName="image9" refType="h" fact="0.2306"/>
          <dgm:constr type="w" for="ch" forName="image9" refType="w" fact="0.1425"/>
          <dgm:constr type="h" for="ch" forName="image9" refType="h" fact="0.2049"/>
          <dgm:constr type="l" for="ch" forName="imageaccent9" refType="w" fact="0.8339"/>
          <dgm:constr type="t" for="ch" forName="imageaccent9" refType="h" fact="0.2318"/>
          <dgm:constr type="w" for="ch" forName="imageaccent9" refType="w" fact="0.0166"/>
          <dgm:constr type="h" for="ch" forName="imageaccent9" refType="h" fact="0.024"/>
          <dgm:constr type="l" for="ch" forName="image10" refType="w" fact="0.2446"/>
          <dgm:constr type="t" for="ch" forName="image10" refType="h" fact="0.6805"/>
          <dgm:constr type="w" for="ch" forName="image10" refType="w" fact="0.1425"/>
          <dgm:constr type="h" for="ch" forName="image10" refType="h" fact="0.2049"/>
          <dgm:constr type="l" for="ch" forName="text10" refType="w" fact="0.3672"/>
          <dgm:constr type="t" for="ch" forName="text10" refType="h" fact="0.5683"/>
          <dgm:constr type="w" for="ch" forName="text10" refType="w" fact="0.1425"/>
          <dgm:constr type="h" for="ch" forName="text10" refType="h" fact="0.2049"/>
          <dgm:constr type="l" for="ch" forName="imageaccent10" refType="w" fact="0.369"/>
          <dgm:constr type="t" for="ch" forName="imageaccent10" refType="h" fact="0.7704"/>
          <dgm:constr type="w" for="ch" forName="imageaccent10" refType="w" fact="0.0166"/>
          <dgm:constr type="h" for="ch" forName="imageaccent10" refType="h" fact="0.024"/>
          <dgm:constr type="l" for="ch" forName="textaccent10" refType="w" fact="0.3954"/>
          <dgm:constr type="t" for="ch" forName="textaccent10" refType="h" fact="0.7478"/>
          <dgm:constr type="w" for="ch" forName="textaccent10" refType="w" fact="0.0166"/>
          <dgm:constr type="h" for="ch" forName="textaccent10" refType="h" fact="0.024"/>
          <dgm:constr type="l" for="ch" forName="text11" refType="w" fact="0.612"/>
          <dgm:constr type="t" for="ch" forName="text11" refType="h" fact="0.7951"/>
          <dgm:constr type="w" for="ch" forName="text11" refType="w" fact="0.1425"/>
          <dgm:constr type="h" for="ch" forName="text11" refType="h" fact="0.2049"/>
          <dgm:constr type="l" for="ch" forName="image11" refType="w" fact="0.4894"/>
          <dgm:constr type="t" for="ch" forName="image11" refType="h" fact="0.6816"/>
          <dgm:constr type="w" for="ch" forName="image11" refType="w" fact="0.1425"/>
          <dgm:constr type="h" for="ch" forName="image11" refType="h" fact="0.2049"/>
          <dgm:constr type="l" for="ch" forName="imageaccent11" refType="w" fact="0.5874"/>
          <dgm:constr type="t" for="ch" forName="imageaccent11" refType="h" fact="0.8589"/>
          <dgm:constr type="w" for="ch" forName="imageaccent11" refType="w" fact="0.0166"/>
          <dgm:constr type="h" for="ch" forName="imageaccent11" refType="h" fact="0.024"/>
          <dgm:constr type="l" for="ch" forName="textaccent11" refType="w" fact="0.6154"/>
          <dgm:constr type="t" for="ch" forName="textaccent11" refType="h" fact="0.8863"/>
          <dgm:constr type="w" for="ch" forName="textaccent11" refType="w" fact="0.0166"/>
          <dgm:constr type="h" for="ch" forName="textaccent11" refType="h" fact="0.024"/>
          <dgm:constr type="l" for="ch" forName="text12" refType="w" fact="0.735"/>
          <dgm:constr type="t" for="ch" forName="text12" refType="h" fact="0.684"/>
          <dgm:constr type="w" for="ch" forName="text12" refType="w" fact="0.1425"/>
          <dgm:constr type="h" for="ch" forName="text12" refType="h" fact="0.2049"/>
          <dgm:constr type="l" for="ch" forName="image12" refType="w" fact="0.8575"/>
          <dgm:constr type="t" for="ch" forName="image12" refType="h" fact="0.5718"/>
          <dgm:constr type="w" for="ch" forName="image12" refType="w" fact="0.1425"/>
          <dgm:constr type="h" for="ch" forName="image12" refType="h" fact="0.2049"/>
          <dgm:constr type="l" for="ch" forName="textaccent12" refType="w" fact="0.8594"/>
          <dgm:constr type="t" for="ch" forName="textaccent12" refType="h" fact="0.7739"/>
          <dgm:constr type="w" for="ch" forName="textaccent12" refType="w" fact="0.0166"/>
          <dgm:constr type="h" for="ch" forName="textaccent12" refType="h" fact="0.024"/>
          <dgm:constr type="l" for="ch" forName="imageaccent12" refType="w" fact="0.8858"/>
          <dgm:constr type="t" for="ch" forName="imageaccent12" refType="h" fact="0.7513"/>
          <dgm:constr type="w" for="ch" forName="imageaccent12" refType="w" fact="0.0166"/>
          <dgm:constr type="h" for="ch" forName="imageaccent12" refType="h" fact="0.024"/>
        </dgm:constrLst>
      </dgm:else>
    </dgm:choose>
    <dgm:forEach name="wrapper" axis="self" ptType="parTrans">
      <dgm:forEach name="wrapper2" axis="self" ptType="sibTrans" st="2">
        <dgm:forEach name="textRepeat" axis="self">
          <dgm:layoutNode name="textRepeatNode" styleLbl="alignNode1">
            <dgm:varLst>
              <dgm:chMax val="0"/>
              <dgm:chPref val="0"/>
              <dgm:bulletEnabled val="1"/>
            </dgm:varLst>
            <dgm:alg type="tx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.1"/>
              <dgm:constr type="bMarg" refType="primFontSz" fact="0.1"/>
            </dgm:constrLst>
            <dgm:ruleLst>
              <dgm:rule type="primFontSz" val="5" fact="NaN" max="NaN"/>
            </dgm:ruleLst>
          </dgm:layoutNode>
        </dgm:forEach>
        <dgm:forEach name="accentRepeat" axis="self">
          <dgm:layoutNode name="accentRepeatNode" styleLbl="solidAlignAcc1">
            <dgm:alg type="sp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/>
          </dgm:layoutNode>
        </dgm:forEach>
        <dgm:forEach name="imageRepeat" axis="self">
          <dgm:layoutNode name="imageRepeatNode" styleLbl="alignAcc1">
            <dgm:alg type="sp"/>
            <dgm:shape xmlns:r="http://schemas.openxmlformats.org/officeDocument/2006/relationships" type="hexagon" r:blip="" blipPhldr="1">
              <dgm:adjLst>
                <dgm:adj idx="1" val="0.25"/>
                <dgm:adj idx="2" val="1.1547"/>
              </dgm:adjLst>
            </dgm:shape>
            <dgm:presOf axis="self"/>
          </dgm:layoutNode>
        </dgm:forEach>
      </dgm:forEach>
    </dgm:forEach>
    <dgm:forEach name="Name14" axis="ch" ptType="node" cnt="1">
      <dgm:layoutNode name="text1">
        <dgm:alg type="sp"/>
        <dgm:shape xmlns:r="http://schemas.openxmlformats.org/officeDocument/2006/relationships" r:blip="">
          <dgm:adjLst/>
        </dgm:shape>
        <dgm:presOf/>
        <dgm:constrLst/>
        <dgm:forEach name="Name15" ref="textRepeat"/>
      </dgm:layoutNode>
      <dgm:layoutNode name="textaccent1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"/>
      </dgm:layoutNode>
    </dgm:forEach>
    <dgm:forEach name="Name17" axis="ch" ptType="sibTrans" hideLastTrans="0" cnt="1">
      <dgm:layoutNode name="image1">
        <dgm:alg type="sp"/>
        <dgm:shape xmlns:r="http://schemas.openxmlformats.org/officeDocument/2006/relationships" r:blip="">
          <dgm:adjLst/>
        </dgm:shape>
        <dgm:presOf/>
        <dgm:constrLst/>
        <dgm:forEach name="Name18" ref="imageRepeat"/>
      </dgm:layoutNode>
      <dgm:layoutNode name="imageaccent1">
        <dgm:alg type="sp"/>
        <dgm:shape xmlns:r="http://schemas.openxmlformats.org/officeDocument/2006/relationships" r:blip="">
          <dgm:adjLst/>
        </dgm:shape>
        <dgm:presOf/>
        <dgm:constrLst/>
        <dgm:forEach name="Name19" ref="accentRepeat"/>
      </dgm:layoutNode>
    </dgm:forEach>
    <dgm:forEach name="Name20" axis="ch" ptType="node" st="2" cnt="1">
      <dgm:layoutNode name="text2">
        <dgm:alg type="sp"/>
        <dgm:shape xmlns:r="http://schemas.openxmlformats.org/officeDocument/2006/relationships" r:blip="">
          <dgm:adjLst/>
        </dgm:shape>
        <dgm:presOf/>
        <dgm:constrLst/>
        <dgm:forEach name="Name21" ref="textRepeat"/>
      </dgm:layoutNode>
      <dgm:layoutNode name="textaccent2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"/>
      </dgm:layoutNode>
    </dgm:forEach>
    <dgm:forEach name="Name23" axis="ch" ptType="sibTrans" hideLastTrans="0" st="2" cnt="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24" ref="imageRepeat"/>
      </dgm:layoutNode>
      <dgm:layoutNode name="imageaccent2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"/>
      </dgm:layoutNode>
    </dgm:forEach>
    <dgm:forEach name="Name26" axis="ch" ptType="node" st="3" cnt="1">
      <dgm:layoutNode name="text3">
        <dgm:alg type="sp"/>
        <dgm:shape xmlns:r="http://schemas.openxmlformats.org/officeDocument/2006/relationships" r:blip="">
          <dgm:adjLst/>
        </dgm:shape>
        <dgm:presOf/>
        <dgm:constrLst/>
        <dgm:forEach name="Name27" ref="textRepeat"/>
      </dgm:layoutNode>
      <dgm:layoutNode name="textaccent3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</dgm:forEach>
    <dgm:forEach name="Name29" axis="ch" ptType="sibTrans" hideLastTrans="0" st="3" cnt="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30" ref="imageRepeat"/>
      </dgm:layoutNode>
      <dgm:layoutNode name="imageaccent3">
        <dgm:alg type="sp"/>
        <dgm:shape xmlns:r="http://schemas.openxmlformats.org/officeDocument/2006/relationships" r:blip="">
          <dgm:adjLst/>
        </dgm:shape>
        <dgm:presOf/>
        <dgm:constrLst/>
        <dgm:forEach name="Name31" ref="accentRepeat"/>
      </dgm:layoutNode>
    </dgm:forEach>
    <dgm:forEach name="Name32" axis="ch" ptType="node" st="4" cnt="1">
      <dgm:layoutNode name="text4">
        <dgm:alg type="sp"/>
        <dgm:shape xmlns:r="http://schemas.openxmlformats.org/officeDocument/2006/relationships" r:blip="">
          <dgm:adjLst/>
        </dgm:shape>
        <dgm:presOf/>
        <dgm:constrLst/>
        <dgm:forEach name="Name33" ref="textRepeat"/>
      </dgm:layoutNode>
      <dgm:layoutNode name="textaccent4">
        <dgm:alg type="sp"/>
        <dgm:shape xmlns:r="http://schemas.openxmlformats.org/officeDocument/2006/relationships" r:blip="">
          <dgm:adjLst/>
        </dgm:shape>
        <dgm:presOf/>
        <dgm:constrLst/>
        <dgm:forEach name="Name34" ref="accentRepeat"/>
      </dgm:layoutNode>
    </dgm:forEach>
    <dgm:forEach name="Name35" axis="ch" ptType="sibTrans" hideLastTrans="0" st="4" cnt="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36" ref="imageRepeat"/>
      </dgm:layoutNode>
      <dgm:layoutNode name="imageaccent4">
        <dgm:alg type="sp"/>
        <dgm:shape xmlns:r="http://schemas.openxmlformats.org/officeDocument/2006/relationships" r:blip="">
          <dgm:adjLst/>
        </dgm:shape>
        <dgm:presOf/>
        <dgm:constrLst/>
        <dgm:forEach name="Name37" ref="accentRepeat"/>
      </dgm:layoutNode>
    </dgm:forEach>
    <dgm:forEach name="Name38" axis="ch" ptType="node" st="5" cnt="1">
      <dgm:layoutNode name="text5">
        <dgm:alg type="sp"/>
        <dgm:shape xmlns:r="http://schemas.openxmlformats.org/officeDocument/2006/relationships" r:blip="">
          <dgm:adjLst/>
        </dgm:shape>
        <dgm:presOf/>
        <dgm:constrLst/>
        <dgm:forEach name="Name39" ref="textRepeat"/>
      </dgm:layoutNode>
      <dgm:layoutNode name="text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</dgm:forEach>
    <dgm:forEach name="Name41" axis="ch" ptType="sibTrans" hideLastTrans="0" st="5" cnt="1">
      <dgm:layoutNode name="image5">
        <dgm:alg type="sp"/>
        <dgm:shape xmlns:r="http://schemas.openxmlformats.org/officeDocument/2006/relationships" r:blip="">
          <dgm:adjLst/>
        </dgm:shape>
        <dgm:presOf/>
        <dgm:constrLst/>
        <dgm:forEach name="Name42" ref="imageRepeat"/>
      </dgm:layoutNode>
      <dgm:layoutNode name="imageaccent5">
        <dgm:alg type="sp"/>
        <dgm:shape xmlns:r="http://schemas.openxmlformats.org/officeDocument/2006/relationships" r:blip="">
          <dgm:adjLst/>
        </dgm:shape>
        <dgm:presOf/>
        <dgm:constrLst/>
        <dgm:forEach name="Name43" ref="accentRepeat"/>
      </dgm:layoutNode>
    </dgm:forEach>
    <dgm:forEach name="Name44" axis="ch" ptType="node" st="6" cnt="1">
      <dgm:layoutNode name="text6">
        <dgm:alg type="sp"/>
        <dgm:shape xmlns:r="http://schemas.openxmlformats.org/officeDocument/2006/relationships" r:blip="">
          <dgm:adjLst/>
        </dgm:shape>
        <dgm:presOf/>
        <dgm:constrLst/>
        <dgm:forEach name="Name45" ref="textRepeat"/>
      </dgm:layoutNode>
      <dgm:layoutNode name="textaccent6">
        <dgm:alg type="sp"/>
        <dgm:shape xmlns:r="http://schemas.openxmlformats.org/officeDocument/2006/relationships" r:blip="">
          <dgm:adjLst/>
        </dgm:shape>
        <dgm:presOf/>
        <dgm:constrLst/>
        <dgm:forEach name="Name46" ref="accentRepeat"/>
      </dgm:layoutNode>
    </dgm:forEach>
    <dgm:forEach name="Name47" axis="ch" ptType="sibTrans" hideLastTrans="0" st="6" cnt="1">
      <dgm:layoutNode name="image6">
        <dgm:alg type="sp"/>
        <dgm:shape xmlns:r="http://schemas.openxmlformats.org/officeDocument/2006/relationships" r:blip="">
          <dgm:adjLst/>
        </dgm:shape>
        <dgm:presOf/>
        <dgm:constrLst/>
        <dgm:forEach name="Name48" ref="imageRepeat"/>
      </dgm:layoutNode>
      <dgm:layoutNode name="imageaccent6">
        <dgm:alg type="sp"/>
        <dgm:shape xmlns:r="http://schemas.openxmlformats.org/officeDocument/2006/relationships" r:blip="">
          <dgm:adjLst/>
        </dgm:shape>
        <dgm:presOf/>
        <dgm:constrLst/>
        <dgm:forEach name="Name49" ref="accentRepeat"/>
      </dgm:layoutNode>
    </dgm:forEach>
    <dgm:forEach name="Name50" axis="ch" ptType="node" st="7" cnt="1">
      <dgm:layoutNode name="text7">
        <dgm:alg type="sp"/>
        <dgm:shape xmlns:r="http://schemas.openxmlformats.org/officeDocument/2006/relationships" r:blip="">
          <dgm:adjLst/>
        </dgm:shape>
        <dgm:presOf/>
        <dgm:constrLst/>
        <dgm:forEach name="Name51" ref="textRepeat"/>
      </dgm:layoutNode>
      <dgm:layoutNode name="textaccent7">
        <dgm:alg type="sp"/>
        <dgm:shape xmlns:r="http://schemas.openxmlformats.org/officeDocument/2006/relationships" r:blip="">
          <dgm:adjLst/>
        </dgm:shape>
        <dgm:presOf/>
        <dgm:constrLst/>
        <dgm:forEach name="Name52" ref="accentRepeat"/>
      </dgm:layoutNode>
    </dgm:forEach>
    <dgm:forEach name="Name53" axis="ch" ptType="sibTrans" hideLastTrans="0" st="7" cnt="1">
      <dgm:layoutNode name="image7">
        <dgm:alg type="sp"/>
        <dgm:shape xmlns:r="http://schemas.openxmlformats.org/officeDocument/2006/relationships" r:blip="">
          <dgm:adjLst/>
        </dgm:shape>
        <dgm:presOf/>
        <dgm:constrLst/>
        <dgm:forEach name="Name54" ref="imageRepeat"/>
      </dgm:layoutNode>
      <dgm:layoutNode name="imageaccent7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</dgm:forEach>
    <dgm:forEach name="Name56" axis="ch" ptType="node" st="8" cnt="1">
      <dgm:layoutNode name="text8">
        <dgm:alg type="sp"/>
        <dgm:shape xmlns:r="http://schemas.openxmlformats.org/officeDocument/2006/relationships" r:blip="">
          <dgm:adjLst/>
        </dgm:shape>
        <dgm:presOf/>
        <dgm:constrLst/>
        <dgm:forEach name="Name57" ref="textRepeat"/>
      </dgm:layoutNode>
      <dgm:layoutNode name="textaccent8">
        <dgm:alg type="sp"/>
        <dgm:shape xmlns:r="http://schemas.openxmlformats.org/officeDocument/2006/relationships" r:blip="">
          <dgm:adjLst/>
        </dgm:shape>
        <dgm:presOf/>
        <dgm:constrLst/>
        <dgm:forEach name="Name58" ref="accentRepeat"/>
      </dgm:layoutNode>
    </dgm:forEach>
    <dgm:forEach name="Name59" axis="ch" ptType="sibTrans" hideLastTrans="0" st="8" cnt="1">
      <dgm:layoutNode name="image8">
        <dgm:alg type="sp"/>
        <dgm:shape xmlns:r="http://schemas.openxmlformats.org/officeDocument/2006/relationships" r:blip="">
          <dgm:adjLst/>
        </dgm:shape>
        <dgm:presOf/>
        <dgm:constrLst/>
        <dgm:forEach name="Name60" ref="imageRepeat"/>
      </dgm:layoutNode>
      <dgm:layoutNode name="imageaccent8">
        <dgm:alg type="sp"/>
        <dgm:shape xmlns:r="http://schemas.openxmlformats.org/officeDocument/2006/relationships" r:blip="">
          <dgm:adjLst/>
        </dgm:shape>
        <dgm:presOf/>
        <dgm:constrLst/>
        <dgm:forEach name="Name61" ref="accentRepeat"/>
      </dgm:layoutNode>
    </dgm:forEach>
    <dgm:forEach name="Name62" axis="ch" ptType="node" st="9" cnt="1">
      <dgm:layoutNode name="text9">
        <dgm:alg type="sp"/>
        <dgm:shape xmlns:r="http://schemas.openxmlformats.org/officeDocument/2006/relationships" r:blip="">
          <dgm:adjLst/>
        </dgm:shape>
        <dgm:presOf/>
        <dgm:constrLst/>
        <dgm:forEach name="Name63" ref="textRepeat"/>
      </dgm:layoutNode>
      <dgm:layoutNode name="textaccent9">
        <dgm:alg type="sp"/>
        <dgm:shape xmlns:r="http://schemas.openxmlformats.org/officeDocument/2006/relationships" r:blip="">
          <dgm:adjLst/>
        </dgm:shape>
        <dgm:presOf/>
        <dgm:constrLst/>
        <dgm:forEach name="Name64" ref="accentRepeat"/>
      </dgm:layoutNode>
    </dgm:forEach>
    <dgm:forEach name="Name65" axis="ch" ptType="sibTrans" hideLastTrans="0" st="9" cnt="1">
      <dgm:layoutNode name="image9">
        <dgm:alg type="sp"/>
        <dgm:shape xmlns:r="http://schemas.openxmlformats.org/officeDocument/2006/relationships" r:blip="">
          <dgm:adjLst/>
        </dgm:shape>
        <dgm:presOf/>
        <dgm:constrLst/>
        <dgm:forEach name="Name66" ref="imageRepeat"/>
      </dgm:layoutNode>
      <dgm:layoutNode name="imageaccent9">
        <dgm:alg type="sp"/>
        <dgm:shape xmlns:r="http://schemas.openxmlformats.org/officeDocument/2006/relationships" r:blip="">
          <dgm:adjLst/>
        </dgm:shape>
        <dgm:presOf/>
        <dgm:constrLst/>
        <dgm:forEach name="Name67" ref="accentRepeat"/>
      </dgm:layoutNode>
    </dgm:forEach>
    <dgm:forEach name="Name68" axis="ch" ptType="node" st="10" cnt="1">
      <dgm:layoutNode name="text10">
        <dgm:alg type="sp"/>
        <dgm:shape xmlns:r="http://schemas.openxmlformats.org/officeDocument/2006/relationships" r:blip="">
          <dgm:adjLst/>
        </dgm:shape>
        <dgm:presOf/>
        <dgm:constrLst/>
        <dgm:forEach name="Name69" ref="textRepeat"/>
      </dgm:layoutNode>
      <dgm:layoutNode name="textaccent10">
        <dgm:alg type="sp"/>
        <dgm:shape xmlns:r="http://schemas.openxmlformats.org/officeDocument/2006/relationships" r:blip="">
          <dgm:adjLst/>
        </dgm:shape>
        <dgm:presOf/>
        <dgm:constrLst/>
        <dgm:forEach name="Name70" ref="accentRepeat"/>
      </dgm:layoutNode>
    </dgm:forEach>
    <dgm:forEach name="Name71" axis="ch" ptType="sibTrans" hideLastTrans="0" st="10" cnt="1">
      <dgm:layoutNode name="image10">
        <dgm:alg type="sp"/>
        <dgm:shape xmlns:r="http://schemas.openxmlformats.org/officeDocument/2006/relationships" r:blip="">
          <dgm:adjLst/>
        </dgm:shape>
        <dgm:presOf/>
        <dgm:constrLst/>
        <dgm:forEach name="Name72" ref="imageRepeat"/>
      </dgm:layoutNode>
      <dgm:layoutNode name="imageaccent10">
        <dgm:alg type="sp"/>
        <dgm:shape xmlns:r="http://schemas.openxmlformats.org/officeDocument/2006/relationships" r:blip="">
          <dgm:adjLst/>
        </dgm:shape>
        <dgm:presOf/>
        <dgm:constrLst/>
        <dgm:forEach name="Name73" ref="accentRepeat"/>
      </dgm:layoutNode>
    </dgm:forEach>
    <dgm:forEach name="Name74" axis="ch" ptType="node" st="11" cnt="1">
      <dgm:layoutNode name="text11">
        <dgm:alg type="sp"/>
        <dgm:shape xmlns:r="http://schemas.openxmlformats.org/officeDocument/2006/relationships" r:blip="">
          <dgm:adjLst/>
        </dgm:shape>
        <dgm:presOf/>
        <dgm:constrLst/>
        <dgm:forEach name="Name75" ref="textRepeat"/>
      </dgm:layoutNode>
      <dgm:layoutNode name="textaccent1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</dgm:forEach>
    <dgm:forEach name="Name77" axis="ch" ptType="sibTrans" hideLastTrans="0" st="11" cnt="1">
      <dgm:layoutNode name="image11">
        <dgm:alg type="sp"/>
        <dgm:shape xmlns:r="http://schemas.openxmlformats.org/officeDocument/2006/relationships" r:blip="">
          <dgm:adjLst/>
        </dgm:shape>
        <dgm:presOf/>
        <dgm:constrLst/>
        <dgm:forEach name="Name78" ref="imageRepeat"/>
      </dgm:layoutNode>
      <dgm:layoutNode name="imageaccent11">
        <dgm:alg type="sp"/>
        <dgm:shape xmlns:r="http://schemas.openxmlformats.org/officeDocument/2006/relationships" r:blip="">
          <dgm:adjLst/>
        </dgm:shape>
        <dgm:presOf/>
        <dgm:constrLst/>
        <dgm:forEach name="Name79" ref="accentRepeat"/>
      </dgm:layoutNode>
    </dgm:forEach>
    <dgm:forEach name="Name80" axis="ch" ptType="node" st="12" cnt="1">
      <dgm:layoutNode name="text12">
        <dgm:alg type="sp"/>
        <dgm:shape xmlns:r="http://schemas.openxmlformats.org/officeDocument/2006/relationships" r:blip="">
          <dgm:adjLst/>
        </dgm:shape>
        <dgm:presOf/>
        <dgm:constrLst/>
        <dgm:forEach name="Name81" ref="textRepeat"/>
      </dgm:layoutNode>
      <dgm:layoutNode name="textaccent12">
        <dgm:alg type="sp"/>
        <dgm:shape xmlns:r="http://schemas.openxmlformats.org/officeDocument/2006/relationships" r:blip="">
          <dgm:adjLst/>
        </dgm:shape>
        <dgm:presOf/>
        <dgm:constrLst/>
        <dgm:forEach name="Name82" ref="accentRepeat"/>
      </dgm:layoutNode>
    </dgm:forEach>
    <dgm:forEach name="Name83" axis="ch" ptType="sibTrans" hideLastTrans="0" st="12" cnt="1">
      <dgm:layoutNode name="image12">
        <dgm:alg type="sp"/>
        <dgm:shape xmlns:r="http://schemas.openxmlformats.org/officeDocument/2006/relationships" r:blip="">
          <dgm:adjLst/>
        </dgm:shape>
        <dgm:presOf/>
        <dgm:constrLst/>
        <dgm:forEach name="Name84" ref="imageRepeat"/>
      </dgm:layoutNode>
      <dgm:layoutNode name="imageaccent12">
        <dgm:alg type="sp"/>
        <dgm:shape xmlns:r="http://schemas.openxmlformats.org/officeDocument/2006/relationships" r:blip="">
          <dgm:adjLst/>
        </dgm:shape>
        <dgm:presOf/>
        <dgm:constrLst/>
        <dgm:forEach name="Name85" ref="accentRepeat"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228AB14C-C8F6-4255-9DFF-D9831F41A3C0}" type="datetimeFigureOut">
              <a:rPr lang="en-US" smtClean="0"/>
              <a:t>17/09/2018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6C6D3A2-0A8B-48C2-BE77-7764A3242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453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>
              <a:defRPr/>
            </a:pPr>
            <a:r>
              <a:rPr lang="en-US" sz="1400" b="1" dirty="0">
                <a:solidFill>
                  <a:srgbClr val="18529E"/>
                </a:solidFill>
              </a:rPr>
              <a:t>WIGOS</a:t>
            </a:r>
            <a:r>
              <a:rPr lang="en-US" dirty="0" smtClean="0"/>
              <a:t>: WHOS is the hydrological component of the WMO Integrated Global Observing System (WIGOS).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C6D3A2-0A8B-48C2-BE77-7764A3242B3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286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>
              <a:defRPr/>
            </a:pPr>
            <a:r>
              <a:rPr lang="en-US" dirty="0" err="1" smtClean="0"/>
              <a:t>HydroHub</a:t>
            </a:r>
            <a:r>
              <a:rPr lang="en-US" baseline="0" dirty="0" smtClean="0"/>
              <a:t> Innovation Fund: </a:t>
            </a:r>
            <a:r>
              <a:rPr lang="en-US" dirty="0" smtClean="0"/>
              <a:t>Invest in a small but tailored building block that removes recurrent obstacles and fosters the uptake of innovative solutions.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C6D3A2-0A8B-48C2-BE77-7764A3242B3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78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1379C-FF96-584F-9966-3CE410D994F1}" type="datetimeFigureOut">
              <a:rPr lang="en-US" smtClean="0"/>
              <a:t>17/09/2018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4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1379C-FF96-584F-9966-3CE410D994F1}" type="datetimeFigureOut">
              <a:rPr lang="en-US" smtClean="0"/>
              <a:t>17/09/2018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931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1379C-FF96-584F-9966-3CE410D994F1}" type="datetimeFigureOut">
              <a:rPr lang="en-US" smtClean="0"/>
              <a:t>17/09/2018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901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1379C-FF96-584F-9966-3CE410D994F1}" type="datetimeFigureOut">
              <a:rPr lang="en-US" smtClean="0"/>
              <a:t>17/09/2018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63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1379C-FF96-584F-9966-3CE410D994F1}" type="datetimeFigureOut">
              <a:rPr lang="en-US" smtClean="0"/>
              <a:t>17/09/2018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454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1379C-FF96-584F-9966-3CE410D994F1}" type="datetimeFigureOut">
              <a:rPr lang="en-US" smtClean="0"/>
              <a:t>17/09/2018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727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1379C-FF96-584F-9966-3CE410D994F1}" type="datetimeFigureOut">
              <a:rPr lang="en-US" smtClean="0"/>
              <a:t>17/09/2018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12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1379C-FF96-584F-9966-3CE410D994F1}" type="datetimeFigureOut">
              <a:rPr lang="en-US" smtClean="0"/>
              <a:t>17/09/2018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509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smtClean="0"/>
              <a:t>Fare clic sull'icona per inserire un'immagine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1379C-FF96-584F-9966-3CE410D994F1}" type="datetimeFigureOut">
              <a:rPr lang="en-US" smtClean="0"/>
              <a:t>17/09/2018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84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1379C-FF96-584F-9966-3CE410D994F1}" type="datetimeFigureOut">
              <a:rPr lang="en-US" smtClean="0"/>
              <a:t>17/09/2018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708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1379C-FF96-584F-9966-3CE410D994F1}" type="datetimeFigureOut">
              <a:rPr lang="en-US" smtClean="0"/>
              <a:t>17/09/2018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251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F1379C-FF96-584F-9966-3CE410D994F1}" type="datetimeFigureOut">
              <a:rPr lang="en-US" smtClean="0"/>
              <a:t>17/09/2018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9AF2F-52C6-9B46-B8B2-0579234AE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617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mo2016_powerpoint_standard_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-219974" y="597305"/>
            <a:ext cx="9583947" cy="21679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smtClean="0">
                <a:solidFill>
                  <a:srgbClr val="000090"/>
                </a:solidFill>
              </a:rPr>
              <a:t>Global Hydrometry</a:t>
            </a:r>
            <a:r>
              <a:rPr lang="en-US" sz="4800" dirty="0">
                <a:solidFill>
                  <a:srgbClr val="000090"/>
                </a:solidFill>
              </a:rPr>
              <a:t> </a:t>
            </a:r>
            <a:r>
              <a:rPr lang="en-US" sz="4800" dirty="0" smtClean="0">
                <a:solidFill>
                  <a:srgbClr val="000090"/>
                </a:solidFill>
              </a:rPr>
              <a:t>Support Facility</a:t>
            </a:r>
          </a:p>
          <a:p>
            <a:r>
              <a:rPr lang="fr-CH" sz="4800" dirty="0" smtClean="0">
                <a:solidFill>
                  <a:srgbClr val="000090"/>
                </a:solidFill>
              </a:rPr>
              <a:t>(WMO </a:t>
            </a:r>
            <a:r>
              <a:rPr lang="fr-CH" sz="4800" dirty="0" err="1" smtClean="0">
                <a:solidFill>
                  <a:srgbClr val="000090"/>
                </a:solidFill>
              </a:rPr>
              <a:t>HydroHub</a:t>
            </a:r>
            <a:r>
              <a:rPr lang="fr-CH" sz="4800" dirty="0" smtClean="0">
                <a:solidFill>
                  <a:srgbClr val="000090"/>
                </a:solidFill>
              </a:rPr>
              <a:t>)</a:t>
            </a:r>
            <a:endParaRPr lang="en-US" sz="4800" dirty="0">
              <a:solidFill>
                <a:srgbClr val="000090"/>
              </a:solidFill>
            </a:endParaRPr>
          </a:p>
        </p:txBody>
      </p:sp>
      <p:pic>
        <p:nvPicPr>
          <p:cNvPr id="4" name="Picture 2" descr="\\INTERNAL.WMO.INT\UserData\Redirected\IRiboldi\Desktop\Isabel\Website\HydroHub_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883" y="6002642"/>
            <a:ext cx="1285336" cy="855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1993" y="3132118"/>
            <a:ext cx="4106174" cy="2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1425" y="2631057"/>
            <a:ext cx="2133513" cy="2562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9260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mo2016_powerpoint_standard_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52771"/>
            <a:ext cx="649224" cy="17145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70386" y="465364"/>
            <a:ext cx="51744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 smtClean="0">
                <a:solidFill>
                  <a:srgbClr val="18529E"/>
                </a:solidFill>
              </a:rPr>
              <a:t>Who we are</a:t>
            </a:r>
            <a:endParaRPr lang="en-US" sz="4400" b="1" dirty="0">
              <a:solidFill>
                <a:srgbClr val="18529E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9222" y="2562735"/>
            <a:ext cx="3760851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Global </a:t>
            </a:r>
            <a:r>
              <a:rPr lang="en-US" dirty="0" err="1"/>
              <a:t>Hydrometry</a:t>
            </a:r>
            <a:r>
              <a:rPr lang="en-US" dirty="0"/>
              <a:t> Support Facility (WMO </a:t>
            </a:r>
            <a:r>
              <a:rPr lang="en-US" dirty="0" err="1" smtClean="0"/>
              <a:t>HydroHub</a:t>
            </a:r>
            <a:r>
              <a:rPr lang="en-US" dirty="0" smtClean="0"/>
              <a:t>)</a:t>
            </a:r>
          </a:p>
          <a:p>
            <a:pPr marL="285750" indent="-285750">
              <a:buClr>
                <a:srgbClr val="18529E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dirty="0"/>
              <a:t>makes the </a:t>
            </a:r>
            <a:r>
              <a:rPr lang="en-US" sz="2000" b="1" dirty="0"/>
              <a:t>portfolio of expertise </a:t>
            </a:r>
            <a:r>
              <a:rPr lang="en-US" dirty="0"/>
              <a:t>among WMO Members – from science to technology to services – </a:t>
            </a:r>
            <a:endParaRPr lang="en-US" dirty="0" smtClean="0"/>
          </a:p>
          <a:p>
            <a:pPr marL="285750" indent="-285750">
              <a:buClr>
                <a:srgbClr val="18529E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dirty="0" smtClean="0"/>
              <a:t>available </a:t>
            </a:r>
            <a:r>
              <a:rPr lang="en-US" dirty="0"/>
              <a:t>to support access to </a:t>
            </a:r>
            <a:r>
              <a:rPr lang="en-US" sz="2000" b="1" dirty="0"/>
              <a:t>end-users</a:t>
            </a:r>
            <a:r>
              <a:rPr lang="en-US" dirty="0"/>
              <a:t> of </a:t>
            </a:r>
            <a:r>
              <a:rPr lang="en-US" dirty="0" err="1"/>
              <a:t>hydrometeorological</a:t>
            </a:r>
            <a:r>
              <a:rPr lang="en-US" dirty="0"/>
              <a:t> data and services from various economic </a:t>
            </a:r>
            <a:r>
              <a:rPr lang="en-US" dirty="0" smtClean="0"/>
              <a:t>sectors</a:t>
            </a:r>
          </a:p>
          <a:p>
            <a:pPr marL="285750" indent="-285750">
              <a:buClr>
                <a:srgbClr val="18529E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dirty="0" smtClean="0"/>
              <a:t>as </a:t>
            </a:r>
            <a:r>
              <a:rPr lang="en-US" sz="2000" b="1" dirty="0"/>
              <a:t>tailored </a:t>
            </a:r>
            <a:r>
              <a:rPr lang="en-US" sz="2000" b="1" dirty="0" smtClean="0"/>
              <a:t>services</a:t>
            </a:r>
            <a:r>
              <a:rPr lang="en-US" dirty="0" smtClean="0"/>
              <a:t>.</a:t>
            </a: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639926214"/>
              </p:ext>
            </p:extLst>
          </p:nvPr>
        </p:nvGraphicFramePr>
        <p:xfrm>
          <a:off x="3638549" y="1961896"/>
          <a:ext cx="5154303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2" descr="\\INTERNAL.WMO.INT\UserData\Redirected\IRiboldi\Desktop\Isabel\Website\HydroHub_logo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125" y="-37084"/>
            <a:ext cx="1510044" cy="1004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7579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mo2016_powerpoint_standard_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52771"/>
            <a:ext cx="649224" cy="17145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70386" y="255814"/>
            <a:ext cx="517446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18529E"/>
                </a:solidFill>
              </a:rPr>
              <a:t>The Hydrological Monitoring Network Challenge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25" t="15168" r="27973" b="10753"/>
          <a:stretch/>
        </p:blipFill>
        <p:spPr>
          <a:xfrm>
            <a:off x="649224" y="2451981"/>
            <a:ext cx="2021437" cy="1919994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2681369" y="2909953"/>
            <a:ext cx="1782430" cy="1004050"/>
            <a:chOff x="1913001" y="450952"/>
            <a:chExt cx="1782430" cy="708645"/>
          </a:xfrm>
        </p:grpSpPr>
        <p:sp>
          <p:nvSpPr>
            <p:cNvPr id="11" name="Rectangle 10"/>
            <p:cNvSpPr/>
            <p:nvPr/>
          </p:nvSpPr>
          <p:spPr>
            <a:xfrm>
              <a:off x="1960626" y="450952"/>
              <a:ext cx="1734805" cy="708645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2" name="Rectangle 11"/>
            <p:cNvSpPr/>
            <p:nvPr/>
          </p:nvSpPr>
          <p:spPr>
            <a:xfrm>
              <a:off x="1913001" y="450952"/>
              <a:ext cx="1734805" cy="70864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9568" tIns="99568" rIns="99568" bIns="0" numCol="1" spcCol="1270" anchor="t" anchorCtr="0">
              <a:noAutofit/>
            </a:bodyPr>
            <a:lstStyle/>
            <a:p>
              <a:pPr lvl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1600" b="1" kern="1200" dirty="0" smtClean="0"/>
                <a:t>Water crisis</a:t>
              </a:r>
              <a:r>
                <a:rPr lang="en-GB" sz="1600" kern="1200" dirty="0" smtClean="0"/>
                <a:t> is the </a:t>
              </a:r>
              <a:r>
                <a:rPr lang="fr-CH" b="1" kern="1200" dirty="0" smtClean="0">
                  <a:solidFill>
                    <a:srgbClr val="18529E"/>
                  </a:solidFill>
                </a:rPr>
                <a:t>#</a:t>
              </a:r>
              <a:r>
                <a:rPr lang="en-GB" b="1" kern="1200" dirty="0" smtClean="0">
                  <a:solidFill>
                    <a:srgbClr val="18529E"/>
                  </a:solidFill>
                </a:rPr>
                <a:t>3</a:t>
              </a:r>
              <a:r>
                <a:rPr lang="en-GB" kern="1200" dirty="0" smtClean="0">
                  <a:solidFill>
                    <a:srgbClr val="18529E"/>
                  </a:solidFill>
                </a:rPr>
                <a:t> </a:t>
              </a:r>
              <a:r>
                <a:rPr lang="en-GB" b="1" kern="1200" dirty="0" smtClean="0">
                  <a:solidFill>
                    <a:srgbClr val="18529E"/>
                  </a:solidFill>
                </a:rPr>
                <a:t>global risk </a:t>
              </a:r>
              <a:r>
                <a:rPr lang="en-GB" sz="1600" kern="1200" dirty="0" smtClean="0"/>
                <a:t>we face in terms of </a:t>
              </a:r>
              <a:r>
                <a:rPr lang="en-GB" sz="1600" b="1" kern="1200" dirty="0" smtClean="0"/>
                <a:t>impact</a:t>
              </a:r>
              <a:endParaRPr lang="en-US" sz="1600" b="1" kern="1200" dirty="0"/>
            </a:p>
          </p:txBody>
        </p:sp>
      </p:grp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50" t="8426" r="17204" b="13249"/>
          <a:stretch/>
        </p:blipFill>
        <p:spPr>
          <a:xfrm>
            <a:off x="4516126" y="2520148"/>
            <a:ext cx="2266951" cy="1783657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6811652" y="2699560"/>
            <a:ext cx="1901536" cy="1533525"/>
            <a:chOff x="5597183" y="38086"/>
            <a:chExt cx="1901536" cy="1388323"/>
          </a:xfrm>
        </p:grpSpPr>
        <p:sp>
          <p:nvSpPr>
            <p:cNvPr id="15" name="Rectangle 14"/>
            <p:cNvSpPr/>
            <p:nvPr/>
          </p:nvSpPr>
          <p:spPr>
            <a:xfrm>
              <a:off x="5731443" y="46709"/>
              <a:ext cx="1767276" cy="1199551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Rectangle 15"/>
            <p:cNvSpPr/>
            <p:nvPr/>
          </p:nvSpPr>
          <p:spPr>
            <a:xfrm>
              <a:off x="5597183" y="38086"/>
              <a:ext cx="1767276" cy="138832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9568" tIns="99568" rIns="99568" bIns="0" numCol="1" spcCol="1270" anchor="t" anchorCtr="0">
              <a:noAutofit/>
            </a:bodyPr>
            <a:lstStyle/>
            <a:p>
              <a:pPr lvl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1600" b="1" kern="1200" dirty="0" smtClean="0"/>
                <a:t>Increasing demand </a:t>
              </a:r>
              <a:r>
                <a:rPr lang="en-GB" sz="1600" kern="1200" dirty="0" smtClean="0"/>
                <a:t>for water may lead to a </a:t>
              </a:r>
              <a:r>
                <a:rPr lang="en-GB" b="1" kern="1200" dirty="0" smtClean="0">
                  <a:solidFill>
                    <a:srgbClr val="18529E"/>
                  </a:solidFill>
                </a:rPr>
                <a:t>40% gap</a:t>
              </a:r>
              <a:r>
                <a:rPr lang="en-GB" sz="1600" b="1" kern="1200" dirty="0" smtClean="0">
                  <a:solidFill>
                    <a:srgbClr val="18529E"/>
                  </a:solidFill>
                </a:rPr>
                <a:t> </a:t>
              </a:r>
              <a:r>
                <a:rPr lang="en-GB" sz="1600" kern="1200" dirty="0" smtClean="0"/>
                <a:t>between water </a:t>
              </a:r>
              <a:r>
                <a:rPr lang="en-GB" sz="1600" b="1" kern="1200" dirty="0" smtClean="0"/>
                <a:t>supply and demand </a:t>
              </a:r>
              <a:r>
                <a:rPr lang="en-GB" sz="1600" kern="1200" dirty="0" smtClean="0"/>
                <a:t>by 2030</a:t>
              </a:r>
              <a:endParaRPr lang="en-US" sz="1600" kern="1200" dirty="0"/>
            </a:p>
          </p:txBody>
        </p:sp>
      </p:grp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12" r="14212"/>
          <a:stretch/>
        </p:blipFill>
        <p:spPr>
          <a:xfrm>
            <a:off x="801624" y="4578541"/>
            <a:ext cx="2021438" cy="1879407"/>
          </a:xfrm>
          <a:prstGeom prst="rect">
            <a:avLst/>
          </a:prstGeom>
        </p:spPr>
      </p:pic>
      <p:grpSp>
        <p:nvGrpSpPr>
          <p:cNvPr id="18" name="Group 17"/>
          <p:cNvGrpSpPr/>
          <p:nvPr/>
        </p:nvGrpSpPr>
        <p:grpSpPr>
          <a:xfrm>
            <a:off x="2728994" y="4956142"/>
            <a:ext cx="1910094" cy="1124204"/>
            <a:chOff x="2080654" y="2306351"/>
            <a:chExt cx="1910094" cy="719796"/>
          </a:xfrm>
        </p:grpSpPr>
        <p:sp>
          <p:nvSpPr>
            <p:cNvPr id="19" name="Rectangle 18"/>
            <p:cNvSpPr/>
            <p:nvPr/>
          </p:nvSpPr>
          <p:spPr>
            <a:xfrm>
              <a:off x="2080654" y="2317502"/>
              <a:ext cx="1910094" cy="708645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2080654" y="2306351"/>
              <a:ext cx="1910094" cy="70864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9568" tIns="99568" rIns="99568" bIns="0" numCol="1" spcCol="1270" anchor="t" anchorCtr="0">
              <a:noAutofit/>
            </a:bodyPr>
            <a:lstStyle/>
            <a:p>
              <a:pPr lvl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CH" b="1" kern="1200" dirty="0" smtClean="0">
                  <a:solidFill>
                    <a:srgbClr val="18529E"/>
                  </a:solidFill>
                </a:rPr>
                <a:t>60% of countries </a:t>
              </a:r>
              <a:r>
                <a:rPr lang="fr-CH" sz="1600" kern="1200" dirty="0" smtClean="0"/>
                <a:t>report </a:t>
              </a:r>
              <a:r>
                <a:rPr lang="fr-CH" sz="1600" kern="1200" dirty="0" err="1" smtClean="0"/>
                <a:t>declining</a:t>
              </a:r>
              <a:r>
                <a:rPr lang="fr-CH" sz="1600" kern="1200" dirty="0" smtClean="0"/>
                <a:t> </a:t>
              </a:r>
              <a:r>
                <a:rPr lang="fr-CH" sz="1600" kern="1200" dirty="0" err="1" smtClean="0"/>
                <a:t>numbers</a:t>
              </a:r>
              <a:r>
                <a:rPr lang="fr-CH" sz="1600" kern="1200" dirty="0" smtClean="0"/>
                <a:t> of </a:t>
              </a:r>
              <a:r>
                <a:rPr lang="fr-CH" sz="1600" b="1" kern="1200" dirty="0" err="1" smtClean="0"/>
                <a:t>observing</a:t>
              </a:r>
              <a:r>
                <a:rPr lang="fr-CH" sz="1600" b="1" kern="1200" dirty="0" smtClean="0"/>
                <a:t> stations</a:t>
              </a:r>
              <a:endParaRPr lang="en-US" sz="1600" b="1" kern="1200" dirty="0"/>
            </a:p>
          </p:txBody>
        </p:sp>
      </p:grp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84" r="17671"/>
          <a:stretch/>
        </p:blipFill>
        <p:spPr>
          <a:xfrm>
            <a:off x="4943310" y="4531476"/>
            <a:ext cx="1889579" cy="1951233"/>
          </a:xfrm>
          <a:prstGeom prst="rect">
            <a:avLst/>
          </a:prstGeom>
        </p:spPr>
      </p:pic>
      <p:grpSp>
        <p:nvGrpSpPr>
          <p:cNvPr id="22" name="Group 21"/>
          <p:cNvGrpSpPr/>
          <p:nvPr/>
        </p:nvGrpSpPr>
        <p:grpSpPr>
          <a:xfrm>
            <a:off x="6811652" y="4935464"/>
            <a:ext cx="2044354" cy="1143257"/>
            <a:chOff x="5612607" y="2440224"/>
            <a:chExt cx="2044354" cy="708645"/>
          </a:xfrm>
        </p:grpSpPr>
        <p:sp>
          <p:nvSpPr>
            <p:cNvPr id="23" name="Rectangle 22"/>
            <p:cNvSpPr/>
            <p:nvPr/>
          </p:nvSpPr>
          <p:spPr>
            <a:xfrm>
              <a:off x="5746867" y="2440224"/>
              <a:ext cx="1910094" cy="708645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4" name="Rectangle 23"/>
            <p:cNvSpPr/>
            <p:nvPr/>
          </p:nvSpPr>
          <p:spPr>
            <a:xfrm>
              <a:off x="5612607" y="2440224"/>
              <a:ext cx="1910094" cy="70864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9568" tIns="99568" rIns="99568" bIns="0" numCol="1" spcCol="1270" anchor="t" anchorCtr="0">
              <a:noAutofit/>
            </a:bodyPr>
            <a:lstStyle/>
            <a:p>
              <a:pPr lvl="0" algn="l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fr-CH" b="1" kern="1200" dirty="0" err="1" smtClean="0">
                  <a:solidFill>
                    <a:srgbClr val="18529E"/>
                  </a:solidFill>
                </a:rPr>
                <a:t>Reliable</a:t>
              </a:r>
              <a:r>
                <a:rPr lang="fr-CH" b="1" kern="1200" dirty="0" smtClean="0">
                  <a:solidFill>
                    <a:srgbClr val="18529E"/>
                  </a:solidFill>
                </a:rPr>
                <a:t> data </a:t>
              </a:r>
              <a:r>
                <a:rPr lang="fr-CH" sz="1600" kern="1200" dirty="0" err="1" smtClean="0"/>
                <a:t>is</a:t>
              </a:r>
              <a:r>
                <a:rPr lang="fr-CH" sz="1600" kern="1200" dirty="0" smtClean="0"/>
                <a:t> </a:t>
              </a:r>
              <a:r>
                <a:rPr lang="fr-CH" sz="1600" kern="1200" dirty="0" err="1" smtClean="0"/>
                <a:t>critical</a:t>
              </a:r>
              <a:r>
                <a:rPr lang="fr-CH" sz="1600" kern="1200" dirty="0" smtClean="0"/>
                <a:t> for </a:t>
              </a:r>
              <a:r>
                <a:rPr lang="fr-CH" sz="1600" kern="1200" dirty="0" err="1" smtClean="0"/>
                <a:t>making</a:t>
              </a:r>
              <a:r>
                <a:rPr lang="fr-CH" sz="1600" kern="1200" dirty="0" smtClean="0"/>
                <a:t> </a:t>
              </a:r>
              <a:r>
                <a:rPr lang="fr-CH" sz="1600" b="1" kern="1200" dirty="0" smtClean="0"/>
                <a:t>effective and </a:t>
              </a:r>
              <a:r>
                <a:rPr lang="fr-CH" sz="1600" b="1" kern="1200" dirty="0" err="1" smtClean="0"/>
                <a:t>timely</a:t>
              </a:r>
              <a:r>
                <a:rPr lang="fr-CH" sz="1600" b="1" kern="1200" dirty="0" smtClean="0"/>
                <a:t> </a:t>
              </a:r>
              <a:r>
                <a:rPr lang="fr-CH" sz="1600" b="1" kern="1200" dirty="0" err="1" smtClean="0"/>
                <a:t>decisions</a:t>
              </a:r>
              <a:endParaRPr lang="en-US" sz="1600" b="1" kern="1200" dirty="0"/>
            </a:p>
          </p:txBody>
        </p:sp>
      </p:grpSp>
      <p:pic>
        <p:nvPicPr>
          <p:cNvPr id="25" name="Picture 2" descr="\\INTERNAL.WMO.INT\UserData\Redirected\IRiboldi\Desktop\Isabel\Website\HydroHub_logo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125" y="-37084"/>
            <a:ext cx="1510044" cy="1004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9774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mo2016_powerpoint_standard_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52771"/>
            <a:ext cx="649224" cy="17145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70386" y="465364"/>
            <a:ext cx="51744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 smtClean="0">
                <a:solidFill>
                  <a:srgbClr val="18529E"/>
                </a:solidFill>
              </a:rPr>
              <a:t>Our Mission</a:t>
            </a:r>
            <a:endParaRPr lang="en-US" sz="4400" b="1" dirty="0">
              <a:solidFill>
                <a:srgbClr val="18529E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20386" y="2996426"/>
            <a:ext cx="3971163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help expand a reliable and sustainable base of </a:t>
            </a:r>
            <a:r>
              <a:rPr lang="en-US" b="1" dirty="0" err="1"/>
              <a:t>hydrometeorological</a:t>
            </a:r>
            <a:r>
              <a:rPr lang="en-US" b="1" dirty="0"/>
              <a:t> data and information services </a:t>
            </a:r>
            <a:r>
              <a:rPr lang="en-US" dirty="0"/>
              <a:t>in support of informed </a:t>
            </a:r>
            <a:r>
              <a:rPr lang="en-US" sz="2000" b="1" dirty="0">
                <a:solidFill>
                  <a:srgbClr val="18529E"/>
                </a:solidFill>
              </a:rPr>
              <a:t>decision and policy-making </a:t>
            </a:r>
            <a:r>
              <a:rPr lang="en-US" dirty="0"/>
              <a:t>in water management.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12" y="2434686"/>
            <a:ext cx="4370696" cy="2908585"/>
          </a:xfrm>
          <a:prstGeom prst="rect">
            <a:avLst/>
          </a:prstGeom>
        </p:spPr>
      </p:pic>
      <p:pic>
        <p:nvPicPr>
          <p:cNvPr id="8" name="Picture 2" descr="\\INTERNAL.WMO.INT\UserData\Redirected\IRiboldi\Desktop\Isabel\Website\HydroHub_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125" y="-37084"/>
            <a:ext cx="1510044" cy="1004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6869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mo2016_powerpoint_standard_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52771"/>
            <a:ext cx="649224" cy="17145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70386" y="465364"/>
            <a:ext cx="51744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 smtClean="0">
                <a:solidFill>
                  <a:srgbClr val="18529E"/>
                </a:solidFill>
              </a:rPr>
              <a:t>Our Objectives</a:t>
            </a:r>
            <a:endParaRPr lang="en-US" sz="4400" b="1" dirty="0">
              <a:solidFill>
                <a:srgbClr val="18529E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15884" y="1961601"/>
            <a:ext cx="3971163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1. Enhance and sustain </a:t>
            </a:r>
            <a:r>
              <a:rPr lang="en-US" b="1" dirty="0" smtClean="0"/>
              <a:t>efficient and innovative</a:t>
            </a:r>
            <a:r>
              <a:rPr lang="en-US" dirty="0" smtClean="0"/>
              <a:t> </a:t>
            </a:r>
            <a:r>
              <a:rPr lang="en-US" sz="2000" b="1" dirty="0" smtClean="0">
                <a:solidFill>
                  <a:srgbClr val="18529E"/>
                </a:solidFill>
              </a:rPr>
              <a:t>hydrological monitoring systems</a:t>
            </a:r>
            <a:r>
              <a:rPr lang="en-US" sz="2000" dirty="0" smtClean="0">
                <a:solidFill>
                  <a:srgbClr val="18529E"/>
                </a:solidFill>
              </a:rPr>
              <a:t> </a:t>
            </a:r>
            <a:r>
              <a:rPr lang="en-US" dirty="0" smtClean="0"/>
              <a:t>around the world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264" y="4758029"/>
            <a:ext cx="2434354" cy="1620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90" y="1644043"/>
            <a:ext cx="2434355" cy="162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15884" y="3416571"/>
            <a:ext cx="5653663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2. Foster </a:t>
            </a:r>
            <a:r>
              <a:rPr lang="en-US" dirty="0"/>
              <a:t>the use of </a:t>
            </a:r>
            <a:r>
              <a:rPr lang="en-US" dirty="0" err="1"/>
              <a:t>hydrometeorological</a:t>
            </a:r>
            <a:r>
              <a:rPr lang="en-US" dirty="0"/>
              <a:t> data for evidence based </a:t>
            </a:r>
            <a:r>
              <a:rPr lang="en-US" sz="2000" b="1" dirty="0">
                <a:solidFill>
                  <a:srgbClr val="18529E"/>
                </a:solidFill>
              </a:rPr>
              <a:t>policy and </a:t>
            </a:r>
            <a:r>
              <a:rPr lang="en-US" sz="2000" b="1" dirty="0" smtClean="0">
                <a:solidFill>
                  <a:srgbClr val="18529E"/>
                </a:solidFill>
              </a:rPr>
              <a:t>decision-making </a:t>
            </a:r>
            <a:r>
              <a:rPr lang="en-US" dirty="0"/>
              <a:t>in support of </a:t>
            </a:r>
            <a:r>
              <a:rPr lang="en-US" b="1" dirty="0"/>
              <a:t>Integrated Water Resources Management </a:t>
            </a:r>
            <a:r>
              <a:rPr lang="en-US" dirty="0"/>
              <a:t>and </a:t>
            </a:r>
            <a:r>
              <a:rPr lang="en-US" b="1" dirty="0"/>
              <a:t>Disaster Risk Reduction</a:t>
            </a:r>
            <a:r>
              <a:rPr lang="en-US" dirty="0"/>
              <a:t>, especially in transboundary settings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5884" y="5012948"/>
            <a:ext cx="5400135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 smtClean="0"/>
              <a:t>3. </a:t>
            </a:r>
            <a:r>
              <a:rPr lang="en-US" dirty="0"/>
              <a:t>Facilitate the </a:t>
            </a:r>
            <a:r>
              <a:rPr lang="en-US" b="1" dirty="0"/>
              <a:t>modernization and improvement </a:t>
            </a:r>
            <a:r>
              <a:rPr lang="en-US" dirty="0"/>
              <a:t>of operational hydrology through operational uptake of </a:t>
            </a:r>
            <a:r>
              <a:rPr lang="en-US" sz="2000" b="1" dirty="0">
                <a:solidFill>
                  <a:srgbClr val="18529E"/>
                </a:solidFill>
              </a:rPr>
              <a:t>innovative hydrometric technologies and services </a:t>
            </a:r>
            <a:r>
              <a:rPr lang="en-US" dirty="0"/>
              <a:t>by National Meteorological and Hydrological </a:t>
            </a:r>
            <a:r>
              <a:rPr lang="en-US" dirty="0" smtClean="0"/>
              <a:t>Services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04" r="12772"/>
          <a:stretch/>
        </p:blipFill>
        <p:spPr>
          <a:xfrm>
            <a:off x="1026040" y="3213975"/>
            <a:ext cx="1828801" cy="1620000"/>
          </a:xfrm>
          <a:prstGeom prst="rect">
            <a:avLst/>
          </a:prstGeom>
        </p:spPr>
      </p:pic>
      <p:pic>
        <p:nvPicPr>
          <p:cNvPr id="15" name="Picture 2" descr="\\INTERNAL.WMO.INT\UserData\Redirected\IRiboldi\Desktop\Isabel\Website\HydroHub_logo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125" y="-37084"/>
            <a:ext cx="1510044" cy="1004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9542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mo2016_powerpoint_standard_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52771"/>
            <a:ext cx="649224" cy="1714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20386" y="2611706"/>
            <a:ext cx="423031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Building Hydrological</a:t>
            </a:r>
            <a:r>
              <a:rPr lang="en-US" b="1" dirty="0">
                <a:solidFill>
                  <a:srgbClr val="18529E"/>
                </a:solidFill>
              </a:rPr>
              <a:t> </a:t>
            </a:r>
            <a:r>
              <a:rPr lang="en-US" sz="2000" b="1" dirty="0">
                <a:solidFill>
                  <a:srgbClr val="18529E"/>
                </a:solidFill>
              </a:rPr>
              <a:t>Monitoring Capacity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Embedding </a:t>
            </a:r>
            <a:r>
              <a:rPr lang="en-US" sz="2000" b="1" dirty="0">
                <a:solidFill>
                  <a:srgbClr val="18529E"/>
                </a:solidFill>
              </a:rPr>
              <a:t>Innovation</a:t>
            </a:r>
            <a:r>
              <a:rPr lang="en-US" sz="2000" dirty="0">
                <a:solidFill>
                  <a:srgbClr val="18529E"/>
                </a:solidFill>
              </a:rPr>
              <a:t> </a:t>
            </a:r>
            <a:r>
              <a:rPr lang="en-US" dirty="0"/>
              <a:t>in </a:t>
            </a:r>
            <a:r>
              <a:rPr lang="en-US" dirty="0" err="1"/>
              <a:t>Hydrometry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Enabling Hydrological </a:t>
            </a:r>
            <a:r>
              <a:rPr lang="en-US" sz="2000" b="1" dirty="0">
                <a:solidFill>
                  <a:srgbClr val="18529E"/>
                </a:solidFill>
              </a:rPr>
              <a:t>Data Sharing</a:t>
            </a:r>
            <a:endParaRPr lang="en-US" b="1" dirty="0">
              <a:solidFill>
                <a:srgbClr val="18529E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Connecting the </a:t>
            </a:r>
            <a:r>
              <a:rPr lang="en-US" sz="2000" b="1" dirty="0">
                <a:solidFill>
                  <a:srgbClr val="18529E"/>
                </a:solidFill>
              </a:rPr>
              <a:t>Global Water Monitoring Community</a:t>
            </a:r>
            <a:endParaRPr lang="en-US" b="1" dirty="0">
              <a:solidFill>
                <a:srgbClr val="18529E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Providing a </a:t>
            </a:r>
            <a:r>
              <a:rPr lang="en-US" sz="2000" b="1" dirty="0">
                <a:solidFill>
                  <a:srgbClr val="18529E"/>
                </a:solidFill>
              </a:rPr>
              <a:t>Global Focal Point for </a:t>
            </a:r>
            <a:r>
              <a:rPr lang="en-US" sz="2000" b="1" dirty="0" err="1">
                <a:solidFill>
                  <a:srgbClr val="18529E"/>
                </a:solidFill>
              </a:rPr>
              <a:t>Hydrometry</a:t>
            </a:r>
            <a:endParaRPr lang="en-US" sz="2000" b="1" dirty="0">
              <a:solidFill>
                <a:srgbClr val="18529E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0386" y="285288"/>
            <a:ext cx="517446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 smtClean="0">
                <a:solidFill>
                  <a:srgbClr val="18529E"/>
                </a:solidFill>
              </a:rPr>
              <a:t>Our Strategic</a:t>
            </a:r>
          </a:p>
          <a:p>
            <a:r>
              <a:rPr lang="en-GB" sz="4400" b="1" dirty="0" smtClean="0">
                <a:solidFill>
                  <a:srgbClr val="18529E"/>
                </a:solidFill>
              </a:rPr>
              <a:t>Priority Areas</a:t>
            </a:r>
            <a:endParaRPr lang="en-US" sz="4400" b="1" dirty="0">
              <a:solidFill>
                <a:srgbClr val="18529E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12" y="2434784"/>
            <a:ext cx="4370400" cy="2908388"/>
          </a:xfrm>
          <a:prstGeom prst="rect">
            <a:avLst/>
          </a:prstGeom>
        </p:spPr>
      </p:pic>
      <p:pic>
        <p:nvPicPr>
          <p:cNvPr id="9" name="Picture 2" descr="\\INTERNAL.WMO.INT\UserData\Redirected\IRiboldi\Desktop\Isabel\Website\HydroHub_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125" y="-37084"/>
            <a:ext cx="1510044" cy="1004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6162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mo2016_powerpoint_standard_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52771"/>
            <a:ext cx="649224" cy="17145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70386" y="465364"/>
            <a:ext cx="51744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 smtClean="0">
                <a:solidFill>
                  <a:srgbClr val="18529E"/>
                </a:solidFill>
              </a:rPr>
              <a:t>Our Components</a:t>
            </a:r>
            <a:endParaRPr lang="en-US" sz="4400" b="1" dirty="0">
              <a:solidFill>
                <a:srgbClr val="18529E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239" y="1658298"/>
            <a:ext cx="2684794" cy="251699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580" y="3359354"/>
            <a:ext cx="2498351" cy="282462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2344" y="4168962"/>
            <a:ext cx="2927172" cy="248902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9600" y="3390313"/>
            <a:ext cx="2507672" cy="2787339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2055" y="1656798"/>
            <a:ext cx="2691453" cy="252323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1020" y="2916657"/>
            <a:ext cx="2377162" cy="2367840"/>
          </a:xfrm>
          <a:prstGeom prst="rect">
            <a:avLst/>
          </a:prstGeom>
        </p:spPr>
      </p:pic>
      <p:pic>
        <p:nvPicPr>
          <p:cNvPr id="16" name="Picture 2" descr="\\INTERNAL.WMO.INT\UserData\Redirected\IRiboldi\Desktop\Isabel\Website\HydroHub_logo.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125" y="-37084"/>
            <a:ext cx="1510044" cy="1004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8879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mo2016_powerpoint_standard_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52771"/>
            <a:ext cx="649224" cy="1714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92298" y="3104214"/>
            <a:ext cx="5822305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8529E"/>
                </a:solidFill>
              </a:rPr>
              <a:t>HYCOS</a:t>
            </a:r>
            <a:r>
              <a:rPr lang="en-US" dirty="0"/>
              <a:t>: </a:t>
            </a:r>
            <a:r>
              <a:rPr lang="en-US" dirty="0" smtClean="0"/>
              <a:t>Independent </a:t>
            </a:r>
            <a:r>
              <a:rPr lang="en-US" dirty="0"/>
              <a:t>regional projects tailored on the needs expressed by countries, </a:t>
            </a:r>
            <a:r>
              <a:rPr lang="en-US" dirty="0" smtClean="0"/>
              <a:t>the </a:t>
            </a:r>
            <a:r>
              <a:rPr lang="en-US" dirty="0"/>
              <a:t>building blocks of the WHYCOS </a:t>
            </a:r>
            <a:r>
              <a:rPr lang="en-US" dirty="0" err="1"/>
              <a:t>programme</a:t>
            </a:r>
            <a:r>
              <a:rPr lang="en-US" dirty="0"/>
              <a:t>. </a:t>
            </a:r>
            <a:endParaRPr lang="en-US" dirty="0" smtClean="0"/>
          </a:p>
          <a:p>
            <a:endParaRPr lang="en-US" dirty="0"/>
          </a:p>
          <a:p>
            <a:r>
              <a:rPr lang="en-US" sz="2000" b="1" dirty="0" smtClean="0">
                <a:solidFill>
                  <a:srgbClr val="18529E"/>
                </a:solidFill>
              </a:rPr>
              <a:t>GUIDELINES</a:t>
            </a:r>
            <a:r>
              <a:rPr lang="en-US" dirty="0"/>
              <a:t>: </a:t>
            </a:r>
            <a:r>
              <a:rPr lang="en-US" dirty="0" smtClean="0"/>
              <a:t>A </a:t>
            </a:r>
            <a:r>
              <a:rPr lang="en-US" dirty="0"/>
              <a:t>common approach to the development, implementation and governance of HYCOS components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sz="2000" b="1" dirty="0">
                <a:solidFill>
                  <a:srgbClr val="18529E"/>
                </a:solidFill>
              </a:rPr>
              <a:t>TRAINING MATERIALS</a:t>
            </a:r>
            <a:r>
              <a:rPr lang="en-US" dirty="0"/>
              <a:t>: </a:t>
            </a:r>
            <a:r>
              <a:rPr lang="en-US" dirty="0" smtClean="0"/>
              <a:t>A</a:t>
            </a:r>
            <a:r>
              <a:rPr lang="en-US" dirty="0"/>
              <a:t> broad range of presentations, documents and publications about all aspects of hydrological </a:t>
            </a:r>
            <a:r>
              <a:rPr lang="en-US" dirty="0" smtClean="0"/>
              <a:t>observations.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49618" y="0"/>
            <a:ext cx="545085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18529E"/>
                </a:solidFill>
              </a:rPr>
              <a:t>World Hydrological Cycle Observing System (WHYCOS)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9620" y="2354993"/>
            <a:ext cx="839988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Strengthens the </a:t>
            </a:r>
            <a:r>
              <a:rPr lang="en-US" sz="2000" b="1" dirty="0">
                <a:solidFill>
                  <a:srgbClr val="18529E"/>
                </a:solidFill>
              </a:rPr>
              <a:t>technical, human and institutional capabilities </a:t>
            </a:r>
            <a:r>
              <a:rPr lang="en-US" dirty="0"/>
              <a:t>of NMHSs in hydrological data collection and information product development and dissemination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609" y="3227968"/>
            <a:ext cx="2520000" cy="1898583"/>
          </a:xfrm>
          <a:prstGeom prst="rect">
            <a:avLst/>
          </a:prstGeom>
        </p:spPr>
      </p:pic>
      <p:pic>
        <p:nvPicPr>
          <p:cNvPr id="10" name="Picture 2" descr="\\INTERNAL.WMO.INT\UserData\Redirected\IRiboldi\Desktop\Isabel\Website\HydroHub_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125" y="-37084"/>
            <a:ext cx="1510044" cy="1004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9602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mo2016_powerpoint_standard_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52771"/>
            <a:ext cx="649224" cy="1714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92298" y="2284744"/>
            <a:ext cx="5822305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Key </a:t>
            </a:r>
            <a:r>
              <a:rPr lang="en-US" dirty="0"/>
              <a:t>innovation areas:</a:t>
            </a:r>
          </a:p>
          <a:p>
            <a:r>
              <a:rPr lang="en-US" sz="2000" b="1" dirty="0">
                <a:solidFill>
                  <a:srgbClr val="18529E"/>
                </a:solidFill>
              </a:rPr>
              <a:t>HYDROMETRY</a:t>
            </a:r>
            <a:r>
              <a:rPr lang="en-US" dirty="0"/>
              <a:t>: </a:t>
            </a:r>
            <a:r>
              <a:rPr lang="en-US" dirty="0" smtClean="0"/>
              <a:t>Operational </a:t>
            </a:r>
            <a:r>
              <a:rPr lang="en-US" dirty="0"/>
              <a:t>uptake of innovative technologies and emerging monitoring schemes, such as crowd </a:t>
            </a:r>
            <a:r>
              <a:rPr lang="en-US" dirty="0" smtClean="0"/>
              <a:t>sourcing.</a:t>
            </a:r>
          </a:p>
          <a:p>
            <a:endParaRPr lang="en-US" dirty="0"/>
          </a:p>
          <a:p>
            <a:r>
              <a:rPr lang="en-US" sz="2000" b="1" dirty="0">
                <a:solidFill>
                  <a:srgbClr val="18529E"/>
                </a:solidFill>
              </a:rPr>
              <a:t>DATA MANAGEMENT</a:t>
            </a:r>
            <a:r>
              <a:rPr lang="en-US" dirty="0"/>
              <a:t>: </a:t>
            </a:r>
            <a:r>
              <a:rPr lang="en-US" dirty="0" smtClean="0"/>
              <a:t>Pragmatic </a:t>
            </a:r>
            <a:r>
              <a:rPr lang="en-US" dirty="0"/>
              <a:t>solutions to introduce new technologies and paradigms into the operational routines of National Meteorological and Hydrological Services (NMHSs) and other </a:t>
            </a:r>
            <a:r>
              <a:rPr lang="en-US" dirty="0" smtClean="0"/>
              <a:t>stakeholders.</a:t>
            </a:r>
          </a:p>
          <a:p>
            <a:endParaRPr lang="en-US" dirty="0"/>
          </a:p>
          <a:p>
            <a:r>
              <a:rPr lang="en-US" sz="2000" b="1" dirty="0">
                <a:solidFill>
                  <a:srgbClr val="18529E"/>
                </a:solidFill>
              </a:rPr>
              <a:t>MANAGEMENT PROCESSES</a:t>
            </a:r>
            <a:r>
              <a:rPr lang="en-US" dirty="0"/>
              <a:t>: </a:t>
            </a:r>
            <a:r>
              <a:rPr lang="en-US" dirty="0" smtClean="0"/>
              <a:t>Good </a:t>
            </a:r>
            <a:r>
              <a:rPr lang="en-US" dirty="0"/>
              <a:t>management </a:t>
            </a:r>
            <a:r>
              <a:rPr lang="en-US" dirty="0" smtClean="0"/>
              <a:t>practices, including </a:t>
            </a:r>
            <a:r>
              <a:rPr lang="en-US" dirty="0"/>
              <a:t>case studies, guidance material, templates for recurring administrative tasks and other knowledge </a:t>
            </a:r>
            <a:r>
              <a:rPr lang="en-US" dirty="0" smtClean="0"/>
              <a:t>products.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49620" y="526519"/>
            <a:ext cx="545085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 smtClean="0">
                <a:solidFill>
                  <a:srgbClr val="18529E"/>
                </a:solidFill>
              </a:rPr>
              <a:t>Global Innovation Hub</a:t>
            </a:r>
            <a:endParaRPr lang="en-US" sz="4400" b="1" dirty="0">
              <a:solidFill>
                <a:srgbClr val="18529E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609" y="2474516"/>
            <a:ext cx="2520000" cy="189858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9620" y="1802929"/>
            <a:ext cx="839988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Strengthens fit-for-purpose and sustainable monitoring capabilities through </a:t>
            </a:r>
            <a:r>
              <a:rPr lang="en-US" sz="2000" b="1" dirty="0">
                <a:solidFill>
                  <a:srgbClr val="18529E"/>
                </a:solidFill>
              </a:rPr>
              <a:t>innovation</a:t>
            </a:r>
            <a:r>
              <a:rPr lang="en-US" dirty="0"/>
              <a:t>.</a:t>
            </a:r>
          </a:p>
        </p:txBody>
      </p:sp>
      <p:pic>
        <p:nvPicPr>
          <p:cNvPr id="10" name="Picture 2" descr="\\INTERNAL.WMO.INT\UserData\Redirected\IRiboldi\Desktop\Isabel\Website\HydroHub_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125" y="-37084"/>
            <a:ext cx="1510044" cy="1004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071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mo2016_powerpoint_standard_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52771"/>
            <a:ext cx="649224" cy="1714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75046" y="2701284"/>
            <a:ext cx="5822305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8529E"/>
                </a:solidFill>
              </a:rPr>
              <a:t>PARTNERSHIP</a:t>
            </a:r>
            <a:r>
              <a:rPr lang="en-US" dirty="0"/>
              <a:t>: S</a:t>
            </a:r>
            <a:r>
              <a:rPr lang="en-US" dirty="0" smtClean="0"/>
              <a:t>upport</a:t>
            </a:r>
            <a:r>
              <a:rPr lang="en-US" dirty="0"/>
              <a:t> </a:t>
            </a:r>
            <a:r>
              <a:rPr lang="en-US" dirty="0" smtClean="0"/>
              <a:t>to experts </a:t>
            </a:r>
            <a:r>
              <a:rPr lang="en-US" dirty="0"/>
              <a:t>to identify the right partners for discussion to solve common practical problems and </a:t>
            </a:r>
            <a:r>
              <a:rPr lang="en-US" dirty="0" smtClean="0"/>
              <a:t>to foster dialogue </a:t>
            </a:r>
            <a:r>
              <a:rPr lang="en-US" dirty="0"/>
              <a:t>among practitioners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sz="2000" b="1" dirty="0">
                <a:solidFill>
                  <a:srgbClr val="18529E"/>
                </a:solidFill>
              </a:rPr>
              <a:t>EXISTING NETWORKS</a:t>
            </a:r>
            <a:r>
              <a:rPr lang="en-US" dirty="0"/>
              <a:t>: </a:t>
            </a:r>
            <a:r>
              <a:rPr lang="en-US" dirty="0" smtClean="0"/>
              <a:t>Approximately </a:t>
            </a:r>
            <a:r>
              <a:rPr lang="en-US" dirty="0"/>
              <a:t>3000 experts from the WMO working bodies of Technical Commissions and Regional Associations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sz="2000" b="1" dirty="0">
                <a:solidFill>
                  <a:srgbClr val="18529E"/>
                </a:solidFill>
              </a:rPr>
              <a:t>PLATFORM</a:t>
            </a:r>
            <a:r>
              <a:rPr lang="en-US" dirty="0"/>
              <a:t>: </a:t>
            </a:r>
            <a:r>
              <a:rPr lang="en-US" dirty="0" smtClean="0"/>
              <a:t>Web-based </a:t>
            </a:r>
            <a:r>
              <a:rPr lang="en-US" dirty="0"/>
              <a:t>tools to allow the global </a:t>
            </a:r>
            <a:r>
              <a:rPr lang="en-US" dirty="0" err="1"/>
              <a:t>hydrometry</a:t>
            </a:r>
            <a:r>
              <a:rPr lang="en-US" dirty="0"/>
              <a:t> community to share knowledge and provide technical assistance to each other.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620" y="187965"/>
            <a:ext cx="545085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18529E"/>
                </a:solidFill>
              </a:rPr>
              <a:t>Community of Practice for </a:t>
            </a:r>
            <a:r>
              <a:rPr lang="en-US" sz="4400" b="1" dirty="0" err="1">
                <a:solidFill>
                  <a:srgbClr val="18529E"/>
                </a:solidFill>
              </a:rPr>
              <a:t>Hydrometry</a:t>
            </a:r>
            <a:endParaRPr lang="en-US" sz="4400" b="1" dirty="0">
              <a:solidFill>
                <a:srgbClr val="18529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49620" y="1889189"/>
            <a:ext cx="839988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Allows NMHSs and others to </a:t>
            </a:r>
            <a:r>
              <a:rPr lang="en-US" sz="2000" b="1" dirty="0">
                <a:solidFill>
                  <a:srgbClr val="18529E"/>
                </a:solidFill>
              </a:rPr>
              <a:t>exchange experiences </a:t>
            </a:r>
            <a:r>
              <a:rPr lang="en-US" dirty="0"/>
              <a:t>and provide </a:t>
            </a:r>
            <a:r>
              <a:rPr lang="en-US" sz="2000" b="1" dirty="0">
                <a:solidFill>
                  <a:srgbClr val="18529E"/>
                </a:solidFill>
              </a:rPr>
              <a:t>mutual support </a:t>
            </a:r>
            <a:r>
              <a:rPr lang="en-US" dirty="0"/>
              <a:t>in relation to their </a:t>
            </a:r>
            <a:r>
              <a:rPr lang="en-US" dirty="0" err="1"/>
              <a:t>hydrometeorological</a:t>
            </a:r>
            <a:r>
              <a:rPr lang="en-US" dirty="0"/>
              <a:t> data collection and management activities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609" y="2796170"/>
            <a:ext cx="2520000" cy="1898583"/>
          </a:xfrm>
          <a:prstGeom prst="rect">
            <a:avLst/>
          </a:prstGeom>
        </p:spPr>
      </p:pic>
      <p:pic>
        <p:nvPicPr>
          <p:cNvPr id="10" name="Picture 2" descr="\\INTERNAL.WMO.INT\UserData\Redirected\IRiboldi\Desktop\Isabel\Website\HydroHub_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125" y="-37084"/>
            <a:ext cx="1510044" cy="1004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7980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mo2016_powerpoint_standard_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52771"/>
            <a:ext cx="649224" cy="1714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75046" y="2815253"/>
            <a:ext cx="582230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Provides potential funders of </a:t>
            </a:r>
            <a:r>
              <a:rPr lang="en-US" sz="2000" dirty="0" err="1"/>
              <a:t>hydrometeorological</a:t>
            </a:r>
            <a:r>
              <a:rPr lang="en-US" sz="2000" dirty="0"/>
              <a:t> projects with current information on governmental and non-governmental </a:t>
            </a:r>
            <a:r>
              <a:rPr lang="en-US" sz="2400" b="1" dirty="0">
                <a:solidFill>
                  <a:srgbClr val="18529E"/>
                </a:solidFill>
              </a:rPr>
              <a:t>water monitoring organizations</a:t>
            </a:r>
            <a:r>
              <a:rPr lang="en-US" sz="2000" dirty="0"/>
              <a:t>, and their capabilities, structure, and network- and data-sharing characteristics.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49620" y="187965"/>
            <a:ext cx="545085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18529E"/>
                </a:solidFill>
              </a:rPr>
              <a:t>Hydrological Services Information Platform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258" y="2748727"/>
            <a:ext cx="2520000" cy="1887379"/>
          </a:xfrm>
          <a:prstGeom prst="rect">
            <a:avLst/>
          </a:prstGeom>
        </p:spPr>
      </p:pic>
      <p:pic>
        <p:nvPicPr>
          <p:cNvPr id="9" name="Picture 2" descr="\\INTERNAL.WMO.INT\UserData\Redirected\IRiboldi\Desktop\Isabel\Website\HydroHub_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125" y="-37084"/>
            <a:ext cx="1510044" cy="1004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6876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mo2016_powerpoint_standard_2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52771"/>
            <a:ext cx="649224" cy="1714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92298" y="3035206"/>
            <a:ext cx="5822305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8529E"/>
                </a:solidFill>
              </a:rPr>
              <a:t>INTERACTIVE MAP</a:t>
            </a:r>
            <a:r>
              <a:rPr lang="en-US" dirty="0"/>
              <a:t>: </a:t>
            </a:r>
            <a:r>
              <a:rPr lang="en-US" dirty="0" smtClean="0"/>
              <a:t>A map </a:t>
            </a:r>
            <a:r>
              <a:rPr lang="en-US" dirty="0"/>
              <a:t>interface with links to those NMHSs that make their real-time and historical stage and discharge data available online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sz="2000" b="1" dirty="0">
                <a:solidFill>
                  <a:srgbClr val="18529E"/>
                </a:solidFill>
              </a:rPr>
              <a:t>PROTOTYPES</a:t>
            </a:r>
            <a:r>
              <a:rPr lang="en-US" dirty="0"/>
              <a:t>: </a:t>
            </a:r>
            <a:r>
              <a:rPr lang="en-US" dirty="0" smtClean="0"/>
              <a:t>Regional </a:t>
            </a:r>
            <a:r>
              <a:rPr lang="en-US" dirty="0"/>
              <a:t>examples currently being developed for Arctic HYCOS and La Plata basin in South America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sz="2000" b="1" dirty="0">
                <a:solidFill>
                  <a:srgbClr val="18529E"/>
                </a:solidFill>
              </a:rPr>
              <a:t>WIGOS</a:t>
            </a:r>
            <a:r>
              <a:rPr lang="en-US" dirty="0"/>
              <a:t>: </a:t>
            </a:r>
            <a:r>
              <a:rPr lang="en-US" dirty="0" smtClean="0"/>
              <a:t>A </a:t>
            </a:r>
            <a:r>
              <a:rPr lang="en-US" dirty="0"/>
              <a:t>service-oriented framework linking hydrologic data providers and users through an information system enabling data registration, data discovery, and data access.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618" y="0"/>
            <a:ext cx="545085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18529E"/>
                </a:solidFill>
              </a:rPr>
              <a:t>WMO Hydrological Observing System (WHOS)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9620" y="2260107"/>
            <a:ext cx="839988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 </a:t>
            </a:r>
            <a:r>
              <a:rPr lang="en-US" dirty="0"/>
              <a:t>premier online portal to </a:t>
            </a:r>
            <a:r>
              <a:rPr lang="en-US" sz="2000" b="1" dirty="0">
                <a:solidFill>
                  <a:srgbClr val="18529E"/>
                </a:solidFill>
              </a:rPr>
              <a:t>near real-time and historical data </a:t>
            </a:r>
            <a:r>
              <a:rPr lang="en-US" dirty="0"/>
              <a:t>made freely and openly available by National Hydrological Services around the world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609" y="3147344"/>
            <a:ext cx="2520000" cy="1898583"/>
          </a:xfrm>
          <a:prstGeom prst="rect">
            <a:avLst/>
          </a:prstGeom>
        </p:spPr>
      </p:pic>
      <p:pic>
        <p:nvPicPr>
          <p:cNvPr id="10" name="Picture 2" descr="\\INTERNAL.WMO.INT\UserData\Redirected\IRiboldi\Desktop\Isabel\Website\HydroHub_logo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125" y="-37084"/>
            <a:ext cx="1510044" cy="1004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2146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mo2016_powerpoint_standard_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52771"/>
            <a:ext cx="649224" cy="17145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70386" y="465364"/>
            <a:ext cx="51744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 smtClean="0">
                <a:solidFill>
                  <a:srgbClr val="18529E"/>
                </a:solidFill>
              </a:rPr>
              <a:t>Our Partners</a:t>
            </a:r>
            <a:endParaRPr lang="en-US" sz="4400" b="1" dirty="0">
              <a:solidFill>
                <a:srgbClr val="18529E"/>
              </a:solidFill>
            </a:endParaRP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3068539064"/>
              </p:ext>
            </p:extLst>
          </p:nvPr>
        </p:nvGraphicFramePr>
        <p:xfrm>
          <a:off x="759124" y="1414732"/>
          <a:ext cx="7582619" cy="54432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2" descr="\\INTERNAL.WMO.INT\UserData\Redirected\IRiboldi\Desktop\Isabel\Website\HydroHub_logo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125" y="-37084"/>
            <a:ext cx="1510044" cy="1004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49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mo2016_powerpoint_standard_2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52771"/>
            <a:ext cx="649224" cy="17145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70386" y="465364"/>
            <a:ext cx="517446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>
                <a:solidFill>
                  <a:srgbClr val="18529E"/>
                </a:solidFill>
              </a:rPr>
              <a:t>H</a:t>
            </a:r>
            <a:r>
              <a:rPr lang="en-GB" sz="4400" b="1" dirty="0" smtClean="0">
                <a:solidFill>
                  <a:srgbClr val="18529E"/>
                </a:solidFill>
              </a:rPr>
              <a:t>ow can you partner with us</a:t>
            </a:r>
            <a:endParaRPr lang="en-US" sz="4400" b="1" dirty="0">
              <a:solidFill>
                <a:srgbClr val="18529E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893" y="2355203"/>
            <a:ext cx="378000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18529E"/>
              </a:buClr>
              <a:buSzPct val="110000"/>
              <a:buFont typeface="Arial" panose="020B0604020202020204" pitchFamily="34" charset="0"/>
              <a:buChar char="•"/>
            </a:pPr>
            <a:r>
              <a:rPr lang="fr-CH" dirty="0"/>
              <a:t>As a </a:t>
            </a:r>
            <a:r>
              <a:rPr lang="fr-CH" sz="2000" b="1" dirty="0" smtClean="0">
                <a:solidFill>
                  <a:srgbClr val="18529E"/>
                </a:solidFill>
              </a:rPr>
              <a:t>Financial </a:t>
            </a:r>
            <a:r>
              <a:rPr lang="fr-CH" sz="2000" b="1" dirty="0">
                <a:solidFill>
                  <a:srgbClr val="18529E"/>
                </a:solidFill>
              </a:rPr>
              <a:t>P</a:t>
            </a:r>
            <a:r>
              <a:rPr lang="fr-CH" sz="2000" b="1" dirty="0" smtClean="0">
                <a:solidFill>
                  <a:srgbClr val="18529E"/>
                </a:solidFill>
              </a:rPr>
              <a:t>artner</a:t>
            </a:r>
          </a:p>
          <a:p>
            <a:r>
              <a:rPr lang="en-US" dirty="0" smtClean="0"/>
              <a:t>Through the </a:t>
            </a:r>
            <a:r>
              <a:rPr lang="en-US" b="1" dirty="0" err="1"/>
              <a:t>HydroHub</a:t>
            </a:r>
            <a:r>
              <a:rPr lang="en-US" b="1" dirty="0"/>
              <a:t> innovation </a:t>
            </a:r>
            <a:r>
              <a:rPr lang="en-US" b="1" dirty="0" smtClean="0"/>
              <a:t>fund</a:t>
            </a:r>
            <a:r>
              <a:rPr lang="en-US" dirty="0" smtClean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flexible funding source;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fast </a:t>
            </a:r>
            <a:r>
              <a:rPr lang="en-US" dirty="0"/>
              <a:t>and direct </a:t>
            </a:r>
            <a:r>
              <a:rPr lang="en-US" dirty="0" smtClean="0"/>
              <a:t>intervention;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identified needs;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long-term </a:t>
            </a:r>
            <a:r>
              <a:rPr lang="en-US" dirty="0"/>
              <a:t>operations </a:t>
            </a:r>
            <a:r>
              <a:rPr lang="en-US" dirty="0" smtClean="0"/>
              <a:t>and re-usable technology;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adaptable to various </a:t>
            </a:r>
            <a:r>
              <a:rPr lang="en-US" dirty="0"/>
              <a:t>applications and </a:t>
            </a:r>
            <a:r>
              <a:rPr lang="en-US" dirty="0" smtClean="0"/>
              <a:t>geographies.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459858" y="2352335"/>
            <a:ext cx="378000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18529E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dirty="0" smtClean="0"/>
              <a:t>As a </a:t>
            </a:r>
            <a:r>
              <a:rPr lang="en-US" sz="2000" b="1" dirty="0">
                <a:solidFill>
                  <a:srgbClr val="18529E"/>
                </a:solidFill>
              </a:rPr>
              <a:t>Project Partner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projects </a:t>
            </a:r>
            <a:r>
              <a:rPr lang="en-US" dirty="0"/>
              <a:t>tailored </a:t>
            </a:r>
            <a:r>
              <a:rPr lang="en-US" dirty="0" smtClean="0"/>
              <a:t>on </a:t>
            </a:r>
            <a:r>
              <a:rPr lang="en-US" dirty="0"/>
              <a:t>the needs </a:t>
            </a:r>
            <a:r>
              <a:rPr lang="en-US" dirty="0" smtClean="0"/>
              <a:t>of </a:t>
            </a:r>
            <a:r>
              <a:rPr lang="en-US" b="1" dirty="0" smtClean="0"/>
              <a:t>WMO Members</a:t>
            </a:r>
            <a:r>
              <a:rPr lang="en-US" dirty="0" smtClean="0"/>
              <a:t>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open </a:t>
            </a:r>
            <a:r>
              <a:rPr lang="en-US" dirty="0" smtClean="0"/>
              <a:t>dialogue with the </a:t>
            </a:r>
            <a:r>
              <a:rPr lang="en-US" dirty="0"/>
              <a:t>WMO </a:t>
            </a:r>
            <a:r>
              <a:rPr lang="en-US" dirty="0" smtClean="0"/>
              <a:t>community;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incentives </a:t>
            </a:r>
            <a:r>
              <a:rPr lang="en-US" dirty="0"/>
              <a:t>for </a:t>
            </a:r>
            <a:r>
              <a:rPr lang="en-US" dirty="0" smtClean="0"/>
              <a:t>and commitment </a:t>
            </a:r>
            <a:r>
              <a:rPr lang="en-US" dirty="0"/>
              <a:t>of </a:t>
            </a:r>
            <a:r>
              <a:rPr lang="en-US" dirty="0" smtClean="0"/>
              <a:t>beneficiaries;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capacities </a:t>
            </a:r>
            <a:r>
              <a:rPr lang="en-US" dirty="0"/>
              <a:t>of </a:t>
            </a:r>
            <a:r>
              <a:rPr lang="en-US" dirty="0" smtClean="0"/>
              <a:t>implementers</a:t>
            </a:r>
            <a:r>
              <a:rPr lang="en-US" dirty="0"/>
              <a:t>.</a:t>
            </a:r>
          </a:p>
        </p:txBody>
      </p:sp>
      <p:pic>
        <p:nvPicPr>
          <p:cNvPr id="9" name="Picture 2" descr="\\INTERNAL.WMO.INT\UserData\Redirected\IRiboldi\Desktop\Isabel\Website\HydroHub_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125" y="-37084"/>
            <a:ext cx="1510044" cy="1004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4159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mo2016_powerpoint_standard_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52771"/>
            <a:ext cx="649224" cy="17145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70386" y="465364"/>
            <a:ext cx="51744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 smtClean="0">
                <a:solidFill>
                  <a:srgbClr val="18529E"/>
                </a:solidFill>
              </a:rPr>
              <a:t>Our Governance</a:t>
            </a:r>
            <a:endParaRPr lang="en-US" sz="4400" b="1" dirty="0">
              <a:solidFill>
                <a:srgbClr val="18529E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18312" y="2305884"/>
            <a:ext cx="4597883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8529E"/>
                </a:solidFill>
              </a:rPr>
              <a:t>Advisory Council</a:t>
            </a:r>
          </a:p>
          <a:p>
            <a:r>
              <a:rPr lang="en-US" b="1" dirty="0"/>
              <a:t>Members</a:t>
            </a:r>
            <a:r>
              <a:rPr lang="en-US" dirty="0"/>
              <a:t>: Currently 9. Term of membership coincides with the intersessional period of </a:t>
            </a:r>
            <a:r>
              <a:rPr lang="en-US" dirty="0" err="1"/>
              <a:t>CHy</a:t>
            </a:r>
            <a:r>
              <a:rPr lang="en-US" dirty="0"/>
              <a:t>.</a:t>
            </a:r>
          </a:p>
          <a:p>
            <a:r>
              <a:rPr lang="en-US" b="1" dirty="0"/>
              <a:t>Chair</a:t>
            </a:r>
            <a:r>
              <a:rPr lang="en-US" dirty="0"/>
              <a:t>: President of the WMO Commission for Hydrology (</a:t>
            </a:r>
            <a:r>
              <a:rPr lang="en-US" dirty="0" err="1"/>
              <a:t>CHy</a:t>
            </a:r>
            <a:r>
              <a:rPr lang="en-US" dirty="0" smtClean="0"/>
              <a:t>).</a:t>
            </a:r>
          </a:p>
          <a:p>
            <a:endParaRPr lang="en-US" dirty="0"/>
          </a:p>
          <a:p>
            <a:r>
              <a:rPr lang="en-US" sz="2000" b="1" dirty="0">
                <a:solidFill>
                  <a:srgbClr val="18529E"/>
                </a:solidFill>
              </a:rPr>
              <a:t>Innovation Committee</a:t>
            </a:r>
          </a:p>
          <a:p>
            <a:r>
              <a:rPr lang="en-US" b="1" dirty="0"/>
              <a:t>Members</a:t>
            </a:r>
            <a:r>
              <a:rPr lang="en-US" dirty="0"/>
              <a:t>: 13. Term of membership is 2 years.</a:t>
            </a:r>
          </a:p>
          <a:p>
            <a:r>
              <a:rPr lang="en-US" b="1" dirty="0"/>
              <a:t>Chair</a:t>
            </a:r>
            <a:r>
              <a:rPr lang="en-US" dirty="0"/>
              <a:t>: An appointed </a:t>
            </a:r>
            <a:r>
              <a:rPr lang="en-US" dirty="0" err="1"/>
              <a:t>CHy</a:t>
            </a:r>
            <a:r>
              <a:rPr lang="en-US" dirty="0"/>
              <a:t> Advisory Working Group member.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62" y="2282645"/>
            <a:ext cx="4371019" cy="2908800"/>
          </a:xfrm>
          <a:prstGeom prst="rect">
            <a:avLst/>
          </a:prstGeom>
        </p:spPr>
      </p:pic>
      <p:pic>
        <p:nvPicPr>
          <p:cNvPr id="8" name="Picture 2" descr="\\INTERNAL.WMO.INT\UserData\Redirected\IRiboldi\Desktop\Isabel\Website\HydroHub_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125" y="-37084"/>
            <a:ext cx="1510044" cy="1004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7671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mo2016_powerpoint_standard_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52771"/>
            <a:ext cx="649224" cy="17145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70386" y="465364"/>
            <a:ext cx="51744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 smtClean="0">
                <a:solidFill>
                  <a:srgbClr val="18529E"/>
                </a:solidFill>
              </a:rPr>
              <a:t>Our Contacts</a:t>
            </a:r>
            <a:endParaRPr lang="en-US" sz="4400" b="1" dirty="0">
              <a:solidFill>
                <a:srgbClr val="18529E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50043" y="2494461"/>
            <a:ext cx="62001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18529E"/>
                </a:solidFill>
              </a:rPr>
              <a:t>http://hydrohub.wmo.int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50043" y="3381798"/>
            <a:ext cx="6200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hydrohub@wmo.int</a:t>
            </a:r>
          </a:p>
        </p:txBody>
      </p:sp>
      <p:pic>
        <p:nvPicPr>
          <p:cNvPr id="8" name="Picture 2" descr="\\INTERNAL.WMO.INT\UserData\Redirected\IRiboldi\Desktop\Isabel\Website\HydroHub_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125" y="-37084"/>
            <a:ext cx="1510044" cy="1004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7024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mo2016_powerpoint_standard_3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457200" y="1993100"/>
            <a:ext cx="8229600" cy="18408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smtClean="0">
                <a:solidFill>
                  <a:schemeClr val="bg1"/>
                </a:solidFill>
              </a:rPr>
              <a:t>Thank you</a:t>
            </a:r>
            <a:endParaRPr lang="en-US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228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MO presentation template_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Other" ma:contentTypeID="0x01010064DDC53DBA4A4496BB36EE7EAA27B654" ma:contentTypeVersion="1" ma:contentTypeDescription="" ma:contentTypeScope="" ma:versionID="84a7f6b9a9324c93f7c429fe637c4145">
  <xsd:schema xmlns:xsd="http://www.w3.org/2001/XMLSchema" xmlns:p="http://schemas.microsoft.com/office/2006/metadata/properties" xmlns:ns2="0e656187-b300-4fb0-8bf4-3a50f872073c" targetNamespace="http://schemas.microsoft.com/office/2006/metadata/properties" ma:root="true" ma:fieldsID="d82bb511108d8e269345fc9bd5c1ab5b" ns2:_="">
    <xsd:import namespace="0e656187-b300-4fb0-8bf4-3a50f872073c"/>
    <xsd:element name="properties">
      <xsd:complexType>
        <xsd:sequence>
          <xsd:element name="documentManagement">
            <xsd:complexType>
              <xsd:all>
                <xsd:element ref="ns2:Country" minOccurs="0"/>
                <xsd:element ref="ns2:Department"/>
                <xsd:element ref="ns2:Subject_x0020_"/>
                <xsd:element ref="ns2:Project_x0020_Identification_x0020__x002f__x0020_Reference"/>
              </xsd:all>
            </xsd:complexType>
          </xsd:element>
        </xsd:sequence>
      </xsd:complexType>
    </xsd:element>
  </xsd:schema>
  <xsd:schema xmlns:xsd="http://www.w3.org/2001/XMLSchema" xmlns:dms="http://schemas.microsoft.com/office/2006/documentManagement/types" targetNamespace="0e656187-b300-4fb0-8bf4-3a50f872073c" elementFormDefault="qualified">
    <xsd:import namespace="http://schemas.microsoft.com/office/2006/documentManagement/types"/>
    <xsd:element name="Country" ma:index="8" nillable="true" ma:displayName="Country" ma:format="Dropdown" ma:internalName="Country">
      <xsd:simpleType>
        <xsd:restriction base="dms:Choice">
          <xsd:enumeration value=""/>
          <xsd:enumeration value="Afghanistan"/>
          <xsd:enumeration value="Albania"/>
          <xsd:enumeration value="Algeria"/>
          <xsd:enumeration value="Angola"/>
          <xsd:enumeration value="Antigua and Barbuda"/>
          <xsd:enumeration value="Argentina"/>
          <xsd:enumeration value="Armenia"/>
          <xsd:enumeration value="Australia"/>
          <xsd:enumeration value="Austria"/>
          <xsd:enumeration value="Azerbaijan"/>
          <xsd:enumeration value="Bahamas"/>
          <xsd:enumeration value="Bahrain"/>
          <xsd:enumeration value="Bangladesh"/>
          <xsd:enumeration value="Barbados"/>
          <xsd:enumeration value="Belarus"/>
          <xsd:enumeration value="Belgium"/>
          <xsd:enumeration value="Belize"/>
          <xsd:enumeration value="Benin"/>
          <xsd:enumeration value="Bhutan"/>
          <xsd:enumeration value="Bolivia, Plurinational State of"/>
          <xsd:enumeration value="Bosnia and Herzegovina"/>
          <xsd:enumeration value="Botswana"/>
          <xsd:enumeration value="Brazil"/>
          <xsd:enumeration value="British Caribbean Territories"/>
          <xsd:enumeration value="Brunei Darussalam"/>
          <xsd:enumeration value="Bulgaria"/>
          <xsd:enumeration value="Burkina Faso"/>
          <xsd:enumeration value="Burundi"/>
          <xsd:enumeration value="Cabo Verde"/>
          <xsd:enumeration value="Cambodia"/>
          <xsd:enumeration value="Cameroon"/>
          <xsd:enumeration value="Canada"/>
          <xsd:enumeration value="Central African Republic"/>
          <xsd:enumeration value="Chad"/>
          <xsd:enumeration value="Chile"/>
          <xsd:enumeration value="China"/>
          <xsd:enumeration value="Colombia"/>
          <xsd:enumeration value="Comoros"/>
          <xsd:enumeration value="Congo"/>
          <xsd:enumeration value="Cook Islands"/>
          <xsd:enumeration value="Costa Rica"/>
          <xsd:enumeration value="Ivory Coast"/>
          <xsd:enumeration value="Croatia"/>
          <xsd:enumeration value="Cuba"/>
          <xsd:enumeration value="Curaçao and Sint Maarten"/>
          <xsd:enumeration value="Cyprus"/>
          <xsd:enumeration value="Czech Republic"/>
          <xsd:enumeration value="Democratic People's Republic of Korea"/>
          <xsd:enumeration value="Democratic Republic of the Congo"/>
          <xsd:enumeration value="Denmark"/>
          <xsd:enumeration value="Djibouti"/>
          <xsd:enumeration value="Dominica"/>
          <xsd:enumeration value="Dominican Republic"/>
          <xsd:enumeration value="Ecuador"/>
          <xsd:enumeration value="Egypt"/>
          <xsd:enumeration value="El Salvador"/>
          <xsd:enumeration value="Eritrea"/>
          <xsd:enumeration value="Estonia"/>
          <xsd:enumeration value="Ethiopia"/>
          <xsd:enumeration value="Fiji"/>
          <xsd:enumeration value="Finland"/>
          <xsd:enumeration value="France"/>
          <xsd:enumeration value="French Polynesia"/>
          <xsd:enumeration value="Gabon"/>
          <xsd:enumeration value="Gambia"/>
          <xsd:enumeration value="Georgia"/>
          <xsd:enumeration value="Germany"/>
          <xsd:enumeration value="Ghana"/>
          <xsd:enumeration value="Greece"/>
          <xsd:enumeration value="Guatemala"/>
          <xsd:enumeration value="Guinea"/>
          <xsd:enumeration value="Guinea-Bissau"/>
          <xsd:enumeration value="Guyana"/>
          <xsd:enumeration value="Haiti"/>
          <xsd:enumeration value="Honduras"/>
          <xsd:enumeration value="Hong Kong, China"/>
          <xsd:enumeration value="Hungary"/>
          <xsd:enumeration value="Iceland"/>
          <xsd:enumeration value="India"/>
          <xsd:enumeration value="Indonesia"/>
          <xsd:enumeration value="Iran, Islamic Republic of"/>
          <xsd:enumeration value="Iraq"/>
          <xsd:enumeration value="Ireland"/>
          <xsd:enumeration value="Israel"/>
          <xsd:enumeration value="Italy"/>
          <xsd:enumeration value="Jamaica"/>
          <xsd:enumeration value="Japan"/>
          <xsd:enumeration value="Jordan"/>
          <xsd:enumeration value="Kazakhstan"/>
          <xsd:enumeration value="Kenya"/>
          <xsd:enumeration value="Kiribati"/>
          <xsd:enumeration value="Kuwait"/>
          <xsd:enumeration value="Kyrgyzstan"/>
          <xsd:enumeration value="Lao People's Democratic Republic"/>
          <xsd:enumeration value="Latvia"/>
          <xsd:enumeration value="Lebanon"/>
          <xsd:enumeration value="Lesotho"/>
          <xsd:enumeration value="Liberia"/>
          <xsd:enumeration value="Libya"/>
          <xsd:enumeration value="Lithuania"/>
          <xsd:enumeration value="Luxembourg"/>
          <xsd:enumeration value="Macao, China"/>
          <xsd:enumeration value="Madagascar"/>
          <xsd:enumeration value="Malawi"/>
          <xsd:enumeration value="Malaysia"/>
          <xsd:enumeration value="Maldives"/>
          <xsd:enumeration value="Mali"/>
          <xsd:enumeration value="Malta"/>
          <xsd:enumeration value="Mauritania"/>
          <xsd:enumeration value="Mauritius"/>
          <xsd:enumeration value="Mexico"/>
          <xsd:enumeration value="Micronesia, Federated States of"/>
          <xsd:enumeration value="Monaco"/>
          <xsd:enumeration value="Mongolia"/>
          <xsd:enumeration value="Montenegro"/>
          <xsd:enumeration value="Morocco"/>
          <xsd:enumeration value="Mozambique"/>
          <xsd:enumeration value="Myanmar"/>
          <xsd:enumeration value="Namibia"/>
          <xsd:enumeration value="Nepal"/>
          <xsd:enumeration value="Netherlands"/>
          <xsd:enumeration value="New Caledonia"/>
          <xsd:enumeration value="New Zealand"/>
          <xsd:enumeration value="Nicaragua"/>
          <xsd:enumeration value="Niger"/>
          <xsd:enumeration value="Nigeria"/>
          <xsd:enumeration value="Niue"/>
          <xsd:enumeration value="Norway"/>
          <xsd:enumeration value="Oman"/>
          <xsd:enumeration value="Pakistan"/>
          <xsd:enumeration value="Panama"/>
          <xsd:enumeration value="Papua New Guinea"/>
          <xsd:enumeration value="Paraguay"/>
          <xsd:enumeration value="Peru"/>
          <xsd:enumeration value="Philippines"/>
          <xsd:enumeration value="Poland"/>
          <xsd:enumeration value="Portugal"/>
          <xsd:enumeration value="Qatar"/>
          <xsd:enumeration value="Republic of Korea"/>
          <xsd:enumeration value="Republic of Moldova"/>
          <xsd:enumeration value="Romania"/>
          <xsd:enumeration value="Russian Federation"/>
          <xsd:enumeration value="Rwanda"/>
          <xsd:enumeration value="Saint Lucia"/>
          <xsd:enumeration value="Samoa"/>
          <xsd:enumeration value="Sao Tome and Principe"/>
          <xsd:enumeration value="Saudi Arabia"/>
          <xsd:enumeration value="Senegal"/>
          <xsd:enumeration value="Serbia"/>
          <xsd:enumeration value="Seychelles"/>
          <xsd:enumeration value="Sierra Leone"/>
          <xsd:enumeration value="Singapore"/>
          <xsd:enumeration value="Slovakia"/>
          <xsd:enumeration value="Slovenia"/>
          <xsd:enumeration value="Solomon Islands"/>
          <xsd:enumeration value="Somalia"/>
          <xsd:enumeration value="South Africa"/>
          <xsd:enumeration value="South Sudan"/>
          <xsd:enumeration value="Spain"/>
          <xsd:enumeration value="Sri Lanka"/>
          <xsd:enumeration value="Sudan"/>
          <xsd:enumeration value="Suriname"/>
          <xsd:enumeration value="Swaziland"/>
          <xsd:enumeration value="Sweden"/>
          <xsd:enumeration value="Switzerland"/>
          <xsd:enumeration value="Syrian Arab Republic"/>
          <xsd:enumeration value="Tajikistan"/>
          <xsd:enumeration value="Thailand"/>
          <xsd:enumeration value="The former Yugoslav Republic of Macedonia"/>
          <xsd:enumeration value="Timor-Leste"/>
          <xsd:enumeration value="Togo"/>
          <xsd:enumeration value="Tonga"/>
          <xsd:enumeration value="Trinidad and Tobago"/>
          <xsd:enumeration value="Tunisia"/>
          <xsd:enumeration value="Turkey"/>
          <xsd:enumeration value="Turkmenistan"/>
          <xsd:enumeration value="Tuvalu"/>
          <xsd:enumeration value="Uganda"/>
          <xsd:enumeration value="Ukraine"/>
          <xsd:enumeration value="United Arab Emirates"/>
          <xsd:enumeration value="United Kingdom of Great Britain and Northern Ireland"/>
          <xsd:enumeration value="United Republic of Tanzania"/>
          <xsd:enumeration value="United States of America"/>
          <xsd:enumeration value="Uruguay"/>
          <xsd:enumeration value="Uzbekistan"/>
          <xsd:enumeration value="Vanuatu"/>
          <xsd:enumeration value="Venezuela, Bolivarian Republic of"/>
          <xsd:enumeration value="Viet Nam"/>
          <xsd:enumeration value="Yemen"/>
          <xsd:enumeration value="Zambia"/>
          <xsd:enumeration value="Zimbabwe"/>
        </xsd:restriction>
      </xsd:simpleType>
    </xsd:element>
    <xsd:element name="Department" ma:index="9" ma:displayName="Department" ma:format="Dropdown" ma:internalName="Department">
      <xsd:simpleType>
        <xsd:restriction base="dms:Choice">
          <xsd:enumeration value="ASGO"/>
          <xsd:enumeration value="CER"/>
          <xsd:enumeration value="CER/COMM"/>
          <xsd:enumeration value="CER/EXT"/>
          <xsd:enumeration value="CLW"/>
          <xsd:enumeration value="CLW/AGM"/>
          <xsd:enumeration value="CLW/BSH"/>
          <xsd:enumeration value="CLW/CBHWR"/>
          <xsd:enumeration value="CLW/CCA"/>
          <xsd:enumeration value="CLW/CLPA"/>
          <xsd:enumeration value="CLW/DMA"/>
          <xsd:enumeration value="CLW/GCOS"/>
          <xsd:enumeration value="CLW/GFCS"/>
          <xsd:enumeration value="CLW/HFWR"/>
          <xsd:enumeration value="CLW/HWR"/>
          <xsd:enumeration value="CLW/WCAS"/>
          <xsd:enumeration value="DRA"/>
          <xsd:enumeration value="DRA/AFLDC"/>
          <xsd:enumeration value="DRA/ETR"/>
          <xsd:enumeration value="DRA/PCU"/>
          <xsd:enumeration value="DRA/RAM"/>
          <xsd:enumeration value="DRA/RAP"/>
          <xsd:enumeration value="DRA/RMDP"/>
          <xsd:enumeration value="DRA/ROE"/>
          <xsd:enumeration value="DSGO"/>
          <xsd:enumeration value="IOO"/>
          <xsd:enumeration value="LCP"/>
          <xsd:enumeration value="LCP/CNF"/>
          <xsd:enumeration value="LCP/DPM"/>
          <xsd:enumeration value="LCP/LSU"/>
          <xsd:enumeration value="OBS-WIGOS"/>
          <xsd:enumeration value="OBS-WIGOS/OSD"/>
          <xsd:enumeration value="OBS-WIGOS/SAT"/>
          <xsd:enumeration value="OBS-WIGOS/WIGOS"/>
          <xsd:enumeration value="OBS-WIS"/>
          <xsd:enumeration value="OBS-WIS/DRMM"/>
          <xsd:enumeration value="OBS-WIS/IMO"/>
          <xsd:enumeration value="REM"/>
          <xsd:enumeration value="REM/BO"/>
          <xsd:enumeration value="REM/FIN"/>
          <xsd:enumeration value="REM/HRD"/>
          <xsd:enumeration value="REM/ITCSD"/>
          <xsd:enumeration value="REM/PCTD"/>
          <xsd:enumeration value="RES-ARE"/>
          <xsd:enumeration value="RES-WCRP"/>
          <xsd:enumeration value="SGO"/>
          <xsd:enumeration value="SGO/ADM"/>
          <xsd:enumeration value="SGO/EASG"/>
          <xsd:enumeration value="SGO/LC"/>
          <xsd:enumeration value="SPO"/>
          <xsd:enumeration value="WDS"/>
          <xsd:enumeration value="WDS/AEM"/>
          <xsd:enumeration value="WDS/DPFS"/>
          <xsd:enumeration value="WDS/DRR"/>
          <xsd:enumeration value="WDS/MMO"/>
          <xsd:enumeration value="WDS/PWS"/>
          <xsd:enumeration value="WDS/TCP"/>
        </xsd:restriction>
      </xsd:simpleType>
    </xsd:element>
    <xsd:element name="Subject_x0020_" ma:index="10" ma:displayName="Subject " ma:internalName="Subject_x0020_">
      <xsd:simpleType>
        <xsd:restriction base="dms:Text">
          <xsd:minLength value="1"/>
          <xsd:maxLength value="128"/>
        </xsd:restriction>
      </xsd:simpleType>
    </xsd:element>
    <xsd:element name="Project_x0020_Identification_x0020__x002f__x0020_Reference" ma:index="11" ma:displayName="Project Identification / Reference" ma:internalName="Project_x0020_Identification_x0020__x002f__x0020_Reference">
      <xsd:simpleType>
        <xsd:restriction base="dms:Text">
          <xsd:minLength value="1"/>
          <xsd:maxLength value="128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-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/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untry xmlns="0e656187-b300-4fb0-8bf4-3a50f872073c" xsi:nil="true"/>
    <Department xmlns="0e656187-b300-4fb0-8bf4-3a50f872073c">CLW/BSH</Department>
    <Subject_x0020_ xmlns="0e656187-b300-4fb0-8bf4-3a50f872073c">HydroHub general presentation</Subject_x0020_>
    <Project_x0020_Identification_x0020__x002f__x0020_Reference xmlns="0e656187-b300-4fb0-8bf4-3a50f872073c">HydroHub</Project_x0020_Identification_x0020__x002f__x0020_Reference>
  </documentManagement>
</p:properties>
</file>

<file path=customXml/itemProps1.xml><?xml version="1.0" encoding="utf-8"?>
<ds:datastoreItem xmlns:ds="http://schemas.openxmlformats.org/officeDocument/2006/customXml" ds:itemID="{ECC553C6-9A0C-4D07-B9BC-EF7BE5629D2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656187-b300-4fb0-8bf4-3a50f872073c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9E426470-0032-4ED1-BF76-426AED0C1F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34AD47-A4D1-455F-A8A1-891827336756}">
  <ds:schemaRefs>
    <ds:schemaRef ds:uri="http://schemas.microsoft.com/office/2006/documentManagement/types"/>
    <ds:schemaRef ds:uri="http://purl.org/dc/dcmitype/"/>
    <ds:schemaRef ds:uri="0e656187-b300-4fb0-8bf4-3a50f872073c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WMO presentation template_en</Template>
  <TotalTime>801</TotalTime>
  <Words>733</Words>
  <Application>Microsoft Office PowerPoint</Application>
  <PresentationFormat>On-screen Show (4:3)</PresentationFormat>
  <Paragraphs>96</Paragraphs>
  <Slides>17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WMO presentation template_en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Sophia Sandström</dc:creator>
  <cp:lastModifiedBy>Sophia Sandström</cp:lastModifiedBy>
  <cp:revision>82</cp:revision>
  <cp:lastPrinted>2018-09-17T09:12:49Z</cp:lastPrinted>
  <dcterms:created xsi:type="dcterms:W3CDTF">2016-05-05T13:18:03Z</dcterms:created>
  <dcterms:modified xsi:type="dcterms:W3CDTF">2018-09-17T10:00:11Z</dcterms:modified>
</cp:coreProperties>
</file>