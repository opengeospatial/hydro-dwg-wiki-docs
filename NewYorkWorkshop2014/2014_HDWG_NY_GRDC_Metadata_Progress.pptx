
<file path=[Content_Types].xml><?xml version="1.0" encoding="utf-8"?>
<Types xmlns="http://schemas.openxmlformats.org/package/2006/content-types">
  <Default Extension="png" ContentType="image/png"/>
  <Default Extension="jpeg" ContentType="image/jpeg"/>
  <Default Extension="emf" ContentType="image/x-emf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>
  <p:sldMasterIdLst>
    <p:sldMasterId id="2147483654" r:id="rId1"/>
  </p:sldMasterIdLst>
  <p:notesMasterIdLst>
    <p:notesMasterId r:id="rId24"/>
  </p:notesMasterIdLst>
  <p:handoutMasterIdLst>
    <p:handoutMasterId r:id="rId25"/>
  </p:handoutMasterIdLst>
  <p:sldIdLst>
    <p:sldId id="256" r:id="rId2"/>
    <p:sldId id="264" r:id="rId3"/>
    <p:sldId id="280" r:id="rId4"/>
    <p:sldId id="274" r:id="rId5"/>
    <p:sldId id="277" r:id="rId6"/>
    <p:sldId id="293" r:id="rId7"/>
    <p:sldId id="298" r:id="rId8"/>
    <p:sldId id="308" r:id="rId9"/>
    <p:sldId id="309" r:id="rId10"/>
    <p:sldId id="314" r:id="rId11"/>
    <p:sldId id="310" r:id="rId12"/>
    <p:sldId id="296" r:id="rId13"/>
    <p:sldId id="311" r:id="rId14"/>
    <p:sldId id="312" r:id="rId15"/>
    <p:sldId id="319" r:id="rId16"/>
    <p:sldId id="318" r:id="rId17"/>
    <p:sldId id="320" r:id="rId18"/>
    <p:sldId id="300" r:id="rId19"/>
    <p:sldId id="315" r:id="rId20"/>
    <p:sldId id="313" r:id="rId21"/>
    <p:sldId id="286" r:id="rId22"/>
    <p:sldId id="316" r:id="rId23"/>
  </p:sldIdLst>
  <p:sldSz cx="9144000" cy="6858000" type="screen4x3"/>
  <p:notesSz cx="6904038" cy="92202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1000" b="1" kern="1200">
        <a:solidFill>
          <a:schemeClr val="tx1"/>
        </a:solidFill>
        <a:latin typeface="CG Times" charset="0"/>
        <a:ea typeface="MS PGothic" pitchFamily="34" charset="-128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1000" b="1" kern="1200">
        <a:solidFill>
          <a:schemeClr val="tx1"/>
        </a:solidFill>
        <a:latin typeface="CG Times" charset="0"/>
        <a:ea typeface="MS PGothic" pitchFamily="34" charset="-128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1000" b="1" kern="1200">
        <a:solidFill>
          <a:schemeClr val="tx1"/>
        </a:solidFill>
        <a:latin typeface="CG Times" charset="0"/>
        <a:ea typeface="MS PGothic" pitchFamily="34" charset="-128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1000" b="1" kern="1200">
        <a:solidFill>
          <a:schemeClr val="tx1"/>
        </a:solidFill>
        <a:latin typeface="CG Times" charset="0"/>
        <a:ea typeface="MS PGothic" pitchFamily="34" charset="-128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1000" b="1" kern="1200">
        <a:solidFill>
          <a:schemeClr val="tx1"/>
        </a:solidFill>
        <a:latin typeface="CG Times" charset="0"/>
        <a:ea typeface="MS PGothic" pitchFamily="34" charset="-128"/>
        <a:cs typeface="+mn-cs"/>
      </a:defRPr>
    </a:lvl5pPr>
    <a:lvl6pPr marL="2286000" algn="l" defTabSz="914400" rtl="0" eaLnBrk="1" latinLnBrk="0" hangingPunct="1">
      <a:defRPr sz="1000" b="1" kern="1200">
        <a:solidFill>
          <a:schemeClr val="tx1"/>
        </a:solidFill>
        <a:latin typeface="CG Times" charset="0"/>
        <a:ea typeface="MS PGothic" pitchFamily="34" charset="-128"/>
        <a:cs typeface="+mn-cs"/>
      </a:defRPr>
    </a:lvl6pPr>
    <a:lvl7pPr marL="2743200" algn="l" defTabSz="914400" rtl="0" eaLnBrk="1" latinLnBrk="0" hangingPunct="1">
      <a:defRPr sz="1000" b="1" kern="1200">
        <a:solidFill>
          <a:schemeClr val="tx1"/>
        </a:solidFill>
        <a:latin typeface="CG Times" charset="0"/>
        <a:ea typeface="MS PGothic" pitchFamily="34" charset="-128"/>
        <a:cs typeface="+mn-cs"/>
      </a:defRPr>
    </a:lvl7pPr>
    <a:lvl8pPr marL="3200400" algn="l" defTabSz="914400" rtl="0" eaLnBrk="1" latinLnBrk="0" hangingPunct="1">
      <a:defRPr sz="1000" b="1" kern="1200">
        <a:solidFill>
          <a:schemeClr val="tx1"/>
        </a:solidFill>
        <a:latin typeface="CG Times" charset="0"/>
        <a:ea typeface="MS PGothic" pitchFamily="34" charset="-128"/>
        <a:cs typeface="+mn-cs"/>
      </a:defRPr>
    </a:lvl8pPr>
    <a:lvl9pPr marL="3657600" algn="l" defTabSz="914400" rtl="0" eaLnBrk="1" latinLnBrk="0" hangingPunct="1">
      <a:defRPr sz="1000" b="1" kern="1200">
        <a:solidFill>
          <a:schemeClr val="tx1"/>
        </a:solidFill>
        <a:latin typeface="CG Times" charset="0"/>
        <a:ea typeface="MS PGothic" pitchFamily="34" charset="-128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0000"/>
    <a:srgbClr val="006600"/>
    <a:srgbClr val="000066"/>
    <a:srgbClr val="FFFF99"/>
    <a:srgbClr val="969696"/>
    <a:srgbClr val="CCFFFF"/>
    <a:srgbClr val="5C0909"/>
    <a:srgbClr val="33CC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3265" autoAdjust="0"/>
    <p:restoredTop sz="94660"/>
  </p:normalViewPr>
  <p:slideViewPr>
    <p:cSldViewPr showGuides="1">
      <p:cViewPr>
        <p:scale>
          <a:sx n="100" d="100"/>
          <a:sy n="100" d="100"/>
        </p:scale>
        <p:origin x="-1218" y="216"/>
      </p:cViewPr>
      <p:guideLst>
        <p:guide orient="horz" pos="1968"/>
        <p:guide pos="432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 showGuides="1">
      <p:cViewPr varScale="1">
        <p:scale>
          <a:sx n="66" d="100"/>
          <a:sy n="66" d="100"/>
        </p:scale>
        <p:origin x="0" y="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handoutMaster" Target="handoutMasters/handout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472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92438" cy="4603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135" tIns="46067" rIns="92135" bIns="46067" numCol="1" anchor="t" anchorCtr="0" compatLnSpc="1">
            <a:prstTxWarp prst="textNoShape">
              <a:avLst/>
            </a:prstTxWarp>
          </a:bodyPr>
          <a:lstStyle>
            <a:lvl1pPr defTabSz="920750" eaLnBrk="0" hangingPunct="0">
              <a:defRPr sz="1200">
                <a:latin typeface="Arial" charset="0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14723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911600" y="0"/>
            <a:ext cx="2992438" cy="4603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135" tIns="46067" rIns="92135" bIns="46067" numCol="1" anchor="t" anchorCtr="0" compatLnSpc="1">
            <a:prstTxWarp prst="textNoShape">
              <a:avLst/>
            </a:prstTxWarp>
          </a:bodyPr>
          <a:lstStyle>
            <a:lvl1pPr algn="r" defTabSz="920750" eaLnBrk="0" hangingPunct="0">
              <a:defRPr sz="1200">
                <a:latin typeface="Arial" charset="0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14724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759825"/>
            <a:ext cx="2992438" cy="4603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135" tIns="46067" rIns="92135" bIns="46067" numCol="1" anchor="b" anchorCtr="0" compatLnSpc="1">
            <a:prstTxWarp prst="textNoShape">
              <a:avLst/>
            </a:prstTxWarp>
          </a:bodyPr>
          <a:lstStyle>
            <a:lvl1pPr defTabSz="920750" eaLnBrk="0" hangingPunct="0">
              <a:defRPr sz="1200">
                <a:latin typeface="Arial" charset="0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14725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911600" y="8759825"/>
            <a:ext cx="2992438" cy="4603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135" tIns="46067" rIns="92135" bIns="46067" numCol="1" anchor="b" anchorCtr="0" compatLnSpc="1">
            <a:prstTxWarp prst="textNoShape">
              <a:avLst/>
            </a:prstTxWarp>
          </a:bodyPr>
          <a:lstStyle>
            <a:lvl1pPr algn="r" defTabSz="920750" eaLnBrk="0" hangingPunct="0">
              <a:defRPr sz="1200">
                <a:latin typeface="Arial" pitchFamily="34" charset="0"/>
              </a:defRPr>
            </a:lvl1pPr>
          </a:lstStyle>
          <a:p>
            <a:pPr>
              <a:defRPr/>
            </a:pPr>
            <a:fld id="{AA11377C-5D62-444C-A046-781F54E350EF}" type="slidenum">
              <a:rPr lang="en-US"/>
              <a:pPr>
                <a:defRPr/>
              </a:pPr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4713236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92438" cy="4603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135" tIns="46067" rIns="92135" bIns="46067" numCol="1" anchor="t" anchorCtr="0" compatLnSpc="1">
            <a:prstTxWarp prst="textNoShape">
              <a:avLst/>
            </a:prstTxWarp>
          </a:bodyPr>
          <a:lstStyle>
            <a:lvl1pPr defTabSz="920750" eaLnBrk="0" hangingPunct="0">
              <a:defRPr sz="1200">
                <a:latin typeface="Arial" charset="0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123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911600" y="0"/>
            <a:ext cx="2992438" cy="4603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135" tIns="46067" rIns="92135" bIns="46067" numCol="1" anchor="t" anchorCtr="0" compatLnSpc="1">
            <a:prstTxWarp prst="textNoShape">
              <a:avLst/>
            </a:prstTxWarp>
          </a:bodyPr>
          <a:lstStyle>
            <a:lvl1pPr algn="r" defTabSz="920750" eaLnBrk="0" hangingPunct="0">
              <a:defRPr sz="1200">
                <a:latin typeface="Arial" charset="0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2532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7763" y="692150"/>
            <a:ext cx="4610100" cy="3457575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5125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20750" y="4379913"/>
            <a:ext cx="5062538" cy="41481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135" tIns="46067" rIns="92135" bIns="46067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 smtClean="0"/>
              <a:t>Click to edit Master text styles</a:t>
            </a:r>
          </a:p>
          <a:p>
            <a:pPr lvl="0"/>
            <a:r>
              <a:rPr lang="en-US" noProof="0" smtClean="0"/>
              <a:t>Second level</a:t>
            </a:r>
          </a:p>
          <a:p>
            <a:pPr lvl="0"/>
            <a:r>
              <a:rPr lang="en-US" noProof="0" smtClean="0"/>
              <a:t>Third level</a:t>
            </a:r>
          </a:p>
          <a:p>
            <a:pPr lvl="0"/>
            <a:r>
              <a:rPr lang="en-US" noProof="0" smtClean="0"/>
              <a:t>Fourth level</a:t>
            </a:r>
          </a:p>
          <a:p>
            <a:pPr lvl="0"/>
            <a:r>
              <a:rPr lang="en-US" noProof="0" smtClean="0"/>
              <a:t>Fifth level</a:t>
            </a:r>
          </a:p>
        </p:txBody>
      </p:sp>
      <p:sp>
        <p:nvSpPr>
          <p:cNvPr id="5126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759825"/>
            <a:ext cx="2992438" cy="4603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135" tIns="46067" rIns="92135" bIns="46067" numCol="1" anchor="b" anchorCtr="0" compatLnSpc="1">
            <a:prstTxWarp prst="textNoShape">
              <a:avLst/>
            </a:prstTxWarp>
          </a:bodyPr>
          <a:lstStyle>
            <a:lvl1pPr defTabSz="920750" eaLnBrk="0" hangingPunct="0">
              <a:defRPr sz="1200">
                <a:latin typeface="Arial" charset="0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127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911600" y="8759825"/>
            <a:ext cx="2992438" cy="4603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135" tIns="46067" rIns="92135" bIns="46067" numCol="1" anchor="b" anchorCtr="0" compatLnSpc="1">
            <a:prstTxWarp prst="textNoShape">
              <a:avLst/>
            </a:prstTxWarp>
          </a:bodyPr>
          <a:lstStyle>
            <a:lvl1pPr algn="r" defTabSz="920750" eaLnBrk="0" hangingPunct="0">
              <a:defRPr sz="1200">
                <a:latin typeface="Arial" pitchFamily="34" charset="0"/>
              </a:defRPr>
            </a:lvl1pPr>
          </a:lstStyle>
          <a:p>
            <a:pPr>
              <a:defRPr/>
            </a:pPr>
            <a:fld id="{A46F33C5-2FE3-480B-944B-ED02EA43F960}" type="slidenum">
              <a:rPr lang="en-US"/>
              <a:pPr>
                <a:defRPr/>
              </a:pPr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4934933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charset="0"/>
        <a:ea typeface="MS PGothic" pitchFamily="34" charset="-128"/>
        <a:cs typeface="MS PGothic" charset="0"/>
      </a:defRPr>
    </a:lvl1pPr>
    <a:lvl2pPr marL="742950" indent="-28575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charset="0"/>
        <a:ea typeface="MS PGothic" pitchFamily="34" charset="-128"/>
        <a:cs typeface="MS PGothic" charset="0"/>
      </a:defRPr>
    </a:lvl2pPr>
    <a:lvl3pPr marL="1143000" indent="-228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charset="0"/>
        <a:ea typeface="MS PGothic" pitchFamily="34" charset="-128"/>
        <a:cs typeface="MS PGothic" charset="0"/>
      </a:defRPr>
    </a:lvl3pPr>
    <a:lvl4pPr marL="1600200" indent="-228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charset="0"/>
        <a:ea typeface="MS PGothic" pitchFamily="34" charset="-128"/>
        <a:cs typeface="MS PGothic" charset="0"/>
      </a:defRPr>
    </a:lvl4pPr>
    <a:lvl5pPr marL="2057400" indent="-228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charset="0"/>
        <a:ea typeface="MS PGothic" pitchFamily="34" charset="-128"/>
        <a:cs typeface="MS PGothic" charset="0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18"/>
          <p:cNvSpPr txBox="1">
            <a:spLocks noChangeArrowheads="1"/>
          </p:cNvSpPr>
          <p:nvPr/>
        </p:nvSpPr>
        <p:spPr bwMode="auto">
          <a:xfrm>
            <a:off x="8739188" y="214313"/>
            <a:ext cx="74612" cy="2143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 type="none" w="med" len="lg"/>
                <a:tailEnd/>
              </a14:hiddenLine>
            </a:ext>
          </a:extLst>
        </p:spPr>
        <p:txBody>
          <a:bodyPr wrap="none" lIns="0" rIns="0">
            <a:spAutoFit/>
          </a:bodyPr>
          <a:lstStyle>
            <a:lvl1pPr eaLnBrk="0" hangingPunct="0">
              <a:defRPr sz="1000" b="1">
                <a:solidFill>
                  <a:schemeClr val="tx1"/>
                </a:solidFill>
                <a:latin typeface="CG Times" charset="0"/>
                <a:ea typeface="MS PGothic" pitchFamily="34" charset="-128"/>
              </a:defRPr>
            </a:lvl1pPr>
            <a:lvl2pPr marL="742950" indent="-285750" eaLnBrk="0" hangingPunct="0">
              <a:defRPr sz="1000" b="1">
                <a:solidFill>
                  <a:schemeClr val="tx1"/>
                </a:solidFill>
                <a:latin typeface="CG Times" charset="0"/>
                <a:ea typeface="MS PGothic" pitchFamily="34" charset="-128"/>
              </a:defRPr>
            </a:lvl2pPr>
            <a:lvl3pPr marL="1143000" indent="-228600" eaLnBrk="0" hangingPunct="0">
              <a:defRPr sz="1000" b="1">
                <a:solidFill>
                  <a:schemeClr val="tx1"/>
                </a:solidFill>
                <a:latin typeface="CG Times" charset="0"/>
                <a:ea typeface="MS PGothic" pitchFamily="34" charset="-128"/>
              </a:defRPr>
            </a:lvl3pPr>
            <a:lvl4pPr marL="1600200" indent="-228600" eaLnBrk="0" hangingPunct="0">
              <a:defRPr sz="1000" b="1">
                <a:solidFill>
                  <a:schemeClr val="tx1"/>
                </a:solidFill>
                <a:latin typeface="CG Times" charset="0"/>
                <a:ea typeface="MS PGothic" pitchFamily="34" charset="-128"/>
              </a:defRPr>
            </a:lvl4pPr>
            <a:lvl5pPr marL="2057400" indent="-228600" eaLnBrk="0" hangingPunct="0">
              <a:defRPr sz="1000" b="1">
                <a:solidFill>
                  <a:schemeClr val="tx1"/>
                </a:solidFill>
                <a:latin typeface="CG Times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CG Times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CG Times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CG Times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CG Times" charset="0"/>
                <a:ea typeface="MS PGothic" pitchFamily="34" charset="-128"/>
              </a:defRPr>
            </a:lvl9pPr>
          </a:lstStyle>
          <a:p>
            <a:pPr>
              <a:defRPr/>
            </a:pPr>
            <a:r>
              <a:rPr lang="en-US" sz="800" smtClean="0">
                <a:solidFill>
                  <a:srgbClr val="FFFFFF"/>
                </a:solidFill>
                <a:latin typeface="Arial" pitchFamily="34" charset="0"/>
              </a:rPr>
              <a:t>®</a:t>
            </a:r>
          </a:p>
        </p:txBody>
      </p:sp>
      <p:pic>
        <p:nvPicPr>
          <p:cNvPr id="5" name="Picture 10" descr="OGC header 20101220.png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2247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" name="Picture 11" descr="Picture 7.png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1000" y="6096000"/>
            <a:ext cx="1381125" cy="609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63875" name="Rectangle 3"/>
          <p:cNvSpPr>
            <a:spLocks noGrp="1" noChangeArrowheads="1"/>
          </p:cNvSpPr>
          <p:nvPr>
            <p:ph type="ctrTitle"/>
          </p:nvPr>
        </p:nvSpPr>
        <p:spPr>
          <a:xfrm>
            <a:off x="762000" y="3276600"/>
            <a:ext cx="7772400" cy="1143000"/>
          </a:xfrm>
        </p:spPr>
        <p:txBody>
          <a:bodyPr/>
          <a:lstStyle>
            <a:lvl1pPr>
              <a:defRPr sz="3200">
                <a:latin typeface="Arial Black" pitchFamily="34" charset="0"/>
              </a:defRPr>
            </a:lvl1pPr>
          </a:lstStyle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463876" name="Rectangle 4"/>
          <p:cNvSpPr>
            <a:spLocks noGrp="1" noChangeArrowheads="1"/>
          </p:cNvSpPr>
          <p:nvPr>
            <p:ph type="subTitle" idx="1"/>
          </p:nvPr>
        </p:nvSpPr>
        <p:spPr>
          <a:xfrm>
            <a:off x="1447800" y="4572000"/>
            <a:ext cx="6400800" cy="1371600"/>
          </a:xfrm>
        </p:spPr>
        <p:txBody>
          <a:bodyPr/>
          <a:lstStyle>
            <a:lvl1pPr marL="0" indent="0" algn="ctr">
              <a:buFontTx/>
              <a:buNone/>
              <a:defRPr sz="1800">
                <a:solidFill>
                  <a:srgbClr val="092E5C"/>
                </a:solidFill>
              </a:defRPr>
            </a:lvl1pPr>
          </a:lstStyle>
          <a:p>
            <a:r>
              <a:rPr lang="en-US" dirty="0" smtClean="0"/>
              <a:t>Click to edit Master subtitle style</a:t>
            </a:r>
            <a:endParaRPr lang="en-US" dirty="0"/>
          </a:p>
        </p:txBody>
      </p:sp>
      <p:sp>
        <p:nvSpPr>
          <p:cNvPr id="9" name="Rectangle 2"/>
          <p:cNvSpPr>
            <a:spLocks noGrp="1" noChangeArrowheads="1"/>
          </p:cNvSpPr>
          <p:nvPr>
            <p:ph type="ftr" sz="quarter" idx="10"/>
          </p:nvPr>
        </p:nvSpPr>
        <p:spPr>
          <a:xfrm>
            <a:off x="3009900" y="6400800"/>
            <a:ext cx="3276600" cy="304800"/>
          </a:xfrm>
        </p:spPr>
        <p:txBody>
          <a:bodyPr/>
          <a:lstStyle>
            <a:lvl1pPr>
              <a:defRPr>
                <a:effectLst>
                  <a:outerShdw blurRad="38100" dist="38100" dir="2700000" algn="tl">
                    <a:srgbClr val="C0C0C0"/>
                  </a:outerShdw>
                </a:effectLst>
              </a:defRPr>
            </a:lvl1pPr>
          </a:lstStyle>
          <a:p>
            <a:pPr>
              <a:defRPr/>
            </a:pPr>
            <a:r>
              <a:rPr lang="en-US"/>
              <a:t>Copyright © 2013 Open Geospatial Consortium</a:t>
            </a:r>
          </a:p>
        </p:txBody>
      </p:sp>
    </p:spTree>
    <p:extLst>
      <p:ext uri="{BB962C8B-B14F-4D97-AF65-F5344CB8AC3E}">
        <p14:creationId xmlns:p14="http://schemas.microsoft.com/office/powerpoint/2010/main" val="49895058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Copyright © 2013 Open Geospatial Consortium</a:t>
            </a:r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5543A99-9B82-4142-837B-BC5E3156BCF6}" type="slidenum">
              <a:rPr lang="en-US"/>
              <a:pPr>
                <a:defRPr/>
              </a:pPr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118010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Copyright © 2013 Open Geospatial Consortium</a:t>
            </a:r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09425BA-91E2-46F7-AEEE-A39573C29B1C}" type="slidenum">
              <a:rPr lang="en-US"/>
              <a:pPr>
                <a:defRPr/>
              </a:pPr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50460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46075" y="1279525"/>
            <a:ext cx="4152900" cy="4891088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51375" y="1279525"/>
            <a:ext cx="4152900" cy="4891088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Copyright © 2013 Open Geospatial Consortium</a:t>
            </a: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4F817A6-EEBA-46F5-968A-05B70156361D}" type="slidenum">
              <a:rPr lang="en-US"/>
              <a:pPr>
                <a:defRPr/>
              </a:pPr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14920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Copyright © 2013 Open Geospatial Consortium</a:t>
            </a:r>
          </a:p>
        </p:txBody>
      </p:sp>
      <p:sp>
        <p:nvSpPr>
          <p:cNvPr id="8" name="Rectangle 6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B5BF9BA-2C6B-411A-BCB9-303C89EB4677}" type="slidenum">
              <a:rPr lang="en-US"/>
              <a:pPr>
                <a:defRPr/>
              </a:pPr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685279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Copyright © 2013 Open Geospatial Consortium</a:t>
            </a:r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BAE8E77-EC04-47F4-AEAA-E0275F502F35}" type="slidenum">
              <a:rPr lang="en-US"/>
              <a:pPr>
                <a:defRPr/>
              </a:pPr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499416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Copyright © 2013 Open Geospatial Consortium</a:t>
            </a:r>
          </a:p>
        </p:txBody>
      </p:sp>
      <p:sp>
        <p:nvSpPr>
          <p:cNvPr id="3" name="Rectangle 6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82CB325-3C57-47EC-85DF-0954CE97AD03}" type="slidenum">
              <a:rPr lang="en-US"/>
              <a:pPr>
                <a:defRPr/>
              </a:pPr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864876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Copyright © 2013 Open Geospatial Consortium</a:t>
            </a: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CF31F9F-E245-423F-AF1C-65DF7C89E2AA}" type="slidenum">
              <a:rPr lang="en-US"/>
              <a:pPr>
                <a:defRPr/>
              </a:pPr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791097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Copyright © 2013 Open Geospatial Consortium</a:t>
            </a: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3928215-179C-47E2-A399-BBA1D41872F5}" type="slidenum">
              <a:rPr lang="en-US"/>
              <a:pPr>
                <a:defRPr/>
              </a:pPr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43746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Copyright © 2013 Open Geospatial Consortium</a:t>
            </a:r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E549531-ED37-4B57-8005-7FF815EC5EAF}" type="slidenum">
              <a:rPr lang="en-US"/>
              <a:pPr>
                <a:defRPr/>
              </a:pPr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229810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745288" y="136525"/>
            <a:ext cx="2170112" cy="603408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31775" y="136525"/>
            <a:ext cx="6361113" cy="603408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Copyright © 2013 Open Geospatial Consortium</a:t>
            </a:r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D68ADE3-EFED-4183-A793-D63E94A17B93}" type="slidenum">
              <a:rPr lang="en-US"/>
              <a:pPr>
                <a:defRPr/>
              </a:pPr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842519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15"/>
          <p:cNvPicPr>
            <a:picLocks noChangeAspect="1" noChangeArrowheads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5125" y="776288"/>
            <a:ext cx="8455025" cy="4905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62850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231775" y="136525"/>
            <a:ext cx="8683625" cy="685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title style</a:t>
            </a:r>
          </a:p>
        </p:txBody>
      </p:sp>
      <p:sp>
        <p:nvSpPr>
          <p:cNvPr id="1028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346075" y="1279525"/>
            <a:ext cx="8458200" cy="48910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 smtClean="0"/>
              <a:t>Click to edit Master text styles</a:t>
            </a:r>
          </a:p>
          <a:p>
            <a:pPr lvl="1"/>
            <a:r>
              <a:rPr lang="en-US" altLang="en-US" smtClean="0"/>
              <a:t>Second level</a:t>
            </a:r>
          </a:p>
          <a:p>
            <a:pPr lvl="2"/>
            <a:r>
              <a:rPr lang="en-US" altLang="en-US" smtClean="0"/>
              <a:t>Third level</a:t>
            </a:r>
          </a:p>
          <a:p>
            <a:pPr lvl="3"/>
            <a:r>
              <a:rPr lang="en-US" altLang="en-US" smtClean="0"/>
              <a:t>Fourth level</a:t>
            </a:r>
          </a:p>
          <a:p>
            <a:pPr lvl="4"/>
            <a:r>
              <a:rPr lang="en-US" altLang="en-US" smtClean="0"/>
              <a:t>Fifth level</a:t>
            </a:r>
          </a:p>
        </p:txBody>
      </p:sp>
      <p:sp>
        <p:nvSpPr>
          <p:cNvPr id="462852" name="Rectangle 4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2973388" y="6553200"/>
            <a:ext cx="3200400" cy="228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eaLnBrk="0" hangingPunct="0">
              <a:defRPr sz="900" b="0">
                <a:solidFill>
                  <a:srgbClr val="092E5C"/>
                </a:solidFill>
                <a:latin typeface="Arial" pitchFamily="34" charset="0"/>
              </a:defRPr>
            </a:lvl1pPr>
          </a:lstStyle>
          <a:p>
            <a:pPr>
              <a:defRPr/>
            </a:pPr>
            <a:r>
              <a:rPr lang="en-US"/>
              <a:t>Copyright © 2013 Open Geospatial Consortium</a:t>
            </a:r>
          </a:p>
        </p:txBody>
      </p:sp>
      <p:sp>
        <p:nvSpPr>
          <p:cNvPr id="462854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896100" y="6553200"/>
            <a:ext cx="1905000" cy="228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0" hangingPunct="0">
              <a:defRPr sz="900" b="0">
                <a:solidFill>
                  <a:srgbClr val="092E5C"/>
                </a:solidFill>
                <a:latin typeface="Arial" pitchFamily="34" charset="0"/>
              </a:defRPr>
            </a:lvl1pPr>
          </a:lstStyle>
          <a:p>
            <a:pPr>
              <a:defRPr/>
            </a:pPr>
            <a:fld id="{692C2F6B-4000-491F-BAD7-AFB1AEADC86C}" type="slidenum">
              <a:rPr lang="en-US"/>
              <a:pPr>
                <a:defRPr/>
              </a:pPr>
              <a:t>‹Nr.›</a:t>
            </a:fld>
            <a:endParaRPr lang="en-US"/>
          </a:p>
        </p:txBody>
      </p:sp>
      <p:sp>
        <p:nvSpPr>
          <p:cNvPr id="1031" name="Text Box 16"/>
          <p:cNvSpPr txBox="1">
            <a:spLocks noChangeArrowheads="1"/>
          </p:cNvSpPr>
          <p:nvPr/>
        </p:nvSpPr>
        <p:spPr bwMode="auto">
          <a:xfrm>
            <a:off x="333375" y="6219825"/>
            <a:ext cx="1157288" cy="609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eaLnBrk="0" hangingPunct="0">
              <a:defRPr sz="1000" b="1">
                <a:solidFill>
                  <a:schemeClr val="tx1"/>
                </a:solidFill>
                <a:latin typeface="CG Times" charset="0"/>
                <a:ea typeface="MS PGothic" charset="0"/>
                <a:cs typeface="MS PGothic" charset="0"/>
              </a:defRPr>
            </a:lvl1pPr>
            <a:lvl2pPr marL="742950" indent="-285750" eaLnBrk="0" hangingPunct="0">
              <a:defRPr sz="1000" b="1">
                <a:solidFill>
                  <a:schemeClr val="tx1"/>
                </a:solidFill>
                <a:latin typeface="CG Times" charset="0"/>
                <a:ea typeface="MS PGothic" charset="0"/>
                <a:cs typeface="MS PGothic" charset="0"/>
              </a:defRPr>
            </a:lvl2pPr>
            <a:lvl3pPr marL="1143000" indent="-228600" eaLnBrk="0" hangingPunct="0">
              <a:defRPr sz="1000" b="1">
                <a:solidFill>
                  <a:schemeClr val="tx1"/>
                </a:solidFill>
                <a:latin typeface="CG Times" charset="0"/>
                <a:ea typeface="MS PGothic" charset="0"/>
                <a:cs typeface="MS PGothic" charset="0"/>
              </a:defRPr>
            </a:lvl3pPr>
            <a:lvl4pPr marL="1600200" indent="-228600" eaLnBrk="0" hangingPunct="0">
              <a:defRPr sz="1000" b="1">
                <a:solidFill>
                  <a:schemeClr val="tx1"/>
                </a:solidFill>
                <a:latin typeface="CG Times" charset="0"/>
                <a:ea typeface="MS PGothic" charset="0"/>
                <a:cs typeface="MS PGothic" charset="0"/>
              </a:defRPr>
            </a:lvl4pPr>
            <a:lvl5pPr marL="2057400" indent="-228600" eaLnBrk="0" hangingPunct="0">
              <a:defRPr sz="1000" b="1">
                <a:solidFill>
                  <a:schemeClr val="tx1"/>
                </a:solidFill>
                <a:latin typeface="CG Times" charset="0"/>
                <a:ea typeface="MS PGothic" charset="0"/>
                <a:cs typeface="MS PGothic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CG Times" charset="0"/>
                <a:ea typeface="MS PGothic" charset="0"/>
                <a:cs typeface="MS PGothic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CG Times" charset="0"/>
                <a:ea typeface="MS PGothic" charset="0"/>
                <a:cs typeface="MS PGothic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CG Times" charset="0"/>
                <a:ea typeface="MS PGothic" charset="0"/>
                <a:cs typeface="MS PGothic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CG Times" charset="0"/>
                <a:ea typeface="MS PGothic" charset="0"/>
                <a:cs typeface="MS PGothic" charset="0"/>
              </a:defRPr>
            </a:lvl9pPr>
          </a:lstStyle>
          <a:p>
            <a:pPr>
              <a:defRPr/>
            </a:pPr>
            <a:r>
              <a:rPr lang="en-US" sz="4000" smtClean="0">
                <a:solidFill>
                  <a:schemeClr val="tx2"/>
                </a:solidFill>
                <a:latin typeface="Times New Roman" charset="0"/>
              </a:rPr>
              <a:t>OGC</a:t>
            </a:r>
          </a:p>
        </p:txBody>
      </p:sp>
      <p:sp>
        <p:nvSpPr>
          <p:cNvPr id="1032" name="Text Box 20"/>
          <p:cNvSpPr txBox="1">
            <a:spLocks noChangeArrowheads="1"/>
          </p:cNvSpPr>
          <p:nvPr/>
        </p:nvSpPr>
        <p:spPr bwMode="auto">
          <a:xfrm>
            <a:off x="1498600" y="6270625"/>
            <a:ext cx="93663" cy="244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 type="none" w="med" len="lg"/>
                <a:tailEnd/>
              </a14:hiddenLine>
            </a:ext>
          </a:extLst>
        </p:spPr>
        <p:txBody>
          <a:bodyPr wrap="none" lIns="0" rIns="0">
            <a:spAutoFit/>
          </a:bodyPr>
          <a:lstStyle>
            <a:lvl1pPr eaLnBrk="0" hangingPunct="0">
              <a:defRPr sz="1000" b="1">
                <a:solidFill>
                  <a:schemeClr val="tx1"/>
                </a:solidFill>
                <a:latin typeface="CG Times" charset="0"/>
                <a:ea typeface="MS PGothic" pitchFamily="34" charset="-128"/>
              </a:defRPr>
            </a:lvl1pPr>
            <a:lvl2pPr marL="742950" indent="-285750" eaLnBrk="0" hangingPunct="0">
              <a:defRPr sz="1000" b="1">
                <a:solidFill>
                  <a:schemeClr val="tx1"/>
                </a:solidFill>
                <a:latin typeface="CG Times" charset="0"/>
                <a:ea typeface="MS PGothic" pitchFamily="34" charset="-128"/>
              </a:defRPr>
            </a:lvl2pPr>
            <a:lvl3pPr marL="1143000" indent="-228600" eaLnBrk="0" hangingPunct="0">
              <a:defRPr sz="1000" b="1">
                <a:solidFill>
                  <a:schemeClr val="tx1"/>
                </a:solidFill>
                <a:latin typeface="CG Times" charset="0"/>
                <a:ea typeface="MS PGothic" pitchFamily="34" charset="-128"/>
              </a:defRPr>
            </a:lvl3pPr>
            <a:lvl4pPr marL="1600200" indent="-228600" eaLnBrk="0" hangingPunct="0">
              <a:defRPr sz="1000" b="1">
                <a:solidFill>
                  <a:schemeClr val="tx1"/>
                </a:solidFill>
                <a:latin typeface="CG Times" charset="0"/>
                <a:ea typeface="MS PGothic" pitchFamily="34" charset="-128"/>
              </a:defRPr>
            </a:lvl4pPr>
            <a:lvl5pPr marL="2057400" indent="-228600" eaLnBrk="0" hangingPunct="0">
              <a:defRPr sz="1000" b="1">
                <a:solidFill>
                  <a:schemeClr val="tx1"/>
                </a:solidFill>
                <a:latin typeface="CG Times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CG Times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CG Times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CG Times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CG Times" charset="0"/>
                <a:ea typeface="MS PGothic" pitchFamily="34" charset="-128"/>
              </a:defRPr>
            </a:lvl9pPr>
          </a:lstStyle>
          <a:p>
            <a:pPr>
              <a:defRPr/>
            </a:pPr>
            <a:r>
              <a:rPr lang="en-US" smtClean="0">
                <a:solidFill>
                  <a:schemeClr val="tx2"/>
                </a:solidFill>
                <a:latin typeface="Arial" pitchFamily="34" charset="0"/>
              </a:rPr>
              <a:t>®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38" r:id="rId1"/>
    <p:sldLayoutId id="2147483728" r:id="rId2"/>
    <p:sldLayoutId id="2147483729" r:id="rId3"/>
    <p:sldLayoutId id="2147483730" r:id="rId4"/>
    <p:sldLayoutId id="2147483731" r:id="rId5"/>
    <p:sldLayoutId id="2147483732" r:id="rId6"/>
    <p:sldLayoutId id="2147483733" r:id="rId7"/>
    <p:sldLayoutId id="2147483734" r:id="rId8"/>
    <p:sldLayoutId id="2147483735" r:id="rId9"/>
    <p:sldLayoutId id="2147483736" r:id="rId10"/>
    <p:sldLayoutId id="2147483737" r:id="rId11"/>
  </p:sldLayoutIdLst>
  <p:timing>
    <p:tnLst>
      <p:par>
        <p:cTn id="1" dur="indefinite" restart="never" nodeType="tmRoot"/>
      </p:par>
    </p:tnLst>
  </p:timing>
  <p:hf sldNum="0" hdr="0" dt="0"/>
  <p:txStyles>
    <p:titleStyle>
      <a:lvl1pPr algn="ctr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200">
          <a:solidFill>
            <a:srgbClr val="092E5C"/>
          </a:solidFill>
          <a:effectLst>
            <a:outerShdw blurRad="38100" dist="38100" dir="2700000" algn="tl">
              <a:srgbClr val="C0C0C0"/>
            </a:outerShdw>
          </a:effectLst>
          <a:latin typeface="+mj-lt"/>
          <a:ea typeface="MS PGothic" pitchFamily="34" charset="-128"/>
          <a:cs typeface="MS PGothic" charset="0"/>
        </a:defRPr>
      </a:lvl1pPr>
      <a:lvl2pPr algn="ctr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200">
          <a:solidFill>
            <a:srgbClr val="092E5C"/>
          </a:solidFill>
          <a:effectLst>
            <a:outerShdw blurRad="38100" dist="38100" dir="2700000" algn="tl">
              <a:srgbClr val="C0C0C0"/>
            </a:outerShdw>
          </a:effectLst>
          <a:latin typeface="Arial" charset="0"/>
          <a:ea typeface="MS PGothic" pitchFamily="34" charset="-128"/>
          <a:cs typeface="MS PGothic" charset="0"/>
        </a:defRPr>
      </a:lvl2pPr>
      <a:lvl3pPr algn="ctr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200">
          <a:solidFill>
            <a:srgbClr val="092E5C"/>
          </a:solidFill>
          <a:effectLst>
            <a:outerShdw blurRad="38100" dist="38100" dir="2700000" algn="tl">
              <a:srgbClr val="C0C0C0"/>
            </a:outerShdw>
          </a:effectLst>
          <a:latin typeface="Arial" charset="0"/>
          <a:ea typeface="MS PGothic" pitchFamily="34" charset="-128"/>
          <a:cs typeface="MS PGothic" charset="0"/>
        </a:defRPr>
      </a:lvl3pPr>
      <a:lvl4pPr algn="ctr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200">
          <a:solidFill>
            <a:srgbClr val="092E5C"/>
          </a:solidFill>
          <a:effectLst>
            <a:outerShdw blurRad="38100" dist="38100" dir="2700000" algn="tl">
              <a:srgbClr val="C0C0C0"/>
            </a:outerShdw>
          </a:effectLst>
          <a:latin typeface="Arial" charset="0"/>
          <a:ea typeface="MS PGothic" pitchFamily="34" charset="-128"/>
          <a:cs typeface="MS PGothic" charset="0"/>
        </a:defRPr>
      </a:lvl4pPr>
      <a:lvl5pPr algn="ctr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200">
          <a:solidFill>
            <a:srgbClr val="092E5C"/>
          </a:solidFill>
          <a:effectLst>
            <a:outerShdw blurRad="38100" dist="38100" dir="2700000" algn="tl">
              <a:srgbClr val="C0C0C0"/>
            </a:outerShdw>
          </a:effectLst>
          <a:latin typeface="Arial" charset="0"/>
          <a:ea typeface="MS PGothic" pitchFamily="34" charset="-128"/>
          <a:cs typeface="MS PGothic" charset="0"/>
        </a:defRPr>
      </a:lvl5pPr>
      <a:lvl6pPr marL="457200" algn="ctr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200">
          <a:solidFill>
            <a:srgbClr val="092E5C"/>
          </a:solidFill>
          <a:effectLst>
            <a:outerShdw blurRad="38100" dist="38100" dir="2700000" algn="tl">
              <a:srgbClr val="C0C0C0"/>
            </a:outerShdw>
          </a:effectLst>
          <a:latin typeface="Arial" charset="0"/>
        </a:defRPr>
      </a:lvl6pPr>
      <a:lvl7pPr marL="914400" algn="ctr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200">
          <a:solidFill>
            <a:srgbClr val="092E5C"/>
          </a:solidFill>
          <a:effectLst>
            <a:outerShdw blurRad="38100" dist="38100" dir="2700000" algn="tl">
              <a:srgbClr val="C0C0C0"/>
            </a:outerShdw>
          </a:effectLst>
          <a:latin typeface="Arial" charset="0"/>
        </a:defRPr>
      </a:lvl7pPr>
      <a:lvl8pPr marL="1371600" algn="ctr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200">
          <a:solidFill>
            <a:srgbClr val="092E5C"/>
          </a:solidFill>
          <a:effectLst>
            <a:outerShdw blurRad="38100" dist="38100" dir="2700000" algn="tl">
              <a:srgbClr val="C0C0C0"/>
            </a:outerShdw>
          </a:effectLst>
          <a:latin typeface="Arial" charset="0"/>
        </a:defRPr>
      </a:lvl8pPr>
      <a:lvl9pPr marL="1828800" algn="ctr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200">
          <a:solidFill>
            <a:srgbClr val="092E5C"/>
          </a:solidFill>
          <a:effectLst>
            <a:outerShdw blurRad="38100" dist="38100" dir="2700000" algn="tl">
              <a:srgbClr val="C0C0C0"/>
            </a:outerShdw>
          </a:effectLst>
          <a:latin typeface="Arial" charset="0"/>
        </a:defRPr>
      </a:lvl9pPr>
    </p:titleStyle>
    <p:bodyStyle>
      <a:lvl1pPr marL="233363" indent="-233363" algn="l" rtl="0" eaLnBrk="0" fontAlgn="base" hangingPunct="0">
        <a:spcBef>
          <a:spcPct val="20000"/>
        </a:spcBef>
        <a:spcAft>
          <a:spcPct val="0"/>
        </a:spcAft>
        <a:buClr>
          <a:srgbClr val="092E5C"/>
        </a:buClr>
        <a:buChar char="•"/>
        <a:defRPr sz="2400">
          <a:solidFill>
            <a:schemeClr val="tx2"/>
          </a:solidFill>
          <a:latin typeface="+mn-lt"/>
          <a:ea typeface="MS PGothic" pitchFamily="34" charset="-128"/>
          <a:cs typeface="MS PGothic" charset="0"/>
        </a:defRPr>
      </a:lvl1pPr>
      <a:lvl2pPr marL="569913" indent="-222250" algn="l" rtl="0" eaLnBrk="0" fontAlgn="base" hangingPunct="0">
        <a:spcBef>
          <a:spcPct val="20000"/>
        </a:spcBef>
        <a:spcAft>
          <a:spcPct val="0"/>
        </a:spcAft>
        <a:buClr>
          <a:srgbClr val="092E5C"/>
        </a:buClr>
        <a:buChar char="–"/>
        <a:defRPr sz="2000">
          <a:solidFill>
            <a:schemeClr val="tx2"/>
          </a:solidFill>
          <a:latin typeface="+mn-lt"/>
          <a:ea typeface="MS PGothic" pitchFamily="34" charset="-128"/>
          <a:cs typeface="MS PGothic" charset="0"/>
        </a:defRPr>
      </a:lvl2pPr>
      <a:lvl3pPr marL="912813" indent="-228600" algn="l" rtl="0" eaLnBrk="0" fontAlgn="base" hangingPunct="0">
        <a:spcBef>
          <a:spcPct val="20000"/>
        </a:spcBef>
        <a:spcAft>
          <a:spcPct val="0"/>
        </a:spcAft>
        <a:buClr>
          <a:srgbClr val="092E5C"/>
        </a:buClr>
        <a:buChar char="•"/>
        <a:defRPr>
          <a:solidFill>
            <a:schemeClr val="tx2"/>
          </a:solidFill>
          <a:latin typeface="+mn-lt"/>
          <a:ea typeface="MS PGothic" pitchFamily="34" charset="-128"/>
          <a:cs typeface="MS PGothic" charset="0"/>
        </a:defRPr>
      </a:lvl3pPr>
      <a:lvl4pPr marL="1255713" indent="-228600" algn="l" rtl="0" eaLnBrk="0" fontAlgn="base" hangingPunct="0">
        <a:spcBef>
          <a:spcPct val="20000"/>
        </a:spcBef>
        <a:spcAft>
          <a:spcPct val="0"/>
        </a:spcAft>
        <a:buClr>
          <a:srgbClr val="092E5C"/>
        </a:buClr>
        <a:buChar char="–"/>
        <a:defRPr sz="1600">
          <a:solidFill>
            <a:schemeClr val="tx2"/>
          </a:solidFill>
          <a:latin typeface="+mn-lt"/>
          <a:ea typeface="MS PGothic" pitchFamily="34" charset="-128"/>
          <a:cs typeface="MS PGothic" charset="0"/>
        </a:defRPr>
      </a:lvl4pPr>
      <a:lvl5pPr marL="1598613" indent="-228600" algn="l" rtl="0" eaLnBrk="0" fontAlgn="base" hangingPunct="0">
        <a:spcBef>
          <a:spcPct val="20000"/>
        </a:spcBef>
        <a:spcAft>
          <a:spcPct val="0"/>
        </a:spcAft>
        <a:buClr>
          <a:srgbClr val="092E5C"/>
        </a:buClr>
        <a:buChar char="»"/>
        <a:defRPr sz="1600">
          <a:solidFill>
            <a:schemeClr val="tx2"/>
          </a:solidFill>
          <a:latin typeface="+mn-lt"/>
          <a:ea typeface="MS PGothic" pitchFamily="34" charset="-128"/>
          <a:cs typeface="MS PGothic" charset="0"/>
        </a:defRPr>
      </a:lvl5pPr>
      <a:lvl6pPr marL="2055813" indent="-228600" algn="l" rtl="0" eaLnBrk="0" fontAlgn="base" hangingPunct="0">
        <a:spcBef>
          <a:spcPct val="20000"/>
        </a:spcBef>
        <a:spcAft>
          <a:spcPct val="0"/>
        </a:spcAft>
        <a:buClr>
          <a:srgbClr val="092E5C"/>
        </a:buClr>
        <a:buChar char="»"/>
        <a:defRPr sz="1600">
          <a:solidFill>
            <a:schemeClr val="tx2"/>
          </a:solidFill>
          <a:latin typeface="+mn-lt"/>
        </a:defRPr>
      </a:lvl6pPr>
      <a:lvl7pPr marL="2513013" indent="-228600" algn="l" rtl="0" eaLnBrk="0" fontAlgn="base" hangingPunct="0">
        <a:spcBef>
          <a:spcPct val="20000"/>
        </a:spcBef>
        <a:spcAft>
          <a:spcPct val="0"/>
        </a:spcAft>
        <a:buClr>
          <a:srgbClr val="092E5C"/>
        </a:buClr>
        <a:buChar char="»"/>
        <a:defRPr sz="1600">
          <a:solidFill>
            <a:schemeClr val="tx2"/>
          </a:solidFill>
          <a:latin typeface="+mn-lt"/>
        </a:defRPr>
      </a:lvl7pPr>
      <a:lvl8pPr marL="2970213" indent="-228600" algn="l" rtl="0" eaLnBrk="0" fontAlgn="base" hangingPunct="0">
        <a:spcBef>
          <a:spcPct val="20000"/>
        </a:spcBef>
        <a:spcAft>
          <a:spcPct val="0"/>
        </a:spcAft>
        <a:buClr>
          <a:srgbClr val="092E5C"/>
        </a:buClr>
        <a:buChar char="»"/>
        <a:defRPr sz="1600">
          <a:solidFill>
            <a:schemeClr val="tx2"/>
          </a:solidFill>
          <a:latin typeface="+mn-lt"/>
        </a:defRPr>
      </a:lvl8pPr>
      <a:lvl9pPr marL="3427413" indent="-228600" algn="l" rtl="0" eaLnBrk="0" fontAlgn="base" hangingPunct="0">
        <a:spcBef>
          <a:spcPct val="20000"/>
        </a:spcBef>
        <a:spcAft>
          <a:spcPct val="0"/>
        </a:spcAft>
        <a:buClr>
          <a:srgbClr val="092E5C"/>
        </a:buClr>
        <a:buChar char="»"/>
        <a:defRPr sz="1600">
          <a:solidFill>
            <a:schemeClr val="tx2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emf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emf"/><Relationship Id="rId2" Type="http://schemas.openxmlformats.org/officeDocument/2006/relationships/image" Target="../media/image6.emf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emf"/><Relationship Id="rId2" Type="http://schemas.openxmlformats.org/officeDocument/2006/relationships/image" Target="../media/image6.emf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8.emf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emf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emf"/><Relationship Id="rId2" Type="http://schemas.openxmlformats.org/officeDocument/2006/relationships/image" Target="../media/image6.emf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emf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emf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emf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emf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emf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emf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emf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emf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emf"/><Relationship Id="rId2" Type="http://schemas.openxmlformats.org/officeDocument/2006/relationships/image" Target="../media/image18.emf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hyperlink" Target="http://www.bafg.de/GRDC/EN/02_srvcs/24_rprtsrs/report_39r2.html?nn=201572" TargetMode="Externa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8082" name="Rectangle 2"/>
          <p:cNvSpPr>
            <a:spLocks noGrp="1" noChangeArrowheads="1"/>
          </p:cNvSpPr>
          <p:nvPr>
            <p:ph type="ctrTitle"/>
          </p:nvPr>
        </p:nvSpPr>
        <p:spPr>
          <a:xfrm>
            <a:off x="838200" y="2552700"/>
            <a:ext cx="7772400" cy="1143000"/>
          </a:xfrm>
        </p:spPr>
        <p:txBody>
          <a:bodyPr>
            <a:noAutofit/>
          </a:bodyPr>
          <a:lstStyle/>
          <a:p>
            <a:pPr>
              <a:lnSpc>
                <a:spcPct val="100000"/>
              </a:lnSpc>
              <a:spcBef>
                <a:spcPts val="1200"/>
              </a:spcBef>
              <a:defRPr/>
            </a:pPr>
            <a:r>
              <a:rPr lang="en-US" altLang="en-US" sz="2800" dirty="0" smtClean="0"/>
              <a:t/>
            </a:r>
            <a:br>
              <a:rPr lang="en-US" altLang="en-US" sz="2800" dirty="0" smtClean="0"/>
            </a:br>
            <a:r>
              <a:rPr lang="en-US" altLang="en-US" sz="2800" dirty="0" smtClean="0"/>
              <a:t>GRDC Hydrologic Metadata</a:t>
            </a:r>
            <a:br>
              <a:rPr lang="en-US" altLang="en-US" sz="2800" dirty="0" smtClean="0"/>
            </a:br>
            <a:r>
              <a:rPr lang="en-US" altLang="en-US" sz="2800" dirty="0" smtClean="0"/>
              <a:t>- core concepts - </a:t>
            </a:r>
          </a:p>
        </p:txBody>
      </p:sp>
      <p:sp>
        <p:nvSpPr>
          <p:cNvPr id="3075" name="Rectangle 3"/>
          <p:cNvSpPr>
            <a:spLocks noGrp="1" noChangeArrowheads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altLang="en-US" sz="2000" dirty="0">
                <a:cs typeface="Arial" pitchFamily="34" charset="0"/>
              </a:rPr>
              <a:t>5</a:t>
            </a:r>
            <a:r>
              <a:rPr lang="en-US" altLang="en-US" sz="2000" baseline="30000" dirty="0">
                <a:cs typeface="Arial" pitchFamily="34" charset="0"/>
              </a:rPr>
              <a:t>th</a:t>
            </a:r>
            <a:r>
              <a:rPr lang="en-US" altLang="en-US" sz="2000" dirty="0">
                <a:cs typeface="Arial" pitchFamily="34" charset="0"/>
              </a:rPr>
              <a:t>, WMO/OGC Hydrology DWG</a:t>
            </a:r>
          </a:p>
          <a:p>
            <a:r>
              <a:rPr lang="en-US" altLang="en-US" sz="2000" dirty="0">
                <a:cs typeface="Arial" pitchFamily="34" charset="0"/>
              </a:rPr>
              <a:t> New York, CCNY, August 11 – 15, 2014</a:t>
            </a:r>
          </a:p>
          <a:p>
            <a:pPr>
              <a:spcBef>
                <a:spcPct val="0"/>
              </a:spcBef>
            </a:pPr>
            <a:endParaRPr lang="en-US" altLang="en-US" sz="2000" dirty="0">
              <a:cs typeface="Arial" pitchFamily="34" charset="0"/>
            </a:endParaRPr>
          </a:p>
          <a:p>
            <a:pPr>
              <a:spcBef>
                <a:spcPct val="0"/>
              </a:spcBef>
            </a:pPr>
            <a:r>
              <a:rPr lang="en-US" altLang="en-US" sz="2000" dirty="0">
                <a:cs typeface="Arial" pitchFamily="34" charset="0"/>
              </a:rPr>
              <a:t>Irina Dornblut, GRDC of WMO at </a:t>
            </a:r>
            <a:r>
              <a:rPr lang="en-US" altLang="en-US" sz="2000" dirty="0" err="1">
                <a:cs typeface="Arial" pitchFamily="34" charset="0"/>
              </a:rPr>
              <a:t>BfG</a:t>
            </a:r>
            <a:endParaRPr lang="en-US" altLang="en-US" sz="2000" dirty="0"/>
          </a:p>
        </p:txBody>
      </p:sp>
      <p:sp>
        <p:nvSpPr>
          <p:cNvPr id="6" name="Rectangle 2"/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 eaLnBrk="0" hangingPunct="0">
              <a:defRPr sz="1000" b="1">
                <a:solidFill>
                  <a:schemeClr val="tx1"/>
                </a:solidFill>
                <a:latin typeface="CG Times" charset="0"/>
                <a:ea typeface="MS PGothic" pitchFamily="34" charset="-128"/>
              </a:defRPr>
            </a:lvl1pPr>
            <a:lvl2pPr marL="742950" indent="-285750" eaLnBrk="0" hangingPunct="0">
              <a:defRPr sz="1000" b="1">
                <a:solidFill>
                  <a:schemeClr val="tx1"/>
                </a:solidFill>
                <a:latin typeface="CG Times" charset="0"/>
                <a:ea typeface="MS PGothic" pitchFamily="34" charset="-128"/>
              </a:defRPr>
            </a:lvl2pPr>
            <a:lvl3pPr marL="1143000" indent="-228600" eaLnBrk="0" hangingPunct="0">
              <a:defRPr sz="1000" b="1">
                <a:solidFill>
                  <a:schemeClr val="tx1"/>
                </a:solidFill>
                <a:latin typeface="CG Times" charset="0"/>
                <a:ea typeface="MS PGothic" pitchFamily="34" charset="-128"/>
              </a:defRPr>
            </a:lvl3pPr>
            <a:lvl4pPr marL="1600200" indent="-228600" eaLnBrk="0" hangingPunct="0">
              <a:defRPr sz="1000" b="1">
                <a:solidFill>
                  <a:schemeClr val="tx1"/>
                </a:solidFill>
                <a:latin typeface="CG Times" charset="0"/>
                <a:ea typeface="MS PGothic" pitchFamily="34" charset="-128"/>
              </a:defRPr>
            </a:lvl4pPr>
            <a:lvl5pPr marL="2057400" indent="-228600" eaLnBrk="0" hangingPunct="0">
              <a:defRPr sz="1000" b="1">
                <a:solidFill>
                  <a:schemeClr val="tx1"/>
                </a:solidFill>
                <a:latin typeface="CG Times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CG Times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CG Times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CG Times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CG Times" charset="0"/>
                <a:ea typeface="MS PGothic" pitchFamily="34" charset="-128"/>
              </a:defRPr>
            </a:lvl9pPr>
          </a:lstStyle>
          <a:p>
            <a:pPr>
              <a:defRPr/>
            </a:pPr>
            <a:r>
              <a:rPr lang="en-US" sz="900" b="0" smtClean="0">
                <a:solidFill>
                  <a:srgbClr val="092E5C"/>
                </a:solidFill>
                <a:latin typeface="Arial" pitchFamily="34" charset="0"/>
              </a:rPr>
              <a:t>Copyright © 2013 Open Geospatial Consortium</a:t>
            </a:r>
          </a:p>
        </p:txBody>
      </p:sp>
      <p:pic>
        <p:nvPicPr>
          <p:cNvPr id="5" name="Grafik 4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86601" y="6093230"/>
            <a:ext cx="1095375" cy="588747"/>
          </a:xfrm>
          <a:prstGeom prst="rect">
            <a:avLst/>
          </a:prstGeom>
        </p:spPr>
      </p:pic>
      <p:pic>
        <p:nvPicPr>
          <p:cNvPr id="7" name="Grafik 6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53400" y="5867400"/>
            <a:ext cx="990600" cy="9906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 idx="4294967295"/>
          </p:nvPr>
        </p:nvSpPr>
        <p:spPr/>
        <p:txBody>
          <a:bodyPr/>
          <a:lstStyle/>
          <a:p>
            <a:pPr>
              <a:defRPr/>
            </a:pPr>
            <a:r>
              <a:rPr lang="de-DE" altLang="en-US" smtClean="0"/>
              <a:t>GRDC Hydrologic Metadata</a:t>
            </a:r>
            <a:endParaRPr lang="en-US" altLang="en-US" smtClean="0"/>
          </a:p>
        </p:txBody>
      </p:sp>
      <p:sp>
        <p:nvSpPr>
          <p:cNvPr id="4099" name="Inhaltsplatzhalter 2"/>
          <p:cNvSpPr>
            <a:spLocks noGrp="1"/>
          </p:cNvSpPr>
          <p:nvPr>
            <p:ph idx="4294967295"/>
          </p:nvPr>
        </p:nvSpPr>
        <p:spPr>
          <a:xfrm>
            <a:off x="1066800" y="1279525"/>
            <a:ext cx="7737475" cy="4891088"/>
          </a:xfrm>
        </p:spPr>
        <p:txBody>
          <a:bodyPr/>
          <a:lstStyle/>
          <a:p>
            <a:endParaRPr lang="en-US" altLang="en-US" sz="2800" dirty="0" smtClean="0"/>
          </a:p>
          <a:p>
            <a:pPr marL="514350" indent="-514350">
              <a:buFont typeface="+mj-lt"/>
              <a:buAutoNum type="arabicPeriod"/>
            </a:pPr>
            <a:r>
              <a:rPr lang="en-US" altLang="en-US" sz="2800" dirty="0" smtClean="0"/>
              <a:t>WIS and WIGOS context</a:t>
            </a:r>
          </a:p>
          <a:p>
            <a:pPr marL="514350" indent="-514350">
              <a:buFont typeface="+mj-lt"/>
              <a:buAutoNum type="arabicPeriod"/>
            </a:pPr>
            <a:r>
              <a:rPr lang="en-US" altLang="en-US" sz="2800" dirty="0" smtClean="0"/>
              <a:t>Hydrologic datasets and products</a:t>
            </a:r>
          </a:p>
          <a:p>
            <a:pPr marL="514350" indent="-514350">
              <a:buFont typeface="+mj-lt"/>
              <a:buAutoNum type="arabicPeriod"/>
            </a:pPr>
            <a:r>
              <a:rPr lang="en-US" altLang="en-US" sz="2800" dirty="0" smtClean="0"/>
              <a:t>GRDC Hydrologic Metadata</a:t>
            </a:r>
          </a:p>
          <a:p>
            <a:pPr marL="850900" lvl="1" indent="-514350"/>
            <a:r>
              <a:rPr lang="en-US" altLang="en-US" dirty="0" smtClean="0"/>
              <a:t>Core Concepts </a:t>
            </a:r>
          </a:p>
          <a:p>
            <a:pPr marL="850900" lvl="1" indent="-514350"/>
            <a:r>
              <a:rPr lang="en-US" altLang="en-US" dirty="0" smtClean="0"/>
              <a:t>Dataset Description</a:t>
            </a:r>
          </a:p>
          <a:p>
            <a:pPr marL="850900" lvl="1" indent="-514350"/>
            <a:r>
              <a:rPr lang="en-US" altLang="en-US" dirty="0" smtClean="0"/>
              <a:t>Observation Description</a:t>
            </a:r>
          </a:p>
          <a:p>
            <a:pPr marL="850900" lvl="1" indent="-514350"/>
            <a:r>
              <a:rPr lang="en-US" altLang="en-US" dirty="0" smtClean="0"/>
              <a:t>Utilities package</a:t>
            </a:r>
          </a:p>
          <a:p>
            <a:pPr marL="514350" indent="-514350">
              <a:buFont typeface="+mj-lt"/>
              <a:buAutoNum type="arabicPeriod"/>
            </a:pPr>
            <a:r>
              <a:rPr lang="en-US" altLang="en-US" sz="2800" dirty="0" smtClean="0"/>
              <a:t>Next Steps</a:t>
            </a:r>
          </a:p>
          <a:p>
            <a:endParaRPr lang="en-US" altLang="en-US" sz="2800" dirty="0" smtClean="0"/>
          </a:p>
          <a:p>
            <a:endParaRPr lang="en-US" altLang="en-US" sz="2800" dirty="0" smtClean="0"/>
          </a:p>
        </p:txBody>
      </p:sp>
      <p:sp>
        <p:nvSpPr>
          <p:cNvPr id="4100" name="Fußzeilenplatzhalter 3"/>
          <p:cNvSpPr txBox="1">
            <a:spLocks noGrp="1"/>
          </p:cNvSpPr>
          <p:nvPr/>
        </p:nvSpPr>
        <p:spPr bwMode="auto">
          <a:xfrm>
            <a:off x="2973388" y="6553200"/>
            <a:ext cx="3200400" cy="228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lr>
                <a:srgbClr val="092E5C"/>
              </a:buClr>
              <a:buChar char="•"/>
              <a:defRPr sz="2400">
                <a:solidFill>
                  <a:schemeClr val="tx2"/>
                </a:solidFill>
                <a:latin typeface="Arial" pitchFamily="34" charset="0"/>
                <a:ea typeface="MS PGothic" pitchFamily="34" charset="-128"/>
              </a:defRPr>
            </a:lvl1pPr>
            <a:lvl2pPr marL="742950" indent="-285750" eaLnBrk="0" hangingPunct="0">
              <a:spcBef>
                <a:spcPct val="20000"/>
              </a:spcBef>
              <a:buClr>
                <a:srgbClr val="092E5C"/>
              </a:buClr>
              <a:buChar char="–"/>
              <a:defRPr sz="2000">
                <a:solidFill>
                  <a:schemeClr val="tx2"/>
                </a:solidFill>
                <a:latin typeface="Arial" pitchFamily="34" charset="0"/>
                <a:ea typeface="MS PGothic" pitchFamily="34" charset="-128"/>
              </a:defRPr>
            </a:lvl2pPr>
            <a:lvl3pPr marL="1143000" indent="-228600" eaLnBrk="0" hangingPunct="0">
              <a:spcBef>
                <a:spcPct val="20000"/>
              </a:spcBef>
              <a:buClr>
                <a:srgbClr val="092E5C"/>
              </a:buClr>
              <a:buChar char="•"/>
              <a:defRPr>
                <a:solidFill>
                  <a:schemeClr val="tx2"/>
                </a:solidFill>
                <a:latin typeface="Arial" pitchFamily="34" charset="0"/>
                <a:ea typeface="MS PGothic" pitchFamily="34" charset="-128"/>
              </a:defRPr>
            </a:lvl3pPr>
            <a:lvl4pPr marL="1600200" indent="-228600" eaLnBrk="0" hangingPunct="0">
              <a:spcBef>
                <a:spcPct val="20000"/>
              </a:spcBef>
              <a:buClr>
                <a:srgbClr val="092E5C"/>
              </a:buClr>
              <a:buChar char="–"/>
              <a:defRPr sz="1600">
                <a:solidFill>
                  <a:schemeClr val="tx2"/>
                </a:solidFill>
                <a:latin typeface="Arial" pitchFamily="34" charset="0"/>
                <a:ea typeface="MS PGothic" pitchFamily="34" charset="-128"/>
              </a:defRPr>
            </a:lvl4pPr>
            <a:lvl5pPr marL="2057400" indent="-228600" eaLnBrk="0" hangingPunct="0">
              <a:spcBef>
                <a:spcPct val="20000"/>
              </a:spcBef>
              <a:buClr>
                <a:srgbClr val="092E5C"/>
              </a:buClr>
              <a:buChar char="»"/>
              <a:defRPr sz="1600">
                <a:solidFill>
                  <a:schemeClr val="tx2"/>
                </a:solidFill>
                <a:latin typeface="Arial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92E5C"/>
              </a:buClr>
              <a:buChar char="»"/>
              <a:defRPr sz="1600">
                <a:solidFill>
                  <a:schemeClr val="tx2"/>
                </a:solidFill>
                <a:latin typeface="Arial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92E5C"/>
              </a:buClr>
              <a:buChar char="»"/>
              <a:defRPr sz="1600">
                <a:solidFill>
                  <a:schemeClr val="tx2"/>
                </a:solidFill>
                <a:latin typeface="Arial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92E5C"/>
              </a:buClr>
              <a:buChar char="»"/>
              <a:defRPr sz="1600">
                <a:solidFill>
                  <a:schemeClr val="tx2"/>
                </a:solidFill>
                <a:latin typeface="Arial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92E5C"/>
              </a:buClr>
              <a:buChar char="»"/>
              <a:defRPr sz="1600">
                <a:solidFill>
                  <a:schemeClr val="tx2"/>
                </a:solidFill>
                <a:latin typeface="Arial" pitchFamily="34" charset="0"/>
                <a:ea typeface="MS PGothic" pitchFamily="34" charset="-128"/>
              </a:defRPr>
            </a:lvl9pPr>
          </a:lstStyle>
          <a:p>
            <a:pPr algn="ctr">
              <a:spcBef>
                <a:spcPct val="0"/>
              </a:spcBef>
              <a:buClrTx/>
              <a:buFontTx/>
              <a:buNone/>
            </a:pPr>
            <a:r>
              <a:rPr lang="en-US" altLang="en-US" sz="900" b="0">
                <a:solidFill>
                  <a:srgbClr val="092E5C"/>
                </a:solidFill>
              </a:rPr>
              <a:t>Copyright © 2013 Open Geospatial Consortium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 idx="4294967295"/>
          </p:nvPr>
        </p:nvSpPr>
        <p:spPr/>
        <p:txBody>
          <a:bodyPr/>
          <a:lstStyle/>
          <a:p>
            <a:pPr>
              <a:defRPr/>
            </a:pPr>
            <a:r>
              <a:rPr lang="en-GB" altLang="en-US" sz="2800" dirty="0" smtClean="0"/>
              <a:t>GRDC Metadata - WIS and WIGOS Context</a:t>
            </a:r>
          </a:p>
        </p:txBody>
      </p:sp>
      <p:sp>
        <p:nvSpPr>
          <p:cNvPr id="5123" name="Inhaltsplatzhalter 2"/>
          <p:cNvSpPr>
            <a:spLocks noGrp="1"/>
          </p:cNvSpPr>
          <p:nvPr>
            <p:ph idx="4294967295"/>
          </p:nvPr>
        </p:nvSpPr>
        <p:spPr>
          <a:xfrm>
            <a:off x="685800" y="1066800"/>
            <a:ext cx="8153400" cy="4891088"/>
          </a:xfrm>
        </p:spPr>
        <p:txBody>
          <a:bodyPr/>
          <a:lstStyle/>
          <a:p>
            <a:r>
              <a:rPr lang="en-GB" altLang="en-US" dirty="0" smtClean="0"/>
              <a:t>WMO Technical Commission for Hydrology (WMO CHy)</a:t>
            </a:r>
          </a:p>
          <a:p>
            <a:pPr marL="622300" lvl="1" indent="-209550"/>
            <a:r>
              <a:rPr lang="en-GB" altLang="en-US" dirty="0" smtClean="0"/>
              <a:t>Thematic area: Data operations and management (since Nov 2012)</a:t>
            </a:r>
          </a:p>
          <a:p>
            <a:pPr marL="628650" lvl="1" indent="0">
              <a:buNone/>
            </a:pPr>
            <a:r>
              <a:rPr lang="en-GB" altLang="en-US" sz="1800" dirty="0" smtClean="0"/>
              <a:t>Monitor and report on new developments dealing with data management issues, review progress with respect to the exchange of hydrological data and products, guide harmonization of practices</a:t>
            </a:r>
          </a:p>
          <a:p>
            <a:r>
              <a:rPr lang="en-GB" sz="2000" dirty="0" smtClean="0"/>
              <a:t>WMO Core Metadata </a:t>
            </a:r>
            <a:r>
              <a:rPr lang="en-GB" altLang="en-US" sz="1800" dirty="0"/>
              <a:t>(</a:t>
            </a:r>
            <a:r>
              <a:rPr lang="en-GB" sz="1800" dirty="0"/>
              <a:t>informal category-1 profile of the ISO19115:2003)</a:t>
            </a:r>
            <a:endParaRPr lang="en-GB" sz="1800" dirty="0" smtClean="0"/>
          </a:p>
          <a:p>
            <a:pPr marL="622300" lvl="1" indent="-209550"/>
            <a:r>
              <a:rPr lang="en-GB" sz="1800" dirty="0" smtClean="0"/>
              <a:t>approved </a:t>
            </a:r>
            <a:r>
              <a:rPr lang="en-GB" sz="1800" dirty="0"/>
              <a:t>by the WMO Executive Council </a:t>
            </a:r>
            <a:r>
              <a:rPr lang="en-GB" sz="1800" dirty="0" smtClean="0"/>
              <a:t>in 2013 (aka “WIS Metadata”)</a:t>
            </a:r>
          </a:p>
          <a:p>
            <a:pPr marL="622300" lvl="1" indent="-209550"/>
            <a:r>
              <a:rPr lang="en-GB" sz="1800" dirty="0" smtClean="0"/>
              <a:t>current </a:t>
            </a:r>
            <a:r>
              <a:rPr lang="en-GB" sz="1800" dirty="0"/>
              <a:t>version, 1.3, defines the </a:t>
            </a:r>
            <a:r>
              <a:rPr lang="en-GB" sz="1800" dirty="0" smtClean="0"/>
              <a:t>“</a:t>
            </a:r>
            <a:r>
              <a:rPr lang="en-GB" sz="1800" i="1" dirty="0" smtClean="0"/>
              <a:t>content</a:t>
            </a:r>
            <a:r>
              <a:rPr lang="en-GB" sz="1800" i="1" dirty="0"/>
              <a:t>, structure and encoding of discovery metadata published within the future WIS DAR </a:t>
            </a:r>
            <a:r>
              <a:rPr lang="en-GB" sz="1800" i="1" dirty="0" smtClean="0"/>
              <a:t>Catalogue”</a:t>
            </a:r>
            <a:endParaRPr lang="en-GB" altLang="en-US" sz="1800" dirty="0" smtClean="0"/>
          </a:p>
          <a:p>
            <a:pPr marL="233363" lvl="1" indent="-233363">
              <a:buFontTx/>
              <a:buChar char="•"/>
            </a:pPr>
            <a:r>
              <a:rPr lang="en-GB" altLang="en-US" dirty="0"/>
              <a:t>WIGOS </a:t>
            </a:r>
            <a:r>
              <a:rPr lang="en-GB" altLang="en-US" dirty="0" smtClean="0"/>
              <a:t>Metadata (</a:t>
            </a:r>
            <a:r>
              <a:rPr lang="en-GB" altLang="en-US" sz="1800" dirty="0"/>
              <a:t>under development, 2013-2015</a:t>
            </a:r>
            <a:r>
              <a:rPr lang="en-GB" altLang="en-US" dirty="0"/>
              <a:t>)</a:t>
            </a:r>
          </a:p>
          <a:p>
            <a:pPr marL="622300" lvl="1" indent="-209550"/>
            <a:r>
              <a:rPr lang="en-GB" sz="1800" dirty="0" smtClean="0"/>
              <a:t>essential </a:t>
            </a:r>
            <a:r>
              <a:rPr lang="en-GB" sz="1800" dirty="0"/>
              <a:t>information about the observation </a:t>
            </a:r>
            <a:r>
              <a:rPr lang="en-GB" sz="1800" dirty="0" smtClean="0"/>
              <a:t>origin of the data described by the WIS Metadata</a:t>
            </a:r>
          </a:p>
          <a:p>
            <a:pPr marL="622300" lvl="1" indent="-209550"/>
            <a:r>
              <a:rPr lang="en-GB" sz="1800" dirty="0" smtClean="0"/>
              <a:t>object </a:t>
            </a:r>
            <a:r>
              <a:rPr lang="en-GB" sz="1800" dirty="0"/>
              <a:t>under observation and the observed variable, the monitoring station or platform </a:t>
            </a:r>
            <a:r>
              <a:rPr lang="en-GB" sz="1800" dirty="0" smtClean="0"/>
              <a:t>used, the </a:t>
            </a:r>
            <a:r>
              <a:rPr lang="en-GB" sz="1800" dirty="0"/>
              <a:t>measurement process and </a:t>
            </a:r>
            <a:r>
              <a:rPr lang="en-GB" sz="1800" dirty="0" smtClean="0"/>
              <a:t>interpretation </a:t>
            </a:r>
            <a:r>
              <a:rPr lang="en-GB" sz="1800" dirty="0"/>
              <a:t>algorithms applied</a:t>
            </a:r>
            <a:endParaRPr lang="en-US" altLang="en-US" sz="1800" dirty="0" smtClean="0"/>
          </a:p>
        </p:txBody>
      </p:sp>
      <p:sp>
        <p:nvSpPr>
          <p:cNvPr id="5124" name="Fußzeilenplatzhalter 3"/>
          <p:cNvSpPr txBox="1">
            <a:spLocks noGrp="1"/>
          </p:cNvSpPr>
          <p:nvPr/>
        </p:nvSpPr>
        <p:spPr bwMode="auto">
          <a:xfrm>
            <a:off x="2973388" y="6553200"/>
            <a:ext cx="3200400" cy="228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lr>
                <a:srgbClr val="092E5C"/>
              </a:buClr>
              <a:buChar char="•"/>
              <a:defRPr sz="2400">
                <a:solidFill>
                  <a:schemeClr val="tx2"/>
                </a:solidFill>
                <a:latin typeface="Arial" pitchFamily="34" charset="0"/>
                <a:ea typeface="MS PGothic" pitchFamily="34" charset="-128"/>
              </a:defRPr>
            </a:lvl1pPr>
            <a:lvl2pPr marL="742950" indent="-285750" eaLnBrk="0" hangingPunct="0">
              <a:spcBef>
                <a:spcPct val="20000"/>
              </a:spcBef>
              <a:buClr>
                <a:srgbClr val="092E5C"/>
              </a:buClr>
              <a:buChar char="–"/>
              <a:defRPr sz="2000">
                <a:solidFill>
                  <a:schemeClr val="tx2"/>
                </a:solidFill>
                <a:latin typeface="Arial" pitchFamily="34" charset="0"/>
                <a:ea typeface="MS PGothic" pitchFamily="34" charset="-128"/>
              </a:defRPr>
            </a:lvl2pPr>
            <a:lvl3pPr marL="1143000" indent="-228600" eaLnBrk="0" hangingPunct="0">
              <a:spcBef>
                <a:spcPct val="20000"/>
              </a:spcBef>
              <a:buClr>
                <a:srgbClr val="092E5C"/>
              </a:buClr>
              <a:buChar char="•"/>
              <a:defRPr>
                <a:solidFill>
                  <a:schemeClr val="tx2"/>
                </a:solidFill>
                <a:latin typeface="Arial" pitchFamily="34" charset="0"/>
                <a:ea typeface="MS PGothic" pitchFamily="34" charset="-128"/>
              </a:defRPr>
            </a:lvl3pPr>
            <a:lvl4pPr marL="1600200" indent="-228600" eaLnBrk="0" hangingPunct="0">
              <a:spcBef>
                <a:spcPct val="20000"/>
              </a:spcBef>
              <a:buClr>
                <a:srgbClr val="092E5C"/>
              </a:buClr>
              <a:buChar char="–"/>
              <a:defRPr sz="1600">
                <a:solidFill>
                  <a:schemeClr val="tx2"/>
                </a:solidFill>
                <a:latin typeface="Arial" pitchFamily="34" charset="0"/>
                <a:ea typeface="MS PGothic" pitchFamily="34" charset="-128"/>
              </a:defRPr>
            </a:lvl4pPr>
            <a:lvl5pPr marL="2057400" indent="-228600" eaLnBrk="0" hangingPunct="0">
              <a:spcBef>
                <a:spcPct val="20000"/>
              </a:spcBef>
              <a:buClr>
                <a:srgbClr val="092E5C"/>
              </a:buClr>
              <a:buChar char="»"/>
              <a:defRPr sz="1600">
                <a:solidFill>
                  <a:schemeClr val="tx2"/>
                </a:solidFill>
                <a:latin typeface="Arial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92E5C"/>
              </a:buClr>
              <a:buChar char="»"/>
              <a:defRPr sz="1600">
                <a:solidFill>
                  <a:schemeClr val="tx2"/>
                </a:solidFill>
                <a:latin typeface="Arial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92E5C"/>
              </a:buClr>
              <a:buChar char="»"/>
              <a:defRPr sz="1600">
                <a:solidFill>
                  <a:schemeClr val="tx2"/>
                </a:solidFill>
                <a:latin typeface="Arial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92E5C"/>
              </a:buClr>
              <a:buChar char="»"/>
              <a:defRPr sz="1600">
                <a:solidFill>
                  <a:schemeClr val="tx2"/>
                </a:solidFill>
                <a:latin typeface="Arial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92E5C"/>
              </a:buClr>
              <a:buChar char="»"/>
              <a:defRPr sz="1600">
                <a:solidFill>
                  <a:schemeClr val="tx2"/>
                </a:solidFill>
                <a:latin typeface="Arial" pitchFamily="34" charset="0"/>
                <a:ea typeface="MS PGothic" pitchFamily="34" charset="-128"/>
              </a:defRPr>
            </a:lvl9pPr>
          </a:lstStyle>
          <a:p>
            <a:pPr algn="ctr">
              <a:spcBef>
                <a:spcPct val="0"/>
              </a:spcBef>
              <a:buClrTx/>
              <a:buFontTx/>
              <a:buNone/>
            </a:pPr>
            <a:r>
              <a:rPr lang="en-US" altLang="en-US" sz="900" b="0">
                <a:solidFill>
                  <a:srgbClr val="092E5C"/>
                </a:solidFill>
              </a:rPr>
              <a:t>Copyright © 2013 Open Geospatial Consortium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 idx="4294967295"/>
          </p:nvPr>
        </p:nvSpPr>
        <p:spPr/>
        <p:txBody>
          <a:bodyPr/>
          <a:lstStyle/>
          <a:p>
            <a:pPr>
              <a:defRPr/>
            </a:pPr>
            <a:r>
              <a:rPr lang="en-GB" altLang="en-US" sz="2800" dirty="0" smtClean="0"/>
              <a:t>GRDC datasets and products</a:t>
            </a:r>
          </a:p>
        </p:txBody>
      </p:sp>
      <p:sp>
        <p:nvSpPr>
          <p:cNvPr id="6147" name="Inhaltsplatzhalter 2"/>
          <p:cNvSpPr>
            <a:spLocks noGrp="1"/>
          </p:cNvSpPr>
          <p:nvPr>
            <p:ph idx="4294967295"/>
          </p:nvPr>
        </p:nvSpPr>
        <p:spPr>
          <a:xfrm>
            <a:off x="685800" y="990600"/>
            <a:ext cx="8229600" cy="4891088"/>
          </a:xfrm>
        </p:spPr>
        <p:txBody>
          <a:bodyPr/>
          <a:lstStyle/>
          <a:p>
            <a:endParaRPr lang="en-GB" altLang="en-US" dirty="0" smtClean="0"/>
          </a:p>
          <a:p>
            <a:r>
              <a:rPr lang="en-GB" altLang="en-US" dirty="0" smtClean="0"/>
              <a:t>identifiable </a:t>
            </a:r>
            <a:r>
              <a:rPr lang="en-GB" altLang="en-US" dirty="0"/>
              <a:t>collections of data (</a:t>
            </a:r>
            <a:r>
              <a:rPr lang="en-GB" altLang="en-US" dirty="0">
                <a:sym typeface="Wingdings" panose="05000000000000000000" pitchFamily="2" charset="2"/>
              </a:rPr>
              <a:t> resource)</a:t>
            </a:r>
            <a:endParaRPr lang="en-GB" altLang="en-US" dirty="0"/>
          </a:p>
          <a:p>
            <a:r>
              <a:rPr lang="en-GB" altLang="en-US" dirty="0"/>
              <a:t>contain data generated by processing results from </a:t>
            </a:r>
            <a:r>
              <a:rPr lang="en-GB" altLang="en-US" dirty="0" smtClean="0"/>
              <a:t> preceding </a:t>
            </a:r>
            <a:r>
              <a:rPr lang="en-GB" altLang="en-US" dirty="0"/>
              <a:t>source observations </a:t>
            </a:r>
            <a:r>
              <a:rPr lang="en-GB" altLang="en-US" dirty="0" smtClean="0"/>
              <a:t>(</a:t>
            </a:r>
            <a:r>
              <a:rPr lang="en-GB" altLang="en-US" dirty="0" smtClean="0">
                <a:sym typeface="Wingdings" panose="05000000000000000000" pitchFamily="2" charset="2"/>
              </a:rPr>
              <a:t> </a:t>
            </a:r>
            <a:r>
              <a:rPr lang="en-GB" altLang="en-US" dirty="0" smtClean="0"/>
              <a:t>source data)</a:t>
            </a:r>
            <a:endParaRPr lang="en-GB" altLang="en-US" dirty="0"/>
          </a:p>
          <a:p>
            <a:r>
              <a:rPr lang="en-GB" altLang="en-US" dirty="0"/>
              <a:t>processed into new data (</a:t>
            </a:r>
            <a:r>
              <a:rPr lang="en-GB" altLang="en-US" dirty="0">
                <a:sym typeface="Wingdings" panose="05000000000000000000" pitchFamily="2" charset="2"/>
              </a:rPr>
              <a:t> </a:t>
            </a:r>
            <a:r>
              <a:rPr lang="en-GB" altLang="en-US" dirty="0"/>
              <a:t>observation result)</a:t>
            </a:r>
          </a:p>
          <a:p>
            <a:r>
              <a:rPr lang="en-GB" altLang="en-US" dirty="0" smtClean="0"/>
              <a:t>aggregated, accumulated and arranged in datasets with respect to Time and Space (</a:t>
            </a:r>
            <a:r>
              <a:rPr lang="en-GB" altLang="en-US" dirty="0" smtClean="0">
                <a:sym typeface="Wingdings" panose="05000000000000000000" pitchFamily="2" charset="2"/>
              </a:rPr>
              <a:t> </a:t>
            </a:r>
            <a:r>
              <a:rPr lang="en-GB" altLang="en-US" dirty="0" smtClean="0"/>
              <a:t>coverages) </a:t>
            </a:r>
            <a:endParaRPr lang="en-GB" altLang="en-US" dirty="0"/>
          </a:p>
          <a:p>
            <a:r>
              <a:rPr lang="en-GB" altLang="en-US" dirty="0" smtClean="0"/>
              <a:t>compiled for </a:t>
            </a:r>
            <a:r>
              <a:rPr lang="en-GB" altLang="en-US" dirty="0"/>
              <a:t>global </a:t>
            </a:r>
            <a:r>
              <a:rPr lang="en-GB" altLang="en-US" dirty="0" smtClean="0"/>
              <a:t>exchange, disseminated using services </a:t>
            </a:r>
            <a:r>
              <a:rPr lang="en-GB" altLang="en-US" dirty="0"/>
              <a:t>(secondary </a:t>
            </a:r>
            <a:r>
              <a:rPr lang="en-GB" altLang="en-US" dirty="0" smtClean="0"/>
              <a:t>data, i.e. not created by the user)</a:t>
            </a:r>
          </a:p>
          <a:p>
            <a:r>
              <a:rPr lang="en-GB" altLang="en-US" dirty="0" smtClean="0"/>
              <a:t>represent </a:t>
            </a:r>
            <a:r>
              <a:rPr lang="en-GB" altLang="en-US" dirty="0"/>
              <a:t>the hydrosphere phenomenon </a:t>
            </a:r>
            <a:r>
              <a:rPr lang="en-GB" altLang="en-US" dirty="0" smtClean="0"/>
              <a:t>of which the property is observed (multiple representation</a:t>
            </a:r>
            <a:r>
              <a:rPr lang="en-GB" altLang="en-US" dirty="0"/>
              <a:t>)</a:t>
            </a:r>
          </a:p>
          <a:p>
            <a:endParaRPr lang="en-GB" altLang="en-US" dirty="0"/>
          </a:p>
        </p:txBody>
      </p:sp>
      <p:sp>
        <p:nvSpPr>
          <p:cNvPr id="6148" name="Fußzeilenplatzhalter 3"/>
          <p:cNvSpPr txBox="1">
            <a:spLocks noGrp="1"/>
          </p:cNvSpPr>
          <p:nvPr/>
        </p:nvSpPr>
        <p:spPr bwMode="auto">
          <a:xfrm>
            <a:off x="2973388" y="6553200"/>
            <a:ext cx="3200400" cy="228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lr>
                <a:srgbClr val="092E5C"/>
              </a:buClr>
              <a:buChar char="•"/>
              <a:defRPr sz="2400">
                <a:solidFill>
                  <a:schemeClr val="tx2"/>
                </a:solidFill>
                <a:latin typeface="Arial" pitchFamily="34" charset="0"/>
                <a:ea typeface="MS PGothic" pitchFamily="34" charset="-128"/>
              </a:defRPr>
            </a:lvl1pPr>
            <a:lvl2pPr marL="742950" indent="-285750" eaLnBrk="0" hangingPunct="0">
              <a:spcBef>
                <a:spcPct val="20000"/>
              </a:spcBef>
              <a:buClr>
                <a:srgbClr val="092E5C"/>
              </a:buClr>
              <a:buChar char="–"/>
              <a:defRPr sz="2000">
                <a:solidFill>
                  <a:schemeClr val="tx2"/>
                </a:solidFill>
                <a:latin typeface="Arial" pitchFamily="34" charset="0"/>
                <a:ea typeface="MS PGothic" pitchFamily="34" charset="-128"/>
              </a:defRPr>
            </a:lvl2pPr>
            <a:lvl3pPr marL="1143000" indent="-228600" eaLnBrk="0" hangingPunct="0">
              <a:spcBef>
                <a:spcPct val="20000"/>
              </a:spcBef>
              <a:buClr>
                <a:srgbClr val="092E5C"/>
              </a:buClr>
              <a:buChar char="•"/>
              <a:defRPr>
                <a:solidFill>
                  <a:schemeClr val="tx2"/>
                </a:solidFill>
                <a:latin typeface="Arial" pitchFamily="34" charset="0"/>
                <a:ea typeface="MS PGothic" pitchFamily="34" charset="-128"/>
              </a:defRPr>
            </a:lvl3pPr>
            <a:lvl4pPr marL="1600200" indent="-228600" eaLnBrk="0" hangingPunct="0">
              <a:spcBef>
                <a:spcPct val="20000"/>
              </a:spcBef>
              <a:buClr>
                <a:srgbClr val="092E5C"/>
              </a:buClr>
              <a:buChar char="–"/>
              <a:defRPr sz="1600">
                <a:solidFill>
                  <a:schemeClr val="tx2"/>
                </a:solidFill>
                <a:latin typeface="Arial" pitchFamily="34" charset="0"/>
                <a:ea typeface="MS PGothic" pitchFamily="34" charset="-128"/>
              </a:defRPr>
            </a:lvl4pPr>
            <a:lvl5pPr marL="2057400" indent="-228600" eaLnBrk="0" hangingPunct="0">
              <a:spcBef>
                <a:spcPct val="20000"/>
              </a:spcBef>
              <a:buClr>
                <a:srgbClr val="092E5C"/>
              </a:buClr>
              <a:buChar char="»"/>
              <a:defRPr sz="1600">
                <a:solidFill>
                  <a:schemeClr val="tx2"/>
                </a:solidFill>
                <a:latin typeface="Arial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92E5C"/>
              </a:buClr>
              <a:buChar char="»"/>
              <a:defRPr sz="1600">
                <a:solidFill>
                  <a:schemeClr val="tx2"/>
                </a:solidFill>
                <a:latin typeface="Arial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92E5C"/>
              </a:buClr>
              <a:buChar char="»"/>
              <a:defRPr sz="1600">
                <a:solidFill>
                  <a:schemeClr val="tx2"/>
                </a:solidFill>
                <a:latin typeface="Arial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92E5C"/>
              </a:buClr>
              <a:buChar char="»"/>
              <a:defRPr sz="1600">
                <a:solidFill>
                  <a:schemeClr val="tx2"/>
                </a:solidFill>
                <a:latin typeface="Arial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92E5C"/>
              </a:buClr>
              <a:buChar char="»"/>
              <a:defRPr sz="1600">
                <a:solidFill>
                  <a:schemeClr val="tx2"/>
                </a:solidFill>
                <a:latin typeface="Arial" pitchFamily="34" charset="0"/>
                <a:ea typeface="MS PGothic" pitchFamily="34" charset="-128"/>
              </a:defRPr>
            </a:lvl9pPr>
          </a:lstStyle>
          <a:p>
            <a:pPr algn="ctr">
              <a:spcBef>
                <a:spcPct val="0"/>
              </a:spcBef>
              <a:buClrTx/>
              <a:buFontTx/>
              <a:buNone/>
            </a:pPr>
            <a:r>
              <a:rPr lang="en-US" altLang="en-US" sz="900" b="0">
                <a:solidFill>
                  <a:srgbClr val="092E5C"/>
                </a:solidFill>
              </a:rPr>
              <a:t>Copyright © 2013 Open Geospatial Consortium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 idx="4294967295"/>
          </p:nvPr>
        </p:nvSpPr>
        <p:spPr/>
        <p:txBody>
          <a:bodyPr/>
          <a:lstStyle/>
          <a:p>
            <a:pPr>
              <a:defRPr/>
            </a:pPr>
            <a:r>
              <a:rPr lang="en-GB" altLang="en-US" sz="2800" dirty="0" smtClean="0"/>
              <a:t>GRDC Hydrologic Metadata – </a:t>
            </a:r>
            <a:r>
              <a:rPr lang="en-GB" altLang="en-US" sz="2800" dirty="0"/>
              <a:t>R</a:t>
            </a:r>
            <a:r>
              <a:rPr lang="en-GB" altLang="en-US" sz="2800" dirty="0" smtClean="0"/>
              <a:t>equirements</a:t>
            </a:r>
            <a:endParaRPr lang="en-GB" altLang="en-US" sz="2800" dirty="0" smtClean="0"/>
          </a:p>
        </p:txBody>
      </p:sp>
      <p:sp>
        <p:nvSpPr>
          <p:cNvPr id="7171" name="Fußzeilenplatzhalter 3"/>
          <p:cNvSpPr txBox="1">
            <a:spLocks noGrp="1"/>
          </p:cNvSpPr>
          <p:nvPr/>
        </p:nvSpPr>
        <p:spPr bwMode="auto">
          <a:xfrm>
            <a:off x="2973388" y="6553200"/>
            <a:ext cx="3200400" cy="228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lr>
                <a:srgbClr val="092E5C"/>
              </a:buClr>
              <a:buChar char="•"/>
              <a:defRPr sz="2400">
                <a:solidFill>
                  <a:schemeClr val="tx2"/>
                </a:solidFill>
                <a:latin typeface="Arial" pitchFamily="34" charset="0"/>
                <a:ea typeface="MS PGothic" pitchFamily="34" charset="-128"/>
              </a:defRPr>
            </a:lvl1pPr>
            <a:lvl2pPr marL="742950" indent="-285750" eaLnBrk="0" hangingPunct="0">
              <a:spcBef>
                <a:spcPct val="20000"/>
              </a:spcBef>
              <a:buClr>
                <a:srgbClr val="092E5C"/>
              </a:buClr>
              <a:buChar char="–"/>
              <a:defRPr sz="2000">
                <a:solidFill>
                  <a:schemeClr val="tx2"/>
                </a:solidFill>
                <a:latin typeface="Arial" pitchFamily="34" charset="0"/>
                <a:ea typeface="MS PGothic" pitchFamily="34" charset="-128"/>
              </a:defRPr>
            </a:lvl2pPr>
            <a:lvl3pPr marL="1143000" indent="-228600" eaLnBrk="0" hangingPunct="0">
              <a:spcBef>
                <a:spcPct val="20000"/>
              </a:spcBef>
              <a:buClr>
                <a:srgbClr val="092E5C"/>
              </a:buClr>
              <a:buChar char="•"/>
              <a:defRPr>
                <a:solidFill>
                  <a:schemeClr val="tx2"/>
                </a:solidFill>
                <a:latin typeface="Arial" pitchFamily="34" charset="0"/>
                <a:ea typeface="MS PGothic" pitchFamily="34" charset="-128"/>
              </a:defRPr>
            </a:lvl3pPr>
            <a:lvl4pPr marL="1600200" indent="-228600" eaLnBrk="0" hangingPunct="0">
              <a:spcBef>
                <a:spcPct val="20000"/>
              </a:spcBef>
              <a:buClr>
                <a:srgbClr val="092E5C"/>
              </a:buClr>
              <a:buChar char="–"/>
              <a:defRPr sz="1600">
                <a:solidFill>
                  <a:schemeClr val="tx2"/>
                </a:solidFill>
                <a:latin typeface="Arial" pitchFamily="34" charset="0"/>
                <a:ea typeface="MS PGothic" pitchFamily="34" charset="-128"/>
              </a:defRPr>
            </a:lvl4pPr>
            <a:lvl5pPr marL="2057400" indent="-228600" eaLnBrk="0" hangingPunct="0">
              <a:spcBef>
                <a:spcPct val="20000"/>
              </a:spcBef>
              <a:buClr>
                <a:srgbClr val="092E5C"/>
              </a:buClr>
              <a:buChar char="»"/>
              <a:defRPr sz="1600">
                <a:solidFill>
                  <a:schemeClr val="tx2"/>
                </a:solidFill>
                <a:latin typeface="Arial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92E5C"/>
              </a:buClr>
              <a:buChar char="»"/>
              <a:defRPr sz="1600">
                <a:solidFill>
                  <a:schemeClr val="tx2"/>
                </a:solidFill>
                <a:latin typeface="Arial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92E5C"/>
              </a:buClr>
              <a:buChar char="»"/>
              <a:defRPr sz="1600">
                <a:solidFill>
                  <a:schemeClr val="tx2"/>
                </a:solidFill>
                <a:latin typeface="Arial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92E5C"/>
              </a:buClr>
              <a:buChar char="»"/>
              <a:defRPr sz="1600">
                <a:solidFill>
                  <a:schemeClr val="tx2"/>
                </a:solidFill>
                <a:latin typeface="Arial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92E5C"/>
              </a:buClr>
              <a:buChar char="»"/>
              <a:defRPr sz="1600">
                <a:solidFill>
                  <a:schemeClr val="tx2"/>
                </a:solidFill>
                <a:latin typeface="Arial" pitchFamily="34" charset="0"/>
                <a:ea typeface="MS PGothic" pitchFamily="34" charset="-128"/>
              </a:defRPr>
            </a:lvl9pPr>
          </a:lstStyle>
          <a:p>
            <a:pPr algn="ctr">
              <a:spcBef>
                <a:spcPct val="0"/>
              </a:spcBef>
              <a:buClrTx/>
              <a:buFontTx/>
              <a:buNone/>
            </a:pPr>
            <a:r>
              <a:rPr lang="en-US" altLang="en-US" sz="900" b="0">
                <a:solidFill>
                  <a:srgbClr val="092E5C"/>
                </a:solidFill>
              </a:rPr>
              <a:t>Copyright © 2013 Open Geospatial Consortium</a:t>
            </a:r>
          </a:p>
        </p:txBody>
      </p:sp>
      <p:sp>
        <p:nvSpPr>
          <p:cNvPr id="7172" name="Rectangle 3"/>
          <p:cNvSpPr>
            <a:spLocks noChangeArrowheads="1"/>
          </p:cNvSpPr>
          <p:nvPr/>
        </p:nvSpPr>
        <p:spPr bwMode="auto">
          <a:xfrm>
            <a:off x="685800" y="1266825"/>
            <a:ext cx="8229600" cy="4752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233363" indent="-233363" eaLnBrk="0" hangingPunct="0">
              <a:spcBef>
                <a:spcPct val="20000"/>
              </a:spcBef>
              <a:buClr>
                <a:srgbClr val="092E5C"/>
              </a:buClr>
              <a:buChar char="•"/>
              <a:defRPr sz="2400">
                <a:solidFill>
                  <a:schemeClr val="tx2"/>
                </a:solidFill>
                <a:latin typeface="Arial" pitchFamily="34" charset="0"/>
                <a:ea typeface="MS PGothic" pitchFamily="34" charset="-128"/>
              </a:defRPr>
            </a:lvl1pPr>
            <a:lvl2pPr marL="569913" indent="-222250" eaLnBrk="0" hangingPunct="0">
              <a:spcBef>
                <a:spcPct val="20000"/>
              </a:spcBef>
              <a:buClr>
                <a:srgbClr val="092E5C"/>
              </a:buClr>
              <a:buChar char="–"/>
              <a:defRPr sz="2000">
                <a:solidFill>
                  <a:schemeClr val="tx2"/>
                </a:solidFill>
                <a:latin typeface="Arial" pitchFamily="34" charset="0"/>
                <a:ea typeface="MS PGothic" pitchFamily="34" charset="-128"/>
              </a:defRPr>
            </a:lvl2pPr>
            <a:lvl3pPr marL="912813" indent="-228600" eaLnBrk="0" hangingPunct="0">
              <a:spcBef>
                <a:spcPct val="20000"/>
              </a:spcBef>
              <a:buClr>
                <a:srgbClr val="092E5C"/>
              </a:buClr>
              <a:buChar char="•"/>
              <a:defRPr>
                <a:solidFill>
                  <a:schemeClr val="tx2"/>
                </a:solidFill>
                <a:latin typeface="Arial" pitchFamily="34" charset="0"/>
                <a:ea typeface="MS PGothic" pitchFamily="34" charset="-128"/>
              </a:defRPr>
            </a:lvl3pPr>
            <a:lvl4pPr marL="1255713" indent="-228600" eaLnBrk="0" hangingPunct="0">
              <a:spcBef>
                <a:spcPct val="20000"/>
              </a:spcBef>
              <a:buClr>
                <a:srgbClr val="092E5C"/>
              </a:buClr>
              <a:buChar char="–"/>
              <a:defRPr sz="1600">
                <a:solidFill>
                  <a:schemeClr val="tx2"/>
                </a:solidFill>
                <a:latin typeface="Arial" pitchFamily="34" charset="0"/>
                <a:ea typeface="MS PGothic" pitchFamily="34" charset="-128"/>
              </a:defRPr>
            </a:lvl4pPr>
            <a:lvl5pPr marL="1598613" indent="-228600" eaLnBrk="0" hangingPunct="0">
              <a:spcBef>
                <a:spcPct val="20000"/>
              </a:spcBef>
              <a:buClr>
                <a:srgbClr val="092E5C"/>
              </a:buClr>
              <a:buChar char="»"/>
              <a:defRPr sz="1600">
                <a:solidFill>
                  <a:schemeClr val="tx2"/>
                </a:solidFill>
                <a:latin typeface="Arial" pitchFamily="34" charset="0"/>
                <a:ea typeface="MS PGothic" pitchFamily="34" charset="-128"/>
              </a:defRPr>
            </a:lvl5pPr>
            <a:lvl6pPr marL="2055813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92E5C"/>
              </a:buClr>
              <a:buChar char="»"/>
              <a:defRPr sz="1600">
                <a:solidFill>
                  <a:schemeClr val="tx2"/>
                </a:solidFill>
                <a:latin typeface="Arial" pitchFamily="34" charset="0"/>
                <a:ea typeface="MS PGothic" pitchFamily="34" charset="-128"/>
              </a:defRPr>
            </a:lvl6pPr>
            <a:lvl7pPr marL="2513013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92E5C"/>
              </a:buClr>
              <a:buChar char="»"/>
              <a:defRPr sz="1600">
                <a:solidFill>
                  <a:schemeClr val="tx2"/>
                </a:solidFill>
                <a:latin typeface="Arial" pitchFamily="34" charset="0"/>
                <a:ea typeface="MS PGothic" pitchFamily="34" charset="-128"/>
              </a:defRPr>
            </a:lvl7pPr>
            <a:lvl8pPr marL="2970213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92E5C"/>
              </a:buClr>
              <a:buChar char="»"/>
              <a:defRPr sz="1600">
                <a:solidFill>
                  <a:schemeClr val="tx2"/>
                </a:solidFill>
                <a:latin typeface="Arial" pitchFamily="34" charset="0"/>
                <a:ea typeface="MS PGothic" pitchFamily="34" charset="-128"/>
              </a:defRPr>
            </a:lvl8pPr>
            <a:lvl9pPr marL="3427413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92E5C"/>
              </a:buClr>
              <a:buChar char="»"/>
              <a:defRPr sz="1600">
                <a:solidFill>
                  <a:schemeClr val="tx2"/>
                </a:solidFill>
                <a:latin typeface="Arial" pitchFamily="34" charset="0"/>
                <a:ea typeface="MS PGothic" pitchFamily="34" charset="-128"/>
              </a:defRPr>
            </a:lvl9pPr>
          </a:lstStyle>
          <a:p>
            <a:pPr>
              <a:buFontTx/>
              <a:buNone/>
            </a:pPr>
            <a:r>
              <a:rPr lang="en-GB" altLang="en-US" b="0" dirty="0"/>
              <a:t>Shall be compliant to WMO Core Metadata Profile</a:t>
            </a:r>
          </a:p>
          <a:p>
            <a:pPr lvl="1"/>
            <a:r>
              <a:rPr lang="en-GB" altLang="en-US" b="0" dirty="0"/>
              <a:t>Identification, </a:t>
            </a:r>
            <a:r>
              <a:rPr lang="en-GB" altLang="en-US" b="0" dirty="0" smtClean="0"/>
              <a:t>representation, content</a:t>
            </a:r>
            <a:r>
              <a:rPr lang="en-GB" altLang="en-US" b="0" dirty="0"/>
              <a:t>, lineage, … of the data </a:t>
            </a:r>
            <a:endParaRPr lang="en-GB" altLang="en-US" b="0" dirty="0" smtClean="0"/>
          </a:p>
          <a:p>
            <a:pPr marL="0" indent="0">
              <a:buNone/>
            </a:pPr>
            <a:r>
              <a:rPr lang="en-GB" altLang="en-US" b="0" dirty="0" smtClean="0">
                <a:solidFill>
                  <a:srgbClr val="003366"/>
                </a:solidFill>
              </a:rPr>
              <a:t>Shall </a:t>
            </a:r>
            <a:r>
              <a:rPr lang="en-GB" altLang="en-US" b="0" dirty="0">
                <a:solidFill>
                  <a:srgbClr val="003366"/>
                </a:solidFill>
              </a:rPr>
              <a:t>consider the information hierarchy</a:t>
            </a:r>
          </a:p>
          <a:p>
            <a:pPr lvl="1"/>
            <a:r>
              <a:rPr lang="en-GB" altLang="en-US" b="0" dirty="0">
                <a:solidFill>
                  <a:srgbClr val="003366"/>
                </a:solidFill>
              </a:rPr>
              <a:t>Identification of the dataset as result of an observation </a:t>
            </a:r>
          </a:p>
          <a:p>
            <a:pPr lvl="1"/>
            <a:r>
              <a:rPr lang="en-GB" altLang="en-US" b="0" dirty="0">
                <a:solidFill>
                  <a:srgbClr val="003366"/>
                </a:solidFill>
              </a:rPr>
              <a:t>Identification of the “source observation” as the first process step</a:t>
            </a:r>
          </a:p>
          <a:p>
            <a:pPr>
              <a:buFontTx/>
              <a:buNone/>
            </a:pPr>
            <a:r>
              <a:rPr lang="en-GB" altLang="en-US" b="0" dirty="0"/>
              <a:t>Shall be applicable to</a:t>
            </a:r>
            <a:r>
              <a:rPr lang="en-GB" altLang="en-US" b="0" dirty="0">
                <a:solidFill>
                  <a:srgbClr val="003366"/>
                </a:solidFill>
              </a:rPr>
              <a:t> time series </a:t>
            </a:r>
            <a:r>
              <a:rPr lang="en-GB" altLang="en-US" b="0" dirty="0" smtClean="0">
                <a:solidFill>
                  <a:srgbClr val="003366"/>
                </a:solidFill>
              </a:rPr>
              <a:t>(temporal coverages)</a:t>
            </a:r>
          </a:p>
          <a:p>
            <a:pPr lvl="1"/>
            <a:r>
              <a:rPr lang="en-GB" altLang="en-US" b="0" dirty="0" smtClean="0">
                <a:solidFill>
                  <a:srgbClr val="003366"/>
                </a:solidFill>
              </a:rPr>
              <a:t>Temporal aggregation </a:t>
            </a:r>
            <a:r>
              <a:rPr lang="en-GB" altLang="en-US" b="0" dirty="0">
                <a:solidFill>
                  <a:srgbClr val="003366"/>
                </a:solidFill>
              </a:rPr>
              <a:t>of </a:t>
            </a:r>
            <a:r>
              <a:rPr lang="en-GB" altLang="en-US" b="0" dirty="0" smtClean="0">
                <a:solidFill>
                  <a:srgbClr val="003366"/>
                </a:solidFill>
              </a:rPr>
              <a:t>data values (</a:t>
            </a:r>
            <a:r>
              <a:rPr lang="en-GB" altLang="en-US" b="0" dirty="0" err="1" smtClean="0">
                <a:solidFill>
                  <a:srgbClr val="003366"/>
                </a:solidFill>
              </a:rPr>
              <a:t>MD_SampleDimension</a:t>
            </a:r>
            <a:r>
              <a:rPr lang="en-GB" altLang="en-US" b="0" dirty="0" smtClean="0">
                <a:solidFill>
                  <a:srgbClr val="003366"/>
                </a:solidFill>
              </a:rPr>
              <a:t>)</a:t>
            </a:r>
            <a:endParaRPr lang="en-GB" altLang="en-US" b="0" dirty="0">
              <a:solidFill>
                <a:srgbClr val="003366"/>
              </a:solidFill>
            </a:endParaRPr>
          </a:p>
          <a:p>
            <a:pPr lvl="1"/>
            <a:r>
              <a:rPr lang="en-GB" altLang="en-US" b="0" dirty="0" smtClean="0">
                <a:solidFill>
                  <a:srgbClr val="003366"/>
                </a:solidFill>
              </a:rPr>
              <a:t>Accumulation </a:t>
            </a:r>
            <a:r>
              <a:rPr lang="en-GB" altLang="en-US" b="0" dirty="0">
                <a:solidFill>
                  <a:srgbClr val="003366"/>
                </a:solidFill>
              </a:rPr>
              <a:t>of time-related </a:t>
            </a:r>
            <a:r>
              <a:rPr lang="en-GB" altLang="en-US" b="0" dirty="0" smtClean="0">
                <a:solidFill>
                  <a:srgbClr val="003366"/>
                </a:solidFill>
              </a:rPr>
              <a:t>values (</a:t>
            </a:r>
            <a:r>
              <a:rPr lang="en-GB" altLang="en-US" b="0" dirty="0" err="1" smtClean="0">
                <a:solidFill>
                  <a:srgbClr val="003366"/>
                </a:solidFill>
              </a:rPr>
              <a:t>MD_RangeDimension</a:t>
            </a:r>
            <a:r>
              <a:rPr lang="en-GB" altLang="en-US" b="0" dirty="0" smtClean="0">
                <a:solidFill>
                  <a:srgbClr val="003366"/>
                </a:solidFill>
              </a:rPr>
              <a:t>)</a:t>
            </a:r>
            <a:endParaRPr lang="en-GB" altLang="en-US" b="0" dirty="0">
              <a:solidFill>
                <a:srgbClr val="003366"/>
              </a:solidFill>
            </a:endParaRPr>
          </a:p>
          <a:p>
            <a:pPr>
              <a:buFontTx/>
              <a:buNone/>
            </a:pPr>
            <a:r>
              <a:rPr lang="en-GB" altLang="en-US" b="0" dirty="0" smtClean="0"/>
              <a:t>Shall relate the observation </a:t>
            </a:r>
            <a:r>
              <a:rPr lang="en-GB" altLang="en-US" b="0" dirty="0"/>
              <a:t>information</a:t>
            </a:r>
          </a:p>
          <a:p>
            <a:pPr lvl="1"/>
            <a:r>
              <a:rPr lang="en-GB" altLang="en-US" b="0" dirty="0">
                <a:solidFill>
                  <a:srgbClr val="003366"/>
                </a:solidFill>
              </a:rPr>
              <a:t>Station (sampling feature), hydrologic object under observation (sampled feature), instrument or model applied (procedure),</a:t>
            </a:r>
            <a:r>
              <a:rPr lang="en-GB" altLang="en-US" sz="1800" b="0" dirty="0">
                <a:solidFill>
                  <a:srgbClr val="003366"/>
                </a:solidFill>
              </a:rPr>
              <a:t> </a:t>
            </a:r>
            <a:r>
              <a:rPr lang="en-GB" altLang="en-US" b="0" dirty="0">
                <a:solidFill>
                  <a:srgbClr val="003366"/>
                </a:solidFill>
              </a:rPr>
              <a:t>variable (observed property). 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2"/>
          <p:cNvSpPr>
            <a:spLocks noGrp="1" noChangeArrowheads="1"/>
          </p:cNvSpPr>
          <p:nvPr>
            <p:ph type="body" idx="4294967295"/>
          </p:nvPr>
        </p:nvSpPr>
        <p:spPr>
          <a:xfrm>
            <a:off x="838200" y="1219200"/>
            <a:ext cx="7839074" cy="4824413"/>
          </a:xfrm>
        </p:spPr>
        <p:txBody>
          <a:bodyPr/>
          <a:lstStyle/>
          <a:p>
            <a:pPr marL="0" indent="0" algn="ctr">
              <a:spcBef>
                <a:spcPts val="600"/>
              </a:spcBef>
              <a:buNone/>
            </a:pPr>
            <a:r>
              <a:rPr lang="en-GB" sz="2800" dirty="0"/>
              <a:t>Hydrologic datasets are </a:t>
            </a:r>
            <a:r>
              <a:rPr lang="en-GB" sz="2800" u="sng" dirty="0"/>
              <a:t>identifiable collections </a:t>
            </a:r>
            <a:r>
              <a:rPr lang="en-GB" sz="2800" dirty="0"/>
              <a:t>of data (resource in terms of </a:t>
            </a:r>
            <a:r>
              <a:rPr lang="en-GB" sz="2800" dirty="0" smtClean="0"/>
              <a:t>ISO19115).</a:t>
            </a:r>
          </a:p>
          <a:p>
            <a:pPr marL="0" indent="0" algn="ctr">
              <a:spcBef>
                <a:spcPts val="600"/>
              </a:spcBef>
              <a:buNone/>
            </a:pPr>
            <a:endParaRPr lang="en-GB" sz="2800" dirty="0"/>
          </a:p>
          <a:p>
            <a:pPr marL="0" indent="0" algn="ctr">
              <a:spcBef>
                <a:spcPts val="600"/>
              </a:spcBef>
              <a:buNone/>
            </a:pPr>
            <a:r>
              <a:rPr lang="en-GB" sz="2800" dirty="0" smtClean="0"/>
              <a:t>Hydrologic datasets </a:t>
            </a:r>
            <a:r>
              <a:rPr lang="en-GB" sz="2800" dirty="0"/>
              <a:t>contain </a:t>
            </a:r>
            <a:r>
              <a:rPr lang="en-GB" sz="2800" u="sng" dirty="0"/>
              <a:t>observation results </a:t>
            </a:r>
            <a:r>
              <a:rPr lang="en-GB" sz="2800" dirty="0"/>
              <a:t>(lineage from observation</a:t>
            </a:r>
            <a:r>
              <a:rPr lang="en-GB" sz="2800" dirty="0" smtClean="0"/>
              <a:t>).</a:t>
            </a:r>
          </a:p>
          <a:p>
            <a:pPr marL="0" indent="0" algn="ctr">
              <a:spcBef>
                <a:spcPts val="600"/>
              </a:spcBef>
              <a:buNone/>
            </a:pPr>
            <a:endParaRPr lang="en-GB" sz="2800" dirty="0" smtClean="0"/>
          </a:p>
          <a:p>
            <a:pPr marL="0" indent="0" algn="ctr">
              <a:spcBef>
                <a:spcPts val="600"/>
              </a:spcBef>
              <a:buNone/>
            </a:pPr>
            <a:r>
              <a:rPr lang="en-GB" sz="2800" dirty="0"/>
              <a:t>Hydrologic data </a:t>
            </a:r>
            <a:r>
              <a:rPr lang="en-GB" sz="2800" u="sng" dirty="0"/>
              <a:t>represent the </a:t>
            </a:r>
            <a:r>
              <a:rPr lang="en-GB" sz="2800" u="sng" dirty="0" smtClean="0"/>
              <a:t>hydrosphere </a:t>
            </a:r>
            <a:r>
              <a:rPr lang="en-GB" sz="2800" u="sng" dirty="0"/>
              <a:t>phenomenon </a:t>
            </a:r>
            <a:r>
              <a:rPr lang="en-GB" sz="2800" dirty="0"/>
              <a:t>of which a characteristic property is observed (multiple representation).</a:t>
            </a:r>
          </a:p>
          <a:p>
            <a:pPr marL="0" indent="0" algn="ctr">
              <a:spcBef>
                <a:spcPts val="600"/>
              </a:spcBef>
              <a:buNone/>
            </a:pPr>
            <a:endParaRPr lang="en-GB" sz="2800" dirty="0" smtClean="0"/>
          </a:p>
        </p:txBody>
      </p:sp>
      <p:sp>
        <p:nvSpPr>
          <p:cNvPr id="2" name="Titel 1"/>
          <p:cNvSpPr>
            <a:spLocks/>
          </p:cNvSpPr>
          <p:nvPr/>
        </p:nvSpPr>
        <p:spPr bwMode="auto">
          <a:xfrm>
            <a:off x="231775" y="136525"/>
            <a:ext cx="8683625" cy="685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algn="ctr" eaLnBrk="0" hangingPunct="0">
              <a:lnSpc>
                <a:spcPct val="90000"/>
              </a:lnSpc>
              <a:defRPr sz="3200">
                <a:solidFill>
                  <a:srgbClr val="092E5C"/>
                </a:solidFill>
                <a:latin typeface="Arial" pitchFamily="34" charset="0"/>
                <a:ea typeface="MS PGothic" pitchFamily="34" charset="-128"/>
              </a:defRPr>
            </a:lvl1pPr>
            <a:lvl2pPr algn="ctr" eaLnBrk="0" hangingPunct="0">
              <a:lnSpc>
                <a:spcPct val="90000"/>
              </a:lnSpc>
              <a:defRPr sz="3200">
                <a:solidFill>
                  <a:srgbClr val="092E5C"/>
                </a:solidFill>
                <a:latin typeface="Arial" pitchFamily="34" charset="0"/>
                <a:ea typeface="MS PGothic" pitchFamily="34" charset="-128"/>
              </a:defRPr>
            </a:lvl2pPr>
            <a:lvl3pPr algn="ctr" eaLnBrk="0" hangingPunct="0">
              <a:lnSpc>
                <a:spcPct val="90000"/>
              </a:lnSpc>
              <a:defRPr sz="3200">
                <a:solidFill>
                  <a:srgbClr val="092E5C"/>
                </a:solidFill>
                <a:latin typeface="Arial" pitchFamily="34" charset="0"/>
                <a:ea typeface="MS PGothic" pitchFamily="34" charset="-128"/>
              </a:defRPr>
            </a:lvl3pPr>
            <a:lvl4pPr algn="ctr" eaLnBrk="0" hangingPunct="0">
              <a:lnSpc>
                <a:spcPct val="90000"/>
              </a:lnSpc>
              <a:defRPr sz="3200">
                <a:solidFill>
                  <a:srgbClr val="092E5C"/>
                </a:solidFill>
                <a:latin typeface="Arial" pitchFamily="34" charset="0"/>
                <a:ea typeface="MS PGothic" pitchFamily="34" charset="-128"/>
              </a:defRPr>
            </a:lvl4pPr>
            <a:lvl5pPr algn="ctr" eaLnBrk="0" hangingPunct="0">
              <a:lnSpc>
                <a:spcPct val="90000"/>
              </a:lnSpc>
              <a:defRPr sz="3200">
                <a:solidFill>
                  <a:srgbClr val="092E5C"/>
                </a:solidFill>
                <a:latin typeface="Arial" pitchFamily="34" charset="0"/>
                <a:ea typeface="MS PGothic" pitchFamily="34" charset="-128"/>
              </a:defRPr>
            </a:lvl5pPr>
            <a:lvl6pPr marL="457200" algn="ctr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200">
                <a:solidFill>
                  <a:srgbClr val="092E5C"/>
                </a:solidFill>
                <a:latin typeface="Arial" pitchFamily="34" charset="0"/>
                <a:ea typeface="MS PGothic" pitchFamily="34" charset="-128"/>
              </a:defRPr>
            </a:lvl6pPr>
            <a:lvl7pPr marL="914400" algn="ctr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200">
                <a:solidFill>
                  <a:srgbClr val="092E5C"/>
                </a:solidFill>
                <a:latin typeface="Arial" pitchFamily="34" charset="0"/>
                <a:ea typeface="MS PGothic" pitchFamily="34" charset="-128"/>
              </a:defRPr>
            </a:lvl7pPr>
            <a:lvl8pPr marL="1371600" algn="ctr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200">
                <a:solidFill>
                  <a:srgbClr val="092E5C"/>
                </a:solidFill>
                <a:latin typeface="Arial" pitchFamily="34" charset="0"/>
                <a:ea typeface="MS PGothic" pitchFamily="34" charset="-128"/>
              </a:defRPr>
            </a:lvl8pPr>
            <a:lvl9pPr marL="1828800" algn="ctr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200">
                <a:solidFill>
                  <a:srgbClr val="092E5C"/>
                </a:solidFill>
                <a:latin typeface="Arial" pitchFamily="34" charset="0"/>
                <a:ea typeface="MS PGothic" pitchFamily="34" charset="-128"/>
              </a:defRPr>
            </a:lvl9pPr>
          </a:lstStyle>
          <a:p>
            <a:pPr>
              <a:defRPr/>
            </a:pPr>
            <a:r>
              <a:rPr lang="en-GB" altLang="en-US" sz="2800" b="0" dirty="0" smtClean="0">
                <a:effectLst>
                  <a:outerShdw blurRad="38100" dist="38100" dir="2700000" algn="tl">
                    <a:srgbClr val="C0C0C0"/>
                  </a:outerShdw>
                </a:effectLst>
              </a:rPr>
              <a:t>GRDC Hydrologic Metadata – Core concepts</a:t>
            </a:r>
          </a:p>
        </p:txBody>
      </p:sp>
      <p:sp>
        <p:nvSpPr>
          <p:cNvPr id="13316" name="Fußzeilenplatzhalter 3"/>
          <p:cNvSpPr txBox="1">
            <a:spLocks noGrp="1"/>
          </p:cNvSpPr>
          <p:nvPr/>
        </p:nvSpPr>
        <p:spPr bwMode="auto">
          <a:xfrm>
            <a:off x="2973388" y="6553200"/>
            <a:ext cx="3200400" cy="228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lr>
                <a:srgbClr val="092E5C"/>
              </a:buClr>
              <a:buChar char="•"/>
              <a:defRPr sz="2400">
                <a:solidFill>
                  <a:schemeClr val="tx2"/>
                </a:solidFill>
                <a:latin typeface="Arial" pitchFamily="34" charset="0"/>
                <a:ea typeface="MS PGothic" pitchFamily="34" charset="-128"/>
              </a:defRPr>
            </a:lvl1pPr>
            <a:lvl2pPr marL="742950" indent="-285750" eaLnBrk="0" hangingPunct="0">
              <a:spcBef>
                <a:spcPct val="20000"/>
              </a:spcBef>
              <a:buClr>
                <a:srgbClr val="092E5C"/>
              </a:buClr>
              <a:buChar char="–"/>
              <a:defRPr sz="2000">
                <a:solidFill>
                  <a:schemeClr val="tx2"/>
                </a:solidFill>
                <a:latin typeface="Arial" pitchFamily="34" charset="0"/>
                <a:ea typeface="MS PGothic" pitchFamily="34" charset="-128"/>
              </a:defRPr>
            </a:lvl2pPr>
            <a:lvl3pPr marL="1143000" indent="-228600" eaLnBrk="0" hangingPunct="0">
              <a:spcBef>
                <a:spcPct val="20000"/>
              </a:spcBef>
              <a:buClr>
                <a:srgbClr val="092E5C"/>
              </a:buClr>
              <a:buChar char="•"/>
              <a:defRPr>
                <a:solidFill>
                  <a:schemeClr val="tx2"/>
                </a:solidFill>
                <a:latin typeface="Arial" pitchFamily="34" charset="0"/>
                <a:ea typeface="MS PGothic" pitchFamily="34" charset="-128"/>
              </a:defRPr>
            </a:lvl3pPr>
            <a:lvl4pPr marL="1600200" indent="-228600" eaLnBrk="0" hangingPunct="0">
              <a:spcBef>
                <a:spcPct val="20000"/>
              </a:spcBef>
              <a:buClr>
                <a:srgbClr val="092E5C"/>
              </a:buClr>
              <a:buChar char="–"/>
              <a:defRPr sz="1600">
                <a:solidFill>
                  <a:schemeClr val="tx2"/>
                </a:solidFill>
                <a:latin typeface="Arial" pitchFamily="34" charset="0"/>
                <a:ea typeface="MS PGothic" pitchFamily="34" charset="-128"/>
              </a:defRPr>
            </a:lvl4pPr>
            <a:lvl5pPr marL="2057400" indent="-228600" eaLnBrk="0" hangingPunct="0">
              <a:spcBef>
                <a:spcPct val="20000"/>
              </a:spcBef>
              <a:buClr>
                <a:srgbClr val="092E5C"/>
              </a:buClr>
              <a:buChar char="»"/>
              <a:defRPr sz="1600">
                <a:solidFill>
                  <a:schemeClr val="tx2"/>
                </a:solidFill>
                <a:latin typeface="Arial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92E5C"/>
              </a:buClr>
              <a:buChar char="»"/>
              <a:defRPr sz="1600">
                <a:solidFill>
                  <a:schemeClr val="tx2"/>
                </a:solidFill>
                <a:latin typeface="Arial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92E5C"/>
              </a:buClr>
              <a:buChar char="»"/>
              <a:defRPr sz="1600">
                <a:solidFill>
                  <a:schemeClr val="tx2"/>
                </a:solidFill>
                <a:latin typeface="Arial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92E5C"/>
              </a:buClr>
              <a:buChar char="»"/>
              <a:defRPr sz="1600">
                <a:solidFill>
                  <a:schemeClr val="tx2"/>
                </a:solidFill>
                <a:latin typeface="Arial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92E5C"/>
              </a:buClr>
              <a:buChar char="»"/>
              <a:defRPr sz="1600">
                <a:solidFill>
                  <a:schemeClr val="tx2"/>
                </a:solidFill>
                <a:latin typeface="Arial" pitchFamily="34" charset="0"/>
                <a:ea typeface="MS PGothic" pitchFamily="34" charset="-128"/>
              </a:defRPr>
            </a:lvl9pPr>
          </a:lstStyle>
          <a:p>
            <a:pPr algn="ctr">
              <a:spcBef>
                <a:spcPct val="0"/>
              </a:spcBef>
              <a:buClrTx/>
              <a:buFontTx/>
              <a:buNone/>
            </a:pPr>
            <a:r>
              <a:rPr lang="en-US" altLang="en-US" sz="900" b="0">
                <a:solidFill>
                  <a:srgbClr val="092E5C"/>
                </a:solidFill>
              </a:rPr>
              <a:t>Copyright © 2013 Open Geospatial Consortium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/>
          </p:cNvSpPr>
          <p:nvPr/>
        </p:nvSpPr>
        <p:spPr bwMode="auto">
          <a:xfrm>
            <a:off x="792595" y="136525"/>
            <a:ext cx="7894205" cy="685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algn="ctr" eaLnBrk="0" hangingPunct="0">
              <a:lnSpc>
                <a:spcPct val="90000"/>
              </a:lnSpc>
              <a:defRPr sz="3200">
                <a:solidFill>
                  <a:srgbClr val="092E5C"/>
                </a:solidFill>
                <a:latin typeface="Arial" pitchFamily="34" charset="0"/>
                <a:ea typeface="MS PGothic" pitchFamily="34" charset="-128"/>
              </a:defRPr>
            </a:lvl1pPr>
            <a:lvl2pPr algn="ctr" eaLnBrk="0" hangingPunct="0">
              <a:lnSpc>
                <a:spcPct val="90000"/>
              </a:lnSpc>
              <a:defRPr sz="3200">
                <a:solidFill>
                  <a:srgbClr val="092E5C"/>
                </a:solidFill>
                <a:latin typeface="Arial" pitchFamily="34" charset="0"/>
                <a:ea typeface="MS PGothic" pitchFamily="34" charset="-128"/>
              </a:defRPr>
            </a:lvl2pPr>
            <a:lvl3pPr algn="ctr" eaLnBrk="0" hangingPunct="0">
              <a:lnSpc>
                <a:spcPct val="90000"/>
              </a:lnSpc>
              <a:defRPr sz="3200">
                <a:solidFill>
                  <a:srgbClr val="092E5C"/>
                </a:solidFill>
                <a:latin typeface="Arial" pitchFamily="34" charset="0"/>
                <a:ea typeface="MS PGothic" pitchFamily="34" charset="-128"/>
              </a:defRPr>
            </a:lvl3pPr>
            <a:lvl4pPr algn="ctr" eaLnBrk="0" hangingPunct="0">
              <a:lnSpc>
                <a:spcPct val="90000"/>
              </a:lnSpc>
              <a:defRPr sz="3200">
                <a:solidFill>
                  <a:srgbClr val="092E5C"/>
                </a:solidFill>
                <a:latin typeface="Arial" pitchFamily="34" charset="0"/>
                <a:ea typeface="MS PGothic" pitchFamily="34" charset="-128"/>
              </a:defRPr>
            </a:lvl4pPr>
            <a:lvl5pPr algn="ctr" eaLnBrk="0" hangingPunct="0">
              <a:lnSpc>
                <a:spcPct val="90000"/>
              </a:lnSpc>
              <a:defRPr sz="3200">
                <a:solidFill>
                  <a:srgbClr val="092E5C"/>
                </a:solidFill>
                <a:latin typeface="Arial" pitchFamily="34" charset="0"/>
                <a:ea typeface="MS PGothic" pitchFamily="34" charset="-128"/>
              </a:defRPr>
            </a:lvl5pPr>
            <a:lvl6pPr marL="457200" algn="ctr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200">
                <a:solidFill>
                  <a:srgbClr val="092E5C"/>
                </a:solidFill>
                <a:latin typeface="Arial" pitchFamily="34" charset="0"/>
                <a:ea typeface="MS PGothic" pitchFamily="34" charset="-128"/>
              </a:defRPr>
            </a:lvl6pPr>
            <a:lvl7pPr marL="914400" algn="ctr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200">
                <a:solidFill>
                  <a:srgbClr val="092E5C"/>
                </a:solidFill>
                <a:latin typeface="Arial" pitchFamily="34" charset="0"/>
                <a:ea typeface="MS PGothic" pitchFamily="34" charset="-128"/>
              </a:defRPr>
            </a:lvl7pPr>
            <a:lvl8pPr marL="1371600" algn="ctr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200">
                <a:solidFill>
                  <a:srgbClr val="092E5C"/>
                </a:solidFill>
                <a:latin typeface="Arial" pitchFamily="34" charset="0"/>
                <a:ea typeface="MS PGothic" pitchFamily="34" charset="-128"/>
              </a:defRPr>
            </a:lvl8pPr>
            <a:lvl9pPr marL="1828800" algn="ctr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200">
                <a:solidFill>
                  <a:srgbClr val="092E5C"/>
                </a:solidFill>
                <a:latin typeface="Arial" pitchFamily="34" charset="0"/>
                <a:ea typeface="MS PGothic" pitchFamily="34" charset="-128"/>
              </a:defRPr>
            </a:lvl9pPr>
          </a:lstStyle>
          <a:p>
            <a:pPr>
              <a:defRPr/>
            </a:pPr>
            <a:r>
              <a:rPr lang="en-GB" altLang="en-US" sz="2400" b="0" dirty="0" smtClean="0">
                <a:effectLst>
                  <a:outerShdw blurRad="38100" dist="38100" dir="2700000" algn="tl">
                    <a:srgbClr val="C0C0C0"/>
                  </a:outerShdw>
                </a:effectLst>
              </a:rPr>
              <a:t>Identifiable collections of observation results</a:t>
            </a:r>
          </a:p>
        </p:txBody>
      </p:sp>
      <p:pic>
        <p:nvPicPr>
          <p:cNvPr id="3074" name="Picture 2" descr="Image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1999" y="990600"/>
            <a:ext cx="8025969" cy="5029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Ellipse 2"/>
          <p:cNvSpPr/>
          <p:nvPr/>
        </p:nvSpPr>
        <p:spPr bwMode="auto">
          <a:xfrm>
            <a:off x="5715000" y="961374"/>
            <a:ext cx="1600200" cy="744252"/>
          </a:xfrm>
          <a:prstGeom prst="ellipse">
            <a:avLst/>
          </a:prstGeom>
          <a:noFill/>
          <a:ln w="38100" cap="flat" cmpd="sng" algn="ctr">
            <a:solidFill>
              <a:srgbClr val="FFC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8" name="Ellipse 7"/>
          <p:cNvSpPr/>
          <p:nvPr/>
        </p:nvSpPr>
        <p:spPr bwMode="auto">
          <a:xfrm>
            <a:off x="3810000" y="1861979"/>
            <a:ext cx="1600200" cy="676593"/>
          </a:xfrm>
          <a:prstGeom prst="ellipse">
            <a:avLst/>
          </a:prstGeom>
          <a:noFill/>
          <a:ln w="38100" cap="flat" cmpd="sng" algn="ctr">
            <a:solidFill>
              <a:schemeClr val="accent6">
                <a:lumMod val="60000"/>
                <a:lumOff val="4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9978887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/>
          </p:cNvSpPr>
          <p:nvPr/>
        </p:nvSpPr>
        <p:spPr bwMode="auto">
          <a:xfrm>
            <a:off x="792595" y="136525"/>
            <a:ext cx="7894205" cy="685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algn="ctr" eaLnBrk="0" hangingPunct="0">
              <a:lnSpc>
                <a:spcPct val="90000"/>
              </a:lnSpc>
              <a:defRPr sz="3200">
                <a:solidFill>
                  <a:srgbClr val="092E5C"/>
                </a:solidFill>
                <a:latin typeface="Arial" pitchFamily="34" charset="0"/>
                <a:ea typeface="MS PGothic" pitchFamily="34" charset="-128"/>
              </a:defRPr>
            </a:lvl1pPr>
            <a:lvl2pPr algn="ctr" eaLnBrk="0" hangingPunct="0">
              <a:lnSpc>
                <a:spcPct val="90000"/>
              </a:lnSpc>
              <a:defRPr sz="3200">
                <a:solidFill>
                  <a:srgbClr val="092E5C"/>
                </a:solidFill>
                <a:latin typeface="Arial" pitchFamily="34" charset="0"/>
                <a:ea typeface="MS PGothic" pitchFamily="34" charset="-128"/>
              </a:defRPr>
            </a:lvl2pPr>
            <a:lvl3pPr algn="ctr" eaLnBrk="0" hangingPunct="0">
              <a:lnSpc>
                <a:spcPct val="90000"/>
              </a:lnSpc>
              <a:defRPr sz="3200">
                <a:solidFill>
                  <a:srgbClr val="092E5C"/>
                </a:solidFill>
                <a:latin typeface="Arial" pitchFamily="34" charset="0"/>
                <a:ea typeface="MS PGothic" pitchFamily="34" charset="-128"/>
              </a:defRPr>
            </a:lvl3pPr>
            <a:lvl4pPr algn="ctr" eaLnBrk="0" hangingPunct="0">
              <a:lnSpc>
                <a:spcPct val="90000"/>
              </a:lnSpc>
              <a:defRPr sz="3200">
                <a:solidFill>
                  <a:srgbClr val="092E5C"/>
                </a:solidFill>
                <a:latin typeface="Arial" pitchFamily="34" charset="0"/>
                <a:ea typeface="MS PGothic" pitchFamily="34" charset="-128"/>
              </a:defRPr>
            </a:lvl4pPr>
            <a:lvl5pPr algn="ctr" eaLnBrk="0" hangingPunct="0">
              <a:lnSpc>
                <a:spcPct val="90000"/>
              </a:lnSpc>
              <a:defRPr sz="3200">
                <a:solidFill>
                  <a:srgbClr val="092E5C"/>
                </a:solidFill>
                <a:latin typeface="Arial" pitchFamily="34" charset="0"/>
                <a:ea typeface="MS PGothic" pitchFamily="34" charset="-128"/>
              </a:defRPr>
            </a:lvl5pPr>
            <a:lvl6pPr marL="457200" algn="ctr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200">
                <a:solidFill>
                  <a:srgbClr val="092E5C"/>
                </a:solidFill>
                <a:latin typeface="Arial" pitchFamily="34" charset="0"/>
                <a:ea typeface="MS PGothic" pitchFamily="34" charset="-128"/>
              </a:defRPr>
            </a:lvl6pPr>
            <a:lvl7pPr marL="914400" algn="ctr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200">
                <a:solidFill>
                  <a:srgbClr val="092E5C"/>
                </a:solidFill>
                <a:latin typeface="Arial" pitchFamily="34" charset="0"/>
                <a:ea typeface="MS PGothic" pitchFamily="34" charset="-128"/>
              </a:defRPr>
            </a:lvl7pPr>
            <a:lvl8pPr marL="1371600" algn="ctr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200">
                <a:solidFill>
                  <a:srgbClr val="092E5C"/>
                </a:solidFill>
                <a:latin typeface="Arial" pitchFamily="34" charset="0"/>
                <a:ea typeface="MS PGothic" pitchFamily="34" charset="-128"/>
              </a:defRPr>
            </a:lvl8pPr>
            <a:lvl9pPr marL="1828800" algn="ctr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200">
                <a:solidFill>
                  <a:srgbClr val="092E5C"/>
                </a:solidFill>
                <a:latin typeface="Arial" pitchFamily="34" charset="0"/>
                <a:ea typeface="MS PGothic" pitchFamily="34" charset="-128"/>
              </a:defRPr>
            </a:lvl9pPr>
          </a:lstStyle>
          <a:p>
            <a:pPr>
              <a:defRPr/>
            </a:pPr>
            <a:r>
              <a:rPr lang="en-GB" altLang="en-US" sz="2400" b="0" dirty="0" smtClean="0">
                <a:effectLst>
                  <a:outerShdw blurRad="38100" dist="38100" dir="2700000" algn="tl">
                    <a:srgbClr val="C0C0C0"/>
                  </a:outerShdw>
                </a:effectLst>
              </a:rPr>
              <a:t>… collections of observation results …</a:t>
            </a:r>
          </a:p>
        </p:txBody>
      </p:sp>
      <p:pic>
        <p:nvPicPr>
          <p:cNvPr id="3074" name="Picture 2" descr="Image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1999" y="990600"/>
            <a:ext cx="8025969" cy="5029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Ellipse 2"/>
          <p:cNvSpPr/>
          <p:nvPr/>
        </p:nvSpPr>
        <p:spPr bwMode="auto">
          <a:xfrm>
            <a:off x="5715000" y="961374"/>
            <a:ext cx="1600200" cy="744252"/>
          </a:xfrm>
          <a:prstGeom prst="ellipse">
            <a:avLst/>
          </a:prstGeom>
          <a:noFill/>
          <a:ln w="38100" cap="flat" cmpd="sng" algn="ctr">
            <a:solidFill>
              <a:srgbClr val="FFC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8" name="Ellipse 7"/>
          <p:cNvSpPr/>
          <p:nvPr/>
        </p:nvSpPr>
        <p:spPr bwMode="auto">
          <a:xfrm>
            <a:off x="3810000" y="1861979"/>
            <a:ext cx="1600200" cy="676593"/>
          </a:xfrm>
          <a:prstGeom prst="ellipse">
            <a:avLst/>
          </a:prstGeom>
          <a:noFill/>
          <a:ln w="38100" cap="flat" cmpd="sng" algn="ctr">
            <a:solidFill>
              <a:schemeClr val="accent6">
                <a:lumMod val="60000"/>
                <a:lumOff val="4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0" name="Ellipse 9"/>
          <p:cNvSpPr/>
          <p:nvPr/>
        </p:nvSpPr>
        <p:spPr bwMode="auto">
          <a:xfrm>
            <a:off x="1981200" y="2595404"/>
            <a:ext cx="1600200" cy="676593"/>
          </a:xfrm>
          <a:prstGeom prst="ellipse">
            <a:avLst/>
          </a:prstGeom>
          <a:noFill/>
          <a:ln w="38100" cap="flat" cmpd="sng" algn="ctr">
            <a:solidFill>
              <a:schemeClr val="tx2">
                <a:lumMod val="75000"/>
                <a:lumOff val="2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1" name="Ellipse 10"/>
          <p:cNvSpPr/>
          <p:nvPr/>
        </p:nvSpPr>
        <p:spPr bwMode="auto">
          <a:xfrm>
            <a:off x="3193833" y="3652679"/>
            <a:ext cx="1600200" cy="676593"/>
          </a:xfrm>
          <a:prstGeom prst="ellipse">
            <a:avLst/>
          </a:prstGeom>
          <a:noFill/>
          <a:ln w="38100" cap="flat" cmpd="sng" algn="ctr">
            <a:solidFill>
              <a:schemeClr val="tx2">
                <a:lumMod val="75000"/>
                <a:lumOff val="2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2" name="Ellipse 11"/>
          <p:cNvSpPr/>
          <p:nvPr/>
        </p:nvSpPr>
        <p:spPr bwMode="auto">
          <a:xfrm>
            <a:off x="6705600" y="3709829"/>
            <a:ext cx="1600200" cy="676593"/>
          </a:xfrm>
          <a:prstGeom prst="ellipse">
            <a:avLst/>
          </a:prstGeom>
          <a:noFill/>
          <a:ln w="38100" cap="flat" cmpd="sng" algn="ctr">
            <a:solidFill>
              <a:schemeClr val="tx2">
                <a:lumMod val="75000"/>
                <a:lumOff val="2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3" name="Ellipse 12"/>
          <p:cNvSpPr/>
          <p:nvPr/>
        </p:nvSpPr>
        <p:spPr bwMode="auto">
          <a:xfrm>
            <a:off x="7187768" y="2747804"/>
            <a:ext cx="1600200" cy="676593"/>
          </a:xfrm>
          <a:prstGeom prst="ellipse">
            <a:avLst/>
          </a:prstGeom>
          <a:noFill/>
          <a:ln w="38100" cap="flat" cmpd="sng" algn="ctr">
            <a:solidFill>
              <a:schemeClr val="tx2">
                <a:lumMod val="75000"/>
                <a:lumOff val="2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4" name="Ellipse 13"/>
          <p:cNvSpPr/>
          <p:nvPr/>
        </p:nvSpPr>
        <p:spPr bwMode="auto">
          <a:xfrm>
            <a:off x="4305300" y="4643279"/>
            <a:ext cx="1600200" cy="676593"/>
          </a:xfrm>
          <a:prstGeom prst="ellipse">
            <a:avLst/>
          </a:prstGeom>
          <a:noFill/>
          <a:ln w="38100" cap="flat" cmpd="sng" algn="ctr">
            <a:solidFill>
              <a:schemeClr val="tx2">
                <a:lumMod val="75000"/>
                <a:lumOff val="2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3075" name="Picture 3" descr="Image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24228" y="1746250"/>
            <a:ext cx="6230938" cy="381635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13117364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/>
          </p:cNvSpPr>
          <p:nvPr/>
        </p:nvSpPr>
        <p:spPr bwMode="auto">
          <a:xfrm>
            <a:off x="792595" y="136525"/>
            <a:ext cx="7894205" cy="685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algn="ctr" eaLnBrk="0" hangingPunct="0">
              <a:lnSpc>
                <a:spcPct val="90000"/>
              </a:lnSpc>
              <a:defRPr sz="3200">
                <a:solidFill>
                  <a:srgbClr val="092E5C"/>
                </a:solidFill>
                <a:latin typeface="Arial" pitchFamily="34" charset="0"/>
                <a:ea typeface="MS PGothic" pitchFamily="34" charset="-128"/>
              </a:defRPr>
            </a:lvl1pPr>
            <a:lvl2pPr algn="ctr" eaLnBrk="0" hangingPunct="0">
              <a:lnSpc>
                <a:spcPct val="90000"/>
              </a:lnSpc>
              <a:defRPr sz="3200">
                <a:solidFill>
                  <a:srgbClr val="092E5C"/>
                </a:solidFill>
                <a:latin typeface="Arial" pitchFamily="34" charset="0"/>
                <a:ea typeface="MS PGothic" pitchFamily="34" charset="-128"/>
              </a:defRPr>
            </a:lvl2pPr>
            <a:lvl3pPr algn="ctr" eaLnBrk="0" hangingPunct="0">
              <a:lnSpc>
                <a:spcPct val="90000"/>
              </a:lnSpc>
              <a:defRPr sz="3200">
                <a:solidFill>
                  <a:srgbClr val="092E5C"/>
                </a:solidFill>
                <a:latin typeface="Arial" pitchFamily="34" charset="0"/>
                <a:ea typeface="MS PGothic" pitchFamily="34" charset="-128"/>
              </a:defRPr>
            </a:lvl3pPr>
            <a:lvl4pPr algn="ctr" eaLnBrk="0" hangingPunct="0">
              <a:lnSpc>
                <a:spcPct val="90000"/>
              </a:lnSpc>
              <a:defRPr sz="3200">
                <a:solidFill>
                  <a:srgbClr val="092E5C"/>
                </a:solidFill>
                <a:latin typeface="Arial" pitchFamily="34" charset="0"/>
                <a:ea typeface="MS PGothic" pitchFamily="34" charset="-128"/>
              </a:defRPr>
            </a:lvl4pPr>
            <a:lvl5pPr algn="ctr" eaLnBrk="0" hangingPunct="0">
              <a:lnSpc>
                <a:spcPct val="90000"/>
              </a:lnSpc>
              <a:defRPr sz="3200">
                <a:solidFill>
                  <a:srgbClr val="092E5C"/>
                </a:solidFill>
                <a:latin typeface="Arial" pitchFamily="34" charset="0"/>
                <a:ea typeface="MS PGothic" pitchFamily="34" charset="-128"/>
              </a:defRPr>
            </a:lvl5pPr>
            <a:lvl6pPr marL="457200" algn="ctr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200">
                <a:solidFill>
                  <a:srgbClr val="092E5C"/>
                </a:solidFill>
                <a:latin typeface="Arial" pitchFamily="34" charset="0"/>
                <a:ea typeface="MS PGothic" pitchFamily="34" charset="-128"/>
              </a:defRPr>
            </a:lvl6pPr>
            <a:lvl7pPr marL="914400" algn="ctr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200">
                <a:solidFill>
                  <a:srgbClr val="092E5C"/>
                </a:solidFill>
                <a:latin typeface="Arial" pitchFamily="34" charset="0"/>
                <a:ea typeface="MS PGothic" pitchFamily="34" charset="-128"/>
              </a:defRPr>
            </a:lvl7pPr>
            <a:lvl8pPr marL="1371600" algn="ctr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200">
                <a:solidFill>
                  <a:srgbClr val="092E5C"/>
                </a:solidFill>
                <a:latin typeface="Arial" pitchFamily="34" charset="0"/>
                <a:ea typeface="MS PGothic" pitchFamily="34" charset="-128"/>
              </a:defRPr>
            </a:lvl8pPr>
            <a:lvl9pPr marL="1828800" algn="ctr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200">
                <a:solidFill>
                  <a:srgbClr val="092E5C"/>
                </a:solidFill>
                <a:latin typeface="Arial" pitchFamily="34" charset="0"/>
                <a:ea typeface="MS PGothic" pitchFamily="34" charset="-128"/>
              </a:defRPr>
            </a:lvl9pPr>
          </a:lstStyle>
          <a:p>
            <a:pPr>
              <a:defRPr/>
            </a:pPr>
            <a:r>
              <a:rPr lang="en-GB" altLang="en-US" sz="2400" b="0" dirty="0" smtClean="0">
                <a:effectLst>
                  <a:outerShdw blurRad="38100" dist="38100" dir="2700000" algn="tl">
                    <a:srgbClr val="C0C0C0"/>
                  </a:outerShdw>
                </a:effectLst>
              </a:rPr>
              <a:t>… collections of observation results …</a:t>
            </a:r>
          </a:p>
        </p:txBody>
      </p:sp>
      <p:pic>
        <p:nvPicPr>
          <p:cNvPr id="3074" name="Picture 2" descr="Image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1999" y="990600"/>
            <a:ext cx="8025969" cy="5029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Ellipse 2"/>
          <p:cNvSpPr/>
          <p:nvPr/>
        </p:nvSpPr>
        <p:spPr bwMode="auto">
          <a:xfrm>
            <a:off x="5715000" y="961374"/>
            <a:ext cx="1600200" cy="744252"/>
          </a:xfrm>
          <a:prstGeom prst="ellipse">
            <a:avLst/>
          </a:prstGeom>
          <a:noFill/>
          <a:ln w="38100" cap="flat" cmpd="sng" algn="ctr">
            <a:solidFill>
              <a:srgbClr val="FFC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8" name="Ellipse 7"/>
          <p:cNvSpPr/>
          <p:nvPr/>
        </p:nvSpPr>
        <p:spPr bwMode="auto">
          <a:xfrm>
            <a:off x="3810000" y="1861979"/>
            <a:ext cx="1600200" cy="676593"/>
          </a:xfrm>
          <a:prstGeom prst="ellipse">
            <a:avLst/>
          </a:prstGeom>
          <a:noFill/>
          <a:ln w="38100" cap="flat" cmpd="sng" algn="ctr">
            <a:solidFill>
              <a:schemeClr val="accent6">
                <a:lumMod val="60000"/>
                <a:lumOff val="4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0" name="Ellipse 9"/>
          <p:cNvSpPr/>
          <p:nvPr/>
        </p:nvSpPr>
        <p:spPr bwMode="auto">
          <a:xfrm>
            <a:off x="1981200" y="2595404"/>
            <a:ext cx="1600200" cy="676593"/>
          </a:xfrm>
          <a:prstGeom prst="ellipse">
            <a:avLst/>
          </a:prstGeom>
          <a:noFill/>
          <a:ln w="38100" cap="flat" cmpd="sng" algn="ctr">
            <a:solidFill>
              <a:schemeClr val="tx2">
                <a:lumMod val="75000"/>
                <a:lumOff val="2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1" name="Ellipse 10"/>
          <p:cNvSpPr/>
          <p:nvPr/>
        </p:nvSpPr>
        <p:spPr bwMode="auto">
          <a:xfrm>
            <a:off x="3193833" y="3652679"/>
            <a:ext cx="1600200" cy="676593"/>
          </a:xfrm>
          <a:prstGeom prst="ellipse">
            <a:avLst/>
          </a:prstGeom>
          <a:noFill/>
          <a:ln w="38100" cap="flat" cmpd="sng" algn="ctr">
            <a:solidFill>
              <a:schemeClr val="tx2">
                <a:lumMod val="75000"/>
                <a:lumOff val="2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2" name="Ellipse 11"/>
          <p:cNvSpPr/>
          <p:nvPr/>
        </p:nvSpPr>
        <p:spPr bwMode="auto">
          <a:xfrm>
            <a:off x="6705600" y="3709829"/>
            <a:ext cx="1600200" cy="676593"/>
          </a:xfrm>
          <a:prstGeom prst="ellipse">
            <a:avLst/>
          </a:prstGeom>
          <a:noFill/>
          <a:ln w="38100" cap="flat" cmpd="sng" algn="ctr">
            <a:solidFill>
              <a:schemeClr val="tx2">
                <a:lumMod val="75000"/>
                <a:lumOff val="2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3" name="Ellipse 12"/>
          <p:cNvSpPr/>
          <p:nvPr/>
        </p:nvSpPr>
        <p:spPr bwMode="auto">
          <a:xfrm>
            <a:off x="7187768" y="2747804"/>
            <a:ext cx="1600200" cy="676593"/>
          </a:xfrm>
          <a:prstGeom prst="ellipse">
            <a:avLst/>
          </a:prstGeom>
          <a:noFill/>
          <a:ln w="38100" cap="flat" cmpd="sng" algn="ctr">
            <a:solidFill>
              <a:schemeClr val="tx2">
                <a:lumMod val="75000"/>
                <a:lumOff val="2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4" name="Ellipse 13"/>
          <p:cNvSpPr/>
          <p:nvPr/>
        </p:nvSpPr>
        <p:spPr bwMode="auto">
          <a:xfrm>
            <a:off x="4305300" y="4643279"/>
            <a:ext cx="1600200" cy="676593"/>
          </a:xfrm>
          <a:prstGeom prst="ellipse">
            <a:avLst/>
          </a:prstGeom>
          <a:noFill/>
          <a:ln w="38100" cap="flat" cmpd="sng" algn="ctr">
            <a:solidFill>
              <a:schemeClr val="tx2">
                <a:lumMod val="75000"/>
                <a:lumOff val="2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3075" name="Picture 3" descr="Image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24228" y="1801654"/>
            <a:ext cx="6230938" cy="381635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</p:pic>
      <p:pic>
        <p:nvPicPr>
          <p:cNvPr id="6146" name="Picture 2" descr="Image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09850" y="2633504"/>
            <a:ext cx="6210300" cy="3082925"/>
          </a:xfrm>
          <a:prstGeom prst="rect">
            <a:avLst/>
          </a:prstGeom>
          <a:solidFill>
            <a:schemeClr val="accent3"/>
          </a:solidFill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99098679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/>
          </p:cNvSpPr>
          <p:nvPr/>
        </p:nvSpPr>
        <p:spPr bwMode="auto">
          <a:xfrm>
            <a:off x="792595" y="136525"/>
            <a:ext cx="7894205" cy="685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algn="ctr" eaLnBrk="0" hangingPunct="0">
              <a:lnSpc>
                <a:spcPct val="90000"/>
              </a:lnSpc>
              <a:defRPr sz="3200">
                <a:solidFill>
                  <a:srgbClr val="092E5C"/>
                </a:solidFill>
                <a:latin typeface="Arial" pitchFamily="34" charset="0"/>
                <a:ea typeface="MS PGothic" pitchFamily="34" charset="-128"/>
              </a:defRPr>
            </a:lvl1pPr>
            <a:lvl2pPr algn="ctr" eaLnBrk="0" hangingPunct="0">
              <a:lnSpc>
                <a:spcPct val="90000"/>
              </a:lnSpc>
              <a:defRPr sz="3200">
                <a:solidFill>
                  <a:srgbClr val="092E5C"/>
                </a:solidFill>
                <a:latin typeface="Arial" pitchFamily="34" charset="0"/>
                <a:ea typeface="MS PGothic" pitchFamily="34" charset="-128"/>
              </a:defRPr>
            </a:lvl2pPr>
            <a:lvl3pPr algn="ctr" eaLnBrk="0" hangingPunct="0">
              <a:lnSpc>
                <a:spcPct val="90000"/>
              </a:lnSpc>
              <a:defRPr sz="3200">
                <a:solidFill>
                  <a:srgbClr val="092E5C"/>
                </a:solidFill>
                <a:latin typeface="Arial" pitchFamily="34" charset="0"/>
                <a:ea typeface="MS PGothic" pitchFamily="34" charset="-128"/>
              </a:defRPr>
            </a:lvl3pPr>
            <a:lvl4pPr algn="ctr" eaLnBrk="0" hangingPunct="0">
              <a:lnSpc>
                <a:spcPct val="90000"/>
              </a:lnSpc>
              <a:defRPr sz="3200">
                <a:solidFill>
                  <a:srgbClr val="092E5C"/>
                </a:solidFill>
                <a:latin typeface="Arial" pitchFamily="34" charset="0"/>
                <a:ea typeface="MS PGothic" pitchFamily="34" charset="-128"/>
              </a:defRPr>
            </a:lvl4pPr>
            <a:lvl5pPr algn="ctr" eaLnBrk="0" hangingPunct="0">
              <a:lnSpc>
                <a:spcPct val="90000"/>
              </a:lnSpc>
              <a:defRPr sz="3200">
                <a:solidFill>
                  <a:srgbClr val="092E5C"/>
                </a:solidFill>
                <a:latin typeface="Arial" pitchFamily="34" charset="0"/>
                <a:ea typeface="MS PGothic" pitchFamily="34" charset="-128"/>
              </a:defRPr>
            </a:lvl5pPr>
            <a:lvl6pPr marL="457200" algn="ctr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200">
                <a:solidFill>
                  <a:srgbClr val="092E5C"/>
                </a:solidFill>
                <a:latin typeface="Arial" pitchFamily="34" charset="0"/>
                <a:ea typeface="MS PGothic" pitchFamily="34" charset="-128"/>
              </a:defRPr>
            </a:lvl6pPr>
            <a:lvl7pPr marL="914400" algn="ctr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200">
                <a:solidFill>
                  <a:srgbClr val="092E5C"/>
                </a:solidFill>
                <a:latin typeface="Arial" pitchFamily="34" charset="0"/>
                <a:ea typeface="MS PGothic" pitchFamily="34" charset="-128"/>
              </a:defRPr>
            </a:lvl7pPr>
            <a:lvl8pPr marL="1371600" algn="ctr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200">
                <a:solidFill>
                  <a:srgbClr val="092E5C"/>
                </a:solidFill>
                <a:latin typeface="Arial" pitchFamily="34" charset="0"/>
                <a:ea typeface="MS PGothic" pitchFamily="34" charset="-128"/>
              </a:defRPr>
            </a:lvl8pPr>
            <a:lvl9pPr marL="1828800" algn="ctr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200">
                <a:solidFill>
                  <a:srgbClr val="092E5C"/>
                </a:solidFill>
                <a:latin typeface="Arial" pitchFamily="34" charset="0"/>
                <a:ea typeface="MS PGothic" pitchFamily="34" charset="-128"/>
              </a:defRPr>
            </a:lvl9pPr>
          </a:lstStyle>
          <a:p>
            <a:pPr>
              <a:defRPr/>
            </a:pPr>
            <a:r>
              <a:rPr lang="en-GB" altLang="en-US" sz="2400" b="0" dirty="0" smtClean="0">
                <a:effectLst>
                  <a:outerShdw blurRad="38100" dist="38100" dir="2700000" algn="tl">
                    <a:srgbClr val="C0C0C0"/>
                  </a:outerShdw>
                </a:effectLst>
              </a:rPr>
              <a:t>Identifiable collections of observation results representing a hydrosphere phenomenon</a:t>
            </a:r>
          </a:p>
        </p:txBody>
      </p:sp>
      <p:pic>
        <p:nvPicPr>
          <p:cNvPr id="3074" name="Picture 2" descr="Image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1999" y="990600"/>
            <a:ext cx="8025969" cy="5029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Ellipse 2"/>
          <p:cNvSpPr/>
          <p:nvPr/>
        </p:nvSpPr>
        <p:spPr bwMode="auto">
          <a:xfrm>
            <a:off x="5715000" y="961374"/>
            <a:ext cx="1600200" cy="744252"/>
          </a:xfrm>
          <a:prstGeom prst="ellipse">
            <a:avLst/>
          </a:prstGeom>
          <a:noFill/>
          <a:ln w="38100" cap="flat" cmpd="sng" algn="ctr">
            <a:solidFill>
              <a:srgbClr val="FFC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8" name="Ellipse 7"/>
          <p:cNvSpPr/>
          <p:nvPr/>
        </p:nvSpPr>
        <p:spPr bwMode="auto">
          <a:xfrm>
            <a:off x="3810000" y="1861979"/>
            <a:ext cx="1600200" cy="676593"/>
          </a:xfrm>
          <a:prstGeom prst="ellipse">
            <a:avLst/>
          </a:prstGeom>
          <a:noFill/>
          <a:ln w="38100" cap="flat" cmpd="sng" algn="ctr">
            <a:solidFill>
              <a:schemeClr val="accent6">
                <a:lumMod val="60000"/>
                <a:lumOff val="4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0" name="Ellipse 9"/>
          <p:cNvSpPr/>
          <p:nvPr/>
        </p:nvSpPr>
        <p:spPr bwMode="auto">
          <a:xfrm>
            <a:off x="1981200" y="2595404"/>
            <a:ext cx="1600200" cy="676593"/>
          </a:xfrm>
          <a:prstGeom prst="ellipse">
            <a:avLst/>
          </a:prstGeom>
          <a:noFill/>
          <a:ln w="38100" cap="flat" cmpd="sng" algn="ctr">
            <a:solidFill>
              <a:schemeClr val="tx2">
                <a:lumMod val="75000"/>
                <a:lumOff val="2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1" name="Ellipse 10"/>
          <p:cNvSpPr/>
          <p:nvPr/>
        </p:nvSpPr>
        <p:spPr bwMode="auto">
          <a:xfrm>
            <a:off x="3193833" y="3652679"/>
            <a:ext cx="1600200" cy="676593"/>
          </a:xfrm>
          <a:prstGeom prst="ellipse">
            <a:avLst/>
          </a:prstGeom>
          <a:noFill/>
          <a:ln w="38100" cap="flat" cmpd="sng" algn="ctr">
            <a:solidFill>
              <a:schemeClr val="tx2">
                <a:lumMod val="75000"/>
                <a:lumOff val="2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2" name="Ellipse 11"/>
          <p:cNvSpPr/>
          <p:nvPr/>
        </p:nvSpPr>
        <p:spPr bwMode="auto">
          <a:xfrm>
            <a:off x="6705600" y="3709829"/>
            <a:ext cx="1600200" cy="676593"/>
          </a:xfrm>
          <a:prstGeom prst="ellipse">
            <a:avLst/>
          </a:prstGeom>
          <a:noFill/>
          <a:ln w="38100" cap="flat" cmpd="sng" algn="ctr">
            <a:solidFill>
              <a:schemeClr val="tx2">
                <a:lumMod val="75000"/>
                <a:lumOff val="2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3" name="Ellipse 12"/>
          <p:cNvSpPr/>
          <p:nvPr/>
        </p:nvSpPr>
        <p:spPr bwMode="auto">
          <a:xfrm>
            <a:off x="7187768" y="2747804"/>
            <a:ext cx="1600200" cy="676593"/>
          </a:xfrm>
          <a:prstGeom prst="ellipse">
            <a:avLst/>
          </a:prstGeom>
          <a:noFill/>
          <a:ln w="38100" cap="flat" cmpd="sng" algn="ctr">
            <a:solidFill>
              <a:schemeClr val="tx2">
                <a:lumMod val="75000"/>
                <a:lumOff val="2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4" name="Ellipse 13"/>
          <p:cNvSpPr/>
          <p:nvPr/>
        </p:nvSpPr>
        <p:spPr bwMode="auto">
          <a:xfrm>
            <a:off x="4305300" y="4643279"/>
            <a:ext cx="1600200" cy="676593"/>
          </a:xfrm>
          <a:prstGeom prst="ellipse">
            <a:avLst/>
          </a:prstGeom>
          <a:noFill/>
          <a:ln w="38100" cap="flat" cmpd="sng" algn="ctr">
            <a:solidFill>
              <a:schemeClr val="tx2">
                <a:lumMod val="75000"/>
                <a:lumOff val="2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6701724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/>
          </p:cNvSpPr>
          <p:nvPr/>
        </p:nvSpPr>
        <p:spPr bwMode="auto">
          <a:xfrm>
            <a:off x="792595" y="136525"/>
            <a:ext cx="7894205" cy="685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algn="ctr" eaLnBrk="0" hangingPunct="0">
              <a:lnSpc>
                <a:spcPct val="90000"/>
              </a:lnSpc>
              <a:defRPr sz="3200">
                <a:solidFill>
                  <a:srgbClr val="092E5C"/>
                </a:solidFill>
                <a:latin typeface="Arial" pitchFamily="34" charset="0"/>
                <a:ea typeface="MS PGothic" pitchFamily="34" charset="-128"/>
              </a:defRPr>
            </a:lvl1pPr>
            <a:lvl2pPr algn="ctr" eaLnBrk="0" hangingPunct="0">
              <a:lnSpc>
                <a:spcPct val="90000"/>
              </a:lnSpc>
              <a:defRPr sz="3200">
                <a:solidFill>
                  <a:srgbClr val="092E5C"/>
                </a:solidFill>
                <a:latin typeface="Arial" pitchFamily="34" charset="0"/>
                <a:ea typeface="MS PGothic" pitchFamily="34" charset="-128"/>
              </a:defRPr>
            </a:lvl2pPr>
            <a:lvl3pPr algn="ctr" eaLnBrk="0" hangingPunct="0">
              <a:lnSpc>
                <a:spcPct val="90000"/>
              </a:lnSpc>
              <a:defRPr sz="3200">
                <a:solidFill>
                  <a:srgbClr val="092E5C"/>
                </a:solidFill>
                <a:latin typeface="Arial" pitchFamily="34" charset="0"/>
                <a:ea typeface="MS PGothic" pitchFamily="34" charset="-128"/>
              </a:defRPr>
            </a:lvl3pPr>
            <a:lvl4pPr algn="ctr" eaLnBrk="0" hangingPunct="0">
              <a:lnSpc>
                <a:spcPct val="90000"/>
              </a:lnSpc>
              <a:defRPr sz="3200">
                <a:solidFill>
                  <a:srgbClr val="092E5C"/>
                </a:solidFill>
                <a:latin typeface="Arial" pitchFamily="34" charset="0"/>
                <a:ea typeface="MS PGothic" pitchFamily="34" charset="-128"/>
              </a:defRPr>
            </a:lvl4pPr>
            <a:lvl5pPr algn="ctr" eaLnBrk="0" hangingPunct="0">
              <a:lnSpc>
                <a:spcPct val="90000"/>
              </a:lnSpc>
              <a:defRPr sz="3200">
                <a:solidFill>
                  <a:srgbClr val="092E5C"/>
                </a:solidFill>
                <a:latin typeface="Arial" pitchFamily="34" charset="0"/>
                <a:ea typeface="MS PGothic" pitchFamily="34" charset="-128"/>
              </a:defRPr>
            </a:lvl5pPr>
            <a:lvl6pPr marL="457200" algn="ctr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200">
                <a:solidFill>
                  <a:srgbClr val="092E5C"/>
                </a:solidFill>
                <a:latin typeface="Arial" pitchFamily="34" charset="0"/>
                <a:ea typeface="MS PGothic" pitchFamily="34" charset="-128"/>
              </a:defRPr>
            </a:lvl6pPr>
            <a:lvl7pPr marL="914400" algn="ctr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200">
                <a:solidFill>
                  <a:srgbClr val="092E5C"/>
                </a:solidFill>
                <a:latin typeface="Arial" pitchFamily="34" charset="0"/>
                <a:ea typeface="MS PGothic" pitchFamily="34" charset="-128"/>
              </a:defRPr>
            </a:lvl7pPr>
            <a:lvl8pPr marL="1371600" algn="ctr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200">
                <a:solidFill>
                  <a:srgbClr val="092E5C"/>
                </a:solidFill>
                <a:latin typeface="Arial" pitchFamily="34" charset="0"/>
                <a:ea typeface="MS PGothic" pitchFamily="34" charset="-128"/>
              </a:defRPr>
            </a:lvl8pPr>
            <a:lvl9pPr marL="1828800" algn="ctr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200">
                <a:solidFill>
                  <a:srgbClr val="092E5C"/>
                </a:solidFill>
                <a:latin typeface="Arial" pitchFamily="34" charset="0"/>
                <a:ea typeface="MS PGothic" pitchFamily="34" charset="-128"/>
              </a:defRPr>
            </a:lvl9pPr>
          </a:lstStyle>
          <a:p>
            <a:pPr>
              <a:defRPr/>
            </a:pPr>
            <a:r>
              <a:rPr lang="en-GB" altLang="en-US" sz="2400" b="0" dirty="0" smtClean="0">
                <a:effectLst>
                  <a:outerShdw blurRad="38100" dist="38100" dir="2700000" algn="tl">
                    <a:srgbClr val="C0C0C0"/>
                  </a:outerShdw>
                </a:effectLst>
              </a:rPr>
              <a:t>… representing a hydrosphere phenomenon</a:t>
            </a:r>
          </a:p>
        </p:txBody>
      </p:sp>
      <p:pic>
        <p:nvPicPr>
          <p:cNvPr id="3074" name="Picture 2" descr="Image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1999" y="990600"/>
            <a:ext cx="8025969" cy="5029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Ellipse 2"/>
          <p:cNvSpPr/>
          <p:nvPr/>
        </p:nvSpPr>
        <p:spPr bwMode="auto">
          <a:xfrm>
            <a:off x="5715000" y="961374"/>
            <a:ext cx="1600200" cy="744252"/>
          </a:xfrm>
          <a:prstGeom prst="ellipse">
            <a:avLst/>
          </a:prstGeom>
          <a:noFill/>
          <a:ln w="38100" cap="flat" cmpd="sng" algn="ctr">
            <a:solidFill>
              <a:srgbClr val="FFC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8" name="Ellipse 7"/>
          <p:cNvSpPr/>
          <p:nvPr/>
        </p:nvSpPr>
        <p:spPr bwMode="auto">
          <a:xfrm>
            <a:off x="3810000" y="1861979"/>
            <a:ext cx="1600200" cy="676593"/>
          </a:xfrm>
          <a:prstGeom prst="ellipse">
            <a:avLst/>
          </a:prstGeom>
          <a:noFill/>
          <a:ln w="38100" cap="flat" cmpd="sng" algn="ctr">
            <a:solidFill>
              <a:schemeClr val="accent6">
                <a:lumMod val="60000"/>
                <a:lumOff val="4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0" name="Ellipse 9"/>
          <p:cNvSpPr/>
          <p:nvPr/>
        </p:nvSpPr>
        <p:spPr bwMode="auto">
          <a:xfrm>
            <a:off x="1981200" y="2595404"/>
            <a:ext cx="1600200" cy="676593"/>
          </a:xfrm>
          <a:prstGeom prst="ellipse">
            <a:avLst/>
          </a:prstGeom>
          <a:noFill/>
          <a:ln w="38100" cap="flat" cmpd="sng" algn="ctr">
            <a:solidFill>
              <a:schemeClr val="tx2">
                <a:lumMod val="75000"/>
                <a:lumOff val="2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1" name="Ellipse 10"/>
          <p:cNvSpPr/>
          <p:nvPr/>
        </p:nvSpPr>
        <p:spPr bwMode="auto">
          <a:xfrm>
            <a:off x="3193833" y="3652679"/>
            <a:ext cx="1600200" cy="676593"/>
          </a:xfrm>
          <a:prstGeom prst="ellipse">
            <a:avLst/>
          </a:prstGeom>
          <a:noFill/>
          <a:ln w="38100" cap="flat" cmpd="sng" algn="ctr">
            <a:solidFill>
              <a:schemeClr val="tx2">
                <a:lumMod val="75000"/>
                <a:lumOff val="2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2" name="Ellipse 11"/>
          <p:cNvSpPr/>
          <p:nvPr/>
        </p:nvSpPr>
        <p:spPr bwMode="auto">
          <a:xfrm>
            <a:off x="6705600" y="3709829"/>
            <a:ext cx="1600200" cy="676593"/>
          </a:xfrm>
          <a:prstGeom prst="ellipse">
            <a:avLst/>
          </a:prstGeom>
          <a:noFill/>
          <a:ln w="38100" cap="flat" cmpd="sng" algn="ctr">
            <a:solidFill>
              <a:schemeClr val="tx2">
                <a:lumMod val="75000"/>
                <a:lumOff val="2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3" name="Ellipse 12"/>
          <p:cNvSpPr/>
          <p:nvPr/>
        </p:nvSpPr>
        <p:spPr bwMode="auto">
          <a:xfrm>
            <a:off x="7187768" y="2747804"/>
            <a:ext cx="1600200" cy="676593"/>
          </a:xfrm>
          <a:prstGeom prst="ellipse">
            <a:avLst/>
          </a:prstGeom>
          <a:noFill/>
          <a:ln w="38100" cap="flat" cmpd="sng" algn="ctr">
            <a:solidFill>
              <a:schemeClr val="tx2">
                <a:lumMod val="75000"/>
                <a:lumOff val="2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4" name="Ellipse 13"/>
          <p:cNvSpPr/>
          <p:nvPr/>
        </p:nvSpPr>
        <p:spPr bwMode="auto">
          <a:xfrm>
            <a:off x="4305300" y="4643279"/>
            <a:ext cx="1600200" cy="676593"/>
          </a:xfrm>
          <a:prstGeom prst="ellipse">
            <a:avLst/>
          </a:prstGeom>
          <a:noFill/>
          <a:ln w="38100" cap="flat" cmpd="sng" algn="ctr">
            <a:solidFill>
              <a:schemeClr val="tx2">
                <a:lumMod val="75000"/>
                <a:lumOff val="2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5" name="Picture 4" descr="Image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68043" y="1861979"/>
            <a:ext cx="6219825" cy="3028950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>
            <a:noFill/>
          </a:ln>
        </p:spPr>
      </p:pic>
      <p:sp>
        <p:nvSpPr>
          <p:cNvPr id="4" name="Textfeld 3"/>
          <p:cNvSpPr txBox="1"/>
          <p:nvPr/>
        </p:nvSpPr>
        <p:spPr>
          <a:xfrm>
            <a:off x="6248400" y="1905000"/>
            <a:ext cx="169629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000" b="0" i="1" dirty="0" smtClean="0">
                <a:solidFill>
                  <a:schemeClr val="tx2"/>
                </a:solidFill>
              </a:rPr>
              <a:t>HY_Features</a:t>
            </a:r>
          </a:p>
        </p:txBody>
      </p:sp>
    </p:spTree>
    <p:extLst>
      <p:ext uri="{BB962C8B-B14F-4D97-AF65-F5344CB8AC3E}">
        <p14:creationId xmlns:p14="http://schemas.microsoft.com/office/powerpoint/2010/main" val="261350882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/>
          </p:cNvSpPr>
          <p:nvPr/>
        </p:nvSpPr>
        <p:spPr bwMode="auto">
          <a:xfrm>
            <a:off x="231775" y="136525"/>
            <a:ext cx="8683625" cy="685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algn="ctr" eaLnBrk="0" hangingPunct="0">
              <a:lnSpc>
                <a:spcPct val="90000"/>
              </a:lnSpc>
              <a:defRPr sz="3200">
                <a:solidFill>
                  <a:srgbClr val="092E5C"/>
                </a:solidFill>
                <a:latin typeface="Arial" pitchFamily="34" charset="0"/>
                <a:ea typeface="MS PGothic" pitchFamily="34" charset="-128"/>
              </a:defRPr>
            </a:lvl1pPr>
            <a:lvl2pPr algn="ctr" eaLnBrk="0" hangingPunct="0">
              <a:lnSpc>
                <a:spcPct val="90000"/>
              </a:lnSpc>
              <a:defRPr sz="3200">
                <a:solidFill>
                  <a:srgbClr val="092E5C"/>
                </a:solidFill>
                <a:latin typeface="Arial" pitchFamily="34" charset="0"/>
                <a:ea typeface="MS PGothic" pitchFamily="34" charset="-128"/>
              </a:defRPr>
            </a:lvl2pPr>
            <a:lvl3pPr algn="ctr" eaLnBrk="0" hangingPunct="0">
              <a:lnSpc>
                <a:spcPct val="90000"/>
              </a:lnSpc>
              <a:defRPr sz="3200">
                <a:solidFill>
                  <a:srgbClr val="092E5C"/>
                </a:solidFill>
                <a:latin typeface="Arial" pitchFamily="34" charset="0"/>
                <a:ea typeface="MS PGothic" pitchFamily="34" charset="-128"/>
              </a:defRPr>
            </a:lvl3pPr>
            <a:lvl4pPr algn="ctr" eaLnBrk="0" hangingPunct="0">
              <a:lnSpc>
                <a:spcPct val="90000"/>
              </a:lnSpc>
              <a:defRPr sz="3200">
                <a:solidFill>
                  <a:srgbClr val="092E5C"/>
                </a:solidFill>
                <a:latin typeface="Arial" pitchFamily="34" charset="0"/>
                <a:ea typeface="MS PGothic" pitchFamily="34" charset="-128"/>
              </a:defRPr>
            </a:lvl4pPr>
            <a:lvl5pPr algn="ctr" eaLnBrk="0" hangingPunct="0">
              <a:lnSpc>
                <a:spcPct val="90000"/>
              </a:lnSpc>
              <a:defRPr sz="3200">
                <a:solidFill>
                  <a:srgbClr val="092E5C"/>
                </a:solidFill>
                <a:latin typeface="Arial" pitchFamily="34" charset="0"/>
                <a:ea typeface="MS PGothic" pitchFamily="34" charset="-128"/>
              </a:defRPr>
            </a:lvl5pPr>
            <a:lvl6pPr marL="457200" algn="ctr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200">
                <a:solidFill>
                  <a:srgbClr val="092E5C"/>
                </a:solidFill>
                <a:latin typeface="Arial" pitchFamily="34" charset="0"/>
                <a:ea typeface="MS PGothic" pitchFamily="34" charset="-128"/>
              </a:defRPr>
            </a:lvl6pPr>
            <a:lvl7pPr marL="914400" algn="ctr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200">
                <a:solidFill>
                  <a:srgbClr val="092E5C"/>
                </a:solidFill>
                <a:latin typeface="Arial" pitchFamily="34" charset="0"/>
                <a:ea typeface="MS PGothic" pitchFamily="34" charset="-128"/>
              </a:defRPr>
            </a:lvl7pPr>
            <a:lvl8pPr marL="1371600" algn="ctr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200">
                <a:solidFill>
                  <a:srgbClr val="092E5C"/>
                </a:solidFill>
                <a:latin typeface="Arial" pitchFamily="34" charset="0"/>
                <a:ea typeface="MS PGothic" pitchFamily="34" charset="-128"/>
              </a:defRPr>
            </a:lvl8pPr>
            <a:lvl9pPr marL="1828800" algn="ctr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200">
                <a:solidFill>
                  <a:srgbClr val="092E5C"/>
                </a:solidFill>
                <a:latin typeface="Arial" pitchFamily="34" charset="0"/>
                <a:ea typeface="MS PGothic" pitchFamily="34" charset="-128"/>
              </a:defRPr>
            </a:lvl9pPr>
          </a:lstStyle>
          <a:p>
            <a:pPr>
              <a:defRPr/>
            </a:pPr>
            <a:r>
              <a:rPr lang="en-GB" altLang="en-US" b="0" dirty="0" smtClean="0">
                <a:effectLst>
                  <a:outerShdw blurRad="38100" dist="38100" dir="2700000" algn="tl">
                    <a:srgbClr val="C0C0C0"/>
                  </a:outerShdw>
                </a:effectLst>
              </a:rPr>
              <a:t>Supplier of Hydrologic Metadata</a:t>
            </a:r>
          </a:p>
        </p:txBody>
      </p:sp>
      <p:sp>
        <p:nvSpPr>
          <p:cNvPr id="13316" name="Fußzeilenplatzhalter 3"/>
          <p:cNvSpPr txBox="1">
            <a:spLocks noGrp="1"/>
          </p:cNvSpPr>
          <p:nvPr/>
        </p:nvSpPr>
        <p:spPr bwMode="auto">
          <a:xfrm>
            <a:off x="2973388" y="6553200"/>
            <a:ext cx="3200400" cy="228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lr>
                <a:srgbClr val="092E5C"/>
              </a:buClr>
              <a:buChar char="•"/>
              <a:defRPr sz="2400">
                <a:solidFill>
                  <a:schemeClr val="tx2"/>
                </a:solidFill>
                <a:latin typeface="Arial" pitchFamily="34" charset="0"/>
                <a:ea typeface="MS PGothic" pitchFamily="34" charset="-128"/>
              </a:defRPr>
            </a:lvl1pPr>
            <a:lvl2pPr marL="742950" indent="-285750" eaLnBrk="0" hangingPunct="0">
              <a:spcBef>
                <a:spcPct val="20000"/>
              </a:spcBef>
              <a:buClr>
                <a:srgbClr val="092E5C"/>
              </a:buClr>
              <a:buChar char="–"/>
              <a:defRPr sz="2000">
                <a:solidFill>
                  <a:schemeClr val="tx2"/>
                </a:solidFill>
                <a:latin typeface="Arial" pitchFamily="34" charset="0"/>
                <a:ea typeface="MS PGothic" pitchFamily="34" charset="-128"/>
              </a:defRPr>
            </a:lvl2pPr>
            <a:lvl3pPr marL="1143000" indent="-228600" eaLnBrk="0" hangingPunct="0">
              <a:spcBef>
                <a:spcPct val="20000"/>
              </a:spcBef>
              <a:buClr>
                <a:srgbClr val="092E5C"/>
              </a:buClr>
              <a:buChar char="•"/>
              <a:defRPr>
                <a:solidFill>
                  <a:schemeClr val="tx2"/>
                </a:solidFill>
                <a:latin typeface="Arial" pitchFamily="34" charset="0"/>
                <a:ea typeface="MS PGothic" pitchFamily="34" charset="-128"/>
              </a:defRPr>
            </a:lvl3pPr>
            <a:lvl4pPr marL="1600200" indent="-228600" eaLnBrk="0" hangingPunct="0">
              <a:spcBef>
                <a:spcPct val="20000"/>
              </a:spcBef>
              <a:buClr>
                <a:srgbClr val="092E5C"/>
              </a:buClr>
              <a:buChar char="–"/>
              <a:defRPr sz="1600">
                <a:solidFill>
                  <a:schemeClr val="tx2"/>
                </a:solidFill>
                <a:latin typeface="Arial" pitchFamily="34" charset="0"/>
                <a:ea typeface="MS PGothic" pitchFamily="34" charset="-128"/>
              </a:defRPr>
            </a:lvl4pPr>
            <a:lvl5pPr marL="2057400" indent="-228600" eaLnBrk="0" hangingPunct="0">
              <a:spcBef>
                <a:spcPct val="20000"/>
              </a:spcBef>
              <a:buClr>
                <a:srgbClr val="092E5C"/>
              </a:buClr>
              <a:buChar char="»"/>
              <a:defRPr sz="1600">
                <a:solidFill>
                  <a:schemeClr val="tx2"/>
                </a:solidFill>
                <a:latin typeface="Arial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92E5C"/>
              </a:buClr>
              <a:buChar char="»"/>
              <a:defRPr sz="1600">
                <a:solidFill>
                  <a:schemeClr val="tx2"/>
                </a:solidFill>
                <a:latin typeface="Arial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92E5C"/>
              </a:buClr>
              <a:buChar char="»"/>
              <a:defRPr sz="1600">
                <a:solidFill>
                  <a:schemeClr val="tx2"/>
                </a:solidFill>
                <a:latin typeface="Arial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92E5C"/>
              </a:buClr>
              <a:buChar char="»"/>
              <a:defRPr sz="1600">
                <a:solidFill>
                  <a:schemeClr val="tx2"/>
                </a:solidFill>
                <a:latin typeface="Arial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92E5C"/>
              </a:buClr>
              <a:buChar char="»"/>
              <a:defRPr sz="1600">
                <a:solidFill>
                  <a:schemeClr val="tx2"/>
                </a:solidFill>
                <a:latin typeface="Arial" pitchFamily="34" charset="0"/>
                <a:ea typeface="MS PGothic" pitchFamily="34" charset="-128"/>
              </a:defRPr>
            </a:lvl9pPr>
          </a:lstStyle>
          <a:p>
            <a:pPr algn="ctr">
              <a:spcBef>
                <a:spcPct val="0"/>
              </a:spcBef>
              <a:buClrTx/>
              <a:buFontTx/>
              <a:buNone/>
            </a:pPr>
            <a:r>
              <a:rPr lang="en-US" altLang="en-US" sz="900" b="0">
                <a:solidFill>
                  <a:srgbClr val="092E5C"/>
                </a:solidFill>
              </a:rPr>
              <a:t>Copyright © 2013 Open Geospatial Consortium</a:t>
            </a:r>
          </a:p>
        </p:txBody>
      </p:sp>
      <p:pic>
        <p:nvPicPr>
          <p:cNvPr id="2051" name="Picture 3" descr="Image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71600" y="914400"/>
            <a:ext cx="7010400" cy="5884877"/>
          </a:xfrm>
          <a:prstGeom prst="rect">
            <a:avLst/>
          </a:prstGeom>
          <a:solidFill>
            <a:schemeClr val="accent3"/>
          </a:solidFill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1739753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/>
          </p:cNvSpPr>
          <p:nvPr/>
        </p:nvSpPr>
        <p:spPr bwMode="auto">
          <a:xfrm>
            <a:off x="231775" y="136525"/>
            <a:ext cx="8683625" cy="685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algn="ctr" eaLnBrk="0" hangingPunct="0">
              <a:lnSpc>
                <a:spcPct val="90000"/>
              </a:lnSpc>
              <a:defRPr sz="3200">
                <a:solidFill>
                  <a:srgbClr val="092E5C"/>
                </a:solidFill>
                <a:latin typeface="Arial" pitchFamily="34" charset="0"/>
                <a:ea typeface="MS PGothic" pitchFamily="34" charset="-128"/>
              </a:defRPr>
            </a:lvl1pPr>
            <a:lvl2pPr algn="ctr" eaLnBrk="0" hangingPunct="0">
              <a:lnSpc>
                <a:spcPct val="90000"/>
              </a:lnSpc>
              <a:defRPr sz="3200">
                <a:solidFill>
                  <a:srgbClr val="092E5C"/>
                </a:solidFill>
                <a:latin typeface="Arial" pitchFamily="34" charset="0"/>
                <a:ea typeface="MS PGothic" pitchFamily="34" charset="-128"/>
              </a:defRPr>
            </a:lvl2pPr>
            <a:lvl3pPr algn="ctr" eaLnBrk="0" hangingPunct="0">
              <a:lnSpc>
                <a:spcPct val="90000"/>
              </a:lnSpc>
              <a:defRPr sz="3200">
                <a:solidFill>
                  <a:srgbClr val="092E5C"/>
                </a:solidFill>
                <a:latin typeface="Arial" pitchFamily="34" charset="0"/>
                <a:ea typeface="MS PGothic" pitchFamily="34" charset="-128"/>
              </a:defRPr>
            </a:lvl3pPr>
            <a:lvl4pPr algn="ctr" eaLnBrk="0" hangingPunct="0">
              <a:lnSpc>
                <a:spcPct val="90000"/>
              </a:lnSpc>
              <a:defRPr sz="3200">
                <a:solidFill>
                  <a:srgbClr val="092E5C"/>
                </a:solidFill>
                <a:latin typeface="Arial" pitchFamily="34" charset="0"/>
                <a:ea typeface="MS PGothic" pitchFamily="34" charset="-128"/>
              </a:defRPr>
            </a:lvl4pPr>
            <a:lvl5pPr algn="ctr" eaLnBrk="0" hangingPunct="0">
              <a:lnSpc>
                <a:spcPct val="90000"/>
              </a:lnSpc>
              <a:defRPr sz="3200">
                <a:solidFill>
                  <a:srgbClr val="092E5C"/>
                </a:solidFill>
                <a:latin typeface="Arial" pitchFamily="34" charset="0"/>
                <a:ea typeface="MS PGothic" pitchFamily="34" charset="-128"/>
              </a:defRPr>
            </a:lvl5pPr>
            <a:lvl6pPr marL="457200" algn="ctr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200">
                <a:solidFill>
                  <a:srgbClr val="092E5C"/>
                </a:solidFill>
                <a:latin typeface="Arial" pitchFamily="34" charset="0"/>
                <a:ea typeface="MS PGothic" pitchFamily="34" charset="-128"/>
              </a:defRPr>
            </a:lvl6pPr>
            <a:lvl7pPr marL="914400" algn="ctr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200">
                <a:solidFill>
                  <a:srgbClr val="092E5C"/>
                </a:solidFill>
                <a:latin typeface="Arial" pitchFamily="34" charset="0"/>
                <a:ea typeface="MS PGothic" pitchFamily="34" charset="-128"/>
              </a:defRPr>
            </a:lvl7pPr>
            <a:lvl8pPr marL="1371600" algn="ctr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200">
                <a:solidFill>
                  <a:srgbClr val="092E5C"/>
                </a:solidFill>
                <a:latin typeface="Arial" pitchFamily="34" charset="0"/>
                <a:ea typeface="MS PGothic" pitchFamily="34" charset="-128"/>
              </a:defRPr>
            </a:lvl8pPr>
            <a:lvl9pPr marL="1828800" algn="ctr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200">
                <a:solidFill>
                  <a:srgbClr val="092E5C"/>
                </a:solidFill>
                <a:latin typeface="Arial" pitchFamily="34" charset="0"/>
                <a:ea typeface="MS PGothic" pitchFamily="34" charset="-128"/>
              </a:defRPr>
            </a:lvl9pPr>
          </a:lstStyle>
          <a:p>
            <a:pPr>
              <a:defRPr/>
            </a:pPr>
            <a:r>
              <a:rPr lang="en-GB" altLang="en-US" b="0" dirty="0" smtClean="0">
                <a:effectLst>
                  <a:outerShdw blurRad="38100" dist="38100" dir="2700000" algn="tl">
                    <a:srgbClr val="C0C0C0"/>
                  </a:outerShdw>
                </a:effectLst>
              </a:rPr>
              <a:t>Packages of Hydrologic Metadata</a:t>
            </a:r>
          </a:p>
        </p:txBody>
      </p:sp>
      <p:sp>
        <p:nvSpPr>
          <p:cNvPr id="13316" name="Fußzeilenplatzhalter 3"/>
          <p:cNvSpPr txBox="1">
            <a:spLocks noGrp="1"/>
          </p:cNvSpPr>
          <p:nvPr/>
        </p:nvSpPr>
        <p:spPr bwMode="auto">
          <a:xfrm>
            <a:off x="2973388" y="6553200"/>
            <a:ext cx="3200400" cy="228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lr>
                <a:srgbClr val="092E5C"/>
              </a:buClr>
              <a:buChar char="•"/>
              <a:defRPr sz="2400">
                <a:solidFill>
                  <a:schemeClr val="tx2"/>
                </a:solidFill>
                <a:latin typeface="Arial" pitchFamily="34" charset="0"/>
                <a:ea typeface="MS PGothic" pitchFamily="34" charset="-128"/>
              </a:defRPr>
            </a:lvl1pPr>
            <a:lvl2pPr marL="742950" indent="-285750" eaLnBrk="0" hangingPunct="0">
              <a:spcBef>
                <a:spcPct val="20000"/>
              </a:spcBef>
              <a:buClr>
                <a:srgbClr val="092E5C"/>
              </a:buClr>
              <a:buChar char="–"/>
              <a:defRPr sz="2000">
                <a:solidFill>
                  <a:schemeClr val="tx2"/>
                </a:solidFill>
                <a:latin typeface="Arial" pitchFamily="34" charset="0"/>
                <a:ea typeface="MS PGothic" pitchFamily="34" charset="-128"/>
              </a:defRPr>
            </a:lvl2pPr>
            <a:lvl3pPr marL="1143000" indent="-228600" eaLnBrk="0" hangingPunct="0">
              <a:spcBef>
                <a:spcPct val="20000"/>
              </a:spcBef>
              <a:buClr>
                <a:srgbClr val="092E5C"/>
              </a:buClr>
              <a:buChar char="•"/>
              <a:defRPr>
                <a:solidFill>
                  <a:schemeClr val="tx2"/>
                </a:solidFill>
                <a:latin typeface="Arial" pitchFamily="34" charset="0"/>
                <a:ea typeface="MS PGothic" pitchFamily="34" charset="-128"/>
              </a:defRPr>
            </a:lvl3pPr>
            <a:lvl4pPr marL="1600200" indent="-228600" eaLnBrk="0" hangingPunct="0">
              <a:spcBef>
                <a:spcPct val="20000"/>
              </a:spcBef>
              <a:buClr>
                <a:srgbClr val="092E5C"/>
              </a:buClr>
              <a:buChar char="–"/>
              <a:defRPr sz="1600">
                <a:solidFill>
                  <a:schemeClr val="tx2"/>
                </a:solidFill>
                <a:latin typeface="Arial" pitchFamily="34" charset="0"/>
                <a:ea typeface="MS PGothic" pitchFamily="34" charset="-128"/>
              </a:defRPr>
            </a:lvl4pPr>
            <a:lvl5pPr marL="2057400" indent="-228600" eaLnBrk="0" hangingPunct="0">
              <a:spcBef>
                <a:spcPct val="20000"/>
              </a:spcBef>
              <a:buClr>
                <a:srgbClr val="092E5C"/>
              </a:buClr>
              <a:buChar char="»"/>
              <a:defRPr sz="1600">
                <a:solidFill>
                  <a:schemeClr val="tx2"/>
                </a:solidFill>
                <a:latin typeface="Arial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92E5C"/>
              </a:buClr>
              <a:buChar char="»"/>
              <a:defRPr sz="1600">
                <a:solidFill>
                  <a:schemeClr val="tx2"/>
                </a:solidFill>
                <a:latin typeface="Arial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92E5C"/>
              </a:buClr>
              <a:buChar char="»"/>
              <a:defRPr sz="1600">
                <a:solidFill>
                  <a:schemeClr val="tx2"/>
                </a:solidFill>
                <a:latin typeface="Arial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92E5C"/>
              </a:buClr>
              <a:buChar char="»"/>
              <a:defRPr sz="1600">
                <a:solidFill>
                  <a:schemeClr val="tx2"/>
                </a:solidFill>
                <a:latin typeface="Arial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92E5C"/>
              </a:buClr>
              <a:buChar char="»"/>
              <a:defRPr sz="1600">
                <a:solidFill>
                  <a:schemeClr val="tx2"/>
                </a:solidFill>
                <a:latin typeface="Arial" pitchFamily="34" charset="0"/>
                <a:ea typeface="MS PGothic" pitchFamily="34" charset="-128"/>
              </a:defRPr>
            </a:lvl9pPr>
          </a:lstStyle>
          <a:p>
            <a:pPr algn="ctr">
              <a:spcBef>
                <a:spcPct val="0"/>
              </a:spcBef>
              <a:buClrTx/>
              <a:buFontTx/>
              <a:buNone/>
            </a:pPr>
            <a:r>
              <a:rPr lang="en-US" altLang="en-US" sz="900" b="0">
                <a:solidFill>
                  <a:srgbClr val="092E5C"/>
                </a:solidFill>
              </a:rPr>
              <a:t>Copyright © 2013 Open Geospatial Consortium</a:t>
            </a:r>
          </a:p>
        </p:txBody>
      </p:sp>
      <p:pic>
        <p:nvPicPr>
          <p:cNvPr id="2051" name="Picture 3" descr="Image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71600" y="914400"/>
            <a:ext cx="7010400" cy="5884877"/>
          </a:xfrm>
          <a:prstGeom prst="rect">
            <a:avLst/>
          </a:prstGeom>
          <a:solidFill>
            <a:schemeClr val="accent3"/>
          </a:solidFill>
          <a:ln>
            <a:noFill/>
          </a:ln>
        </p:spPr>
      </p:pic>
      <p:pic>
        <p:nvPicPr>
          <p:cNvPr id="2052" name="Picture 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62199" y="1795463"/>
            <a:ext cx="4683745" cy="3462337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29712437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/>
          </p:cNvSpPr>
          <p:nvPr/>
        </p:nvSpPr>
        <p:spPr bwMode="auto">
          <a:xfrm>
            <a:off x="231775" y="136525"/>
            <a:ext cx="8683625" cy="685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algn="ctr" eaLnBrk="0" hangingPunct="0">
              <a:lnSpc>
                <a:spcPct val="90000"/>
              </a:lnSpc>
              <a:defRPr sz="3200">
                <a:solidFill>
                  <a:srgbClr val="092E5C"/>
                </a:solidFill>
                <a:latin typeface="Arial" pitchFamily="34" charset="0"/>
                <a:ea typeface="MS PGothic" pitchFamily="34" charset="-128"/>
              </a:defRPr>
            </a:lvl1pPr>
            <a:lvl2pPr algn="ctr" eaLnBrk="0" hangingPunct="0">
              <a:lnSpc>
                <a:spcPct val="90000"/>
              </a:lnSpc>
              <a:defRPr sz="3200">
                <a:solidFill>
                  <a:srgbClr val="092E5C"/>
                </a:solidFill>
                <a:latin typeface="Arial" pitchFamily="34" charset="0"/>
                <a:ea typeface="MS PGothic" pitchFamily="34" charset="-128"/>
              </a:defRPr>
            </a:lvl2pPr>
            <a:lvl3pPr algn="ctr" eaLnBrk="0" hangingPunct="0">
              <a:lnSpc>
                <a:spcPct val="90000"/>
              </a:lnSpc>
              <a:defRPr sz="3200">
                <a:solidFill>
                  <a:srgbClr val="092E5C"/>
                </a:solidFill>
                <a:latin typeface="Arial" pitchFamily="34" charset="0"/>
                <a:ea typeface="MS PGothic" pitchFamily="34" charset="-128"/>
              </a:defRPr>
            </a:lvl3pPr>
            <a:lvl4pPr algn="ctr" eaLnBrk="0" hangingPunct="0">
              <a:lnSpc>
                <a:spcPct val="90000"/>
              </a:lnSpc>
              <a:defRPr sz="3200">
                <a:solidFill>
                  <a:srgbClr val="092E5C"/>
                </a:solidFill>
                <a:latin typeface="Arial" pitchFamily="34" charset="0"/>
                <a:ea typeface="MS PGothic" pitchFamily="34" charset="-128"/>
              </a:defRPr>
            </a:lvl4pPr>
            <a:lvl5pPr algn="ctr" eaLnBrk="0" hangingPunct="0">
              <a:lnSpc>
                <a:spcPct val="90000"/>
              </a:lnSpc>
              <a:defRPr sz="3200">
                <a:solidFill>
                  <a:srgbClr val="092E5C"/>
                </a:solidFill>
                <a:latin typeface="Arial" pitchFamily="34" charset="0"/>
                <a:ea typeface="MS PGothic" pitchFamily="34" charset="-128"/>
              </a:defRPr>
            </a:lvl5pPr>
            <a:lvl6pPr marL="457200" algn="ctr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200">
                <a:solidFill>
                  <a:srgbClr val="092E5C"/>
                </a:solidFill>
                <a:latin typeface="Arial" pitchFamily="34" charset="0"/>
                <a:ea typeface="MS PGothic" pitchFamily="34" charset="-128"/>
              </a:defRPr>
            </a:lvl6pPr>
            <a:lvl7pPr marL="914400" algn="ctr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200">
                <a:solidFill>
                  <a:srgbClr val="092E5C"/>
                </a:solidFill>
                <a:latin typeface="Arial" pitchFamily="34" charset="0"/>
                <a:ea typeface="MS PGothic" pitchFamily="34" charset="-128"/>
              </a:defRPr>
            </a:lvl7pPr>
            <a:lvl8pPr marL="1371600" algn="ctr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200">
                <a:solidFill>
                  <a:srgbClr val="092E5C"/>
                </a:solidFill>
                <a:latin typeface="Arial" pitchFamily="34" charset="0"/>
                <a:ea typeface="MS PGothic" pitchFamily="34" charset="-128"/>
              </a:defRPr>
            </a:lvl8pPr>
            <a:lvl9pPr marL="1828800" algn="ctr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200">
                <a:solidFill>
                  <a:srgbClr val="092E5C"/>
                </a:solidFill>
                <a:latin typeface="Arial" pitchFamily="34" charset="0"/>
                <a:ea typeface="MS PGothic" pitchFamily="34" charset="-128"/>
              </a:defRPr>
            </a:lvl9pPr>
          </a:lstStyle>
          <a:p>
            <a:pPr>
              <a:defRPr/>
            </a:pPr>
            <a:r>
              <a:rPr lang="en-GB" altLang="en-US" sz="2800" b="0" dirty="0" smtClean="0">
                <a:effectLst>
                  <a:outerShdw blurRad="38100" dist="38100" dir="2700000" algn="tl">
                    <a:srgbClr val="C0C0C0"/>
                  </a:outerShdw>
                </a:effectLst>
              </a:rPr>
              <a:t>Dependencies of </a:t>
            </a:r>
            <a:r>
              <a:rPr lang="en-GB" altLang="en-US" sz="2800" b="0" i="1" dirty="0" smtClean="0">
                <a:effectLst>
                  <a:outerShdw blurRad="38100" dist="38100" dir="2700000" algn="tl">
                    <a:srgbClr val="C0C0C0"/>
                  </a:outerShdw>
                </a:effectLst>
              </a:rPr>
              <a:t>Dataset </a:t>
            </a:r>
            <a:r>
              <a:rPr lang="en-GB" altLang="en-US" sz="2800" b="0" i="1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Description </a:t>
            </a:r>
            <a:r>
              <a:rPr lang="en-GB" altLang="en-US" sz="2800" b="0" dirty="0" smtClean="0">
                <a:effectLst>
                  <a:outerShdw blurRad="38100" dist="38100" dir="2700000" algn="tl">
                    <a:srgbClr val="C0C0C0"/>
                  </a:outerShdw>
                </a:effectLst>
              </a:rPr>
              <a:t>package</a:t>
            </a:r>
          </a:p>
        </p:txBody>
      </p:sp>
      <p:pic>
        <p:nvPicPr>
          <p:cNvPr id="7171" name="Picture 3" descr="Image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52600" y="685800"/>
            <a:ext cx="5962650" cy="60170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3521558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/>
          </p:cNvSpPr>
          <p:nvPr/>
        </p:nvSpPr>
        <p:spPr bwMode="auto">
          <a:xfrm>
            <a:off x="231775" y="136525"/>
            <a:ext cx="8683625" cy="685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algn="ctr" eaLnBrk="0" hangingPunct="0">
              <a:lnSpc>
                <a:spcPct val="90000"/>
              </a:lnSpc>
              <a:defRPr sz="3200">
                <a:solidFill>
                  <a:srgbClr val="092E5C"/>
                </a:solidFill>
                <a:latin typeface="Arial" pitchFamily="34" charset="0"/>
                <a:ea typeface="MS PGothic" pitchFamily="34" charset="-128"/>
              </a:defRPr>
            </a:lvl1pPr>
            <a:lvl2pPr algn="ctr" eaLnBrk="0" hangingPunct="0">
              <a:lnSpc>
                <a:spcPct val="90000"/>
              </a:lnSpc>
              <a:defRPr sz="3200">
                <a:solidFill>
                  <a:srgbClr val="092E5C"/>
                </a:solidFill>
                <a:latin typeface="Arial" pitchFamily="34" charset="0"/>
                <a:ea typeface="MS PGothic" pitchFamily="34" charset="-128"/>
              </a:defRPr>
            </a:lvl2pPr>
            <a:lvl3pPr algn="ctr" eaLnBrk="0" hangingPunct="0">
              <a:lnSpc>
                <a:spcPct val="90000"/>
              </a:lnSpc>
              <a:defRPr sz="3200">
                <a:solidFill>
                  <a:srgbClr val="092E5C"/>
                </a:solidFill>
                <a:latin typeface="Arial" pitchFamily="34" charset="0"/>
                <a:ea typeface="MS PGothic" pitchFamily="34" charset="-128"/>
              </a:defRPr>
            </a:lvl3pPr>
            <a:lvl4pPr algn="ctr" eaLnBrk="0" hangingPunct="0">
              <a:lnSpc>
                <a:spcPct val="90000"/>
              </a:lnSpc>
              <a:defRPr sz="3200">
                <a:solidFill>
                  <a:srgbClr val="092E5C"/>
                </a:solidFill>
                <a:latin typeface="Arial" pitchFamily="34" charset="0"/>
                <a:ea typeface="MS PGothic" pitchFamily="34" charset="-128"/>
              </a:defRPr>
            </a:lvl4pPr>
            <a:lvl5pPr algn="ctr" eaLnBrk="0" hangingPunct="0">
              <a:lnSpc>
                <a:spcPct val="90000"/>
              </a:lnSpc>
              <a:defRPr sz="3200">
                <a:solidFill>
                  <a:srgbClr val="092E5C"/>
                </a:solidFill>
                <a:latin typeface="Arial" pitchFamily="34" charset="0"/>
                <a:ea typeface="MS PGothic" pitchFamily="34" charset="-128"/>
              </a:defRPr>
            </a:lvl5pPr>
            <a:lvl6pPr marL="457200" algn="ctr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200">
                <a:solidFill>
                  <a:srgbClr val="092E5C"/>
                </a:solidFill>
                <a:latin typeface="Arial" pitchFamily="34" charset="0"/>
                <a:ea typeface="MS PGothic" pitchFamily="34" charset="-128"/>
              </a:defRPr>
            </a:lvl6pPr>
            <a:lvl7pPr marL="914400" algn="ctr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200">
                <a:solidFill>
                  <a:srgbClr val="092E5C"/>
                </a:solidFill>
                <a:latin typeface="Arial" pitchFamily="34" charset="0"/>
                <a:ea typeface="MS PGothic" pitchFamily="34" charset="-128"/>
              </a:defRPr>
            </a:lvl7pPr>
            <a:lvl8pPr marL="1371600" algn="ctr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200">
                <a:solidFill>
                  <a:srgbClr val="092E5C"/>
                </a:solidFill>
                <a:latin typeface="Arial" pitchFamily="34" charset="0"/>
                <a:ea typeface="MS PGothic" pitchFamily="34" charset="-128"/>
              </a:defRPr>
            </a:lvl8pPr>
            <a:lvl9pPr marL="1828800" algn="ctr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200">
                <a:solidFill>
                  <a:srgbClr val="092E5C"/>
                </a:solidFill>
                <a:latin typeface="Arial" pitchFamily="34" charset="0"/>
                <a:ea typeface="MS PGothic" pitchFamily="34" charset="-128"/>
              </a:defRPr>
            </a:lvl9pPr>
          </a:lstStyle>
          <a:p>
            <a:pPr>
              <a:defRPr/>
            </a:pPr>
            <a:r>
              <a:rPr lang="en-GB" altLang="en-US" sz="2800" b="0" dirty="0" smtClean="0">
                <a:effectLst>
                  <a:outerShdw blurRad="38100" dist="38100" dir="2700000" algn="tl">
                    <a:srgbClr val="C0C0C0"/>
                  </a:outerShdw>
                </a:effectLst>
              </a:rPr>
              <a:t>Dependencies of </a:t>
            </a:r>
            <a:r>
              <a:rPr lang="en-GB" altLang="en-US" sz="2800" b="0" i="1" dirty="0" smtClean="0">
                <a:effectLst>
                  <a:outerShdw blurRad="38100" dist="38100" dir="2700000" algn="tl">
                    <a:srgbClr val="C0C0C0"/>
                  </a:outerShdw>
                </a:effectLst>
              </a:rPr>
              <a:t>Dataset </a:t>
            </a:r>
            <a:r>
              <a:rPr lang="en-GB" altLang="en-US" sz="2800" b="0" i="1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Description </a:t>
            </a:r>
            <a:r>
              <a:rPr lang="en-GB" altLang="en-US" sz="2800" b="0" dirty="0" smtClean="0">
                <a:effectLst>
                  <a:outerShdw blurRad="38100" dist="38100" dir="2700000" algn="tl">
                    <a:srgbClr val="C0C0C0"/>
                  </a:outerShdw>
                </a:effectLst>
              </a:rPr>
              <a:t>package</a:t>
            </a:r>
          </a:p>
        </p:txBody>
      </p:sp>
      <p:pic>
        <p:nvPicPr>
          <p:cNvPr id="7171" name="Picture 3" descr="Image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52600" y="685800"/>
            <a:ext cx="5962650" cy="60170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34121" y="1099456"/>
            <a:ext cx="4399607" cy="5030217"/>
          </a:xfrm>
          <a:prstGeom prst="rect">
            <a:avLst/>
          </a:prstGeom>
          <a:noFill/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8600728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/>
          </p:cNvSpPr>
          <p:nvPr/>
        </p:nvSpPr>
        <p:spPr bwMode="auto">
          <a:xfrm>
            <a:off x="231775" y="136525"/>
            <a:ext cx="8683625" cy="685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algn="ctr" eaLnBrk="0" hangingPunct="0">
              <a:lnSpc>
                <a:spcPct val="90000"/>
              </a:lnSpc>
              <a:defRPr sz="3200">
                <a:solidFill>
                  <a:srgbClr val="092E5C"/>
                </a:solidFill>
                <a:latin typeface="Arial" pitchFamily="34" charset="0"/>
                <a:ea typeface="MS PGothic" pitchFamily="34" charset="-128"/>
              </a:defRPr>
            </a:lvl1pPr>
            <a:lvl2pPr algn="ctr" eaLnBrk="0" hangingPunct="0">
              <a:lnSpc>
                <a:spcPct val="90000"/>
              </a:lnSpc>
              <a:defRPr sz="3200">
                <a:solidFill>
                  <a:srgbClr val="092E5C"/>
                </a:solidFill>
                <a:latin typeface="Arial" pitchFamily="34" charset="0"/>
                <a:ea typeface="MS PGothic" pitchFamily="34" charset="-128"/>
              </a:defRPr>
            </a:lvl2pPr>
            <a:lvl3pPr algn="ctr" eaLnBrk="0" hangingPunct="0">
              <a:lnSpc>
                <a:spcPct val="90000"/>
              </a:lnSpc>
              <a:defRPr sz="3200">
                <a:solidFill>
                  <a:srgbClr val="092E5C"/>
                </a:solidFill>
                <a:latin typeface="Arial" pitchFamily="34" charset="0"/>
                <a:ea typeface="MS PGothic" pitchFamily="34" charset="-128"/>
              </a:defRPr>
            </a:lvl3pPr>
            <a:lvl4pPr algn="ctr" eaLnBrk="0" hangingPunct="0">
              <a:lnSpc>
                <a:spcPct val="90000"/>
              </a:lnSpc>
              <a:defRPr sz="3200">
                <a:solidFill>
                  <a:srgbClr val="092E5C"/>
                </a:solidFill>
                <a:latin typeface="Arial" pitchFamily="34" charset="0"/>
                <a:ea typeface="MS PGothic" pitchFamily="34" charset="-128"/>
              </a:defRPr>
            </a:lvl4pPr>
            <a:lvl5pPr algn="ctr" eaLnBrk="0" hangingPunct="0">
              <a:lnSpc>
                <a:spcPct val="90000"/>
              </a:lnSpc>
              <a:defRPr sz="3200">
                <a:solidFill>
                  <a:srgbClr val="092E5C"/>
                </a:solidFill>
                <a:latin typeface="Arial" pitchFamily="34" charset="0"/>
                <a:ea typeface="MS PGothic" pitchFamily="34" charset="-128"/>
              </a:defRPr>
            </a:lvl5pPr>
            <a:lvl6pPr marL="457200" algn="ctr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200">
                <a:solidFill>
                  <a:srgbClr val="092E5C"/>
                </a:solidFill>
                <a:latin typeface="Arial" pitchFamily="34" charset="0"/>
                <a:ea typeface="MS PGothic" pitchFamily="34" charset="-128"/>
              </a:defRPr>
            </a:lvl6pPr>
            <a:lvl7pPr marL="914400" algn="ctr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200">
                <a:solidFill>
                  <a:srgbClr val="092E5C"/>
                </a:solidFill>
                <a:latin typeface="Arial" pitchFamily="34" charset="0"/>
                <a:ea typeface="MS PGothic" pitchFamily="34" charset="-128"/>
              </a:defRPr>
            </a:lvl7pPr>
            <a:lvl8pPr marL="1371600" algn="ctr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200">
                <a:solidFill>
                  <a:srgbClr val="092E5C"/>
                </a:solidFill>
                <a:latin typeface="Arial" pitchFamily="34" charset="0"/>
                <a:ea typeface="MS PGothic" pitchFamily="34" charset="-128"/>
              </a:defRPr>
            </a:lvl8pPr>
            <a:lvl9pPr marL="1828800" algn="ctr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200">
                <a:solidFill>
                  <a:srgbClr val="092E5C"/>
                </a:solidFill>
                <a:latin typeface="Arial" pitchFamily="34" charset="0"/>
                <a:ea typeface="MS PGothic" pitchFamily="34" charset="-128"/>
              </a:defRPr>
            </a:lvl9pPr>
          </a:lstStyle>
          <a:p>
            <a:pPr>
              <a:defRPr/>
            </a:pPr>
            <a:r>
              <a:rPr lang="en-GB" altLang="en-US" sz="2800" b="0" dirty="0" smtClean="0">
                <a:effectLst>
                  <a:outerShdw blurRad="38100" dist="38100" dir="2700000" algn="tl">
                    <a:srgbClr val="C0C0C0"/>
                  </a:outerShdw>
                </a:effectLst>
              </a:rPr>
              <a:t>Dependencies of </a:t>
            </a:r>
            <a:r>
              <a:rPr lang="en-GB" altLang="en-US" sz="2800" b="0" i="1" dirty="0" smtClean="0">
                <a:effectLst>
                  <a:outerShdw blurRad="38100" dist="38100" dir="2700000" algn="tl">
                    <a:srgbClr val="C0C0C0"/>
                  </a:outerShdw>
                </a:effectLst>
              </a:rPr>
              <a:t>Observation </a:t>
            </a:r>
            <a:r>
              <a:rPr lang="en-GB" altLang="en-US" sz="2800" b="0" i="1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Description </a:t>
            </a:r>
            <a:r>
              <a:rPr lang="en-GB" altLang="en-US" sz="2800" b="0" dirty="0" smtClean="0">
                <a:effectLst>
                  <a:outerShdw blurRad="38100" dist="38100" dir="2700000" algn="tl">
                    <a:srgbClr val="C0C0C0"/>
                  </a:outerShdw>
                </a:effectLst>
              </a:rPr>
              <a:t>package</a:t>
            </a:r>
          </a:p>
        </p:txBody>
      </p:sp>
      <p:pic>
        <p:nvPicPr>
          <p:cNvPr id="8194" name="Picture 2" descr="Image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76425" y="685800"/>
            <a:ext cx="6219825" cy="5883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3938272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/>
          </p:cNvSpPr>
          <p:nvPr/>
        </p:nvSpPr>
        <p:spPr bwMode="auto">
          <a:xfrm>
            <a:off x="231775" y="136525"/>
            <a:ext cx="8683625" cy="685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algn="ctr" eaLnBrk="0" hangingPunct="0">
              <a:lnSpc>
                <a:spcPct val="90000"/>
              </a:lnSpc>
              <a:defRPr sz="3200">
                <a:solidFill>
                  <a:srgbClr val="092E5C"/>
                </a:solidFill>
                <a:latin typeface="Arial" pitchFamily="34" charset="0"/>
                <a:ea typeface="MS PGothic" pitchFamily="34" charset="-128"/>
              </a:defRPr>
            </a:lvl1pPr>
            <a:lvl2pPr algn="ctr" eaLnBrk="0" hangingPunct="0">
              <a:lnSpc>
                <a:spcPct val="90000"/>
              </a:lnSpc>
              <a:defRPr sz="3200">
                <a:solidFill>
                  <a:srgbClr val="092E5C"/>
                </a:solidFill>
                <a:latin typeface="Arial" pitchFamily="34" charset="0"/>
                <a:ea typeface="MS PGothic" pitchFamily="34" charset="-128"/>
              </a:defRPr>
            </a:lvl2pPr>
            <a:lvl3pPr algn="ctr" eaLnBrk="0" hangingPunct="0">
              <a:lnSpc>
                <a:spcPct val="90000"/>
              </a:lnSpc>
              <a:defRPr sz="3200">
                <a:solidFill>
                  <a:srgbClr val="092E5C"/>
                </a:solidFill>
                <a:latin typeface="Arial" pitchFamily="34" charset="0"/>
                <a:ea typeface="MS PGothic" pitchFamily="34" charset="-128"/>
              </a:defRPr>
            </a:lvl3pPr>
            <a:lvl4pPr algn="ctr" eaLnBrk="0" hangingPunct="0">
              <a:lnSpc>
                <a:spcPct val="90000"/>
              </a:lnSpc>
              <a:defRPr sz="3200">
                <a:solidFill>
                  <a:srgbClr val="092E5C"/>
                </a:solidFill>
                <a:latin typeface="Arial" pitchFamily="34" charset="0"/>
                <a:ea typeface="MS PGothic" pitchFamily="34" charset="-128"/>
              </a:defRPr>
            </a:lvl4pPr>
            <a:lvl5pPr algn="ctr" eaLnBrk="0" hangingPunct="0">
              <a:lnSpc>
                <a:spcPct val="90000"/>
              </a:lnSpc>
              <a:defRPr sz="3200">
                <a:solidFill>
                  <a:srgbClr val="092E5C"/>
                </a:solidFill>
                <a:latin typeface="Arial" pitchFamily="34" charset="0"/>
                <a:ea typeface="MS PGothic" pitchFamily="34" charset="-128"/>
              </a:defRPr>
            </a:lvl5pPr>
            <a:lvl6pPr marL="457200" algn="ctr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200">
                <a:solidFill>
                  <a:srgbClr val="092E5C"/>
                </a:solidFill>
                <a:latin typeface="Arial" pitchFamily="34" charset="0"/>
                <a:ea typeface="MS PGothic" pitchFamily="34" charset="-128"/>
              </a:defRPr>
            </a:lvl6pPr>
            <a:lvl7pPr marL="914400" algn="ctr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200">
                <a:solidFill>
                  <a:srgbClr val="092E5C"/>
                </a:solidFill>
                <a:latin typeface="Arial" pitchFamily="34" charset="0"/>
                <a:ea typeface="MS PGothic" pitchFamily="34" charset="-128"/>
              </a:defRPr>
            </a:lvl7pPr>
            <a:lvl8pPr marL="1371600" algn="ctr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200">
                <a:solidFill>
                  <a:srgbClr val="092E5C"/>
                </a:solidFill>
                <a:latin typeface="Arial" pitchFamily="34" charset="0"/>
                <a:ea typeface="MS PGothic" pitchFamily="34" charset="-128"/>
              </a:defRPr>
            </a:lvl8pPr>
            <a:lvl9pPr marL="1828800" algn="ctr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200">
                <a:solidFill>
                  <a:srgbClr val="092E5C"/>
                </a:solidFill>
                <a:latin typeface="Arial" pitchFamily="34" charset="0"/>
                <a:ea typeface="MS PGothic" pitchFamily="34" charset="-128"/>
              </a:defRPr>
            </a:lvl9pPr>
          </a:lstStyle>
          <a:p>
            <a:pPr>
              <a:defRPr/>
            </a:pPr>
            <a:r>
              <a:rPr lang="en-GB" altLang="en-US" sz="2800" b="0" dirty="0" smtClean="0">
                <a:effectLst>
                  <a:outerShdw blurRad="38100" dist="38100" dir="2700000" algn="tl">
                    <a:srgbClr val="C0C0C0"/>
                  </a:outerShdw>
                </a:effectLst>
              </a:rPr>
              <a:t>Dependencies of </a:t>
            </a:r>
            <a:r>
              <a:rPr lang="en-GB" altLang="en-US" sz="2800" b="0" i="1" dirty="0" smtClean="0">
                <a:effectLst>
                  <a:outerShdw blurRad="38100" dist="38100" dir="2700000" algn="tl">
                    <a:srgbClr val="C0C0C0"/>
                  </a:outerShdw>
                </a:effectLst>
              </a:rPr>
              <a:t>Observation </a:t>
            </a:r>
            <a:r>
              <a:rPr lang="en-GB" altLang="en-US" sz="2800" b="0" i="1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Description </a:t>
            </a:r>
            <a:r>
              <a:rPr lang="en-GB" altLang="en-US" sz="2800" b="0" dirty="0" smtClean="0">
                <a:effectLst>
                  <a:outerShdw blurRad="38100" dist="38100" dir="2700000" algn="tl">
                    <a:srgbClr val="C0C0C0"/>
                  </a:outerShdw>
                </a:effectLst>
              </a:rPr>
              <a:t>package</a:t>
            </a:r>
          </a:p>
        </p:txBody>
      </p:sp>
      <p:pic>
        <p:nvPicPr>
          <p:cNvPr id="8194" name="Picture 2" descr="Image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76425" y="685800"/>
            <a:ext cx="6219825" cy="5883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68612" y="1371600"/>
            <a:ext cx="4419600" cy="4080597"/>
          </a:xfrm>
          <a:prstGeom prst="rect">
            <a:avLst/>
          </a:prstGeom>
          <a:noFill/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97098319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/>
          </p:cNvSpPr>
          <p:nvPr/>
        </p:nvSpPr>
        <p:spPr bwMode="auto">
          <a:xfrm>
            <a:off x="231775" y="136525"/>
            <a:ext cx="8683625" cy="685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algn="ctr" eaLnBrk="0" hangingPunct="0">
              <a:lnSpc>
                <a:spcPct val="90000"/>
              </a:lnSpc>
              <a:defRPr sz="3200">
                <a:solidFill>
                  <a:srgbClr val="092E5C"/>
                </a:solidFill>
                <a:latin typeface="Arial" pitchFamily="34" charset="0"/>
                <a:ea typeface="MS PGothic" pitchFamily="34" charset="-128"/>
              </a:defRPr>
            </a:lvl1pPr>
            <a:lvl2pPr algn="ctr" eaLnBrk="0" hangingPunct="0">
              <a:lnSpc>
                <a:spcPct val="90000"/>
              </a:lnSpc>
              <a:defRPr sz="3200">
                <a:solidFill>
                  <a:srgbClr val="092E5C"/>
                </a:solidFill>
                <a:latin typeface="Arial" pitchFamily="34" charset="0"/>
                <a:ea typeface="MS PGothic" pitchFamily="34" charset="-128"/>
              </a:defRPr>
            </a:lvl2pPr>
            <a:lvl3pPr algn="ctr" eaLnBrk="0" hangingPunct="0">
              <a:lnSpc>
                <a:spcPct val="90000"/>
              </a:lnSpc>
              <a:defRPr sz="3200">
                <a:solidFill>
                  <a:srgbClr val="092E5C"/>
                </a:solidFill>
                <a:latin typeface="Arial" pitchFamily="34" charset="0"/>
                <a:ea typeface="MS PGothic" pitchFamily="34" charset="-128"/>
              </a:defRPr>
            </a:lvl3pPr>
            <a:lvl4pPr algn="ctr" eaLnBrk="0" hangingPunct="0">
              <a:lnSpc>
                <a:spcPct val="90000"/>
              </a:lnSpc>
              <a:defRPr sz="3200">
                <a:solidFill>
                  <a:srgbClr val="092E5C"/>
                </a:solidFill>
                <a:latin typeface="Arial" pitchFamily="34" charset="0"/>
                <a:ea typeface="MS PGothic" pitchFamily="34" charset="-128"/>
              </a:defRPr>
            </a:lvl4pPr>
            <a:lvl5pPr algn="ctr" eaLnBrk="0" hangingPunct="0">
              <a:lnSpc>
                <a:spcPct val="90000"/>
              </a:lnSpc>
              <a:defRPr sz="3200">
                <a:solidFill>
                  <a:srgbClr val="092E5C"/>
                </a:solidFill>
                <a:latin typeface="Arial" pitchFamily="34" charset="0"/>
                <a:ea typeface="MS PGothic" pitchFamily="34" charset="-128"/>
              </a:defRPr>
            </a:lvl5pPr>
            <a:lvl6pPr marL="457200" algn="ctr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200">
                <a:solidFill>
                  <a:srgbClr val="092E5C"/>
                </a:solidFill>
                <a:latin typeface="Arial" pitchFamily="34" charset="0"/>
                <a:ea typeface="MS PGothic" pitchFamily="34" charset="-128"/>
              </a:defRPr>
            </a:lvl6pPr>
            <a:lvl7pPr marL="914400" algn="ctr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200">
                <a:solidFill>
                  <a:srgbClr val="092E5C"/>
                </a:solidFill>
                <a:latin typeface="Arial" pitchFamily="34" charset="0"/>
                <a:ea typeface="MS PGothic" pitchFamily="34" charset="-128"/>
              </a:defRPr>
            </a:lvl7pPr>
            <a:lvl8pPr marL="1371600" algn="ctr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200">
                <a:solidFill>
                  <a:srgbClr val="092E5C"/>
                </a:solidFill>
                <a:latin typeface="Arial" pitchFamily="34" charset="0"/>
                <a:ea typeface="MS PGothic" pitchFamily="34" charset="-128"/>
              </a:defRPr>
            </a:lvl8pPr>
            <a:lvl9pPr marL="1828800" algn="ctr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200">
                <a:solidFill>
                  <a:srgbClr val="092E5C"/>
                </a:solidFill>
                <a:latin typeface="Arial" pitchFamily="34" charset="0"/>
                <a:ea typeface="MS PGothic" pitchFamily="34" charset="-128"/>
              </a:defRPr>
            </a:lvl9pPr>
          </a:lstStyle>
          <a:p>
            <a:pPr>
              <a:defRPr/>
            </a:pPr>
            <a:r>
              <a:rPr lang="en-GB" altLang="en-US" sz="2800" b="0" dirty="0" smtClean="0">
                <a:effectLst>
                  <a:outerShdw blurRad="38100" dist="38100" dir="2700000" algn="tl">
                    <a:srgbClr val="C0C0C0"/>
                  </a:outerShdw>
                </a:effectLst>
              </a:rPr>
              <a:t>Dependencies of </a:t>
            </a:r>
            <a:r>
              <a:rPr lang="en-GB" altLang="en-US" sz="2800" b="0" i="1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Utilities</a:t>
            </a:r>
            <a:r>
              <a:rPr lang="en-GB" altLang="en-US" sz="2800" b="0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 </a:t>
            </a:r>
            <a:r>
              <a:rPr lang="en-GB" altLang="en-US" sz="2800" b="0" dirty="0" smtClean="0">
                <a:effectLst>
                  <a:outerShdw blurRad="38100" dist="38100" dir="2700000" algn="tl">
                    <a:srgbClr val="C0C0C0"/>
                  </a:outerShdw>
                </a:effectLst>
              </a:rPr>
              <a:t>package</a:t>
            </a:r>
            <a:endParaRPr lang="en-GB" altLang="en-US" sz="2800" b="0" dirty="0">
              <a:effectLst>
                <a:outerShdw blurRad="38100" dist="38100" dir="2700000" algn="tl">
                  <a:srgbClr val="C0C0C0"/>
                </a:outerShdw>
              </a:effectLst>
            </a:endParaRPr>
          </a:p>
        </p:txBody>
      </p:sp>
      <p:pic>
        <p:nvPicPr>
          <p:cNvPr id="1029" name="Picture 5" descr="Image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81200" y="914400"/>
            <a:ext cx="6200775" cy="5829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2322848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/>
          </p:cNvSpPr>
          <p:nvPr/>
        </p:nvSpPr>
        <p:spPr bwMode="auto">
          <a:xfrm>
            <a:off x="231775" y="136525"/>
            <a:ext cx="8683625" cy="685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algn="ctr" eaLnBrk="0" hangingPunct="0">
              <a:lnSpc>
                <a:spcPct val="90000"/>
              </a:lnSpc>
              <a:defRPr sz="3200">
                <a:solidFill>
                  <a:srgbClr val="092E5C"/>
                </a:solidFill>
                <a:latin typeface="Arial" pitchFamily="34" charset="0"/>
                <a:ea typeface="MS PGothic" pitchFamily="34" charset="-128"/>
              </a:defRPr>
            </a:lvl1pPr>
            <a:lvl2pPr algn="ctr" eaLnBrk="0" hangingPunct="0">
              <a:lnSpc>
                <a:spcPct val="90000"/>
              </a:lnSpc>
              <a:defRPr sz="3200">
                <a:solidFill>
                  <a:srgbClr val="092E5C"/>
                </a:solidFill>
                <a:latin typeface="Arial" pitchFamily="34" charset="0"/>
                <a:ea typeface="MS PGothic" pitchFamily="34" charset="-128"/>
              </a:defRPr>
            </a:lvl2pPr>
            <a:lvl3pPr algn="ctr" eaLnBrk="0" hangingPunct="0">
              <a:lnSpc>
                <a:spcPct val="90000"/>
              </a:lnSpc>
              <a:defRPr sz="3200">
                <a:solidFill>
                  <a:srgbClr val="092E5C"/>
                </a:solidFill>
                <a:latin typeface="Arial" pitchFamily="34" charset="0"/>
                <a:ea typeface="MS PGothic" pitchFamily="34" charset="-128"/>
              </a:defRPr>
            </a:lvl3pPr>
            <a:lvl4pPr algn="ctr" eaLnBrk="0" hangingPunct="0">
              <a:lnSpc>
                <a:spcPct val="90000"/>
              </a:lnSpc>
              <a:defRPr sz="3200">
                <a:solidFill>
                  <a:srgbClr val="092E5C"/>
                </a:solidFill>
                <a:latin typeface="Arial" pitchFamily="34" charset="0"/>
                <a:ea typeface="MS PGothic" pitchFamily="34" charset="-128"/>
              </a:defRPr>
            </a:lvl4pPr>
            <a:lvl5pPr algn="ctr" eaLnBrk="0" hangingPunct="0">
              <a:lnSpc>
                <a:spcPct val="90000"/>
              </a:lnSpc>
              <a:defRPr sz="3200">
                <a:solidFill>
                  <a:srgbClr val="092E5C"/>
                </a:solidFill>
                <a:latin typeface="Arial" pitchFamily="34" charset="0"/>
                <a:ea typeface="MS PGothic" pitchFamily="34" charset="-128"/>
              </a:defRPr>
            </a:lvl5pPr>
            <a:lvl6pPr marL="457200" algn="ctr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200">
                <a:solidFill>
                  <a:srgbClr val="092E5C"/>
                </a:solidFill>
                <a:latin typeface="Arial" pitchFamily="34" charset="0"/>
                <a:ea typeface="MS PGothic" pitchFamily="34" charset="-128"/>
              </a:defRPr>
            </a:lvl6pPr>
            <a:lvl7pPr marL="914400" algn="ctr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200">
                <a:solidFill>
                  <a:srgbClr val="092E5C"/>
                </a:solidFill>
                <a:latin typeface="Arial" pitchFamily="34" charset="0"/>
                <a:ea typeface="MS PGothic" pitchFamily="34" charset="-128"/>
              </a:defRPr>
            </a:lvl7pPr>
            <a:lvl8pPr marL="1371600" algn="ctr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200">
                <a:solidFill>
                  <a:srgbClr val="092E5C"/>
                </a:solidFill>
                <a:latin typeface="Arial" pitchFamily="34" charset="0"/>
                <a:ea typeface="MS PGothic" pitchFamily="34" charset="-128"/>
              </a:defRPr>
            </a:lvl8pPr>
            <a:lvl9pPr marL="1828800" algn="ctr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200">
                <a:solidFill>
                  <a:srgbClr val="092E5C"/>
                </a:solidFill>
                <a:latin typeface="Arial" pitchFamily="34" charset="0"/>
                <a:ea typeface="MS PGothic" pitchFamily="34" charset="-128"/>
              </a:defRPr>
            </a:lvl9pPr>
          </a:lstStyle>
          <a:p>
            <a:pPr>
              <a:defRPr/>
            </a:pPr>
            <a:r>
              <a:rPr lang="en-GB" altLang="en-US" sz="2800" b="0" dirty="0" smtClean="0">
                <a:effectLst>
                  <a:outerShdw blurRad="38100" dist="38100" dir="2700000" algn="tl">
                    <a:srgbClr val="C0C0C0"/>
                  </a:outerShdw>
                </a:effectLst>
              </a:rPr>
              <a:t>Dependencies of </a:t>
            </a:r>
            <a:r>
              <a:rPr lang="en-GB" altLang="en-US" sz="2800" b="0" i="1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Utilities</a:t>
            </a:r>
            <a:r>
              <a:rPr lang="en-GB" altLang="en-US" sz="2800" b="0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 </a:t>
            </a:r>
            <a:r>
              <a:rPr lang="en-GB" altLang="en-US" sz="2800" b="0" dirty="0" smtClean="0">
                <a:effectLst>
                  <a:outerShdw blurRad="38100" dist="38100" dir="2700000" algn="tl">
                    <a:srgbClr val="C0C0C0"/>
                  </a:outerShdw>
                </a:effectLst>
              </a:rPr>
              <a:t>package</a:t>
            </a:r>
            <a:endParaRPr lang="en-GB" altLang="en-US" sz="2800" b="0" dirty="0">
              <a:effectLst>
                <a:outerShdw blurRad="38100" dist="38100" dir="2700000" algn="tl">
                  <a:srgbClr val="C0C0C0"/>
                </a:outerShdw>
              </a:effectLst>
            </a:endParaRPr>
          </a:p>
        </p:txBody>
      </p:sp>
      <p:pic>
        <p:nvPicPr>
          <p:cNvPr id="1029" name="Picture 5" descr="Image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81200" y="914400"/>
            <a:ext cx="6200775" cy="5829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32" name="Picture 8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86063" y="2133600"/>
            <a:ext cx="4529137" cy="3285134"/>
          </a:xfrm>
          <a:prstGeom prst="rect">
            <a:avLst/>
          </a:prstGeom>
          <a:noFill/>
          <a:ln w="9525">
            <a:solidFill>
              <a:schemeClr val="accent4">
                <a:lumMod val="75000"/>
                <a:lumOff val="25000"/>
              </a:schemeClr>
            </a:solidFill>
            <a:miter lim="800000"/>
            <a:headEnd/>
            <a:tailEnd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4899789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/>
          </p:cNvSpPr>
          <p:nvPr/>
        </p:nvSpPr>
        <p:spPr bwMode="auto">
          <a:xfrm>
            <a:off x="231775" y="136525"/>
            <a:ext cx="8683625" cy="685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algn="ctr" eaLnBrk="0" hangingPunct="0">
              <a:lnSpc>
                <a:spcPct val="90000"/>
              </a:lnSpc>
              <a:defRPr sz="3200">
                <a:solidFill>
                  <a:srgbClr val="092E5C"/>
                </a:solidFill>
                <a:latin typeface="Arial" pitchFamily="34" charset="0"/>
                <a:ea typeface="MS PGothic" pitchFamily="34" charset="-128"/>
              </a:defRPr>
            </a:lvl1pPr>
            <a:lvl2pPr algn="ctr" eaLnBrk="0" hangingPunct="0">
              <a:lnSpc>
                <a:spcPct val="90000"/>
              </a:lnSpc>
              <a:defRPr sz="3200">
                <a:solidFill>
                  <a:srgbClr val="092E5C"/>
                </a:solidFill>
                <a:latin typeface="Arial" pitchFamily="34" charset="0"/>
                <a:ea typeface="MS PGothic" pitchFamily="34" charset="-128"/>
              </a:defRPr>
            </a:lvl2pPr>
            <a:lvl3pPr algn="ctr" eaLnBrk="0" hangingPunct="0">
              <a:lnSpc>
                <a:spcPct val="90000"/>
              </a:lnSpc>
              <a:defRPr sz="3200">
                <a:solidFill>
                  <a:srgbClr val="092E5C"/>
                </a:solidFill>
                <a:latin typeface="Arial" pitchFamily="34" charset="0"/>
                <a:ea typeface="MS PGothic" pitchFamily="34" charset="-128"/>
              </a:defRPr>
            </a:lvl3pPr>
            <a:lvl4pPr algn="ctr" eaLnBrk="0" hangingPunct="0">
              <a:lnSpc>
                <a:spcPct val="90000"/>
              </a:lnSpc>
              <a:defRPr sz="3200">
                <a:solidFill>
                  <a:srgbClr val="092E5C"/>
                </a:solidFill>
                <a:latin typeface="Arial" pitchFamily="34" charset="0"/>
                <a:ea typeface="MS PGothic" pitchFamily="34" charset="-128"/>
              </a:defRPr>
            </a:lvl4pPr>
            <a:lvl5pPr algn="ctr" eaLnBrk="0" hangingPunct="0">
              <a:lnSpc>
                <a:spcPct val="90000"/>
              </a:lnSpc>
              <a:defRPr sz="3200">
                <a:solidFill>
                  <a:srgbClr val="092E5C"/>
                </a:solidFill>
                <a:latin typeface="Arial" pitchFamily="34" charset="0"/>
                <a:ea typeface="MS PGothic" pitchFamily="34" charset="-128"/>
              </a:defRPr>
            </a:lvl5pPr>
            <a:lvl6pPr marL="457200" algn="ctr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200">
                <a:solidFill>
                  <a:srgbClr val="092E5C"/>
                </a:solidFill>
                <a:latin typeface="Arial" pitchFamily="34" charset="0"/>
                <a:ea typeface="MS PGothic" pitchFamily="34" charset="-128"/>
              </a:defRPr>
            </a:lvl6pPr>
            <a:lvl7pPr marL="914400" algn="ctr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200">
                <a:solidFill>
                  <a:srgbClr val="092E5C"/>
                </a:solidFill>
                <a:latin typeface="Arial" pitchFamily="34" charset="0"/>
                <a:ea typeface="MS PGothic" pitchFamily="34" charset="-128"/>
              </a:defRPr>
            </a:lvl7pPr>
            <a:lvl8pPr marL="1371600" algn="ctr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200">
                <a:solidFill>
                  <a:srgbClr val="092E5C"/>
                </a:solidFill>
                <a:latin typeface="Arial" pitchFamily="34" charset="0"/>
                <a:ea typeface="MS PGothic" pitchFamily="34" charset="-128"/>
              </a:defRPr>
            </a:lvl8pPr>
            <a:lvl9pPr marL="1828800" algn="ctr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200">
                <a:solidFill>
                  <a:srgbClr val="092E5C"/>
                </a:solidFill>
                <a:latin typeface="Arial" pitchFamily="34" charset="0"/>
                <a:ea typeface="MS PGothic" pitchFamily="34" charset="-128"/>
              </a:defRPr>
            </a:lvl9pPr>
          </a:lstStyle>
          <a:p>
            <a:pPr>
              <a:defRPr/>
            </a:pPr>
            <a:r>
              <a:rPr lang="en-GB" altLang="en-US" sz="2800" b="0" dirty="0" smtClean="0">
                <a:effectLst>
                  <a:outerShdw blurRad="38100" dist="38100" dir="2700000" algn="tl">
                    <a:srgbClr val="C0C0C0"/>
                  </a:outerShdw>
                </a:effectLst>
              </a:rPr>
              <a:t>Observation Process and Observable Property</a:t>
            </a:r>
            <a:endParaRPr lang="en-GB" altLang="en-US" sz="2800" b="0" dirty="0">
              <a:effectLst>
                <a:outerShdw blurRad="38100" dist="38100" dir="2700000" algn="tl">
                  <a:srgbClr val="C0C0C0"/>
                </a:outerShdw>
              </a:effectLst>
            </a:endParaRPr>
          </a:p>
        </p:txBody>
      </p:sp>
      <p:pic>
        <p:nvPicPr>
          <p:cNvPr id="1030" name="Picture 6" descr="Image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5800" y="1607960"/>
            <a:ext cx="4114800" cy="371398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31" name="Picture 7" descr="Image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76800" y="2259010"/>
            <a:ext cx="4038600" cy="36845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Textfeld 2"/>
          <p:cNvSpPr txBox="1"/>
          <p:nvPr/>
        </p:nvSpPr>
        <p:spPr>
          <a:xfrm>
            <a:off x="971549" y="1143000"/>
            <a:ext cx="3582987" cy="22860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en-GB" sz="1600" b="0" dirty="0" smtClean="0">
                <a:solidFill>
                  <a:schemeClr val="tx2"/>
                </a:solidFill>
              </a:rPr>
              <a:t>Specialisation Observation Process</a:t>
            </a:r>
          </a:p>
        </p:txBody>
      </p:sp>
      <p:sp>
        <p:nvSpPr>
          <p:cNvPr id="4" name="Textfeld 3"/>
          <p:cNvSpPr txBox="1"/>
          <p:nvPr/>
        </p:nvSpPr>
        <p:spPr>
          <a:xfrm>
            <a:off x="5029200" y="1828800"/>
            <a:ext cx="3962400" cy="30480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en-GB" sz="1600" b="0" dirty="0" smtClean="0">
                <a:solidFill>
                  <a:schemeClr val="tx2"/>
                </a:solidFill>
              </a:rPr>
              <a:t>Specialisation of Observable Property</a:t>
            </a:r>
          </a:p>
          <a:p>
            <a:endParaRPr lang="en-GB" sz="1600" b="0" dirty="0" smtClean="0">
              <a:solidFill>
                <a:schemeClr val="tx2"/>
              </a:solidFill>
            </a:endParaRPr>
          </a:p>
          <a:p>
            <a:endParaRPr lang="en-GB" sz="1600" b="0" dirty="0" smtClean="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6267473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34" name="Rectangle 2"/>
          <p:cNvSpPr>
            <a:spLocks noGrp="1" noChangeArrowheads="1"/>
          </p:cNvSpPr>
          <p:nvPr>
            <p:ph type="title"/>
          </p:nvPr>
        </p:nvSpPr>
        <p:spPr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>
              <a:defRPr/>
            </a:pPr>
            <a:r>
              <a:rPr lang="en-GB" altLang="en-US" dirty="0" smtClean="0"/>
              <a:t>Next steps</a:t>
            </a:r>
          </a:p>
        </p:txBody>
      </p:sp>
      <p:sp>
        <p:nvSpPr>
          <p:cNvPr id="2150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5800" y="1066800"/>
            <a:ext cx="8229600" cy="5850832"/>
          </a:xfrm>
        </p:spPr>
        <p:txBody>
          <a:bodyPr>
            <a:spAutoFit/>
          </a:bodyPr>
          <a:lstStyle/>
          <a:p>
            <a:pPr marL="233363" lvl="1" indent="-233363" eaLnBrk="1" hangingPunct="1">
              <a:spcBef>
                <a:spcPts val="600"/>
              </a:spcBef>
              <a:spcAft>
                <a:spcPct val="20000"/>
              </a:spcAft>
              <a:buFontTx/>
              <a:buChar char="•"/>
            </a:pPr>
            <a:r>
              <a:rPr lang="en-GB" altLang="en-US" dirty="0" smtClean="0"/>
              <a:t>“Hydrologic Information - Metadata” (</a:t>
            </a:r>
            <a:r>
              <a:rPr lang="en-GB" altLang="en-US" sz="1800" dirty="0" smtClean="0"/>
              <a:t>GRDC Report; 39r2</a:t>
            </a:r>
            <a:r>
              <a:rPr lang="en-GB" altLang="en-US" dirty="0" smtClean="0"/>
              <a:t>)    (Dec 2013)  </a:t>
            </a:r>
            <a:r>
              <a:rPr lang="en-GB" altLang="en-US" sz="1800" dirty="0" smtClean="0"/>
              <a:t>(incl. the GRDC Hydrologic Metadata Data Dictionary</a:t>
            </a:r>
            <a:r>
              <a:rPr lang="en-GB" altLang="en-US" sz="1800" dirty="0"/>
              <a:t>) </a:t>
            </a:r>
            <a:r>
              <a:rPr lang="en-GB" altLang="en-US" sz="1600" dirty="0">
                <a:hlinkClick r:id="rId2"/>
              </a:rPr>
              <a:t>http://</a:t>
            </a:r>
            <a:r>
              <a:rPr lang="en-GB" altLang="en-US" sz="1600" dirty="0" smtClean="0">
                <a:hlinkClick r:id="rId2"/>
              </a:rPr>
              <a:t>www.bafg.de/GRDC/EN/02_srvcs/24_rprtsrs/report_39r2.html?nn=201572</a:t>
            </a:r>
            <a:r>
              <a:rPr lang="en-GB" altLang="en-US" sz="1600" dirty="0" smtClean="0"/>
              <a:t> </a:t>
            </a:r>
            <a:endParaRPr lang="en-GB" altLang="en-US" sz="1600" dirty="0"/>
          </a:p>
          <a:p>
            <a:pPr marL="233363" lvl="1" indent="-233363" eaLnBrk="1" hangingPunct="1">
              <a:spcBef>
                <a:spcPts val="600"/>
              </a:spcBef>
              <a:spcAft>
                <a:spcPct val="20000"/>
              </a:spcAft>
              <a:buFontTx/>
              <a:buChar char="•"/>
            </a:pPr>
            <a:r>
              <a:rPr lang="en-GB" altLang="en-US" dirty="0" smtClean="0"/>
              <a:t>Contribution (concepts) to the WIGOS Metadata	     (May 2014) developments</a:t>
            </a:r>
          </a:p>
          <a:p>
            <a:pPr marL="347663" lvl="1" indent="0" eaLnBrk="1" hangingPunct="1">
              <a:spcBef>
                <a:spcPts val="600"/>
              </a:spcBef>
              <a:spcAft>
                <a:spcPct val="20000"/>
              </a:spcAft>
              <a:buNone/>
            </a:pPr>
            <a:endParaRPr lang="en-GB" altLang="en-US" dirty="0" smtClean="0"/>
          </a:p>
          <a:p>
            <a:pPr eaLnBrk="1" hangingPunct="1">
              <a:spcBef>
                <a:spcPts val="600"/>
              </a:spcBef>
              <a:spcAft>
                <a:spcPct val="20000"/>
              </a:spcAft>
            </a:pPr>
            <a:r>
              <a:rPr lang="en-GB" altLang="en-US" sz="2000" dirty="0">
                <a:solidFill>
                  <a:schemeClr val="accent4">
                    <a:lumMod val="50000"/>
                    <a:lumOff val="50000"/>
                  </a:schemeClr>
                </a:solidFill>
              </a:rPr>
              <a:t>GRDC </a:t>
            </a:r>
            <a:r>
              <a:rPr lang="en-GB" altLang="en-US" sz="2000" dirty="0" smtClean="0">
                <a:solidFill>
                  <a:schemeClr val="accent4">
                    <a:lumMod val="50000"/>
                    <a:lumOff val="50000"/>
                  </a:schemeClr>
                </a:solidFill>
              </a:rPr>
              <a:t>Data Management using </a:t>
            </a:r>
            <a:r>
              <a:rPr lang="en-GB" altLang="en-US" sz="2000" dirty="0">
                <a:solidFill>
                  <a:schemeClr val="accent4">
                    <a:lumMod val="50000"/>
                    <a:lumOff val="50000"/>
                  </a:schemeClr>
                </a:solidFill>
              </a:rPr>
              <a:t>Web </a:t>
            </a:r>
            <a:r>
              <a:rPr lang="en-GB" altLang="en-US" sz="2000" dirty="0" smtClean="0">
                <a:solidFill>
                  <a:schemeClr val="accent4">
                    <a:lumMod val="50000"/>
                    <a:lumOff val="50000"/>
                  </a:schemeClr>
                </a:solidFill>
              </a:rPr>
              <a:t>services (under development)</a:t>
            </a:r>
          </a:p>
          <a:p>
            <a:pPr lvl="1" eaLnBrk="1" hangingPunct="1">
              <a:spcBef>
                <a:spcPts val="600"/>
              </a:spcBef>
              <a:spcAft>
                <a:spcPts val="0"/>
              </a:spcAft>
              <a:buClr>
                <a:schemeClr val="accent4">
                  <a:lumMod val="65000"/>
                  <a:lumOff val="35000"/>
                </a:schemeClr>
              </a:buClr>
            </a:pPr>
            <a:r>
              <a:rPr lang="en-GB" altLang="en-US" dirty="0" smtClean="0">
                <a:solidFill>
                  <a:schemeClr val="accent4">
                    <a:lumMod val="50000"/>
                    <a:lumOff val="50000"/>
                  </a:schemeClr>
                </a:solidFill>
              </a:rPr>
              <a:t>…..	</a:t>
            </a:r>
            <a:r>
              <a:rPr lang="en-GB" altLang="en-US" dirty="0" smtClean="0">
                <a:solidFill>
                  <a:schemeClr val="accent4">
                    <a:lumMod val="65000"/>
                    <a:lumOff val="35000"/>
                  </a:schemeClr>
                </a:solidFill>
              </a:rPr>
              <a:t>		</a:t>
            </a:r>
          </a:p>
          <a:p>
            <a:pPr lvl="1" eaLnBrk="1" hangingPunct="1">
              <a:spcBef>
                <a:spcPts val="600"/>
              </a:spcBef>
              <a:spcAft>
                <a:spcPts val="0"/>
              </a:spcAft>
              <a:buClr>
                <a:schemeClr val="accent4">
                  <a:lumMod val="65000"/>
                  <a:lumOff val="35000"/>
                </a:schemeClr>
              </a:buClr>
            </a:pPr>
            <a:r>
              <a:rPr lang="en-GB" altLang="en-US" dirty="0" smtClean="0"/>
              <a:t>Mapping the </a:t>
            </a:r>
            <a:r>
              <a:rPr lang="en-GB" altLang="en-US" dirty="0" smtClean="0"/>
              <a:t>data </a:t>
            </a:r>
            <a:r>
              <a:rPr lang="en-GB" altLang="en-US" dirty="0" smtClean="0"/>
              <a:t>and metadata </a:t>
            </a:r>
            <a:r>
              <a:rPr lang="en-GB" altLang="en-US" dirty="0" smtClean="0"/>
              <a:t>concepts currently                       in </a:t>
            </a:r>
            <a:r>
              <a:rPr lang="en-GB" altLang="en-US" dirty="0" smtClean="0"/>
              <a:t>use to the </a:t>
            </a:r>
            <a:r>
              <a:rPr lang="en-GB" altLang="en-US" dirty="0" smtClean="0"/>
              <a:t>GRDC Hydrologic Metadata concepts  	    (</a:t>
            </a:r>
            <a:r>
              <a:rPr lang="en-GB" altLang="en-US" dirty="0" smtClean="0"/>
              <a:t>May  2015)</a:t>
            </a:r>
          </a:p>
          <a:p>
            <a:pPr lvl="1" eaLnBrk="1" hangingPunct="1">
              <a:spcBef>
                <a:spcPts val="600"/>
              </a:spcBef>
              <a:spcAft>
                <a:spcPts val="0"/>
              </a:spcAft>
              <a:buClr>
                <a:schemeClr val="accent4">
                  <a:lumMod val="65000"/>
                  <a:lumOff val="35000"/>
                </a:schemeClr>
              </a:buClr>
            </a:pPr>
            <a:r>
              <a:rPr lang="en-GB" altLang="en-US" dirty="0" smtClean="0">
                <a:solidFill>
                  <a:schemeClr val="accent4">
                    <a:lumMod val="50000"/>
                    <a:lumOff val="50000"/>
                  </a:schemeClr>
                </a:solidFill>
              </a:rPr>
              <a:t>…..  (depending on progress and resources	)	     2015/2016</a:t>
            </a:r>
          </a:p>
          <a:p>
            <a:pPr marL="347663" lvl="1" indent="0" eaLnBrk="1" hangingPunct="1">
              <a:spcBef>
                <a:spcPts val="600"/>
              </a:spcBef>
              <a:spcAft>
                <a:spcPts val="0"/>
              </a:spcAft>
              <a:buNone/>
            </a:pPr>
            <a:endParaRPr lang="en-GB" altLang="en-US" dirty="0" smtClean="0"/>
          </a:p>
          <a:p>
            <a:pPr marL="347663" lvl="1" indent="0" eaLnBrk="1" hangingPunct="1">
              <a:spcBef>
                <a:spcPts val="600"/>
              </a:spcBef>
              <a:spcAft>
                <a:spcPts val="0"/>
              </a:spcAft>
              <a:buNone/>
            </a:pPr>
            <a:r>
              <a:rPr lang="en-GB" altLang="en-US" sz="4000" dirty="0" smtClean="0"/>
              <a:t>					Thank you !</a:t>
            </a:r>
          </a:p>
          <a:p>
            <a:pPr>
              <a:spcBef>
                <a:spcPts val="600"/>
              </a:spcBef>
            </a:pPr>
            <a:endParaRPr lang="en-GB" altLang="en-US" sz="4000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GB" dirty="0" smtClean="0">
                <a:cs typeface="+mj-cs"/>
              </a:rPr>
              <a:t>Definitions</a:t>
            </a:r>
            <a:endParaRPr lang="en-GB" dirty="0">
              <a:cs typeface="+mj-cs"/>
            </a:endParaRPr>
          </a:p>
        </p:txBody>
      </p:sp>
      <p:sp>
        <p:nvSpPr>
          <p:cNvPr id="4100" name="Fußzeilenplatzhalter 3"/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lr>
                <a:srgbClr val="092E5C"/>
              </a:buClr>
              <a:buChar char="•"/>
              <a:defRPr sz="2400">
                <a:solidFill>
                  <a:schemeClr val="tx2"/>
                </a:solidFill>
                <a:latin typeface="Arial" pitchFamily="34" charset="0"/>
                <a:ea typeface="MS PGothic" pitchFamily="34" charset="-128"/>
              </a:defRPr>
            </a:lvl1pPr>
            <a:lvl2pPr marL="742950" indent="-285750" eaLnBrk="0" hangingPunct="0">
              <a:spcBef>
                <a:spcPct val="20000"/>
              </a:spcBef>
              <a:buClr>
                <a:srgbClr val="092E5C"/>
              </a:buClr>
              <a:buChar char="–"/>
              <a:defRPr sz="2000">
                <a:solidFill>
                  <a:schemeClr val="tx2"/>
                </a:solidFill>
                <a:latin typeface="Arial" pitchFamily="34" charset="0"/>
                <a:ea typeface="MS PGothic" pitchFamily="34" charset="-128"/>
              </a:defRPr>
            </a:lvl2pPr>
            <a:lvl3pPr marL="1143000" indent="-228600" eaLnBrk="0" hangingPunct="0">
              <a:spcBef>
                <a:spcPct val="20000"/>
              </a:spcBef>
              <a:buClr>
                <a:srgbClr val="092E5C"/>
              </a:buClr>
              <a:buChar char="•"/>
              <a:defRPr>
                <a:solidFill>
                  <a:schemeClr val="tx2"/>
                </a:solidFill>
                <a:latin typeface="Arial" pitchFamily="34" charset="0"/>
                <a:ea typeface="MS PGothic" pitchFamily="34" charset="-128"/>
              </a:defRPr>
            </a:lvl3pPr>
            <a:lvl4pPr marL="1600200" indent="-228600" eaLnBrk="0" hangingPunct="0">
              <a:spcBef>
                <a:spcPct val="20000"/>
              </a:spcBef>
              <a:buClr>
                <a:srgbClr val="092E5C"/>
              </a:buClr>
              <a:buChar char="–"/>
              <a:defRPr sz="1600">
                <a:solidFill>
                  <a:schemeClr val="tx2"/>
                </a:solidFill>
                <a:latin typeface="Arial" pitchFamily="34" charset="0"/>
                <a:ea typeface="MS PGothic" pitchFamily="34" charset="-128"/>
              </a:defRPr>
            </a:lvl4pPr>
            <a:lvl5pPr marL="2057400" indent="-228600" eaLnBrk="0" hangingPunct="0">
              <a:spcBef>
                <a:spcPct val="20000"/>
              </a:spcBef>
              <a:buClr>
                <a:srgbClr val="092E5C"/>
              </a:buClr>
              <a:buChar char="»"/>
              <a:defRPr sz="1600">
                <a:solidFill>
                  <a:schemeClr val="tx2"/>
                </a:solidFill>
                <a:latin typeface="Arial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92E5C"/>
              </a:buClr>
              <a:buChar char="»"/>
              <a:defRPr sz="1600">
                <a:solidFill>
                  <a:schemeClr val="tx2"/>
                </a:solidFill>
                <a:latin typeface="Arial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92E5C"/>
              </a:buClr>
              <a:buChar char="»"/>
              <a:defRPr sz="1600">
                <a:solidFill>
                  <a:schemeClr val="tx2"/>
                </a:solidFill>
                <a:latin typeface="Arial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92E5C"/>
              </a:buClr>
              <a:buChar char="»"/>
              <a:defRPr sz="1600">
                <a:solidFill>
                  <a:schemeClr val="tx2"/>
                </a:solidFill>
                <a:latin typeface="Arial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92E5C"/>
              </a:buClr>
              <a:buChar char="»"/>
              <a:defRPr sz="1600">
                <a:solidFill>
                  <a:schemeClr val="tx2"/>
                </a:solidFill>
                <a:latin typeface="Arial" pitchFamily="34" charset="0"/>
                <a:ea typeface="MS PGothic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lang="en-US" altLang="en-US" sz="900" dirty="0" smtClean="0">
                <a:solidFill>
                  <a:srgbClr val="092E5C"/>
                </a:solidFill>
              </a:rPr>
              <a:t>Copyright © 2014 Open Geospatial Consortium</a:t>
            </a:r>
          </a:p>
        </p:txBody>
      </p:sp>
      <p:sp>
        <p:nvSpPr>
          <p:cNvPr id="56" name="Textfeld 55"/>
          <p:cNvSpPr txBox="1"/>
          <p:nvPr/>
        </p:nvSpPr>
        <p:spPr>
          <a:xfrm>
            <a:off x="9823026" y="3772436"/>
            <a:ext cx="3810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000" dirty="0" smtClean="0"/>
              <a:t>Q</a:t>
            </a:r>
          </a:p>
        </p:txBody>
      </p:sp>
      <p:sp>
        <p:nvSpPr>
          <p:cNvPr id="3" name="Textfeld 2"/>
          <p:cNvSpPr txBox="1"/>
          <p:nvPr/>
        </p:nvSpPr>
        <p:spPr>
          <a:xfrm>
            <a:off x="838200" y="1066800"/>
            <a:ext cx="8077200" cy="55092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600" dirty="0" smtClean="0">
                <a:solidFill>
                  <a:srgbClr val="092E5C"/>
                </a:solidFill>
              </a:rPr>
              <a:t>Data: </a:t>
            </a:r>
            <a:r>
              <a:rPr lang="en-GB" sz="1600" b="0" dirty="0" smtClean="0">
                <a:solidFill>
                  <a:srgbClr val="092E5C"/>
                </a:solidFill>
              </a:rPr>
              <a:t>notion </a:t>
            </a:r>
            <a:r>
              <a:rPr lang="en-GB" sz="1600" b="0" dirty="0">
                <a:solidFill>
                  <a:srgbClr val="092E5C"/>
                </a:solidFill>
              </a:rPr>
              <a:t>of a documented value of some characteristics of a </a:t>
            </a:r>
            <a:r>
              <a:rPr lang="en-GB" sz="1600" b="0" dirty="0" smtClean="0">
                <a:solidFill>
                  <a:srgbClr val="092E5C"/>
                </a:solidFill>
              </a:rPr>
              <a:t>phenomenon.</a:t>
            </a:r>
            <a:endParaRPr lang="en-GB" sz="1600" b="0" dirty="0">
              <a:solidFill>
                <a:srgbClr val="092E5C"/>
              </a:solidFill>
            </a:endParaRPr>
          </a:p>
          <a:p>
            <a:endParaRPr lang="en-GB" sz="1600" b="0" dirty="0">
              <a:solidFill>
                <a:srgbClr val="092E5C"/>
              </a:solidFill>
            </a:endParaRPr>
          </a:p>
          <a:p>
            <a:r>
              <a:rPr lang="en-GB" sz="1600" dirty="0">
                <a:solidFill>
                  <a:srgbClr val="092E5C"/>
                </a:solidFill>
              </a:rPr>
              <a:t>Dataset: </a:t>
            </a:r>
            <a:r>
              <a:rPr lang="en-GB" sz="1600" b="0" dirty="0">
                <a:solidFill>
                  <a:srgbClr val="092E5C"/>
                </a:solidFill>
              </a:rPr>
              <a:t>identifiable collection of data. [ISO19115:2003] </a:t>
            </a:r>
          </a:p>
          <a:p>
            <a:endParaRPr lang="en-GB" sz="1600" dirty="0" smtClean="0">
              <a:solidFill>
                <a:srgbClr val="092E5C"/>
              </a:solidFill>
            </a:endParaRPr>
          </a:p>
          <a:p>
            <a:r>
              <a:rPr lang="en-GB" sz="1600" dirty="0" smtClean="0">
                <a:solidFill>
                  <a:srgbClr val="092E5C"/>
                </a:solidFill>
              </a:rPr>
              <a:t>Data product: </a:t>
            </a:r>
            <a:r>
              <a:rPr lang="en-GB" sz="1600" b="0" dirty="0">
                <a:solidFill>
                  <a:srgbClr val="092E5C"/>
                </a:solidFill>
              </a:rPr>
              <a:t>dataset compiled for a specific purpose, e.g. for global dissemination using Web </a:t>
            </a:r>
            <a:r>
              <a:rPr lang="en-GB" sz="1600" b="0" dirty="0" smtClean="0">
                <a:solidFill>
                  <a:srgbClr val="092E5C"/>
                </a:solidFill>
              </a:rPr>
              <a:t>services.</a:t>
            </a:r>
            <a:endParaRPr lang="en-GB" sz="1600" b="0" dirty="0">
              <a:solidFill>
                <a:srgbClr val="092E5C"/>
              </a:solidFill>
            </a:endParaRPr>
          </a:p>
          <a:p>
            <a:endParaRPr lang="en-GB" sz="1600" dirty="0">
              <a:solidFill>
                <a:srgbClr val="092E5C"/>
              </a:solidFill>
            </a:endParaRPr>
          </a:p>
          <a:p>
            <a:r>
              <a:rPr lang="en-GB" sz="1600" dirty="0" smtClean="0">
                <a:solidFill>
                  <a:srgbClr val="092E5C"/>
                </a:solidFill>
              </a:rPr>
              <a:t>Coverage</a:t>
            </a:r>
            <a:r>
              <a:rPr lang="en-GB" sz="1600" dirty="0">
                <a:solidFill>
                  <a:srgbClr val="092E5C"/>
                </a:solidFill>
              </a:rPr>
              <a:t>: </a:t>
            </a:r>
            <a:r>
              <a:rPr lang="en-GB" sz="1600" b="0" dirty="0">
                <a:solidFill>
                  <a:srgbClr val="092E5C"/>
                </a:solidFill>
              </a:rPr>
              <a:t>set of attribute values arranged with respect to a particular </a:t>
            </a:r>
            <a:r>
              <a:rPr lang="en-GB" sz="1600" b="0" dirty="0" smtClean="0">
                <a:solidFill>
                  <a:srgbClr val="092E5C"/>
                </a:solidFill>
              </a:rPr>
              <a:t>domain. – function to return values from its range for any direct position within its spatial, temporal or spatiotemporal domain. </a:t>
            </a:r>
            <a:r>
              <a:rPr lang="en-GB" sz="1600" b="0" dirty="0">
                <a:solidFill>
                  <a:srgbClr val="092E5C"/>
                </a:solidFill>
              </a:rPr>
              <a:t>[</a:t>
            </a:r>
            <a:r>
              <a:rPr lang="en-GB" sz="1600" b="0" dirty="0" smtClean="0">
                <a:solidFill>
                  <a:srgbClr val="092E5C"/>
                </a:solidFill>
              </a:rPr>
              <a:t>ISO19123:2005]</a:t>
            </a:r>
          </a:p>
          <a:p>
            <a:pPr lvl="1"/>
            <a:endParaRPr lang="en-GB" sz="1600" b="0" dirty="0" smtClean="0">
              <a:solidFill>
                <a:srgbClr val="092E5C"/>
              </a:solidFill>
            </a:endParaRPr>
          </a:p>
          <a:p>
            <a:r>
              <a:rPr lang="en-GB" sz="1600" dirty="0" smtClean="0">
                <a:solidFill>
                  <a:srgbClr val="092E5C"/>
                </a:solidFill>
              </a:rPr>
              <a:t>Metadata</a:t>
            </a:r>
            <a:r>
              <a:rPr lang="en-GB" sz="1600" dirty="0">
                <a:solidFill>
                  <a:srgbClr val="092E5C"/>
                </a:solidFill>
              </a:rPr>
              <a:t>: </a:t>
            </a:r>
            <a:r>
              <a:rPr lang="en-GB" sz="1600" b="0" dirty="0">
                <a:solidFill>
                  <a:srgbClr val="092E5C"/>
                </a:solidFill>
              </a:rPr>
              <a:t>data describing an identifiable asset or means that fulfils a requirement. [ISO19115:2003]. – aka: data about data [ISO19109:2005]</a:t>
            </a:r>
          </a:p>
          <a:p>
            <a:endParaRPr lang="en-GB" sz="1600" dirty="0">
              <a:solidFill>
                <a:srgbClr val="092E5C"/>
              </a:solidFill>
            </a:endParaRPr>
          </a:p>
          <a:p>
            <a:pPr marL="0" lvl="1"/>
            <a:r>
              <a:rPr lang="en-GB" sz="1600" dirty="0">
                <a:solidFill>
                  <a:srgbClr val="092E5C"/>
                </a:solidFill>
              </a:rPr>
              <a:t>Primary </a:t>
            </a:r>
            <a:r>
              <a:rPr lang="en-GB" sz="1600" dirty="0" smtClean="0">
                <a:solidFill>
                  <a:srgbClr val="092E5C"/>
                </a:solidFill>
              </a:rPr>
              <a:t>data: </a:t>
            </a:r>
            <a:r>
              <a:rPr lang="en-GB" sz="1600" b="0" dirty="0" smtClean="0">
                <a:solidFill>
                  <a:srgbClr val="092E5C"/>
                </a:solidFill>
              </a:rPr>
              <a:t>data </a:t>
            </a:r>
            <a:r>
              <a:rPr lang="en-GB" sz="1600" b="0" dirty="0">
                <a:solidFill>
                  <a:srgbClr val="092E5C"/>
                </a:solidFill>
              </a:rPr>
              <a:t>(attribute values) primarily collected, or compiled into a dataset, by the data user.</a:t>
            </a:r>
          </a:p>
          <a:p>
            <a:endParaRPr lang="en-GB" sz="1600" dirty="0">
              <a:solidFill>
                <a:srgbClr val="092E5C"/>
              </a:solidFill>
            </a:endParaRPr>
          </a:p>
          <a:p>
            <a:pPr marL="0" lvl="1"/>
            <a:r>
              <a:rPr lang="en-GB" sz="1600" dirty="0">
                <a:solidFill>
                  <a:srgbClr val="092E5C"/>
                </a:solidFill>
              </a:rPr>
              <a:t>Secondary </a:t>
            </a:r>
            <a:r>
              <a:rPr lang="en-GB" sz="1600" dirty="0" smtClean="0">
                <a:solidFill>
                  <a:srgbClr val="092E5C"/>
                </a:solidFill>
              </a:rPr>
              <a:t>data: </a:t>
            </a:r>
            <a:r>
              <a:rPr lang="en-GB" sz="1600" b="0" dirty="0" smtClean="0">
                <a:solidFill>
                  <a:srgbClr val="092E5C"/>
                </a:solidFill>
              </a:rPr>
              <a:t>data </a:t>
            </a:r>
            <a:r>
              <a:rPr lang="en-GB" sz="1600" b="0" dirty="0">
                <a:solidFill>
                  <a:srgbClr val="092E5C"/>
                </a:solidFill>
              </a:rPr>
              <a:t>(attribute values) collected, or compiled into sets, by a processor who is not the data user. </a:t>
            </a:r>
          </a:p>
          <a:p>
            <a:endParaRPr lang="en-GB" sz="1600" dirty="0" smtClean="0">
              <a:solidFill>
                <a:srgbClr val="092E5C"/>
              </a:solidFill>
            </a:endParaRPr>
          </a:p>
          <a:p>
            <a:r>
              <a:rPr lang="en-GB" sz="1600" dirty="0" smtClean="0">
                <a:solidFill>
                  <a:srgbClr val="092E5C"/>
                </a:solidFill>
              </a:rPr>
              <a:t>Variable: </a:t>
            </a:r>
            <a:r>
              <a:rPr lang="en-GB" sz="1600" b="0" dirty="0" smtClean="0">
                <a:solidFill>
                  <a:srgbClr val="092E5C"/>
                </a:solidFill>
              </a:rPr>
              <a:t>properties whose values may change with Space, Time, or Observation. A variable may take any value in a range of possible values [WMO, 1992].</a:t>
            </a:r>
            <a:endParaRPr lang="en-GB" sz="1600" dirty="0" smtClean="0">
              <a:solidFill>
                <a:srgbClr val="092E5C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4080416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GC_PowerPoint_Template">
  <a:themeElements>
    <a:clrScheme name="">
      <a:dk1>
        <a:srgbClr val="000000"/>
      </a:dk1>
      <a:lt1>
        <a:srgbClr val="FFFFCC"/>
      </a:lt1>
      <a:dk2>
        <a:srgbClr val="092E5C"/>
      </a:dk2>
      <a:lt2>
        <a:srgbClr val="666633"/>
      </a:lt2>
      <a:accent1>
        <a:srgbClr val="339933"/>
      </a:accent1>
      <a:accent2>
        <a:srgbClr val="800000"/>
      </a:accent2>
      <a:accent3>
        <a:srgbClr val="FFFFE2"/>
      </a:accent3>
      <a:accent4>
        <a:srgbClr val="000000"/>
      </a:accent4>
      <a:accent5>
        <a:srgbClr val="ADCAAD"/>
      </a:accent5>
      <a:accent6>
        <a:srgbClr val="730000"/>
      </a:accent6>
      <a:hlink>
        <a:srgbClr val="0033CC"/>
      </a:hlink>
      <a:folHlink>
        <a:srgbClr val="FFCC66"/>
      </a:folHlink>
    </a:clrScheme>
    <a:fontScheme name="OGC_PowerPoint_Templat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noFill/>
        <a:ln w="12700" cap="flat" cmpd="sng" algn="ctr">
          <a:solidFill>
            <a:srgbClr val="969696"/>
          </a:solidFill>
          <a:prstDash val="solid"/>
          <a:round/>
          <a:headEnd type="none" w="med" len="med"/>
          <a:tailEnd type="none" w="med" len="med"/>
        </a:ln>
        <a:effectLst/>
      </a:spPr>
      <a:bodyPr rtlCol="0" anchor="ctr"/>
      <a:lstStyle>
        <a:defPPr algn="ctr">
          <a:defRPr/>
        </a:defPPr>
      </a:lstStyle>
    </a:spDef>
    <a:lnDef>
      <a:spPr bwMode="auto">
        <a:noFill/>
        <a:ln w="12700" cap="flat" cmpd="sng" algn="ctr">
          <a:solidFill>
            <a:srgbClr val="969696"/>
          </a:solidFill>
          <a:prstDash val="solid"/>
          <a:round/>
          <a:headEnd type="none" w="med" len="med"/>
          <a:tailEnd type="none" w="med" len="med"/>
        </a:ln>
        <a:effectLst/>
      </a:spPr>
      <a:bodyPr/>
      <a:lstStyle/>
    </a:lnDef>
    <a:txDef>
      <a:spPr>
        <a:noFill/>
      </a:spPr>
      <a:bodyPr wrap="none" rtlCol="0">
        <a:noAutofit/>
      </a:bodyPr>
      <a:lstStyle>
        <a:defPPr>
          <a:defRPr dirty="0" err="1" smtClean="0"/>
        </a:defPPr>
      </a:lstStyle>
    </a:txDef>
  </a:objectDefaults>
  <a:extraClrSchemeLst>
    <a:extraClrScheme>
      <a:clrScheme name="OGC_PowerPoint_Template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GC_PowerPoint_Template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GC_PowerPoint_Template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GC_PowerPoint_Template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GC_PowerPoint_Template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GC_PowerPoint_Template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GC_PowerPoint_Template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800</Words>
  <Application>Microsoft Office PowerPoint</Application>
  <PresentationFormat>Bildschirmpräsentation (4:3)</PresentationFormat>
  <Paragraphs>103</Paragraphs>
  <Slides>22</Slides>
  <Notes>0</Notes>
  <HiddenSlides>2</HiddenSlides>
  <MMClips>0</MMClips>
  <ScaleCrop>false</ScaleCrop>
  <HeadingPairs>
    <vt:vector size="4" baseType="variant">
      <vt:variant>
        <vt:lpstr>Design</vt:lpstr>
      </vt:variant>
      <vt:variant>
        <vt:i4>1</vt:i4>
      </vt:variant>
      <vt:variant>
        <vt:lpstr>Folientitel</vt:lpstr>
      </vt:variant>
      <vt:variant>
        <vt:i4>22</vt:i4>
      </vt:variant>
    </vt:vector>
  </HeadingPairs>
  <TitlesOfParts>
    <vt:vector size="23" baseType="lpstr">
      <vt:lpstr>OGC_PowerPoint_Template</vt:lpstr>
      <vt:lpstr> GRDC Hydrologic Metadata - core concepts - </vt:lpstr>
      <vt:lpstr>GRDC Hydrologic Metadata</vt:lpstr>
      <vt:lpstr>GRDC Metadata - WIS and WIGOS Context</vt:lpstr>
      <vt:lpstr>GRDC datasets and products</vt:lpstr>
      <vt:lpstr>GRDC Hydrologic Metadata – Requirements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Next steps</vt:lpstr>
      <vt:lpstr>Definitions</vt:lpstr>
    </vt:vector>
  </TitlesOfParts>
  <Company>OGC</Company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>OGC TC/PC</dc:subject>
  <dc:creator>Carl Reed</dc:creator>
  <cp:lastModifiedBy>iche</cp:lastModifiedBy>
  <cp:revision>105</cp:revision>
  <cp:lastPrinted>2003-02-03T21:59:32Z</cp:lastPrinted>
  <dcterms:created xsi:type="dcterms:W3CDTF">2009-10-20T16:54:31Z</dcterms:created>
  <dcterms:modified xsi:type="dcterms:W3CDTF">2014-08-14T11:56:18Z</dcterms:modified>
</cp:coreProperties>
</file>