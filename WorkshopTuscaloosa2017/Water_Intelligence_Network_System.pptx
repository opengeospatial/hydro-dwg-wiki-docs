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6.xml" ContentType="application/vnd.openxmlformats-officedocument.theme+xml"/>
  <Override PartName="/ppt/slideLayouts/slideLayout36.xml" ContentType="application/vnd.openxmlformats-officedocument.presentationml.slideLayout+xml"/>
  <Override PartName="/ppt/theme/theme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8.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9.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0.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0" r:id="rId1"/>
    <p:sldMasterId id="2147483721" r:id="rId2"/>
    <p:sldMasterId id="2147483722" r:id="rId3"/>
    <p:sldMasterId id="2147483723" r:id="rId4"/>
    <p:sldMasterId id="2147483724" r:id="rId5"/>
    <p:sldMasterId id="2147483725" r:id="rId6"/>
    <p:sldMasterId id="2147483726" r:id="rId7"/>
    <p:sldMasterId id="2147483727" r:id="rId8"/>
    <p:sldMasterId id="2147483728" r:id="rId9"/>
    <p:sldMasterId id="2147483729" r:id="rId10"/>
    <p:sldMasterId id="2147483730" r:id="rId11"/>
  </p:sldMasterIdLst>
  <p:notesMasterIdLst>
    <p:notesMasterId r:id="rId58"/>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7" r:id="rId52"/>
    <p:sldId id="298" r:id="rId53"/>
    <p:sldId id="299" r:id="rId54"/>
    <p:sldId id="300" r:id="rId55"/>
    <p:sldId id="301" r:id="rId56"/>
    <p:sldId id="302" r:id="rId5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17B811-4927-49CC-B876-88113160933A}">
  <a:tblStyle styleId="{7D17B811-4927-49CC-B876-88113160933A}" styleName="Table_0"/>
  <a:tblStyle styleId="{A4C53464-ADF8-440F-A5E7-F81C8E9FC5AC}" styleName="Table_1">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8"/>
    <p:restoredTop sz="94643"/>
  </p:normalViewPr>
  <p:slideViewPr>
    <p:cSldViewPr snapToGrid="0" snapToObjects="1">
      <p:cViewPr varScale="1">
        <p:scale>
          <a:sx n="120" d="100"/>
          <a:sy n="120" d="100"/>
        </p:scale>
        <p:origin x="8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notesMaster" Target="notesMasters/notesMaster1.xml"/><Relationship Id="rId59" Type="http://schemas.openxmlformats.org/officeDocument/2006/relationships/presProps" Target="presProps.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nhd.usgs.gov/NHDPlus_HR.html#HowHelpNHDPlusHR" TargetMode="External"/><Relationship Id="rId4" Type="http://schemas.openxmlformats.org/officeDocument/2006/relationships/hyperlink" Target="https://nhd.usgs.gov/stewardship/" TargetMode="External"/><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Shape 52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523" name="Shape 523"/>
          <p:cNvSpPr txBox="1">
            <a:spLocks noGrp="1"/>
          </p:cNvSpPr>
          <p:nvPr>
            <p:ph type="body" idx="1"/>
          </p:nvPr>
        </p:nvSpPr>
        <p:spPr>
          <a:xfrm>
            <a:off x="685800" y="4343400"/>
            <a:ext cx="5486400" cy="4114800"/>
          </a:xfrm>
          <a:prstGeom prst="rect">
            <a:avLst/>
          </a:prstGeom>
          <a:noFill/>
          <a:ln>
            <a:noFill/>
          </a:ln>
        </p:spPr>
        <p:txBody>
          <a:bodyPr lIns="91425" tIns="45700" rIns="91425" bIns="45700" anchor="t" anchorCtr="0">
            <a:noAutofit/>
          </a:bodyPr>
          <a:lstStyle/>
          <a:p>
            <a:pPr marL="0" marR="0" lvl="0" indent="0" algn="l" rtl="0">
              <a:spcBef>
                <a:spcPts val="0"/>
              </a:spcBef>
              <a:buNone/>
            </a:pPr>
            <a:endParaRPr sz="1200" b="0" i="0" u="none" strike="noStrike" cap="none">
              <a:solidFill>
                <a:schemeClr val="dk1"/>
              </a:solidFill>
              <a:latin typeface="Calibri"/>
              <a:ea typeface="Calibri"/>
              <a:cs typeface="Calibri"/>
              <a:sym typeface="Calibri"/>
            </a:endParaRPr>
          </a:p>
        </p:txBody>
      </p:sp>
      <p:sp>
        <p:nvSpPr>
          <p:cNvPr id="524" name="Shape 524"/>
          <p:cNvSpPr txBox="1">
            <a:spLocks noGrp="1"/>
          </p:cNvSpPr>
          <p:nvPr>
            <p:ph type="sldNum" idx="12"/>
          </p:nvPr>
        </p:nvSpPr>
        <p:spPr>
          <a:xfrm>
            <a:off x="3884612" y="8685213"/>
            <a:ext cx="2971800"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 sz="1200" b="0" i="0" u="none" strike="noStrike" cap="none">
                <a:solidFill>
                  <a:schemeClr val="dk1"/>
                </a:solidFill>
                <a:latin typeface="Calibri"/>
                <a:ea typeface="Calibri"/>
                <a:cs typeface="Calibri"/>
                <a:sym typeface="Calibri"/>
              </a:rPr>
              <a:t>1</a:t>
            </a:fld>
            <a:endParaRPr lang="e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Shape 52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530" name="Shape 530"/>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457200" marR="0" lvl="0" indent="-406400" algn="l" rtl="0">
              <a:lnSpc>
                <a:spcPct val="115000"/>
              </a:lnSpc>
              <a:spcBef>
                <a:spcPts val="0"/>
              </a:spcBef>
              <a:buNone/>
            </a:pPr>
            <a:endParaRPr b="1" i="0" u="none" strike="noStrike" cap="none">
              <a:solidFill>
                <a:schemeClr val="dk1"/>
              </a:solidFill>
              <a:latin typeface="Arial"/>
              <a:ea typeface="Arial"/>
              <a:cs typeface="Arial"/>
              <a:sym typeface="Arial"/>
            </a:endParaRPr>
          </a:p>
        </p:txBody>
      </p:sp>
      <p:sp>
        <p:nvSpPr>
          <p:cNvPr id="531" name="Shape 531"/>
          <p:cNvSpPr txBox="1">
            <a:spLocks noGrp="1"/>
          </p:cNvSpPr>
          <p:nvPr>
            <p:ph type="sldNum" idx="12"/>
          </p:nvPr>
        </p:nvSpPr>
        <p:spPr>
          <a:xfrm>
            <a:off x="3884612" y="8685213"/>
            <a:ext cx="2971799"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Shape 536"/>
          <p:cNvSpPr>
            <a:spLocks noGrp="1" noRot="1" noChangeAspect="1"/>
          </p:cNvSpPr>
          <p:nvPr>
            <p:ph type="sldImg" idx="2"/>
          </p:nvPr>
        </p:nvSpPr>
        <p:spPr>
          <a:xfrm>
            <a:off x="1143000" y="674557"/>
            <a:ext cx="4572000" cy="3372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537" name="Shape 537"/>
          <p:cNvSpPr txBox="1">
            <a:spLocks noGrp="1"/>
          </p:cNvSpPr>
          <p:nvPr>
            <p:ph type="body" idx="1"/>
          </p:nvPr>
        </p:nvSpPr>
        <p:spPr>
          <a:xfrm>
            <a:off x="685800" y="4272196"/>
            <a:ext cx="5486400" cy="4047300"/>
          </a:xfrm>
          <a:prstGeom prst="rect">
            <a:avLst/>
          </a:prstGeom>
          <a:noFill/>
          <a:ln>
            <a:noFill/>
          </a:ln>
        </p:spPr>
        <p:txBody>
          <a:bodyPr lIns="91425" tIns="91425" rIns="91425" bIns="91425" anchor="ctr" anchorCtr="0">
            <a:noAutofit/>
          </a:bodyPr>
          <a:lstStyle/>
          <a:p>
            <a:pPr marL="0" marR="0" lvl="0" indent="0" algn="l" rtl="0">
              <a:spcBef>
                <a:spcPts val="0"/>
              </a:spcBef>
              <a:spcAft>
                <a:spcPts val="0"/>
              </a:spcAft>
              <a:buClr>
                <a:schemeClr val="dk1"/>
              </a:buClr>
              <a:buFont typeface="Times New Roman"/>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Font typeface="Times New Roman"/>
              <a:buNone/>
            </a:pPr>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Shape 549"/>
          <p:cNvSpPr>
            <a:spLocks noGrp="1" noRot="1" noChangeAspect="1"/>
          </p:cNvSpPr>
          <p:nvPr>
            <p:ph type="sldImg" idx="2"/>
          </p:nvPr>
        </p:nvSpPr>
        <p:spPr>
          <a:xfrm>
            <a:off x="1143000" y="674557"/>
            <a:ext cx="4572000" cy="33729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a:headEnd type="none" w="med" len="med"/>
            <a:tailEnd type="none" w="med" len="med"/>
          </a:ln>
        </p:spPr>
      </p:sp>
      <p:sp>
        <p:nvSpPr>
          <p:cNvPr id="550" name="Shape 550"/>
          <p:cNvSpPr txBox="1">
            <a:spLocks noGrp="1"/>
          </p:cNvSpPr>
          <p:nvPr>
            <p:ph type="body" idx="1"/>
          </p:nvPr>
        </p:nvSpPr>
        <p:spPr>
          <a:xfrm>
            <a:off x="685800" y="4272196"/>
            <a:ext cx="5486400" cy="4047300"/>
          </a:xfrm>
          <a:prstGeom prst="rect">
            <a:avLst/>
          </a:prstGeom>
          <a:noFill/>
          <a:ln>
            <a:noFill/>
          </a:ln>
        </p:spPr>
        <p:txBody>
          <a:bodyPr lIns="91425" tIns="91425" rIns="91425" bIns="91425" anchor="ctr" anchorCtr="0">
            <a:noAutofit/>
          </a:bodyPr>
          <a:lstStyle/>
          <a:p>
            <a:pPr marL="0" marR="0" lvl="0" indent="0" algn="l" rtl="0">
              <a:lnSpc>
                <a:spcPct val="115000"/>
              </a:lnSpc>
              <a:spcBef>
                <a:spcPts val="0"/>
              </a:spcBef>
              <a:spcAft>
                <a:spcPts val="0"/>
              </a:spcAft>
              <a:buClr>
                <a:schemeClr val="dk1"/>
              </a:buClr>
              <a:buSzPct val="25000"/>
              <a:buFont typeface="Arial"/>
              <a:buNone/>
            </a:pPr>
            <a:r>
              <a:rPr lang="en" sz="1200" b="0" i="0" u="none" strike="noStrike" cap="none">
                <a:solidFill>
                  <a:schemeClr val="dk1"/>
                </a:solidFill>
                <a:latin typeface="Times New Roman"/>
                <a:ea typeface="Times New Roman"/>
                <a:cs typeface="Times New Roman"/>
                <a:sym typeface="Times New Roman"/>
              </a:rPr>
              <a:t>Here is a picture of some catchments. You can see there is a catchment for each line segment in the NHD network. There are catchments for each coastal line segment, too. The catchments in NHDPlus cover the entire continental US. If you drop a hypothetical drop of water anywhere in the 48 states, you can know instantly where in the stream network that drop of water would go simply by intersecting the point where it falls with the catchment dataset. </a:t>
            </a:r>
          </a:p>
          <a:p>
            <a:pPr marL="0" marR="0" lvl="0" indent="0" algn="l" rtl="0">
              <a:spcBef>
                <a:spcPts val="0"/>
              </a:spcBef>
              <a:spcAft>
                <a:spcPts val="0"/>
              </a:spcAft>
              <a:buClr>
                <a:schemeClr val="dk1"/>
              </a:buClr>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551" name="Shape 551"/>
          <p:cNvSpPr txBox="1">
            <a:spLocks noGrp="1"/>
          </p:cNvSpPr>
          <p:nvPr>
            <p:ph type="sldNum" idx="12"/>
          </p:nvPr>
        </p:nvSpPr>
        <p:spPr>
          <a:xfrm>
            <a:off x="3884612" y="8542832"/>
            <a:ext cx="2971799" cy="449700"/>
          </a:xfrm>
          <a:prstGeom prst="rect">
            <a:avLst/>
          </a:prstGeom>
          <a:noFill/>
          <a:ln>
            <a:noFill/>
          </a:ln>
        </p:spPr>
        <p:txBody>
          <a:bodyPr lIns="91425" tIns="91425" rIns="91425" bIns="91425" anchor="b" anchorCtr="0">
            <a:noAutofit/>
          </a:bodyPr>
          <a:lstStyle/>
          <a:p>
            <a:pPr marL="0" marR="0" lvl="0" indent="0" algn="r" rtl="0">
              <a:spcBef>
                <a:spcPts val="0"/>
              </a:spcBef>
              <a:spcAft>
                <a:spcPts val="0"/>
              </a:spcAft>
              <a:buClr>
                <a:schemeClr val="dk1"/>
              </a:buClr>
              <a:buFont typeface="Arial"/>
              <a:buNone/>
            </a:pPr>
            <a:endParaRPr sz="1200" b="0" i="0" u="none" strike="noStrike" cap="none">
              <a:solidFill>
                <a:schemeClr val="dk1"/>
              </a:solidFill>
              <a:latin typeface="Tahoma"/>
              <a:ea typeface="Tahoma"/>
              <a:cs typeface="Tahoma"/>
              <a:sym typeface="Tahoma"/>
            </a:endParaRPr>
          </a:p>
          <a:p>
            <a:pPr marL="457200" marR="0" lvl="1"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914400" marR="0" lvl="2"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1371600" marR="0" lvl="3"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1828800" marR="0" lvl="4"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2286000" marR="0" lvl="5"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2743200" marR="0" lvl="6"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3200400" marR="0" lvl="7" indent="0" algn="l" rtl="0">
              <a:spcBef>
                <a:spcPts val="0"/>
              </a:spcBef>
              <a:spcAft>
                <a:spcPts val="0"/>
              </a:spcAft>
              <a:buClr>
                <a:srgbClr val="000000"/>
              </a:buClr>
              <a:buFont typeface="Arial"/>
              <a:buNone/>
            </a:pPr>
            <a:endParaRPr sz="3200" b="0" i="0" u="none" strike="noStrike" cap="none">
              <a:solidFill>
                <a:schemeClr val="dk1"/>
              </a:solidFill>
              <a:latin typeface="Tahoma"/>
              <a:ea typeface="Tahoma"/>
              <a:cs typeface="Tahoma"/>
              <a:sym typeface="Tahoma"/>
            </a:endParaRPr>
          </a:p>
          <a:p>
            <a:pPr marL="3657600" marR="0" lvl="8" indent="0" algn="l" rtl="0">
              <a:spcBef>
                <a:spcPts val="0"/>
              </a:spcBef>
              <a:buClr>
                <a:srgbClr val="000000"/>
              </a:buClr>
              <a:buFont typeface="Arial"/>
              <a:buNone/>
            </a:pPr>
            <a:endParaRPr sz="3200" b="0" i="0" u="none" strike="noStrike" cap="none">
              <a:solidFill>
                <a:schemeClr val="dk1"/>
              </a:solidFill>
              <a:latin typeface="Tahoma"/>
              <a:ea typeface="Tahoma"/>
              <a:cs typeface="Tahoma"/>
              <a:sym typeface="Tahom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Shape 557"/>
          <p:cNvSpPr>
            <a:spLocks noGrp="1" noRot="1" noChangeAspect="1"/>
          </p:cNvSpPr>
          <p:nvPr>
            <p:ph type="sldImg" idx="2"/>
          </p:nvPr>
        </p:nvSpPr>
        <p:spPr>
          <a:xfrm>
            <a:off x="1143000" y="674557"/>
            <a:ext cx="4572000" cy="3372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558" name="Shape 558"/>
          <p:cNvSpPr txBox="1">
            <a:spLocks noGrp="1"/>
          </p:cNvSpPr>
          <p:nvPr>
            <p:ph type="body" idx="1"/>
          </p:nvPr>
        </p:nvSpPr>
        <p:spPr>
          <a:xfrm>
            <a:off x="685800" y="4272196"/>
            <a:ext cx="5486400" cy="4047300"/>
          </a:xfrm>
          <a:prstGeom prst="rect">
            <a:avLst/>
          </a:prstGeom>
          <a:noFill/>
          <a:ln>
            <a:noFill/>
          </a:ln>
        </p:spPr>
        <p:txBody>
          <a:bodyPr lIns="91425" tIns="91425" rIns="91425" bIns="91425" anchor="ctr" anchorCtr="0">
            <a:noAutofit/>
          </a:bodyPr>
          <a:lstStyle/>
          <a:p>
            <a:pPr marL="0" marR="0" lvl="0" indent="0" algn="l" rtl="0">
              <a:spcBef>
                <a:spcPts val="0"/>
              </a:spcBef>
              <a:spcAft>
                <a:spcPts val="0"/>
              </a:spcAft>
              <a:buClr>
                <a:schemeClr val="dk1"/>
              </a:buClr>
              <a:buFont typeface="Times New Roman"/>
              <a:buNone/>
            </a:pPr>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Shape 572"/>
          <p:cNvSpPr>
            <a:spLocks noGrp="1" noRot="1" noChangeAspect="1"/>
          </p:cNvSpPr>
          <p:nvPr>
            <p:ph type="sldImg" idx="2"/>
          </p:nvPr>
        </p:nvSpPr>
        <p:spPr>
          <a:xfrm>
            <a:off x="1143000" y="674557"/>
            <a:ext cx="4572000" cy="33729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73" name="Shape 573"/>
          <p:cNvSpPr txBox="1">
            <a:spLocks noGrp="1"/>
          </p:cNvSpPr>
          <p:nvPr>
            <p:ph type="body" idx="1"/>
          </p:nvPr>
        </p:nvSpPr>
        <p:spPr>
          <a:xfrm>
            <a:off x="685800" y="4272196"/>
            <a:ext cx="5486400" cy="4047300"/>
          </a:xfrm>
          <a:prstGeom prst="rect">
            <a:avLst/>
          </a:prstGeom>
          <a:noFill/>
          <a:ln>
            <a:noFill/>
          </a:ln>
        </p:spPr>
        <p:txBody>
          <a:bodyPr lIns="91425" tIns="91425" rIns="91425" bIns="91425" anchor="ctr" anchorCtr="0">
            <a:noAutofit/>
          </a:bodyPr>
          <a:lstStyle/>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NHD+ is combination of NHD, WBD, and elevation</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NHD – no WBD, no elevation</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HUC2 – couple hundred square miles</a:t>
            </a: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HUC4 – 20k square miles</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NHD+HR does NOT use 3dep at native resolution – has to downgrade to 10m</a:t>
            </a: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Features increased 3M in NHD+ to 33M in NHD+HR</a:t>
            </a:r>
          </a:p>
          <a:p>
            <a:pPr marL="0" marR="0" lvl="0" indent="0" algn="l" rtl="0">
              <a:spcBef>
                <a:spcPts val="0"/>
              </a:spcBef>
              <a:spcAft>
                <a:spcPts val="0"/>
              </a:spcAft>
              <a:buClr>
                <a:schemeClr val="dk1"/>
              </a:buClr>
              <a:buSzPct val="25000"/>
              <a:buFont typeface="Arial"/>
              <a:buNone/>
            </a:pPr>
            <a:r>
              <a:rPr lang="en" sz="1200" b="0" i="0" u="none" strike="noStrike" cap="none">
                <a:solidFill>
                  <a:schemeClr val="dk1"/>
                </a:solidFill>
                <a:latin typeface="Arial"/>
                <a:ea typeface="Arial"/>
                <a:cs typeface="Arial"/>
                <a:sym typeface="Arial"/>
              </a:rPr>
              <a:t>Catchment size decreased from 2 sq. mi. to 2/10 of square mile</a:t>
            </a:r>
          </a:p>
          <a:p>
            <a:pPr marL="0" marR="0" lvl="0" indent="0" algn="l" rtl="0">
              <a:spcBef>
                <a:spcPts val="0"/>
              </a:spcBef>
              <a:spcAft>
                <a:spcPts val="0"/>
              </a:spcAft>
              <a:buClr>
                <a:schemeClr val="dk1"/>
              </a:buClr>
              <a:buFont typeface="Arial"/>
              <a:buNone/>
            </a:pPr>
            <a:endParaRPr sz="1200" b="0" i="0" u="none" strike="noStrike" cap="none">
              <a:solidFill>
                <a:schemeClr val="dk1"/>
              </a:solidFill>
              <a:latin typeface="Arial"/>
              <a:ea typeface="Arial"/>
              <a:cs typeface="Arial"/>
              <a:sym typeface="Arial"/>
            </a:endParaRPr>
          </a:p>
        </p:txBody>
      </p:sp>
      <p:sp>
        <p:nvSpPr>
          <p:cNvPr id="574" name="Shape 574"/>
          <p:cNvSpPr txBox="1">
            <a:spLocks noGrp="1"/>
          </p:cNvSpPr>
          <p:nvPr>
            <p:ph type="sldNum" idx="12"/>
          </p:nvPr>
        </p:nvSpPr>
        <p:spPr>
          <a:xfrm>
            <a:off x="3884612" y="8542832"/>
            <a:ext cx="2971799" cy="4497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Font typeface="Arial"/>
              <a:buNone/>
            </a:pP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228600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274320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20040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65760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Shape 58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4" name="Shape 584"/>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457200" lvl="0" indent="-292100" rtl="0">
              <a:spcBef>
                <a:spcPts val="0"/>
              </a:spcBef>
              <a:buClr>
                <a:schemeClr val="dk1"/>
              </a:buClr>
              <a:buSzPct val="100000"/>
              <a:buChar char="●"/>
            </a:pPr>
            <a:r>
              <a:rPr lang="en" sz="1000">
                <a:solidFill>
                  <a:schemeClr val="dk1"/>
                </a:solidFill>
              </a:rPr>
              <a:t>Note two focuses   1.  Data Availability, 2. Partner / User Engagement </a:t>
            </a:r>
          </a:p>
          <a:p>
            <a:pPr marL="457200" lvl="0" indent="-292100" rtl="0">
              <a:spcBef>
                <a:spcPts val="0"/>
              </a:spcBef>
              <a:buClr>
                <a:schemeClr val="dk1"/>
              </a:buClr>
              <a:buSzPct val="100000"/>
              <a:buChar char="●"/>
            </a:pPr>
            <a:r>
              <a:rPr lang="en" sz="1000">
                <a:solidFill>
                  <a:schemeClr val="dk1"/>
                </a:solidFill>
              </a:rPr>
              <a:t>25% CONUS HU4s available…   40% by end of FY</a:t>
            </a:r>
          </a:p>
          <a:p>
            <a:pPr marL="457200" lvl="0" indent="-292100" rtl="0">
              <a:spcBef>
                <a:spcPts val="0"/>
              </a:spcBef>
              <a:buClr>
                <a:schemeClr val="dk1"/>
              </a:buClr>
              <a:buSzPct val="100000"/>
              <a:buChar char="●"/>
            </a:pPr>
            <a:r>
              <a:rPr lang="en" sz="1000">
                <a:solidFill>
                  <a:schemeClr val="dk1"/>
                </a:solidFill>
                <a:highlight>
                  <a:srgbClr val="FFFFFF"/>
                </a:highlight>
              </a:rPr>
              <a:t>Blue areas - NHDPlus HR Beta is currently available and review/QC may be in process. Please see the </a:t>
            </a:r>
            <a:r>
              <a:rPr lang="en" sz="1000" u="sng">
                <a:solidFill>
                  <a:schemeClr val="hlink"/>
                </a:solidFill>
                <a:highlight>
                  <a:srgbClr val="FFFFFF"/>
                </a:highlight>
                <a:hlinkClick r:id="rId3"/>
              </a:rPr>
              <a:t>NHDPlus HR Beta review/QC</a:t>
            </a:r>
            <a:r>
              <a:rPr lang="en" sz="1000">
                <a:solidFill>
                  <a:schemeClr val="dk1"/>
                </a:solidFill>
                <a:highlight>
                  <a:srgbClr val="FFFFFF"/>
                </a:highlight>
              </a:rPr>
              <a:t> section below for more information.</a:t>
            </a:r>
          </a:p>
          <a:p>
            <a:pPr marL="457200" lvl="0" indent="-292100" rtl="0">
              <a:lnSpc>
                <a:spcPct val="115000"/>
              </a:lnSpc>
              <a:spcBef>
                <a:spcPts val="0"/>
              </a:spcBef>
              <a:buClr>
                <a:schemeClr val="dk1"/>
              </a:buClr>
              <a:buSzPct val="100000"/>
              <a:buChar char="●"/>
            </a:pPr>
            <a:r>
              <a:rPr lang="en" sz="1000">
                <a:solidFill>
                  <a:schemeClr val="dk1"/>
                </a:solidFill>
                <a:highlight>
                  <a:srgbClr val="FFFFFF"/>
                </a:highlight>
              </a:rPr>
              <a:t>Green areas - NHDPlus HR Beta will be produced at a later date. Please see the general processing schedule below for more information. These areas are currently open for NHD and WBD editing.</a:t>
            </a:r>
          </a:p>
          <a:p>
            <a:pPr marL="457200" lvl="0" indent="-292100" rtl="0">
              <a:lnSpc>
                <a:spcPct val="115000"/>
              </a:lnSpc>
              <a:spcBef>
                <a:spcPts val="0"/>
              </a:spcBef>
              <a:buClr>
                <a:schemeClr val="dk1"/>
              </a:buClr>
              <a:buSzPct val="100000"/>
              <a:buChar char="●"/>
            </a:pPr>
            <a:r>
              <a:rPr lang="en" sz="1000">
                <a:solidFill>
                  <a:schemeClr val="dk1"/>
                </a:solidFill>
                <a:highlight>
                  <a:srgbClr val="FFFFFF"/>
                </a:highlight>
              </a:rPr>
              <a:t>Orange areas - The NHD and WBD in these areas are being prepared for NHDPlus HR production and are closed for NHD and WBD editing.</a:t>
            </a:r>
          </a:p>
          <a:p>
            <a:pPr marL="457200" lvl="0" indent="-292100" rtl="0">
              <a:lnSpc>
                <a:spcPct val="115000"/>
              </a:lnSpc>
              <a:spcBef>
                <a:spcPts val="0"/>
              </a:spcBef>
              <a:buClr>
                <a:schemeClr val="dk1"/>
              </a:buClr>
              <a:buSzPct val="100000"/>
              <a:buChar char="●"/>
            </a:pPr>
            <a:r>
              <a:rPr lang="en" sz="1000">
                <a:solidFill>
                  <a:schemeClr val="dk1"/>
                </a:solidFill>
                <a:highlight>
                  <a:srgbClr val="FFFFFF"/>
                </a:highlight>
              </a:rPr>
              <a:t>Yellow areas - The USGS is seeking volunteers to for the </a:t>
            </a:r>
            <a:r>
              <a:rPr lang="en" sz="1000" u="sng">
                <a:solidFill>
                  <a:schemeClr val="hlink"/>
                </a:solidFill>
                <a:highlight>
                  <a:srgbClr val="FFFFFF"/>
                </a:highlight>
                <a:hlinkClick r:id="rId3"/>
              </a:rPr>
              <a:t>NHDPlus HR Beta review/QC</a:t>
            </a:r>
            <a:r>
              <a:rPr lang="en" sz="1000">
                <a:solidFill>
                  <a:schemeClr val="dk1"/>
                </a:solidFill>
                <a:highlight>
                  <a:srgbClr val="FFFFFF"/>
                </a:highlight>
              </a:rPr>
              <a:t> for these areas. Please see the NHDPlus HR Beta review/QC section below for more information. Please contact the </a:t>
            </a:r>
            <a:r>
              <a:rPr lang="en" sz="1000" u="sng">
                <a:solidFill>
                  <a:schemeClr val="hlink"/>
                </a:solidFill>
                <a:highlight>
                  <a:srgbClr val="FFFFFF"/>
                </a:highlight>
                <a:hlinkClick r:id="rId4"/>
              </a:rPr>
              <a:t>NHD Point of Contact</a:t>
            </a:r>
            <a:r>
              <a:rPr lang="en" sz="1000">
                <a:solidFill>
                  <a:schemeClr val="dk1"/>
                </a:solidFill>
                <a:highlight>
                  <a:srgbClr val="FFFFFF"/>
                </a:highlight>
              </a:rPr>
              <a:t> in your area for more information on the status of NHD and WBD editing in these areas.</a:t>
            </a:r>
          </a:p>
        </p:txBody>
      </p:sp>
      <p:sp>
        <p:nvSpPr>
          <p:cNvPr id="585" name="Shape 585"/>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Clr>
                <a:srgbClr val="000000"/>
              </a:buClr>
              <a:buFont typeface="Arial"/>
              <a:buNone/>
            </a:pPr>
            <a:endParaRPr/>
          </a:p>
          <a:p>
            <a:pPr lvl="1" rtl="0">
              <a:spcBef>
                <a:spcPts val="0"/>
              </a:spcBef>
              <a:buClr>
                <a:srgbClr val="000000"/>
              </a:buClr>
              <a:buFont typeface="Arial"/>
              <a:buNone/>
            </a:pPr>
            <a:endParaRPr/>
          </a:p>
          <a:p>
            <a:pPr lvl="2" rtl="0">
              <a:spcBef>
                <a:spcPts val="0"/>
              </a:spcBef>
              <a:buClr>
                <a:srgbClr val="000000"/>
              </a:buClr>
              <a:buFont typeface="Arial"/>
              <a:buNone/>
            </a:pPr>
            <a:endParaRPr/>
          </a:p>
          <a:p>
            <a:pPr lvl="3" rtl="0">
              <a:spcBef>
                <a:spcPts val="0"/>
              </a:spcBef>
              <a:buClr>
                <a:srgbClr val="000000"/>
              </a:buClr>
              <a:buFont typeface="Arial"/>
              <a:buNone/>
            </a:pPr>
            <a:endParaRPr/>
          </a:p>
          <a:p>
            <a:pPr lvl="4" rtl="0">
              <a:spcBef>
                <a:spcPts val="0"/>
              </a:spcBef>
              <a:buClr>
                <a:srgbClr val="000000"/>
              </a:buClr>
              <a:buFont typeface="Arial"/>
              <a:buNone/>
            </a:pPr>
            <a:endParaRPr/>
          </a:p>
          <a:p>
            <a:pPr lvl="5" rtl="0">
              <a:spcBef>
                <a:spcPts val="0"/>
              </a:spcBef>
              <a:buClr>
                <a:srgbClr val="000000"/>
              </a:buClr>
              <a:buFont typeface="Arial"/>
              <a:buNone/>
            </a:pPr>
            <a:endParaRPr/>
          </a:p>
          <a:p>
            <a:pPr lvl="6" rtl="0">
              <a:spcBef>
                <a:spcPts val="0"/>
              </a:spcBef>
              <a:buClr>
                <a:srgbClr val="000000"/>
              </a:buClr>
              <a:buFont typeface="Arial"/>
              <a:buNone/>
            </a:pPr>
            <a:endParaRPr/>
          </a:p>
          <a:p>
            <a:pPr lvl="7" rtl="0">
              <a:spcBef>
                <a:spcPts val="0"/>
              </a:spcBef>
              <a:buClr>
                <a:srgbClr val="000000"/>
              </a:buClr>
              <a:buFont typeface="Arial"/>
              <a:buNone/>
            </a:pPr>
            <a:endParaRPr/>
          </a:p>
          <a:p>
            <a:pPr lvl="8" rtl="0">
              <a:spcBef>
                <a:spcPts val="0"/>
              </a:spcBef>
              <a:buClr>
                <a:srgbClr val="000000"/>
              </a:buClr>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Shape 59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92" name="Shape 592"/>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457200" lvl="0" indent="-304800" rtl="0">
              <a:spcBef>
                <a:spcPts val="0"/>
              </a:spcBef>
              <a:buClr>
                <a:schemeClr val="dk1"/>
              </a:buClr>
              <a:buSzPct val="120000"/>
              <a:buFont typeface="Calibri"/>
              <a:buChar char="●"/>
            </a:pPr>
            <a:r>
              <a:rPr lang="en" sz="1000"/>
              <a:t>This is our current program of work (not necessarily in priority order), there were a number of considerations in determining this sequence </a:t>
            </a:r>
          </a:p>
          <a:p>
            <a:pPr marL="457200" lvl="0" indent="-304800" rtl="0">
              <a:spcBef>
                <a:spcPts val="0"/>
              </a:spcBef>
              <a:buClr>
                <a:schemeClr val="dk1"/>
              </a:buClr>
              <a:buSzPct val="120000"/>
              <a:buFont typeface="Calibri"/>
              <a:buChar char="●"/>
            </a:pPr>
            <a:r>
              <a:rPr lang="en" sz="1000"/>
              <a:t>This sequence represents A. start with some successes, Region 06, good opportunity for us to start, B. wanted to ensure we could complete connected networks with the upper and lower colorado, so by the time we got to the Mississippi we knew our process would work in more complex areas C. Coastal data in Region 1</a:t>
            </a:r>
          </a:p>
          <a:p>
            <a:pPr marL="457200" lvl="0" indent="-292100" rtl="0">
              <a:spcBef>
                <a:spcPts val="0"/>
              </a:spcBef>
              <a:buSzPct val="100000"/>
              <a:buChar char="●"/>
            </a:pPr>
            <a:r>
              <a:rPr lang="en" sz="1000"/>
              <a:t>This gave other priority areas, such as California to prepare the source data for NHDPlus HR</a:t>
            </a:r>
          </a:p>
          <a:p>
            <a:pPr marL="457200" lvl="0" indent="-304800" rtl="0">
              <a:spcBef>
                <a:spcPts val="0"/>
              </a:spcBef>
              <a:buClr>
                <a:schemeClr val="dk1"/>
              </a:buClr>
              <a:buSzPct val="120000"/>
              <a:buFont typeface="Calibri"/>
              <a:buChar char="●"/>
            </a:pPr>
            <a:r>
              <a:rPr lang="en" sz="1000"/>
              <a:t>We knew there would be some challenges in areas such as the great lakes, so we focused on some other areas first to stabilize the process</a:t>
            </a:r>
          </a:p>
          <a:p>
            <a:pPr marL="457200" lvl="0" indent="-304800" rtl="0">
              <a:spcBef>
                <a:spcPts val="0"/>
              </a:spcBef>
              <a:buClr>
                <a:schemeClr val="dk1"/>
              </a:buClr>
              <a:buSzPct val="120000"/>
              <a:buFont typeface="Calibri"/>
              <a:buChar char="●"/>
            </a:pPr>
            <a:r>
              <a:rPr lang="en" sz="1000">
                <a:solidFill>
                  <a:schemeClr val="dk1"/>
                </a:solidFill>
              </a:rPr>
              <a:t>Items shown in Blue represent the FY16 program of work, the following colors represent our current and future plans, including pilots in Alaska and Canada </a:t>
            </a:r>
          </a:p>
          <a:p>
            <a:pPr marL="457200" lvl="0" indent="-304800" rtl="0">
              <a:spcBef>
                <a:spcPts val="0"/>
              </a:spcBef>
              <a:buClr>
                <a:schemeClr val="dk1"/>
              </a:buClr>
              <a:buSzPct val="120000"/>
              <a:buFont typeface="Calibri"/>
              <a:buChar char="●"/>
            </a:pPr>
            <a:r>
              <a:rPr lang="en" sz="1000"/>
              <a:t>Also found on NHD website</a:t>
            </a:r>
          </a:p>
        </p:txBody>
      </p:sp>
      <p:sp>
        <p:nvSpPr>
          <p:cNvPr id="593" name="Shape 593"/>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Clr>
                <a:srgbClr val="000000"/>
              </a:buClr>
              <a:buFont typeface="Arial"/>
              <a:buNone/>
            </a:pPr>
            <a:endParaRPr/>
          </a:p>
          <a:p>
            <a:pPr lvl="1" rtl="0">
              <a:spcBef>
                <a:spcPts val="0"/>
              </a:spcBef>
              <a:buClr>
                <a:srgbClr val="000000"/>
              </a:buClr>
              <a:buFont typeface="Arial"/>
              <a:buNone/>
            </a:pPr>
            <a:endParaRPr/>
          </a:p>
          <a:p>
            <a:pPr lvl="2" rtl="0">
              <a:spcBef>
                <a:spcPts val="0"/>
              </a:spcBef>
              <a:buClr>
                <a:srgbClr val="000000"/>
              </a:buClr>
              <a:buFont typeface="Arial"/>
              <a:buNone/>
            </a:pPr>
            <a:endParaRPr/>
          </a:p>
          <a:p>
            <a:pPr lvl="3" rtl="0">
              <a:spcBef>
                <a:spcPts val="0"/>
              </a:spcBef>
              <a:buClr>
                <a:srgbClr val="000000"/>
              </a:buClr>
              <a:buFont typeface="Arial"/>
              <a:buNone/>
            </a:pPr>
            <a:endParaRPr/>
          </a:p>
          <a:p>
            <a:pPr lvl="4" rtl="0">
              <a:spcBef>
                <a:spcPts val="0"/>
              </a:spcBef>
              <a:buClr>
                <a:srgbClr val="000000"/>
              </a:buClr>
              <a:buFont typeface="Arial"/>
              <a:buNone/>
            </a:pPr>
            <a:endParaRPr/>
          </a:p>
          <a:p>
            <a:pPr lvl="5" rtl="0">
              <a:spcBef>
                <a:spcPts val="0"/>
              </a:spcBef>
              <a:buClr>
                <a:srgbClr val="000000"/>
              </a:buClr>
              <a:buFont typeface="Arial"/>
              <a:buNone/>
            </a:pPr>
            <a:endParaRPr/>
          </a:p>
          <a:p>
            <a:pPr lvl="6" rtl="0">
              <a:spcBef>
                <a:spcPts val="0"/>
              </a:spcBef>
              <a:buClr>
                <a:srgbClr val="000000"/>
              </a:buClr>
              <a:buFont typeface="Arial"/>
              <a:buNone/>
            </a:pPr>
            <a:endParaRPr/>
          </a:p>
          <a:p>
            <a:pPr lvl="7" rtl="0">
              <a:spcBef>
                <a:spcPts val="0"/>
              </a:spcBef>
              <a:buClr>
                <a:srgbClr val="000000"/>
              </a:buClr>
              <a:buFont typeface="Arial"/>
              <a:buNone/>
            </a:pPr>
            <a:endParaRPr/>
          </a:p>
          <a:p>
            <a:pPr lvl="8" rtl="0">
              <a:spcBef>
                <a:spcPts val="0"/>
              </a:spcBef>
              <a:buClr>
                <a:srgbClr val="000000"/>
              </a:buClr>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Shape 60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01" name="Shape 601"/>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602" name="Shape 602"/>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Clr>
                <a:srgbClr val="000000"/>
              </a:buClr>
              <a:buFont typeface="Arial"/>
              <a:buNone/>
            </a:pPr>
            <a:fld id="{00000000-1234-1234-1234-123412341234}" type="slidenum">
              <a:rPr lang="en"/>
              <a:t>9</a:t>
            </a:fld>
            <a:endParaRPr lang="e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Shape 613"/>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14" name="Shape 61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Locations such as fish sampling locations are input to HydroLink, which makes calls to the API to link to the NHDPlus geospatial framework.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Shape 660"/>
          <p:cNvSpPr txBox="1">
            <a:spLocks noGrp="1"/>
          </p:cNvSpPr>
          <p:nvPr>
            <p:ph type="body" idx="1"/>
          </p:nvPr>
        </p:nvSpPr>
        <p:spPr>
          <a:xfrm>
            <a:off x="685800" y="4272196"/>
            <a:ext cx="5486400" cy="40473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Font typeface="Times New Roman"/>
              <a:buNone/>
            </a:pPr>
            <a:endParaRPr sz="1200" b="0" i="0" u="none" strike="noStrike" cap="none">
              <a:solidFill>
                <a:schemeClr val="dk1"/>
              </a:solidFill>
              <a:latin typeface="Times New Roman"/>
              <a:ea typeface="Times New Roman"/>
              <a:cs typeface="Times New Roman"/>
              <a:sym typeface="Times New Roman"/>
            </a:endParaRPr>
          </a:p>
        </p:txBody>
      </p:sp>
      <p:sp>
        <p:nvSpPr>
          <p:cNvPr id="661" name="Shape 661"/>
          <p:cNvSpPr>
            <a:spLocks noGrp="1" noRot="1" noChangeAspect="1"/>
          </p:cNvSpPr>
          <p:nvPr>
            <p:ph type="sldImg" idx="2"/>
          </p:nvPr>
        </p:nvSpPr>
        <p:spPr>
          <a:xfrm>
            <a:off x="1143000" y="674557"/>
            <a:ext cx="4572000" cy="33729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a:headEnd type="none" w="med" len="med"/>
            <a:tailEnd type="none" w="med" len="me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Shape 679"/>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80" name="Shape 680"/>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681" name="Shape 681"/>
          <p:cNvSpPr txBox="1">
            <a:spLocks noGrp="1"/>
          </p:cNvSpPr>
          <p:nvPr>
            <p:ph type="sldNum" idx="12"/>
          </p:nvPr>
        </p:nvSpPr>
        <p:spPr>
          <a:xfrm>
            <a:off x="3886200" y="8686488"/>
            <a:ext cx="2971800" cy="457500"/>
          </a:xfrm>
          <a:prstGeom prst="rect">
            <a:avLst/>
          </a:prstGeom>
          <a:noFill/>
          <a:ln>
            <a:noFill/>
          </a:ln>
        </p:spPr>
        <p:txBody>
          <a:bodyPr lIns="91425" tIns="91425" rIns="91425" bIns="91425" anchor="ctr" anchorCtr="0">
            <a:noAutofit/>
          </a:bodyPr>
          <a:lstStyle/>
          <a:p>
            <a:pPr lvl="0" rtl="0">
              <a:spcBef>
                <a:spcPts val="0"/>
              </a:spcBef>
              <a:buClr>
                <a:schemeClr val="dk1"/>
              </a:buClr>
              <a:buFont typeface="Noto Sans Symbols"/>
              <a:buNone/>
            </a:pPr>
            <a:fld id="{00000000-1234-1234-1234-123412341234}" type="slidenum">
              <a:rPr lang="en"/>
              <a:t>12</a:t>
            </a:fld>
            <a:endParaRPr lang="e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Shape 687"/>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688" name="Shape 688"/>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Shape 694"/>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695" name="Shape 695"/>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Shape 700"/>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701" name="Shape 701"/>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Shape 705"/>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706" name="Shape 706"/>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Shape 710"/>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a:headEnd type="none" w="med" len="med"/>
            <a:tailEnd type="none" w="med" len="med"/>
          </a:ln>
        </p:spPr>
      </p:sp>
      <p:sp>
        <p:nvSpPr>
          <p:cNvPr id="711" name="Shape 711"/>
          <p:cNvSpPr txBox="1">
            <a:spLocks noGrp="1"/>
          </p:cNvSpPr>
          <p:nvPr>
            <p:ph type="body" idx="1"/>
          </p:nvPr>
        </p:nvSpPr>
        <p:spPr>
          <a:xfrm>
            <a:off x="914400" y="4344024"/>
            <a:ext cx="5029200" cy="4114500"/>
          </a:xfrm>
          <a:prstGeom prst="rect">
            <a:avLst/>
          </a:prstGeom>
          <a:noFill/>
          <a:ln>
            <a:noFill/>
          </a:ln>
        </p:spPr>
        <p:txBody>
          <a:bodyPr lIns="93150" tIns="46575" rIns="93150" bIns="46575" anchor="t" anchorCtr="0">
            <a:noAutofit/>
          </a:bodyPr>
          <a:lstStyle/>
          <a:p>
            <a:pPr marL="0" marR="0" lvl="0" indent="0" algn="l" rtl="0">
              <a:lnSpc>
                <a:spcPct val="100000"/>
              </a:lnSpc>
              <a:spcBef>
                <a:spcPts val="0"/>
              </a:spcBef>
              <a:spcAft>
                <a:spcPts val="0"/>
              </a:spcAft>
              <a:buClr>
                <a:schemeClr val="dk1"/>
              </a:buClr>
              <a:buSzPct val="25000"/>
              <a:buFont typeface="Times New Roman"/>
              <a:buNone/>
            </a:pPr>
            <a:r>
              <a:rPr lang="en" sz="1200" b="0" i="0" u="none" strike="noStrike" cap="none">
                <a:solidFill>
                  <a:schemeClr val="dk1"/>
                </a:solidFill>
                <a:latin typeface="Times New Roman"/>
                <a:ea typeface="Times New Roman"/>
                <a:cs typeface="Times New Roman"/>
                <a:sym typeface="Times New Roman"/>
              </a:rPr>
              <a:t>NHDPointEvent As of 7/1/2016</a:t>
            </a:r>
          </a:p>
        </p:txBody>
      </p:sp>
      <p:sp>
        <p:nvSpPr>
          <p:cNvPr id="712" name="Shape 712"/>
          <p:cNvSpPr txBox="1">
            <a:spLocks noGrp="1"/>
          </p:cNvSpPr>
          <p:nvPr>
            <p:ph type="sldNum" idx="12"/>
          </p:nvPr>
        </p:nvSpPr>
        <p:spPr>
          <a:xfrm>
            <a:off x="3886200" y="8686488"/>
            <a:ext cx="2971800" cy="457500"/>
          </a:xfrm>
          <a:prstGeom prst="rect">
            <a:avLst/>
          </a:prstGeom>
          <a:noFill/>
          <a:ln>
            <a:noFill/>
          </a:ln>
        </p:spPr>
        <p:txBody>
          <a:bodyPr lIns="93150" tIns="46575" rIns="93150" bIns="46575" anchor="b" anchorCtr="0">
            <a:noAutofit/>
          </a:bodyPr>
          <a:lstStyle/>
          <a:p>
            <a:pPr marL="0" marR="0" lvl="0" indent="0" algn="r" rtl="0">
              <a:spcBef>
                <a:spcPts val="0"/>
              </a:spcBef>
              <a:spcAft>
                <a:spcPts val="0"/>
              </a:spcAft>
              <a:buClr>
                <a:srgbClr val="000000"/>
              </a:buClr>
              <a:buSzPct val="25000"/>
              <a:buFont typeface="Noto Sans Symbols"/>
              <a:buNone/>
            </a:pPr>
            <a:fld id="{00000000-1234-1234-1234-123412341234}" type="slidenum">
              <a:rPr lang="en" sz="1200" b="0" i="0" u="none" strike="noStrike" cap="none">
                <a:solidFill>
                  <a:srgbClr val="000000"/>
                </a:solidFill>
                <a:latin typeface="Tahoma"/>
                <a:ea typeface="Tahoma"/>
                <a:cs typeface="Tahoma"/>
                <a:sym typeface="Tahoma"/>
              </a:rPr>
              <a:t>17</a:t>
            </a:fld>
            <a:endParaRPr lang="en" sz="1200" b="0" i="0" u="none" strike="noStrike" cap="none">
              <a:solidFill>
                <a:srgbClr val="000000"/>
              </a:solidFill>
              <a:latin typeface="Tahoma"/>
              <a:ea typeface="Tahoma"/>
              <a:cs typeface="Tahoma"/>
              <a:sym typeface="Tahom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Shape 717"/>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718" name="Shape 718"/>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Shape 724"/>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725" name="Shape 725"/>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Shape 734"/>
          <p:cNvSpPr txBox="1">
            <a:spLocks noGrp="1"/>
          </p:cNvSpPr>
          <p:nvPr>
            <p:ph type="body" idx="1"/>
          </p:nvPr>
        </p:nvSpPr>
        <p:spPr>
          <a:xfrm>
            <a:off x="914400" y="4344024"/>
            <a:ext cx="5029200" cy="41145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735" name="Shape 735"/>
          <p:cNvSpPr>
            <a:spLocks noGrp="1" noRot="1" noChangeAspect="1"/>
          </p:cNvSpPr>
          <p:nvPr>
            <p:ph type="sldImg" idx="2"/>
          </p:nvPr>
        </p:nvSpPr>
        <p:spPr>
          <a:xfrm>
            <a:off x="1104900"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Shape 739"/>
          <p:cNvSpPr>
            <a:spLocks noGrp="1" noRot="1" noChangeAspect="1"/>
          </p:cNvSpPr>
          <p:nvPr>
            <p:ph type="sldImg" idx="2"/>
          </p:nvPr>
        </p:nvSpPr>
        <p:spPr>
          <a:xfrm>
            <a:off x="1143225" y="685800"/>
            <a:ext cx="45723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40" name="Shape 74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Shape 745"/>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46" name="Shape 74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Shape 75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54" name="Shape 75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Shape 760"/>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1" name="Shape 76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Shape 770"/>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71" name="Shape 7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Shape 798"/>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99" name="Shape 79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Shape 829"/>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30" name="Shape 83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Shape 864"/>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5" name="Shape 8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
              <a:t>Locations such as fish sampling locations are input to HydroLink, which makes calls to the API to link to the NHDPlus geospatial framework.</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Shape 918"/>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19" name="Shape 91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Shape 92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25" name="Shape 925"/>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457200" marR="0" lvl="0" indent="-406400" algn="l" rtl="0">
              <a:lnSpc>
                <a:spcPct val="115000"/>
              </a:lnSpc>
              <a:spcBef>
                <a:spcPts val="0"/>
              </a:spcBef>
              <a:buNone/>
            </a:pPr>
            <a:endParaRPr sz="2800" b="1" i="0" u="none" strike="noStrike" cap="none">
              <a:solidFill>
                <a:schemeClr val="dk1"/>
              </a:solidFill>
              <a:latin typeface="Arial"/>
              <a:ea typeface="Arial"/>
              <a:cs typeface="Arial"/>
              <a:sym typeface="Arial"/>
            </a:endParaRPr>
          </a:p>
        </p:txBody>
      </p:sp>
      <p:sp>
        <p:nvSpPr>
          <p:cNvPr id="926" name="Shape 926"/>
          <p:cNvSpPr txBox="1">
            <a:spLocks noGrp="1"/>
          </p:cNvSpPr>
          <p:nvPr>
            <p:ph type="sldNum" idx="12"/>
          </p:nvPr>
        </p:nvSpPr>
        <p:spPr>
          <a:xfrm>
            <a:off x="3884612" y="8685213"/>
            <a:ext cx="2971799"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30</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Shape 931"/>
          <p:cNvSpPr txBox="1">
            <a:spLocks noGrp="1"/>
          </p:cNvSpPr>
          <p:nvPr>
            <p:ph type="body" idx="1"/>
          </p:nvPr>
        </p:nvSpPr>
        <p:spPr>
          <a:xfrm>
            <a:off x="684629" y="4343400"/>
            <a:ext cx="5488800" cy="4114799"/>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932" name="Shape 932"/>
          <p:cNvSpPr>
            <a:spLocks noGrp="1" noRot="1" noChangeAspect="1"/>
          </p:cNvSpPr>
          <p:nvPr>
            <p:ph type="sldImg" idx="2"/>
          </p:nvPr>
        </p:nvSpPr>
        <p:spPr>
          <a:xfrm>
            <a:off x="1104912" y="685488"/>
            <a:ext cx="46482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Shape 93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39" name="Shape 939"/>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940" name="Shape 940"/>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Clr>
                <a:srgbClr val="000000"/>
              </a:buClr>
              <a:buFont typeface="Arial"/>
              <a:buNone/>
            </a:pPr>
            <a:endParaRPr/>
          </a:p>
          <a:p>
            <a:pPr lvl="1" rtl="0">
              <a:spcBef>
                <a:spcPts val="0"/>
              </a:spcBef>
              <a:buClr>
                <a:srgbClr val="000000"/>
              </a:buClr>
              <a:buFont typeface="Arial"/>
              <a:buNone/>
            </a:pPr>
            <a:endParaRPr/>
          </a:p>
          <a:p>
            <a:pPr lvl="2" rtl="0">
              <a:spcBef>
                <a:spcPts val="0"/>
              </a:spcBef>
              <a:buClr>
                <a:srgbClr val="000000"/>
              </a:buClr>
              <a:buFont typeface="Arial"/>
              <a:buNone/>
            </a:pPr>
            <a:endParaRPr/>
          </a:p>
          <a:p>
            <a:pPr lvl="3" rtl="0">
              <a:spcBef>
                <a:spcPts val="0"/>
              </a:spcBef>
              <a:buClr>
                <a:srgbClr val="000000"/>
              </a:buClr>
              <a:buFont typeface="Arial"/>
              <a:buNone/>
            </a:pPr>
            <a:endParaRPr/>
          </a:p>
          <a:p>
            <a:pPr lvl="4" rtl="0">
              <a:spcBef>
                <a:spcPts val="0"/>
              </a:spcBef>
              <a:buClr>
                <a:srgbClr val="000000"/>
              </a:buClr>
              <a:buFont typeface="Arial"/>
              <a:buNone/>
            </a:pPr>
            <a:endParaRPr/>
          </a:p>
          <a:p>
            <a:pPr lvl="5" rtl="0">
              <a:spcBef>
                <a:spcPts val="0"/>
              </a:spcBef>
              <a:buClr>
                <a:srgbClr val="000000"/>
              </a:buClr>
              <a:buFont typeface="Arial"/>
              <a:buNone/>
            </a:pPr>
            <a:endParaRPr/>
          </a:p>
          <a:p>
            <a:pPr lvl="6" rtl="0">
              <a:spcBef>
                <a:spcPts val="0"/>
              </a:spcBef>
              <a:buClr>
                <a:srgbClr val="000000"/>
              </a:buClr>
              <a:buFont typeface="Arial"/>
              <a:buNone/>
            </a:pPr>
            <a:endParaRPr/>
          </a:p>
          <a:p>
            <a:pPr lvl="7" rtl="0">
              <a:spcBef>
                <a:spcPts val="0"/>
              </a:spcBef>
              <a:buClr>
                <a:srgbClr val="000000"/>
              </a:buClr>
              <a:buFont typeface="Arial"/>
              <a:buNone/>
            </a:pPr>
            <a:endParaRPr/>
          </a:p>
          <a:p>
            <a:pPr lvl="8" rtl="0">
              <a:spcBef>
                <a:spcPts val="0"/>
              </a:spcBef>
              <a:buClr>
                <a:srgbClr val="000000"/>
              </a:buClr>
              <a:buFont typeface="Arial"/>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Shape 94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6" name="Shape 946"/>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r>
              <a:rPr lang="en"/>
              <a:t>Ariel / Ryan</a:t>
            </a:r>
          </a:p>
          <a:p>
            <a:pPr lvl="0" rtl="0">
              <a:lnSpc>
                <a:spcPct val="115000"/>
              </a:lnSpc>
              <a:spcBef>
                <a:spcPts val="0"/>
              </a:spcBef>
              <a:buClr>
                <a:schemeClr val="dk1"/>
              </a:buClr>
              <a:buSzPct val="100000"/>
              <a:buFont typeface="Arial"/>
              <a:buNone/>
            </a:pPr>
            <a:r>
              <a:rPr lang="en" sz="1100">
                <a:solidFill>
                  <a:schemeClr val="dk1"/>
                </a:solidFill>
              </a:rPr>
              <a:t>The VisibilityFilter attribute currently is in a testing phase. VisibilityFilter attribute population will be updated to become an automated process prior to NHDPlus HR creation. The new process will allow the VisibilityFilter attribute to be populated on NHD source data, NHDPlus HR data and when a geometry change to any of the NHD feature classes with the VisibilityFilter attribute is detected, ensuring NHD and NHDPlus HR data VisibilityFilter attributes are maintained and current.  </a:t>
            </a:r>
          </a:p>
        </p:txBody>
      </p:sp>
      <p:sp>
        <p:nvSpPr>
          <p:cNvPr id="947" name="Shape 947"/>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None/>
            </a:pPr>
            <a:endParaRPr/>
          </a:p>
          <a:p>
            <a:pPr lvl="1" rtl="0">
              <a:spcBef>
                <a:spcPts val="0"/>
              </a:spcBef>
              <a:buNone/>
            </a:pPr>
            <a:endParaRPr/>
          </a:p>
          <a:p>
            <a:pPr lvl="2" rtl="0">
              <a:spcBef>
                <a:spcPts val="0"/>
              </a:spcBef>
              <a:buNone/>
            </a:pPr>
            <a:endParaRPr/>
          </a:p>
          <a:p>
            <a:pPr lvl="3" rtl="0">
              <a:spcBef>
                <a:spcPts val="0"/>
              </a:spcBef>
              <a:buNone/>
            </a:pPr>
            <a:endParaRPr/>
          </a:p>
          <a:p>
            <a:pPr lvl="4" rtl="0">
              <a:spcBef>
                <a:spcPts val="0"/>
              </a:spcBef>
              <a:buNone/>
            </a:pPr>
            <a:endParaRPr/>
          </a:p>
          <a:p>
            <a:pPr lvl="5" rtl="0">
              <a:spcBef>
                <a:spcPts val="0"/>
              </a:spcBef>
              <a:buNone/>
            </a:pPr>
            <a:endParaRPr/>
          </a:p>
          <a:p>
            <a:pPr lvl="6" rtl="0">
              <a:spcBef>
                <a:spcPts val="0"/>
              </a:spcBef>
              <a:buNone/>
            </a:pPr>
            <a:endParaRPr/>
          </a:p>
          <a:p>
            <a:pPr lvl="7" rtl="0">
              <a:spcBef>
                <a:spcPts val="0"/>
              </a:spcBef>
              <a:buNone/>
            </a:pPr>
            <a:endParaRPr/>
          </a:p>
          <a:p>
            <a:pPr lvl="8" rtl="0">
              <a:spcBef>
                <a:spcPts val="0"/>
              </a:spcBef>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Shape 953"/>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54" name="Shape 954"/>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Shape 962"/>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3" name="Shape 963"/>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Shape 971"/>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72" name="Shape 972"/>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Shape 980"/>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81" name="Shape 981"/>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Shape 989"/>
          <p:cNvSpPr>
            <a:spLocks noGrp="1" noRot="1" noChangeAspect="1"/>
          </p:cNvSpPr>
          <p:nvPr>
            <p:ph type="sldImg" idx="2"/>
          </p:nvPr>
        </p:nvSpPr>
        <p:spPr>
          <a:xfrm>
            <a:off x="11433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90" name="Shape 990"/>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Shape 99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99" name="Shape 999"/>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1000" name="Shape 1000"/>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Clr>
                <a:srgbClr val="000000"/>
              </a:buClr>
              <a:buFont typeface="Arial"/>
              <a:buNone/>
            </a:pPr>
            <a:endParaRPr/>
          </a:p>
          <a:p>
            <a:pPr lvl="1" rtl="0">
              <a:spcBef>
                <a:spcPts val="0"/>
              </a:spcBef>
              <a:buClr>
                <a:srgbClr val="000000"/>
              </a:buClr>
              <a:buFont typeface="Arial"/>
              <a:buNone/>
            </a:pPr>
            <a:endParaRPr/>
          </a:p>
          <a:p>
            <a:pPr lvl="2" rtl="0">
              <a:spcBef>
                <a:spcPts val="0"/>
              </a:spcBef>
              <a:buClr>
                <a:srgbClr val="000000"/>
              </a:buClr>
              <a:buFont typeface="Arial"/>
              <a:buNone/>
            </a:pPr>
            <a:endParaRPr/>
          </a:p>
          <a:p>
            <a:pPr lvl="3" rtl="0">
              <a:spcBef>
                <a:spcPts val="0"/>
              </a:spcBef>
              <a:buClr>
                <a:srgbClr val="000000"/>
              </a:buClr>
              <a:buFont typeface="Arial"/>
              <a:buNone/>
            </a:pPr>
            <a:endParaRPr/>
          </a:p>
          <a:p>
            <a:pPr lvl="4" rtl="0">
              <a:spcBef>
                <a:spcPts val="0"/>
              </a:spcBef>
              <a:buClr>
                <a:srgbClr val="000000"/>
              </a:buClr>
              <a:buFont typeface="Arial"/>
              <a:buNone/>
            </a:pPr>
            <a:endParaRPr/>
          </a:p>
          <a:p>
            <a:pPr lvl="5" rtl="0">
              <a:spcBef>
                <a:spcPts val="0"/>
              </a:spcBef>
              <a:buClr>
                <a:srgbClr val="000000"/>
              </a:buClr>
              <a:buFont typeface="Arial"/>
              <a:buNone/>
            </a:pPr>
            <a:endParaRPr/>
          </a:p>
          <a:p>
            <a:pPr lvl="6" rtl="0">
              <a:spcBef>
                <a:spcPts val="0"/>
              </a:spcBef>
              <a:buClr>
                <a:srgbClr val="000000"/>
              </a:buClr>
              <a:buFont typeface="Arial"/>
              <a:buNone/>
            </a:pPr>
            <a:endParaRPr/>
          </a:p>
          <a:p>
            <a:pPr lvl="7" rtl="0">
              <a:spcBef>
                <a:spcPts val="0"/>
              </a:spcBef>
              <a:buClr>
                <a:srgbClr val="000000"/>
              </a:buClr>
              <a:buFont typeface="Arial"/>
              <a:buNone/>
            </a:pPr>
            <a:endParaRPr/>
          </a:p>
          <a:p>
            <a:pPr lvl="8" rtl="0">
              <a:spcBef>
                <a:spcPts val="0"/>
              </a:spcBef>
              <a:buClr>
                <a:srgbClr val="000000"/>
              </a:buClr>
              <a:buFont typeface="Arial"/>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Shape 10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9" name="Shape 1009"/>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1010" name="Shape 1010"/>
          <p:cNvSpPr txBox="1">
            <a:spLocks noGrp="1"/>
          </p:cNvSpPr>
          <p:nvPr>
            <p:ph type="sldNum" idx="12"/>
          </p:nvPr>
        </p:nvSpPr>
        <p:spPr>
          <a:xfrm>
            <a:off x="3884612" y="8685213"/>
            <a:ext cx="2971800" cy="457200"/>
          </a:xfrm>
          <a:prstGeom prst="rect">
            <a:avLst/>
          </a:prstGeom>
          <a:noFill/>
          <a:ln>
            <a:noFill/>
          </a:ln>
        </p:spPr>
        <p:txBody>
          <a:bodyPr lIns="91425" tIns="91425" rIns="91425" bIns="91425" anchor="ctr" anchorCtr="0">
            <a:noAutofit/>
          </a:bodyPr>
          <a:lstStyle/>
          <a:p>
            <a:pPr lvl="0" rtl="0">
              <a:spcBef>
                <a:spcPts val="0"/>
              </a:spcBef>
              <a:buClr>
                <a:srgbClr val="000000"/>
              </a:buClr>
              <a:buFont typeface="Arial"/>
              <a:buNone/>
            </a:pPr>
            <a:endParaRPr/>
          </a:p>
          <a:p>
            <a:pPr lvl="1" rtl="0">
              <a:spcBef>
                <a:spcPts val="0"/>
              </a:spcBef>
              <a:buClr>
                <a:srgbClr val="000000"/>
              </a:buClr>
              <a:buFont typeface="Arial"/>
              <a:buNone/>
            </a:pPr>
            <a:endParaRPr/>
          </a:p>
          <a:p>
            <a:pPr lvl="2" rtl="0">
              <a:spcBef>
                <a:spcPts val="0"/>
              </a:spcBef>
              <a:buClr>
                <a:srgbClr val="000000"/>
              </a:buClr>
              <a:buFont typeface="Arial"/>
              <a:buNone/>
            </a:pPr>
            <a:endParaRPr/>
          </a:p>
          <a:p>
            <a:pPr lvl="3" rtl="0">
              <a:spcBef>
                <a:spcPts val="0"/>
              </a:spcBef>
              <a:buClr>
                <a:srgbClr val="000000"/>
              </a:buClr>
              <a:buFont typeface="Arial"/>
              <a:buNone/>
            </a:pPr>
            <a:endParaRPr/>
          </a:p>
          <a:p>
            <a:pPr lvl="4" rtl="0">
              <a:spcBef>
                <a:spcPts val="0"/>
              </a:spcBef>
              <a:buClr>
                <a:srgbClr val="000000"/>
              </a:buClr>
              <a:buFont typeface="Arial"/>
              <a:buNone/>
            </a:pPr>
            <a:endParaRPr/>
          </a:p>
          <a:p>
            <a:pPr lvl="5" rtl="0">
              <a:spcBef>
                <a:spcPts val="0"/>
              </a:spcBef>
              <a:buClr>
                <a:srgbClr val="000000"/>
              </a:buClr>
              <a:buFont typeface="Arial"/>
              <a:buNone/>
            </a:pPr>
            <a:endParaRPr/>
          </a:p>
          <a:p>
            <a:pPr lvl="6" rtl="0">
              <a:spcBef>
                <a:spcPts val="0"/>
              </a:spcBef>
              <a:buClr>
                <a:srgbClr val="000000"/>
              </a:buClr>
              <a:buFont typeface="Arial"/>
              <a:buNone/>
            </a:pPr>
            <a:endParaRPr/>
          </a:p>
          <a:p>
            <a:pPr lvl="7" rtl="0">
              <a:spcBef>
                <a:spcPts val="0"/>
              </a:spcBef>
              <a:buClr>
                <a:srgbClr val="000000"/>
              </a:buClr>
              <a:buFont typeface="Arial"/>
              <a:buNone/>
            </a:pPr>
            <a:endParaRPr/>
          </a:p>
          <a:p>
            <a:pPr lvl="8" rtl="0">
              <a:spcBef>
                <a:spcPts val="0"/>
              </a:spcBef>
              <a:buClr>
                <a:srgbClr val="000000"/>
              </a:buClr>
              <a:buFont typeface="Arial"/>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Shape 102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026" name="Shape 1026"/>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noAutofit/>
          </a:bodyPr>
          <a:lstStyle/>
          <a:p>
            <a:pPr marL="457200" marR="0" lvl="0" indent="-406400" algn="l" rtl="0">
              <a:lnSpc>
                <a:spcPct val="115000"/>
              </a:lnSpc>
              <a:spcBef>
                <a:spcPts val="0"/>
              </a:spcBef>
              <a:buNone/>
            </a:pPr>
            <a:endParaRPr b="1" i="0" u="none" strike="noStrike" cap="none">
              <a:solidFill>
                <a:schemeClr val="dk1"/>
              </a:solidFill>
              <a:latin typeface="Arial"/>
              <a:ea typeface="Arial"/>
              <a:cs typeface="Arial"/>
              <a:sym typeface="Arial"/>
            </a:endParaRPr>
          </a:p>
        </p:txBody>
      </p:sp>
      <p:sp>
        <p:nvSpPr>
          <p:cNvPr id="1027" name="Shape 1027"/>
          <p:cNvSpPr txBox="1">
            <a:spLocks noGrp="1"/>
          </p:cNvSpPr>
          <p:nvPr>
            <p:ph type="sldNum" idx="12"/>
          </p:nvPr>
        </p:nvSpPr>
        <p:spPr>
          <a:xfrm>
            <a:off x="3884612" y="8685213"/>
            <a:ext cx="2971799"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41</a:t>
            </a:fld>
            <a:endParaRPr lang="en"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Shape 1032"/>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33" name="Shape 103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Shape 1039"/>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0" name="Shape 104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Shape 1048"/>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049" name="Shape 1049"/>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 sz="1200" b="0" i="0" u="none" strike="noStrike" cap="none">
                <a:solidFill>
                  <a:schemeClr val="dk1"/>
                </a:solidFill>
                <a:latin typeface="Calibri"/>
                <a:ea typeface="Calibri"/>
                <a:cs typeface="Calibri"/>
                <a:sym typeface="Calibri"/>
              </a:rPr>
              <a:t>Preliminary ICWater results provided by William B. Samuels, </a:t>
            </a:r>
            <a:r>
              <a:rPr lang="en" sz="1200" b="0" i="0" u="none" strike="noStrike" cap="none">
                <a:solidFill>
                  <a:schemeClr val="dk1"/>
                </a:solidFill>
                <a:latin typeface="Times New Roman"/>
                <a:ea typeface="Times New Roman"/>
                <a:cs typeface="Times New Roman"/>
                <a:sym typeface="Times New Roman"/>
              </a:rPr>
              <a:t>samuelsw@leidos.com</a:t>
            </a:r>
          </a:p>
        </p:txBody>
      </p:sp>
      <p:sp>
        <p:nvSpPr>
          <p:cNvPr id="1050" name="Shape 1050"/>
          <p:cNvSpPr txBox="1">
            <a:spLocks noGrp="1"/>
          </p:cNvSpPr>
          <p:nvPr>
            <p:ph type="sldNum" idx="12"/>
          </p:nvPr>
        </p:nvSpPr>
        <p:spPr>
          <a:xfrm>
            <a:off x="3884612" y="8685213"/>
            <a:ext cx="2971800" cy="4587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 sz="1200">
                <a:solidFill>
                  <a:schemeClr val="dk1"/>
                </a:solidFill>
                <a:latin typeface="Calibri"/>
                <a:ea typeface="Calibri"/>
                <a:cs typeface="Calibri"/>
                <a:sym typeface="Calibri"/>
              </a:rPr>
              <a:t>44</a:t>
            </a:fld>
            <a:endParaRPr lang="en"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Shape 1059"/>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060" name="Shape 1060"/>
          <p:cNvSpPr txBox="1">
            <a:spLocks noGrp="1"/>
          </p:cNvSpPr>
          <p:nvPr>
            <p:ph type="body" idx="1"/>
          </p:nvPr>
        </p:nvSpPr>
        <p:spPr>
          <a:xfrm>
            <a:off x="685800" y="4400550"/>
            <a:ext cx="5486400" cy="36006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 sz="1200" b="0" i="0" u="none" strike="noStrike" cap="none">
                <a:solidFill>
                  <a:schemeClr val="dk1"/>
                </a:solidFill>
                <a:latin typeface="Calibri"/>
                <a:ea typeface="Calibri"/>
                <a:cs typeface="Calibri"/>
                <a:sym typeface="Calibri"/>
              </a:rPr>
              <a:t>Preliminary ICWater results provided by William B. Samuels, </a:t>
            </a:r>
            <a:r>
              <a:rPr lang="en" sz="1200" b="0" i="0" u="none" strike="noStrike" cap="none">
                <a:solidFill>
                  <a:schemeClr val="dk1"/>
                </a:solidFill>
                <a:latin typeface="Times New Roman"/>
                <a:ea typeface="Times New Roman"/>
                <a:cs typeface="Times New Roman"/>
                <a:sym typeface="Times New Roman"/>
              </a:rPr>
              <a:t>samuelsw@leidos.com</a:t>
            </a:r>
          </a:p>
          <a:p>
            <a:pPr marL="0" marR="0" lvl="0" indent="0" algn="l" rtl="0">
              <a:spcBef>
                <a:spcPts val="0"/>
              </a:spcBef>
              <a:buNone/>
            </a:pPr>
            <a:endParaRPr sz="1200" b="0" i="0" u="none" strike="noStrike" cap="none">
              <a:solidFill>
                <a:schemeClr val="dk1"/>
              </a:solidFill>
              <a:latin typeface="Calibri"/>
              <a:ea typeface="Calibri"/>
              <a:cs typeface="Calibri"/>
              <a:sym typeface="Calibri"/>
            </a:endParaRPr>
          </a:p>
        </p:txBody>
      </p:sp>
      <p:sp>
        <p:nvSpPr>
          <p:cNvPr id="1061" name="Shape 1061"/>
          <p:cNvSpPr txBox="1">
            <a:spLocks noGrp="1"/>
          </p:cNvSpPr>
          <p:nvPr>
            <p:ph type="sldNum" idx="12"/>
          </p:nvPr>
        </p:nvSpPr>
        <p:spPr>
          <a:xfrm>
            <a:off x="3884612" y="8685213"/>
            <a:ext cx="2971800" cy="4587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 sz="1200">
                <a:solidFill>
                  <a:schemeClr val="dk1"/>
                </a:solidFill>
                <a:latin typeface="Calibri"/>
                <a:ea typeface="Calibri"/>
                <a:cs typeface="Calibri"/>
                <a:sym typeface="Calibri"/>
              </a:rPr>
              <a:t>45</a:t>
            </a:fld>
            <a:endParaRPr lang="en" sz="12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Shape 1070"/>
          <p:cNvSpPr txBox="1">
            <a:spLocks noGrp="1"/>
          </p:cNvSpPr>
          <p:nvPr>
            <p:ph type="body" idx="1"/>
          </p:nvPr>
        </p:nvSpPr>
        <p:spPr>
          <a:xfrm>
            <a:off x="685800" y="4400550"/>
            <a:ext cx="5486400" cy="36006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1071" name="Shape 1071"/>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2.png"/><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8.png"/><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8.png"/><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8.png"/><Relationship Id="rId1" Type="http://schemas.openxmlformats.org/officeDocument/2006/relationships/slideMaster" Target="../slideMasters/slideMaster6.xml"/><Relationship Id="rId2"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9.jpe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1" Type="http://schemas.openxmlformats.org/officeDocument/2006/relationships/slideMaster" Target="../slideMasters/slideMaster9.xml"/><Relationship Id="rId2"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2.png"/><Relationship Id="rId1" Type="http://schemas.openxmlformats.org/officeDocument/2006/relationships/slideMaster" Target="../slideMasters/slideMaster9.xml"/><Relationship Id="rId2" Type="http://schemas.openxmlformats.org/officeDocument/2006/relationships/image" Target="../media/image1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2.png"/><Relationship Id="rId1" Type="http://schemas.openxmlformats.org/officeDocument/2006/relationships/slideMaster" Target="../slideMasters/slideMaster9.xml"/><Relationship Id="rId2" Type="http://schemas.openxmlformats.org/officeDocument/2006/relationships/image" Target="../media/image13.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2.png"/><Relationship Id="rId1" Type="http://schemas.openxmlformats.org/officeDocument/2006/relationships/slideMaster" Target="../slideMasters/slideMaster9.xml"/><Relationship Id="rId2"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2.png"/><Relationship Id="rId1" Type="http://schemas.openxmlformats.org/officeDocument/2006/relationships/slideMaster" Target="../slideMasters/slideMaster9.xml"/><Relationship Id="rId2"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6.png"/><Relationship Id="rId1" Type="http://schemas.openxmlformats.org/officeDocument/2006/relationships/slideMaster" Target="../slideMasters/slideMaster11.xml"/><Relationship Id="rId2" Type="http://schemas.openxmlformats.org/officeDocument/2006/relationships/image" Target="../media/image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992766"/>
            <a:ext cx="8520600" cy="27369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2" name="Shape 12"/>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867800"/>
            <a:ext cx="8520600" cy="11223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5" name="Shape 15"/>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593366"/>
            <a:ext cx="8520600" cy="7635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8" name="Shape 18"/>
          <p:cNvSpPr txBox="1">
            <a:spLocks noGrp="1"/>
          </p:cNvSpPr>
          <p:nvPr>
            <p:ph type="body" idx="1"/>
          </p:nvPr>
        </p:nvSpPr>
        <p:spPr>
          <a:xfrm>
            <a:off x="311700" y="1536633"/>
            <a:ext cx="8520600" cy="455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593366"/>
            <a:ext cx="8520600" cy="7635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536633"/>
            <a:ext cx="3999900" cy="45552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3" name="Shape 23"/>
          <p:cNvSpPr txBox="1">
            <a:spLocks noGrp="1"/>
          </p:cNvSpPr>
          <p:nvPr>
            <p:ph type="body" idx="2"/>
          </p:nvPr>
        </p:nvSpPr>
        <p:spPr>
          <a:xfrm>
            <a:off x="4832400" y="1536633"/>
            <a:ext cx="3999900" cy="45552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4" name="Shape 24"/>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593366"/>
            <a:ext cx="8520600" cy="7635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7" name="Shape 27"/>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740800"/>
            <a:ext cx="2808000" cy="1007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0" name="Shape 30"/>
          <p:cNvSpPr txBox="1">
            <a:spLocks noGrp="1"/>
          </p:cNvSpPr>
          <p:nvPr>
            <p:ph type="body" idx="1"/>
          </p:nvPr>
        </p:nvSpPr>
        <p:spPr>
          <a:xfrm>
            <a:off x="311700" y="1852800"/>
            <a:ext cx="2808000" cy="42393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1" name="Shape 31"/>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600200"/>
            <a:ext cx="6367800" cy="54543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4" name="Shape 34"/>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66"/>
            <a:ext cx="4572000" cy="68580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37" name="Shape 37"/>
          <p:cNvSpPr txBox="1">
            <a:spLocks noGrp="1"/>
          </p:cNvSpPr>
          <p:nvPr>
            <p:ph type="title"/>
          </p:nvPr>
        </p:nvSpPr>
        <p:spPr>
          <a:xfrm>
            <a:off x="265500" y="1644233"/>
            <a:ext cx="4045200" cy="19764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38" name="Shape 38"/>
          <p:cNvSpPr txBox="1">
            <a:spLocks noGrp="1"/>
          </p:cNvSpPr>
          <p:nvPr>
            <p:ph type="subTitle" idx="1"/>
          </p:nvPr>
        </p:nvSpPr>
        <p:spPr>
          <a:xfrm>
            <a:off x="265500" y="3737433"/>
            <a:ext cx="4045200" cy="16467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39" name="Shape 39"/>
          <p:cNvSpPr txBox="1">
            <a:spLocks noGrp="1"/>
          </p:cNvSpPr>
          <p:nvPr>
            <p:ph type="body" idx="2"/>
          </p:nvPr>
        </p:nvSpPr>
        <p:spPr>
          <a:xfrm>
            <a:off x="4939500" y="965433"/>
            <a:ext cx="3837000" cy="49269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0" name="Shape 40"/>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5640766"/>
            <a:ext cx="5998800" cy="8067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3" name="Shape 43"/>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474833"/>
            <a:ext cx="8520600" cy="26181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46" name="Shape 46"/>
          <p:cNvSpPr txBox="1">
            <a:spLocks noGrp="1"/>
          </p:cNvSpPr>
          <p:nvPr>
            <p:ph type="body" idx="1"/>
          </p:nvPr>
        </p:nvSpPr>
        <p:spPr>
          <a:xfrm>
            <a:off x="311700" y="4202966"/>
            <a:ext cx="8520600" cy="17343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47" name="Shape 47"/>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60"/>
        <p:cNvGrpSpPr/>
        <p:nvPr/>
      </p:nvGrpSpPr>
      <p:grpSpPr>
        <a:xfrm>
          <a:off x="0" y="0"/>
          <a:ext cx="0" cy="0"/>
          <a:chOff x="0" y="0"/>
          <a:chExt cx="0" cy="0"/>
        </a:xfrm>
      </p:grpSpPr>
      <p:sp>
        <p:nvSpPr>
          <p:cNvPr id="61" name="Shape 61"/>
          <p:cNvSpPr txBox="1">
            <a:spLocks noGrp="1"/>
          </p:cNvSpPr>
          <p:nvPr>
            <p:ph type="subTitle" idx="1"/>
          </p:nvPr>
        </p:nvSpPr>
        <p:spPr>
          <a:xfrm>
            <a:off x="4800600" y="5562598"/>
            <a:ext cx="4038600" cy="748500"/>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rgbClr val="493A13"/>
              </a:buClr>
              <a:buFont typeface="Noto Sans Symbols"/>
              <a:buNone/>
              <a:defRPr sz="1400" b="0" i="0" u="none" strike="noStrike" cap="none">
                <a:solidFill>
                  <a:srgbClr val="888888"/>
                </a:solidFill>
                <a:latin typeface="Times New Roman"/>
                <a:ea typeface="Times New Roman"/>
                <a:cs typeface="Times New Roman"/>
                <a:sym typeface="Times New Roman"/>
              </a:defRPr>
            </a:lvl1pPr>
            <a:lvl2pPr marL="457200" marR="0" lvl="1" indent="0" algn="ctr" rtl="0">
              <a:lnSpc>
                <a:spcPct val="100000"/>
              </a:lnSpc>
              <a:spcBef>
                <a:spcPts val="600"/>
              </a:spcBef>
              <a:spcAft>
                <a:spcPts val="0"/>
              </a:spcAft>
              <a:buClr>
                <a:schemeClr val="accent4"/>
              </a:buClr>
              <a:buFont typeface="Noto Sans Symbols"/>
              <a:buNone/>
              <a:defRPr sz="1800" b="0" i="0" u="none" strike="noStrike" cap="none">
                <a:solidFill>
                  <a:srgbClr val="888888"/>
                </a:solidFill>
                <a:latin typeface="Times New Roman"/>
                <a:ea typeface="Times New Roman"/>
                <a:cs typeface="Times New Roman"/>
                <a:sym typeface="Times New Roman"/>
              </a:defRPr>
            </a:lvl2pPr>
            <a:lvl3pPr marL="914400" marR="0" lvl="2" indent="0" algn="ctr" rtl="0">
              <a:lnSpc>
                <a:spcPct val="100000"/>
              </a:lnSpc>
              <a:spcBef>
                <a:spcPts val="600"/>
              </a:spcBef>
              <a:spcAft>
                <a:spcPts val="0"/>
              </a:spcAft>
              <a:buClr>
                <a:srgbClr val="493A13"/>
              </a:buClr>
              <a:buFont typeface="Noto Sans Symbols"/>
              <a:buNone/>
              <a:defRPr sz="1800" b="0" i="0" u="none" strike="noStrike" cap="none">
                <a:solidFill>
                  <a:srgbClr val="888888"/>
                </a:solidFill>
                <a:latin typeface="Times New Roman"/>
                <a:ea typeface="Times New Roman"/>
                <a:cs typeface="Times New Roman"/>
                <a:sym typeface="Times New Roman"/>
              </a:defRPr>
            </a:lvl3pPr>
            <a:lvl4pPr marL="1371600" marR="0" lvl="3" indent="0" algn="ctr" rtl="0">
              <a:lnSpc>
                <a:spcPct val="100000"/>
              </a:lnSpc>
              <a:spcBef>
                <a:spcPts val="600"/>
              </a:spcBef>
              <a:spcAft>
                <a:spcPts val="0"/>
              </a:spcAft>
              <a:buClr>
                <a:schemeClr val="accent4"/>
              </a:buClr>
              <a:buFont typeface="Noto Sans Symbols"/>
              <a:buNone/>
              <a:defRPr sz="1800" b="0" i="0" u="none" strike="noStrike" cap="none">
                <a:solidFill>
                  <a:srgbClr val="888888"/>
                </a:solidFill>
                <a:latin typeface="Times New Roman"/>
                <a:ea typeface="Times New Roman"/>
                <a:cs typeface="Times New Roman"/>
                <a:sym typeface="Times New Roman"/>
              </a:defRPr>
            </a:lvl4pPr>
            <a:lvl5pPr marL="1828800" marR="0" lvl="4" indent="0" algn="ctr" rtl="0">
              <a:lnSpc>
                <a:spcPct val="100000"/>
              </a:lnSpc>
              <a:spcBef>
                <a:spcPts val="600"/>
              </a:spcBef>
              <a:spcAft>
                <a:spcPts val="0"/>
              </a:spcAft>
              <a:buClr>
                <a:srgbClr val="493A13"/>
              </a:buClr>
              <a:buFont typeface="Noto Sans Symbols"/>
              <a:buNone/>
              <a:defRPr sz="1800" b="0" i="0" u="none" strike="noStrike" cap="none">
                <a:solidFill>
                  <a:srgbClr val="888888"/>
                </a:solidFill>
                <a:latin typeface="Times New Roman"/>
                <a:ea typeface="Times New Roman"/>
                <a:cs typeface="Times New Roman"/>
                <a:sym typeface="Times New Roman"/>
              </a:defRPr>
            </a:lvl5pPr>
            <a:lvl6pPr marL="2286000" marR="0" lvl="5" indent="0" algn="ctr" rtl="0">
              <a:lnSpc>
                <a:spcPct val="100000"/>
              </a:lnSpc>
              <a:spcBef>
                <a:spcPts val="400"/>
              </a:spcBef>
              <a:spcAft>
                <a:spcPts val="0"/>
              </a:spcAft>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6pPr>
            <a:lvl7pPr marL="2743200" marR="0" lvl="6" indent="0" algn="ctr" rtl="0">
              <a:lnSpc>
                <a:spcPct val="100000"/>
              </a:lnSpc>
              <a:spcBef>
                <a:spcPts val="400"/>
              </a:spcBef>
              <a:spcAft>
                <a:spcPts val="0"/>
              </a:spcAft>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7pPr>
            <a:lvl8pPr marL="3200400" marR="0" lvl="7" indent="0" algn="ctr" rtl="0">
              <a:lnSpc>
                <a:spcPct val="100000"/>
              </a:lnSpc>
              <a:spcBef>
                <a:spcPts val="400"/>
              </a:spcBef>
              <a:spcAft>
                <a:spcPts val="0"/>
              </a:spcAft>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8pPr>
            <a:lvl9pPr marL="3657600" marR="0" lvl="8" indent="0" algn="ctr" rtl="0">
              <a:lnSpc>
                <a:spcPct val="100000"/>
              </a:lnSpc>
              <a:spcBef>
                <a:spcPts val="400"/>
              </a:spcBef>
              <a:spcAft>
                <a:spcPts val="0"/>
              </a:spcAft>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9pPr>
          </a:lstStyle>
          <a:p>
            <a:endParaRPr/>
          </a:p>
        </p:txBody>
      </p:sp>
      <p:sp>
        <p:nvSpPr>
          <p:cNvPr id="62" name="Shape 62"/>
          <p:cNvSpPr txBox="1">
            <a:spLocks noGrp="1"/>
          </p:cNvSpPr>
          <p:nvPr>
            <p:ph type="dt" idx="10"/>
          </p:nvPr>
        </p:nvSpPr>
        <p:spPr>
          <a:xfrm>
            <a:off x="4800600" y="6425638"/>
            <a:ext cx="12327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63" name="Shape 63"/>
          <p:cNvSpPr txBox="1">
            <a:spLocks noGrp="1"/>
          </p:cNvSpPr>
          <p:nvPr>
            <p:ph type="ftr" idx="11"/>
          </p:nvPr>
        </p:nvSpPr>
        <p:spPr>
          <a:xfrm>
            <a:off x="6311153" y="6425638"/>
            <a:ext cx="26178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64" name="Shape 64"/>
          <p:cNvSpPr/>
          <p:nvPr/>
        </p:nvSpPr>
        <p:spPr>
          <a:xfrm>
            <a:off x="282575" y="228600"/>
            <a:ext cx="4235400" cy="41880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65" name="Shape 65"/>
          <p:cNvSpPr/>
          <p:nvPr/>
        </p:nvSpPr>
        <p:spPr>
          <a:xfrm>
            <a:off x="6802438" y="228600"/>
            <a:ext cx="2057400" cy="20391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66" name="Shape 66"/>
          <p:cNvSpPr/>
          <p:nvPr/>
        </p:nvSpPr>
        <p:spPr>
          <a:xfrm>
            <a:off x="4624387" y="2377440"/>
            <a:ext cx="2057399" cy="2039100"/>
          </a:xfrm>
          <a:prstGeom prst="rect">
            <a:avLst/>
          </a:prstGeom>
          <a:solidFill>
            <a:srgbClr val="5395BE"/>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67" name="Shape 67"/>
          <p:cNvSpPr txBox="1"/>
          <p:nvPr/>
        </p:nvSpPr>
        <p:spPr>
          <a:xfrm>
            <a:off x="424891" y="174811"/>
            <a:ext cx="413400" cy="16620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1C5B2C"/>
              </a:buClr>
              <a:buSzPct val="25000"/>
              <a:buFont typeface="Times New Roman"/>
              <a:buNone/>
            </a:pPr>
            <a:r>
              <a:rPr lang="en" sz="5400" b="1" i="0" u="none" strike="noStrike" cap="none">
                <a:solidFill>
                  <a:srgbClr val="1C5B2C"/>
                </a:solidFill>
                <a:latin typeface="Times New Roman"/>
                <a:ea typeface="Times New Roman"/>
                <a:cs typeface="Times New Roman"/>
                <a:sym typeface="Times New Roman"/>
              </a:rPr>
              <a:t>+</a:t>
            </a:r>
          </a:p>
        </p:txBody>
      </p:sp>
      <p:sp>
        <p:nvSpPr>
          <p:cNvPr id="68" name="Shape 68"/>
          <p:cNvSpPr/>
          <p:nvPr/>
        </p:nvSpPr>
        <p:spPr>
          <a:xfrm>
            <a:off x="282575" y="6633438"/>
            <a:ext cx="1310700" cy="125700"/>
          </a:xfrm>
          <a:prstGeom prst="rect">
            <a:avLst/>
          </a:prstGeom>
          <a:solidFill>
            <a:srgbClr val="FFFFFF"/>
          </a:solidFill>
          <a:ln w="12700" cap="flat" cmpd="sng">
            <a:solidFill>
              <a:srgbClr val="FFFFFF"/>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pic>
        <p:nvPicPr>
          <p:cNvPr id="69" name="Shape 69"/>
          <p:cNvPicPr preferRelativeResize="0"/>
          <p:nvPr/>
        </p:nvPicPr>
        <p:blipFill rotWithShape="1">
          <a:blip r:embed="rId2">
            <a:alphaModFix amt="50000"/>
          </a:blip>
          <a:srcRect/>
          <a:stretch/>
        </p:blipFill>
        <p:spPr>
          <a:xfrm>
            <a:off x="5463591" y="0"/>
            <a:ext cx="3680400" cy="3771300"/>
          </a:xfrm>
          <a:prstGeom prst="rect">
            <a:avLst/>
          </a:prstGeom>
          <a:noFill/>
          <a:ln>
            <a:noFill/>
          </a:ln>
        </p:spPr>
      </p:pic>
      <p:sp>
        <p:nvSpPr>
          <p:cNvPr id="70" name="Shape 70"/>
          <p:cNvSpPr/>
          <p:nvPr/>
        </p:nvSpPr>
        <p:spPr>
          <a:xfrm>
            <a:off x="4620032" y="228600"/>
            <a:ext cx="2057400" cy="2039100"/>
          </a:xfrm>
          <a:prstGeom prst="rect">
            <a:avLst/>
          </a:pr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1" name="Shape 71"/>
          <p:cNvSpPr/>
          <p:nvPr/>
        </p:nvSpPr>
        <p:spPr>
          <a:xfrm>
            <a:off x="6798082" y="2377440"/>
            <a:ext cx="2057400" cy="2039100"/>
          </a:xfrm>
          <a:prstGeom prst="rect">
            <a:avLst/>
          </a:pr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2" name="Shape 72"/>
          <p:cNvSpPr/>
          <p:nvPr/>
        </p:nvSpPr>
        <p:spPr>
          <a:xfrm>
            <a:off x="4620032" y="2377440"/>
            <a:ext cx="2057400" cy="2039100"/>
          </a:xfrm>
          <a:prstGeom prst="rect">
            <a:avLst/>
          </a:prstGeom>
          <a:blipFill rotWithShape="1">
            <a:blip r:embed="rId5" cstate="email">
              <a:alphaModFix amt="73000"/>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3" name="Shape 73"/>
          <p:cNvSpPr txBox="1">
            <a:spLocks noGrp="1"/>
          </p:cNvSpPr>
          <p:nvPr>
            <p:ph type="ctrTitle"/>
          </p:nvPr>
        </p:nvSpPr>
        <p:spPr>
          <a:xfrm>
            <a:off x="365620" y="1591732"/>
            <a:ext cx="4038600" cy="26415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FFFFFF"/>
              </a:buClr>
              <a:buFont typeface="Arial"/>
              <a:buNone/>
              <a:defRPr sz="2800" b="0" i="0" u="none" strike="noStrike" cap="none">
                <a:solidFill>
                  <a:srgbClr val="FFFFFF"/>
                </a:solidFill>
                <a:latin typeface="Arial"/>
                <a:ea typeface="Arial"/>
                <a:cs typeface="Arial"/>
                <a:sym typeface="Arial"/>
              </a:defRPr>
            </a:lvl1pPr>
            <a:lvl2pPr lvl="1" indent="0" rtl="0">
              <a:spcBef>
                <a:spcPts val="0"/>
              </a:spcBef>
              <a:buFont typeface="Arial"/>
              <a:buNone/>
              <a:defRPr sz="1800"/>
            </a:lvl2pPr>
            <a:lvl3pPr lvl="2" indent="0" rtl="0">
              <a:spcBef>
                <a:spcPts val="0"/>
              </a:spcBef>
              <a:buFont typeface="Arial"/>
              <a:buNone/>
              <a:defRPr sz="1800"/>
            </a:lvl3pPr>
            <a:lvl4pPr lvl="3" indent="0" rtl="0">
              <a:spcBef>
                <a:spcPts val="0"/>
              </a:spcBef>
              <a:buFont typeface="Arial"/>
              <a:buNone/>
              <a:defRPr sz="1800"/>
            </a:lvl4pPr>
            <a:lvl5pPr lvl="4" indent="0" rtl="0">
              <a:spcBef>
                <a:spcPts val="0"/>
              </a:spcBef>
              <a:buFont typeface="Arial"/>
              <a:buNone/>
              <a:defRPr sz="1800"/>
            </a:lvl5pPr>
            <a:lvl6pPr lvl="5" indent="0" rtl="0">
              <a:spcBef>
                <a:spcPts val="0"/>
              </a:spcBef>
              <a:buFont typeface="Arial"/>
              <a:buNone/>
              <a:defRPr sz="1800"/>
            </a:lvl6pPr>
            <a:lvl7pPr lvl="6" indent="0" rtl="0">
              <a:spcBef>
                <a:spcPts val="0"/>
              </a:spcBef>
              <a:buFont typeface="Arial"/>
              <a:buNone/>
              <a:defRPr sz="1800"/>
            </a:lvl7pPr>
            <a:lvl8pPr lvl="7" indent="0" rtl="0">
              <a:spcBef>
                <a:spcPts val="0"/>
              </a:spcBef>
              <a:buFont typeface="Arial"/>
              <a:buNone/>
              <a:defRPr sz="1800"/>
            </a:lvl8pPr>
            <a:lvl9pPr lvl="8" indent="0" rtl="0">
              <a:spcBef>
                <a:spcPts val="0"/>
              </a:spcBef>
              <a:buFont typeface="Arial"/>
              <a:buNone/>
              <a:defRPr sz="1800"/>
            </a:lvl9pPr>
          </a:lstStyle>
          <a:p>
            <a:endParaRPr/>
          </a:p>
        </p:txBody>
      </p:sp>
      <p:pic>
        <p:nvPicPr>
          <p:cNvPr id="74" name="Shape 74"/>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84093" y="6362934"/>
            <a:ext cx="863700" cy="318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Shape 75"/>
        <p:cNvGrpSpPr/>
        <p:nvPr/>
      </p:nvGrpSpPr>
      <p:grpSpPr>
        <a:xfrm>
          <a:off x="0" y="0"/>
          <a:ext cx="0" cy="0"/>
          <a:chOff x="0" y="0"/>
          <a:chExt cx="0" cy="0"/>
        </a:xfrm>
      </p:grpSpPr>
      <p:sp>
        <p:nvSpPr>
          <p:cNvPr id="76" name="Shape 76"/>
          <p:cNvSpPr/>
          <p:nvPr/>
        </p:nvSpPr>
        <p:spPr>
          <a:xfrm>
            <a:off x="8166846" y="282573"/>
            <a:ext cx="685800" cy="15999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7" name="Shape 77"/>
          <p:cNvSpPr txBox="1">
            <a:spLocks noGrp="1"/>
          </p:cNvSpPr>
          <p:nvPr>
            <p:ph type="title"/>
          </p:nvPr>
        </p:nvSpPr>
        <p:spPr>
          <a:xfrm>
            <a:off x="498474" y="134470"/>
            <a:ext cx="7556400" cy="9951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Arial"/>
              <a:buNone/>
              <a:defRPr sz="3600" b="0" i="0" u="none" strike="noStrike" cap="none">
                <a:solidFill>
                  <a:srgbClr val="006F4B"/>
                </a:solidFill>
                <a:latin typeface="Arial"/>
                <a:ea typeface="Arial"/>
                <a:cs typeface="Arial"/>
                <a:sym typeface="Arial"/>
              </a:defRPr>
            </a:lvl1pPr>
            <a:lvl2pPr lvl="1" indent="0" rtl="0">
              <a:spcBef>
                <a:spcPts val="0"/>
              </a:spcBef>
              <a:buFont typeface="Arial"/>
              <a:buNone/>
              <a:defRPr sz="1800"/>
            </a:lvl2pPr>
            <a:lvl3pPr lvl="2" indent="0" rtl="0">
              <a:spcBef>
                <a:spcPts val="0"/>
              </a:spcBef>
              <a:buFont typeface="Arial"/>
              <a:buNone/>
              <a:defRPr sz="1800"/>
            </a:lvl3pPr>
            <a:lvl4pPr lvl="3" indent="0" rtl="0">
              <a:spcBef>
                <a:spcPts val="0"/>
              </a:spcBef>
              <a:buFont typeface="Arial"/>
              <a:buNone/>
              <a:defRPr sz="1800"/>
            </a:lvl4pPr>
            <a:lvl5pPr lvl="4" indent="0" rtl="0">
              <a:spcBef>
                <a:spcPts val="0"/>
              </a:spcBef>
              <a:buFont typeface="Arial"/>
              <a:buNone/>
              <a:defRPr sz="1800"/>
            </a:lvl5pPr>
            <a:lvl6pPr lvl="5" indent="0" rtl="0">
              <a:spcBef>
                <a:spcPts val="0"/>
              </a:spcBef>
              <a:buFont typeface="Arial"/>
              <a:buNone/>
              <a:defRPr sz="1800"/>
            </a:lvl6pPr>
            <a:lvl7pPr lvl="6" indent="0" rtl="0">
              <a:spcBef>
                <a:spcPts val="0"/>
              </a:spcBef>
              <a:buFont typeface="Arial"/>
              <a:buNone/>
              <a:defRPr sz="1800"/>
            </a:lvl7pPr>
            <a:lvl8pPr lvl="7" indent="0" rtl="0">
              <a:spcBef>
                <a:spcPts val="0"/>
              </a:spcBef>
              <a:buFont typeface="Arial"/>
              <a:buNone/>
              <a:defRPr sz="1800"/>
            </a:lvl8pPr>
            <a:lvl9pPr lvl="8" indent="0" rtl="0">
              <a:spcBef>
                <a:spcPts val="0"/>
              </a:spcBef>
              <a:buFont typeface="Arial"/>
              <a:buNone/>
              <a:defRPr sz="1800"/>
            </a:lvl9pPr>
          </a:lstStyle>
          <a:p>
            <a:endParaRPr/>
          </a:p>
        </p:txBody>
      </p:sp>
      <p:sp>
        <p:nvSpPr>
          <p:cNvPr id="78" name="Shape 78"/>
          <p:cNvSpPr txBox="1">
            <a:spLocks noGrp="1"/>
          </p:cNvSpPr>
          <p:nvPr>
            <p:ph type="body" idx="1"/>
          </p:nvPr>
        </p:nvSpPr>
        <p:spPr>
          <a:xfrm>
            <a:off x="498474" y="1981200"/>
            <a:ext cx="7556400" cy="4144800"/>
          </a:xfrm>
          <a:prstGeom prst="rect">
            <a:avLst/>
          </a:prstGeom>
          <a:noFill/>
          <a:ln>
            <a:noFill/>
          </a:ln>
        </p:spPr>
        <p:txBody>
          <a:bodyPr lIns="91425" tIns="91425" rIns="91425" bIns="91425" anchor="t" anchorCtr="0"/>
          <a:lstStyle>
            <a:lvl1pPr marL="228600" marR="0" lvl="0" indent="-44450" algn="l" rtl="0">
              <a:lnSpc>
                <a:spcPct val="100000"/>
              </a:lnSpc>
              <a:spcBef>
                <a:spcPts val="2000"/>
              </a:spcBef>
              <a:spcAft>
                <a:spcPts val="0"/>
              </a:spcAft>
              <a:buClr>
                <a:srgbClr val="493A13"/>
              </a:buClr>
              <a:buSzPct val="75000"/>
              <a:buFont typeface="Noto Sans Symbols"/>
              <a:buChar char="■"/>
              <a:defRPr sz="2000" b="0" i="0" u="none" strike="noStrike" cap="none">
                <a:solidFill>
                  <a:srgbClr val="595959"/>
                </a:solidFill>
                <a:latin typeface="Times New Roman"/>
                <a:ea typeface="Times New Roman"/>
                <a:cs typeface="Times New Roman"/>
                <a:sym typeface="Times New Roman"/>
              </a:defRPr>
            </a:lvl1pPr>
            <a:lvl2pPr marL="457200" marR="0" lvl="1" indent="-66675" algn="l" rtl="0">
              <a:lnSpc>
                <a:spcPct val="100000"/>
              </a:lnSpc>
              <a:spcBef>
                <a:spcPts val="600"/>
              </a:spcBef>
              <a:spcAft>
                <a:spcPts val="0"/>
              </a:spcAft>
              <a:buClr>
                <a:schemeClr val="accent4"/>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2pPr>
            <a:lvl3pPr marL="685800" marR="0" lvl="2" indent="-66675" algn="l" rtl="0">
              <a:lnSpc>
                <a:spcPct val="100000"/>
              </a:lnSpc>
              <a:spcBef>
                <a:spcPts val="600"/>
              </a:spcBef>
              <a:spcAft>
                <a:spcPts val="0"/>
              </a:spcAft>
              <a:buClr>
                <a:srgbClr val="493A13"/>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3pPr>
            <a:lvl4pPr marL="914400" marR="0" lvl="3" indent="-66675" algn="l" rtl="0">
              <a:lnSpc>
                <a:spcPct val="100000"/>
              </a:lnSpc>
              <a:spcBef>
                <a:spcPts val="600"/>
              </a:spcBef>
              <a:spcAft>
                <a:spcPts val="0"/>
              </a:spcAft>
              <a:buClr>
                <a:schemeClr val="accent4"/>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4pPr>
            <a:lvl5pPr marL="1143000" marR="0" lvl="4" indent="-66675" algn="l" rtl="0">
              <a:lnSpc>
                <a:spcPct val="100000"/>
              </a:lnSpc>
              <a:spcBef>
                <a:spcPts val="600"/>
              </a:spcBef>
              <a:spcAft>
                <a:spcPts val="0"/>
              </a:spcAft>
              <a:buClr>
                <a:srgbClr val="493A13"/>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79" name="Shape 79"/>
          <p:cNvSpPr txBox="1">
            <a:spLocks noGrp="1"/>
          </p:cNvSpPr>
          <p:nvPr>
            <p:ph type="dt" idx="10"/>
          </p:nvPr>
        </p:nvSpPr>
        <p:spPr>
          <a:xfrm>
            <a:off x="6795246" y="6423583"/>
            <a:ext cx="21336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80" name="Shape 80"/>
          <p:cNvSpPr txBox="1">
            <a:spLocks noGrp="1"/>
          </p:cNvSpPr>
          <p:nvPr>
            <p:ph type="ftr" idx="11"/>
          </p:nvPr>
        </p:nvSpPr>
        <p:spPr>
          <a:xfrm>
            <a:off x="201706" y="6423583"/>
            <a:ext cx="61230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81" name="Shape 81"/>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Times New Roman"/>
              <a:buNone/>
            </a:pPr>
            <a:r>
              <a:rPr lang="en" sz="3600" b="1" i="0" u="none" strike="noStrike" cap="none">
                <a:solidFill>
                  <a:srgbClr val="7F7F7F"/>
                </a:solidFill>
                <a:latin typeface="Times New Roman"/>
                <a:ea typeface="Times New Roman"/>
                <a:cs typeface="Times New Roman"/>
                <a:sym typeface="Times New Roman"/>
              </a:rPr>
              <a:t>+</a:t>
            </a:r>
          </a:p>
        </p:txBody>
      </p:sp>
      <p:sp>
        <p:nvSpPr>
          <p:cNvPr id="82" name="Shape 82"/>
          <p:cNvSpPr txBox="1">
            <a:spLocks noGrp="1"/>
          </p:cNvSpPr>
          <p:nvPr>
            <p:ph type="body" idx="2"/>
          </p:nvPr>
        </p:nvSpPr>
        <p:spPr>
          <a:xfrm>
            <a:off x="498518" y="1129551"/>
            <a:ext cx="7559100" cy="774900"/>
          </a:xfrm>
          <a:prstGeom prst="rect">
            <a:avLst/>
          </a:prstGeom>
          <a:noFill/>
          <a:ln>
            <a:noFill/>
          </a:ln>
        </p:spPr>
        <p:txBody>
          <a:bodyPr lIns="91425" tIns="91425" rIns="91425" bIns="91425" anchor="t" anchorCtr="0"/>
          <a:lstStyle>
            <a:lvl1pPr marL="0" marR="0" lvl="0" indent="0" algn="l" rtl="0">
              <a:lnSpc>
                <a:spcPct val="100000"/>
              </a:lnSpc>
              <a:spcBef>
                <a:spcPts val="2000"/>
              </a:spcBef>
              <a:spcAft>
                <a:spcPts val="0"/>
              </a:spcAft>
              <a:buClr>
                <a:srgbClr val="493A13"/>
              </a:buClr>
              <a:buFont typeface="Noto Sans Symbols"/>
              <a:buNone/>
              <a:defRPr sz="2400" b="0" i="0" u="none" strike="noStrike" cap="none">
                <a:solidFill>
                  <a:srgbClr val="493A13"/>
                </a:solidFill>
                <a:latin typeface="Arial"/>
                <a:ea typeface="Arial"/>
                <a:cs typeface="Arial"/>
                <a:sym typeface="Arial"/>
              </a:defRPr>
            </a:lvl1pPr>
            <a:lvl2pPr marL="457200" marR="0" lvl="1" indent="0" algn="l" rtl="0">
              <a:lnSpc>
                <a:spcPct val="100000"/>
              </a:lnSpc>
              <a:spcBef>
                <a:spcPts val="600"/>
              </a:spcBef>
              <a:spcAft>
                <a:spcPts val="0"/>
              </a:spcAft>
              <a:buClr>
                <a:schemeClr val="accent4"/>
              </a:buClr>
              <a:buFont typeface="Noto Sans Symbols"/>
              <a:buNone/>
              <a:defRPr sz="1200" b="0" i="0" u="none" strike="noStrike" cap="none">
                <a:solidFill>
                  <a:srgbClr val="595959"/>
                </a:solidFill>
                <a:latin typeface="Times New Roman"/>
                <a:ea typeface="Times New Roman"/>
                <a:cs typeface="Times New Roman"/>
                <a:sym typeface="Times New Roman"/>
              </a:defRPr>
            </a:lvl2pPr>
            <a:lvl3pPr marL="914400" marR="0" lvl="2" indent="0" algn="l" rtl="0">
              <a:lnSpc>
                <a:spcPct val="100000"/>
              </a:lnSpc>
              <a:spcBef>
                <a:spcPts val="600"/>
              </a:spcBef>
              <a:spcAft>
                <a:spcPts val="0"/>
              </a:spcAft>
              <a:buClr>
                <a:srgbClr val="493A13"/>
              </a:buClr>
              <a:buFont typeface="Noto Sans Symbols"/>
              <a:buNone/>
              <a:defRPr sz="1000" b="0" i="0" u="none" strike="noStrike" cap="none">
                <a:solidFill>
                  <a:srgbClr val="595959"/>
                </a:solidFill>
                <a:latin typeface="Times New Roman"/>
                <a:ea typeface="Times New Roman"/>
                <a:cs typeface="Times New Roman"/>
                <a:sym typeface="Times New Roman"/>
              </a:defRPr>
            </a:lvl3pPr>
            <a:lvl4pPr marL="1371600" marR="0" lvl="3" indent="0" algn="l" rtl="0">
              <a:lnSpc>
                <a:spcPct val="100000"/>
              </a:lnSpc>
              <a:spcBef>
                <a:spcPts val="600"/>
              </a:spcBef>
              <a:spcAft>
                <a:spcPts val="0"/>
              </a:spcAft>
              <a:buClr>
                <a:schemeClr val="accent4"/>
              </a:buClr>
              <a:buFont typeface="Noto Sans Symbols"/>
              <a:buNone/>
              <a:defRPr sz="900" b="0" i="0" u="none" strike="noStrike" cap="none">
                <a:solidFill>
                  <a:srgbClr val="595959"/>
                </a:solidFill>
                <a:latin typeface="Times New Roman"/>
                <a:ea typeface="Times New Roman"/>
                <a:cs typeface="Times New Roman"/>
                <a:sym typeface="Times New Roman"/>
              </a:defRPr>
            </a:lvl4pPr>
            <a:lvl5pPr marL="1828800" marR="0" lvl="4" indent="0" algn="l" rtl="0">
              <a:lnSpc>
                <a:spcPct val="100000"/>
              </a:lnSpc>
              <a:spcBef>
                <a:spcPts val="600"/>
              </a:spcBef>
              <a:spcAft>
                <a:spcPts val="0"/>
              </a:spcAft>
              <a:buClr>
                <a:srgbClr val="493A13"/>
              </a:buClr>
              <a:buFont typeface="Noto Sans Symbols"/>
              <a:buNone/>
              <a:defRPr sz="900" b="0" i="0" u="none" strike="noStrike" cap="none">
                <a:solidFill>
                  <a:srgbClr val="595959"/>
                </a:solidFill>
                <a:latin typeface="Times New Roman"/>
                <a:ea typeface="Times New Roman"/>
                <a:cs typeface="Times New Roman"/>
                <a:sym typeface="Times New Roman"/>
              </a:defRPr>
            </a:lvl5pPr>
            <a:lvl6pPr marL="2286000" marR="0" lvl="5" indent="0" algn="l" rtl="0">
              <a:lnSpc>
                <a:spcPct val="100000"/>
              </a:lnSpc>
              <a:spcBef>
                <a:spcPts val="180"/>
              </a:spcBef>
              <a:spcAft>
                <a:spcPts val="0"/>
              </a:spcAft>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180"/>
              </a:spcBef>
              <a:spcAft>
                <a:spcPts val="0"/>
              </a:spcAft>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180"/>
              </a:spcBef>
              <a:spcAft>
                <a:spcPts val="0"/>
              </a:spcAft>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180"/>
              </a:spcBef>
              <a:spcAft>
                <a:spcPts val="0"/>
              </a:spcAft>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83" name="Shape 83"/>
          <p:cNvSpPr txBox="1"/>
          <p:nvPr/>
        </p:nvSpPr>
        <p:spPr>
          <a:xfrm>
            <a:off x="8178792" y="282573"/>
            <a:ext cx="673800" cy="3693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Times New Roman"/>
              <a:buNone/>
            </a:pPr>
            <a:fld id="{00000000-1234-1234-1234-123412341234}" type="slidenum">
              <a:rPr lang="en" sz="1800" b="0" i="0" u="none" strike="noStrike" cap="none">
                <a:solidFill>
                  <a:schemeClr val="lt1"/>
                </a:solidFill>
                <a:latin typeface="Times New Roman"/>
                <a:ea typeface="Times New Roman"/>
                <a:cs typeface="Times New Roman"/>
                <a:sym typeface="Times New Roman"/>
              </a:rPr>
              <a:t>‹#›</a:t>
            </a:fld>
            <a:endParaRPr lang="en" sz="1800" b="0" i="0" u="none" strike="noStrike" cap="non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84"/>
        <p:cNvGrpSpPr/>
        <p:nvPr/>
      </p:nvGrpSpPr>
      <p:grpSpPr>
        <a:xfrm>
          <a:off x="0" y="0"/>
          <a:ext cx="0" cy="0"/>
          <a:chOff x="0" y="0"/>
          <a:chExt cx="0" cy="0"/>
        </a:xfrm>
      </p:grpSpPr>
      <p:sp>
        <p:nvSpPr>
          <p:cNvPr id="85" name="Shape 85"/>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6F4B"/>
              </a:buClr>
              <a:buFont typeface="Arial"/>
              <a:buNone/>
              <a:defRPr sz="3600" b="0" i="0" u="none" strike="noStrike" cap="none">
                <a:solidFill>
                  <a:srgbClr val="006F4B"/>
                </a:solidFill>
                <a:latin typeface="Arial"/>
                <a:ea typeface="Arial"/>
                <a:cs typeface="Arial"/>
                <a:sym typeface="Arial"/>
              </a:defRPr>
            </a:lvl1pPr>
            <a:lvl2pPr lvl="1" indent="0" rtl="0">
              <a:spcBef>
                <a:spcPts val="0"/>
              </a:spcBef>
              <a:buFont typeface="Arial"/>
              <a:buNone/>
              <a:defRPr sz="1800"/>
            </a:lvl2pPr>
            <a:lvl3pPr lvl="2" indent="0" rtl="0">
              <a:spcBef>
                <a:spcPts val="0"/>
              </a:spcBef>
              <a:buFont typeface="Arial"/>
              <a:buNone/>
              <a:defRPr sz="1800"/>
            </a:lvl3pPr>
            <a:lvl4pPr lvl="3" indent="0" rtl="0">
              <a:spcBef>
                <a:spcPts val="0"/>
              </a:spcBef>
              <a:buFont typeface="Arial"/>
              <a:buNone/>
              <a:defRPr sz="1800"/>
            </a:lvl4pPr>
            <a:lvl5pPr lvl="4" indent="0" rtl="0">
              <a:spcBef>
                <a:spcPts val="0"/>
              </a:spcBef>
              <a:buFont typeface="Arial"/>
              <a:buNone/>
              <a:defRPr sz="1800"/>
            </a:lvl5pPr>
            <a:lvl6pPr lvl="5" indent="0" rtl="0">
              <a:spcBef>
                <a:spcPts val="0"/>
              </a:spcBef>
              <a:buFont typeface="Arial"/>
              <a:buNone/>
              <a:defRPr sz="1800"/>
            </a:lvl6pPr>
            <a:lvl7pPr lvl="6" indent="0" rtl="0">
              <a:spcBef>
                <a:spcPts val="0"/>
              </a:spcBef>
              <a:buFont typeface="Arial"/>
              <a:buNone/>
              <a:defRPr sz="1800"/>
            </a:lvl7pPr>
            <a:lvl8pPr lvl="7" indent="0" rtl="0">
              <a:spcBef>
                <a:spcPts val="0"/>
              </a:spcBef>
              <a:buFont typeface="Arial"/>
              <a:buNone/>
              <a:defRPr sz="1800"/>
            </a:lvl8pPr>
            <a:lvl9pPr lvl="8" indent="0" rtl="0">
              <a:spcBef>
                <a:spcPts val="0"/>
              </a:spcBef>
              <a:buFont typeface="Arial"/>
              <a:buNone/>
              <a:defRPr sz="1800"/>
            </a:lvl9pPr>
          </a:lstStyle>
          <a:p>
            <a:endParaRPr/>
          </a:p>
        </p:txBody>
      </p:sp>
      <p:sp>
        <p:nvSpPr>
          <p:cNvPr id="86" name="Shape 86"/>
          <p:cNvSpPr txBox="1">
            <a:spLocks noGrp="1"/>
          </p:cNvSpPr>
          <p:nvPr>
            <p:ph type="body" idx="1"/>
          </p:nvPr>
        </p:nvSpPr>
        <p:spPr>
          <a:xfrm>
            <a:off x="498474" y="1981200"/>
            <a:ext cx="7556400" cy="4144800"/>
          </a:xfrm>
          <a:prstGeom prst="rect">
            <a:avLst/>
          </a:prstGeom>
          <a:noFill/>
          <a:ln>
            <a:noFill/>
          </a:ln>
        </p:spPr>
        <p:txBody>
          <a:bodyPr lIns="91425" tIns="91425" rIns="91425" bIns="91425" anchor="t" anchorCtr="0"/>
          <a:lstStyle>
            <a:lvl1pPr marL="228600" marR="0" lvl="0" indent="-44450" algn="l" rtl="0">
              <a:lnSpc>
                <a:spcPct val="100000"/>
              </a:lnSpc>
              <a:spcBef>
                <a:spcPts val="2000"/>
              </a:spcBef>
              <a:spcAft>
                <a:spcPts val="0"/>
              </a:spcAft>
              <a:buClr>
                <a:srgbClr val="493A13"/>
              </a:buClr>
              <a:buSzPct val="75000"/>
              <a:buFont typeface="Noto Sans Symbols"/>
              <a:buChar char="■"/>
              <a:defRPr sz="2000" b="0" i="0" u="none" strike="noStrike" cap="none">
                <a:solidFill>
                  <a:srgbClr val="595959"/>
                </a:solidFill>
                <a:latin typeface="Times New Roman"/>
                <a:ea typeface="Times New Roman"/>
                <a:cs typeface="Times New Roman"/>
                <a:sym typeface="Times New Roman"/>
              </a:defRPr>
            </a:lvl1pPr>
            <a:lvl2pPr marL="457200" marR="0" lvl="1" indent="-66675" algn="l" rtl="0">
              <a:lnSpc>
                <a:spcPct val="100000"/>
              </a:lnSpc>
              <a:spcBef>
                <a:spcPts val="600"/>
              </a:spcBef>
              <a:spcAft>
                <a:spcPts val="0"/>
              </a:spcAft>
              <a:buClr>
                <a:schemeClr val="accent4"/>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2pPr>
            <a:lvl3pPr marL="685800" marR="0" lvl="2" indent="-66675" algn="l" rtl="0">
              <a:lnSpc>
                <a:spcPct val="100000"/>
              </a:lnSpc>
              <a:spcBef>
                <a:spcPts val="600"/>
              </a:spcBef>
              <a:spcAft>
                <a:spcPts val="0"/>
              </a:spcAft>
              <a:buClr>
                <a:srgbClr val="493A13"/>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3pPr>
            <a:lvl4pPr marL="914400" marR="0" lvl="3" indent="-66675" algn="l" rtl="0">
              <a:lnSpc>
                <a:spcPct val="100000"/>
              </a:lnSpc>
              <a:spcBef>
                <a:spcPts val="600"/>
              </a:spcBef>
              <a:spcAft>
                <a:spcPts val="0"/>
              </a:spcAft>
              <a:buClr>
                <a:schemeClr val="accent4"/>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4pPr>
            <a:lvl5pPr marL="1143000" marR="0" lvl="4" indent="-66675" algn="l" rtl="0">
              <a:lnSpc>
                <a:spcPct val="100000"/>
              </a:lnSpc>
              <a:spcBef>
                <a:spcPts val="600"/>
              </a:spcBef>
              <a:spcAft>
                <a:spcPts val="0"/>
              </a:spcAft>
              <a:buClr>
                <a:srgbClr val="493A13"/>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87" name="Shape 87"/>
          <p:cNvSpPr txBox="1">
            <a:spLocks noGrp="1"/>
          </p:cNvSpPr>
          <p:nvPr>
            <p:ph type="dt" idx="10"/>
          </p:nvPr>
        </p:nvSpPr>
        <p:spPr>
          <a:xfrm>
            <a:off x="7467600" y="6423585"/>
            <a:ext cx="14613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88" name="Shape 88"/>
          <p:cNvSpPr txBox="1">
            <a:spLocks noGrp="1"/>
          </p:cNvSpPr>
          <p:nvPr>
            <p:ph type="ftr" idx="11"/>
          </p:nvPr>
        </p:nvSpPr>
        <p:spPr>
          <a:xfrm>
            <a:off x="3886200" y="6423585"/>
            <a:ext cx="33528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99"/>
        <p:cNvGrpSpPr/>
        <p:nvPr/>
      </p:nvGrpSpPr>
      <p:grpSpPr>
        <a:xfrm>
          <a:off x="0" y="0"/>
          <a:ext cx="0" cy="0"/>
          <a:chOff x="0" y="0"/>
          <a:chExt cx="0" cy="0"/>
        </a:xfrm>
      </p:grpSpPr>
      <p:sp>
        <p:nvSpPr>
          <p:cNvPr id="100" name="Shape 100"/>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6F4B"/>
              </a:buClr>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sp>
        <p:nvSpPr>
          <p:cNvPr id="101" name="Shape 101"/>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02"/>
        <p:cNvGrpSpPr/>
        <p:nvPr/>
      </p:nvGrpSpPr>
      <p:grpSpPr>
        <a:xfrm>
          <a:off x="0" y="0"/>
          <a:ext cx="0" cy="0"/>
          <a:chOff x="0" y="0"/>
          <a:chExt cx="0" cy="0"/>
        </a:xfrm>
      </p:grpSpPr>
      <p:sp>
        <p:nvSpPr>
          <p:cNvPr id="103" name="Shape 103"/>
          <p:cNvSpPr txBox="1">
            <a:spLocks noGrp="1"/>
          </p:cNvSpPr>
          <p:nvPr>
            <p:ph type="title"/>
          </p:nvPr>
        </p:nvSpPr>
        <p:spPr>
          <a:xfrm>
            <a:off x="533400" y="152400"/>
            <a:ext cx="7620000" cy="11433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6F4B"/>
              </a:buClr>
              <a:buFont typeface="Arial"/>
              <a:buNone/>
              <a:defRPr sz="4000" b="0" i="0" u="none" strike="noStrike" cap="none">
                <a:solidFill>
                  <a:srgbClr val="008000"/>
                </a:solidFill>
                <a:latin typeface="Arial Black"/>
                <a:ea typeface="Arial Black"/>
                <a:cs typeface="Arial Black"/>
                <a:sym typeface="Arial Black"/>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spcBef>
                <a:spcPts val="0"/>
              </a:spcBef>
              <a:spcAft>
                <a:spcPts val="0"/>
              </a:spcAft>
              <a:buNone/>
              <a:defRPr sz="1800"/>
            </a:lvl3pPr>
            <a:lvl4pPr marL="0" marR="0" lvl="3" indent="0" algn="l" rtl="0">
              <a:spcBef>
                <a:spcPts val="0"/>
              </a:spcBef>
              <a:spcAft>
                <a:spcPts val="0"/>
              </a:spcAft>
              <a:buNone/>
              <a:defRPr sz="1800"/>
            </a:lvl4pPr>
            <a:lvl5pPr marL="0" marR="0" lvl="4" indent="0" algn="l" rtl="0">
              <a:spcBef>
                <a:spcPts val="0"/>
              </a:spcBef>
              <a:spcAft>
                <a:spcPts val="0"/>
              </a:spcAft>
              <a:buNone/>
              <a:defRPr sz="1800"/>
            </a:lvl5pPr>
            <a:lvl6pPr marL="457200" marR="0" lvl="5" indent="0" algn="l" rtl="0">
              <a:spcBef>
                <a:spcPts val="0"/>
              </a:spcBef>
              <a:spcAft>
                <a:spcPts val="0"/>
              </a:spcAft>
              <a:buNone/>
              <a:defRPr sz="1800"/>
            </a:lvl6pPr>
            <a:lvl7pPr marL="914400" marR="0" lvl="6" indent="0" algn="l" rtl="0">
              <a:spcBef>
                <a:spcPts val="0"/>
              </a:spcBef>
              <a:spcAft>
                <a:spcPts val="0"/>
              </a:spcAft>
              <a:buNone/>
              <a:defRPr sz="1800"/>
            </a:lvl7pPr>
            <a:lvl8pPr marL="1371600" marR="0" lvl="7" indent="0" algn="l" rtl="0">
              <a:spcBef>
                <a:spcPts val="0"/>
              </a:spcBef>
              <a:spcAft>
                <a:spcPts val="0"/>
              </a:spcAft>
              <a:buNone/>
              <a:defRPr sz="1800"/>
            </a:lvl8pPr>
            <a:lvl9pPr marL="1828800" marR="0" lvl="8" indent="0" algn="l" rtl="0">
              <a:spcBef>
                <a:spcPts val="0"/>
              </a:spcBef>
              <a:spcAft>
                <a:spcPts val="0"/>
              </a:spcAft>
              <a:buNone/>
              <a:defRPr sz="1800"/>
            </a:lvl9pPr>
          </a:lstStyle>
          <a:p>
            <a:endParaRPr/>
          </a:p>
        </p:txBody>
      </p:sp>
      <p:sp>
        <p:nvSpPr>
          <p:cNvPr id="104" name="Shape 104"/>
          <p:cNvSpPr txBox="1">
            <a:spLocks noGrp="1"/>
          </p:cNvSpPr>
          <p:nvPr>
            <p:ph type="body" idx="1"/>
          </p:nvPr>
        </p:nvSpPr>
        <p:spPr>
          <a:xfrm>
            <a:off x="381000" y="1371600"/>
            <a:ext cx="8305800" cy="4114800"/>
          </a:xfrm>
          <a:prstGeom prst="rect">
            <a:avLst/>
          </a:prstGeom>
          <a:noFill/>
          <a:ln>
            <a:noFill/>
          </a:ln>
        </p:spPr>
        <p:txBody>
          <a:bodyPr lIns="91425" tIns="91425" rIns="91425" bIns="91425" anchor="t" anchorCtr="0"/>
          <a:lstStyle>
            <a:lvl1pPr marL="342900" marR="0" lvl="0" indent="76200" algn="l" rtl="0">
              <a:lnSpc>
                <a:spcPct val="100000"/>
              </a:lnSpc>
              <a:spcBef>
                <a:spcPts val="560"/>
              </a:spcBef>
              <a:spcAft>
                <a:spcPts val="0"/>
              </a:spcAft>
              <a:buClr>
                <a:schemeClr val="dk1"/>
              </a:buClr>
              <a:buSzPct val="100000"/>
              <a:buFont typeface="Noto Sans Symbols"/>
              <a:buChar char="▪"/>
              <a:defRPr sz="3200" b="0" i="0" u="none" strike="noStrike" cap="none">
                <a:solidFill>
                  <a:schemeClr val="dk1"/>
                </a:solidFill>
                <a:latin typeface="Arial Black"/>
                <a:ea typeface="Arial Black"/>
                <a:cs typeface="Arial Black"/>
                <a:sym typeface="Arial Black"/>
              </a:defRPr>
            </a:lvl1pPr>
            <a:lvl2pPr marL="742950" marR="0" lvl="1" indent="-6350" algn="l" rtl="0">
              <a:lnSpc>
                <a:spcPct val="100000"/>
              </a:lnSpc>
              <a:spcBef>
                <a:spcPts val="480"/>
              </a:spcBef>
              <a:spcAft>
                <a:spcPts val="0"/>
              </a:spcAft>
              <a:buClr>
                <a:srgbClr val="000000"/>
              </a:buClr>
              <a:buSzPct val="50000"/>
              <a:buFont typeface="Noto Sans Symbols"/>
              <a:buChar char="❑"/>
              <a:defRPr sz="2800" b="0" i="0" u="none" strike="noStrike" cap="none">
                <a:solidFill>
                  <a:srgbClr val="000000"/>
                </a:solidFill>
                <a:latin typeface="Arial Black"/>
                <a:ea typeface="Arial Black"/>
                <a:cs typeface="Arial Black"/>
                <a:sym typeface="Arial Black"/>
              </a:defRPr>
            </a:lvl2pPr>
            <a:lvl3pPr marL="1143000" marR="0" lvl="2" indent="76200" algn="l" rtl="0">
              <a:lnSpc>
                <a:spcPct val="100000"/>
              </a:lnSpc>
              <a:spcBef>
                <a:spcPts val="400"/>
              </a:spcBef>
              <a:spcAft>
                <a:spcPts val="0"/>
              </a:spcAft>
              <a:buClr>
                <a:srgbClr val="000000"/>
              </a:buClr>
              <a:buSzPct val="100000"/>
              <a:buFont typeface="Arial"/>
              <a:buChar char="•"/>
              <a:defRPr sz="2400" b="0" i="0" u="none" strike="noStrike" cap="none">
                <a:solidFill>
                  <a:srgbClr val="000000"/>
                </a:solidFill>
                <a:latin typeface="Arial Black"/>
                <a:ea typeface="Arial Black"/>
                <a:cs typeface="Arial Black"/>
                <a:sym typeface="Arial Black"/>
              </a:defRPr>
            </a:lvl3pPr>
            <a:lvl4pPr marL="1600200" marR="0" lvl="3" indent="-25400" algn="l" rtl="0">
              <a:lnSpc>
                <a:spcPct val="100000"/>
              </a:lnSpc>
              <a:spcBef>
                <a:spcPts val="360"/>
              </a:spcBef>
              <a:spcAft>
                <a:spcPts val="0"/>
              </a:spcAft>
              <a:buClr>
                <a:srgbClr val="000000"/>
              </a:buClr>
              <a:buSzPct val="50000"/>
              <a:buFont typeface="Courier New"/>
              <a:buChar char="o"/>
              <a:defRPr sz="2000" b="0" i="0" u="none" strike="noStrike" cap="none">
                <a:solidFill>
                  <a:srgbClr val="000000"/>
                </a:solidFill>
                <a:latin typeface="Arial Black"/>
                <a:ea typeface="Arial Black"/>
                <a:cs typeface="Arial Black"/>
                <a:sym typeface="Arial Black"/>
              </a:defRPr>
            </a:lvl4pPr>
            <a:lvl5pPr marL="2057400" marR="0" lvl="4" indent="25400" algn="l" rtl="0">
              <a:lnSpc>
                <a:spcPct val="100000"/>
              </a:lnSpc>
              <a:spcBef>
                <a:spcPts val="360"/>
              </a:spcBef>
              <a:spcAft>
                <a:spcPts val="0"/>
              </a:spcAft>
              <a:buClr>
                <a:srgbClr val="000000"/>
              </a:buClr>
              <a:buSzPct val="100000"/>
              <a:buFont typeface="Noto Sans Symbols"/>
              <a:buChar char="▪"/>
              <a:defRPr sz="1800" b="0" i="0" u="none" strike="noStrike" cap="none">
                <a:solidFill>
                  <a:srgbClr val="000000"/>
                </a:solidFill>
                <a:latin typeface="Arial Black"/>
                <a:ea typeface="Arial Black"/>
                <a:cs typeface="Arial Black"/>
                <a:sym typeface="Arial Black"/>
              </a:defRPr>
            </a:lvl5pPr>
            <a:lvl6pPr marL="2514600" marR="0" lvl="5"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5" name="Shape 105"/>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36830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914400" marR="0" lvl="2"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a:p>
            <a:pPr marL="1371600" marR="0" lvl="3" indent="-8890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828800" marR="0" lvl="4"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2286000" marR="0" lvl="5"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a:p>
            <a:pPr marL="2743200" marR="0" lvl="6" indent="-8890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200400" marR="0" lvl="7"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3657600" marR="0" lvl="8"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Shape 106"/>
        <p:cNvGrpSpPr/>
        <p:nvPr/>
      </p:nvGrpSpPr>
      <p:grpSpPr>
        <a:xfrm>
          <a:off x="0" y="0"/>
          <a:ext cx="0" cy="0"/>
          <a:chOff x="0" y="0"/>
          <a:chExt cx="0" cy="0"/>
        </a:xfrm>
      </p:grpSpPr>
      <p:sp>
        <p:nvSpPr>
          <p:cNvPr id="107" name="Shape 107"/>
          <p:cNvSpPr/>
          <p:nvPr/>
        </p:nvSpPr>
        <p:spPr>
          <a:xfrm>
            <a:off x="8166846" y="282572"/>
            <a:ext cx="685800" cy="16005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08" name="Shape 108"/>
          <p:cNvSpPr txBox="1">
            <a:spLocks noGrp="1"/>
          </p:cNvSpPr>
          <p:nvPr>
            <p:ph type="title"/>
          </p:nvPr>
        </p:nvSpPr>
        <p:spPr>
          <a:xfrm>
            <a:off x="498474" y="134469"/>
            <a:ext cx="7556400" cy="9951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sp>
        <p:nvSpPr>
          <p:cNvPr id="109" name="Shape 109"/>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50800" algn="l" rtl="0">
              <a:lnSpc>
                <a:spcPct val="100000"/>
              </a:lnSpc>
              <a:spcBef>
                <a:spcPts val="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1pPr>
            <a:lvl2pPr marL="457200" marR="0" lvl="1" indent="-63500" algn="l" rtl="0">
              <a:lnSpc>
                <a:spcPct val="100000"/>
              </a:lnSpc>
              <a:spcBef>
                <a:spcPts val="0"/>
              </a:spcBef>
              <a:spcAft>
                <a:spcPts val="0"/>
              </a:spcAft>
              <a:buClr>
                <a:schemeClr val="accent4"/>
              </a:buClr>
              <a:buSzPct val="100000"/>
              <a:buFont typeface="Noto Sans Symbols"/>
              <a:buChar char="■"/>
              <a:defRPr sz="1400" b="0" i="0" u="none" strike="noStrike" cap="none">
                <a:solidFill>
                  <a:srgbClr val="000000"/>
                </a:solidFill>
                <a:latin typeface="Arial"/>
                <a:ea typeface="Arial"/>
                <a:cs typeface="Arial"/>
                <a:sym typeface="Arial"/>
              </a:defRPr>
            </a:lvl2pPr>
            <a:lvl3pPr marL="685800" marR="0" lvl="2" indent="-63500" algn="l" rtl="0">
              <a:lnSpc>
                <a:spcPct val="100000"/>
              </a:lnSpc>
              <a:spcBef>
                <a:spcPts val="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3pPr>
            <a:lvl4pPr marL="914400" marR="0" lvl="3" indent="-63500" algn="l" rtl="0">
              <a:lnSpc>
                <a:spcPct val="100000"/>
              </a:lnSpc>
              <a:spcBef>
                <a:spcPts val="0"/>
              </a:spcBef>
              <a:spcAft>
                <a:spcPts val="0"/>
              </a:spcAft>
              <a:buClr>
                <a:schemeClr val="accent4"/>
              </a:buClr>
              <a:buSzPct val="100000"/>
              <a:buFont typeface="Noto Sans Symbols"/>
              <a:buChar char="■"/>
              <a:defRPr sz="1400" b="0" i="0" u="none" strike="noStrike" cap="none">
                <a:solidFill>
                  <a:srgbClr val="000000"/>
                </a:solidFill>
                <a:latin typeface="Arial"/>
                <a:ea typeface="Arial"/>
                <a:cs typeface="Arial"/>
                <a:sym typeface="Arial"/>
              </a:defRPr>
            </a:lvl4pPr>
            <a:lvl5pPr marL="1143000" marR="0" lvl="4" indent="-63500" algn="l" rtl="0">
              <a:lnSpc>
                <a:spcPct val="100000"/>
              </a:lnSpc>
              <a:spcBef>
                <a:spcPts val="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5pPr>
            <a:lvl6pPr marL="2514600" marR="0" lvl="5"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0" name="Shape 110"/>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111" name="Shape 111"/>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Shape 112"/>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Times New Roman"/>
              <a:buNone/>
            </a:pPr>
            <a:r>
              <a:rPr lang="en" sz="3600" b="1" i="0" u="none" strike="noStrike" cap="none">
                <a:solidFill>
                  <a:srgbClr val="7F7F7F"/>
                </a:solidFill>
                <a:latin typeface="Times New Roman"/>
                <a:ea typeface="Times New Roman"/>
                <a:cs typeface="Times New Roman"/>
                <a:sym typeface="Times New Roman"/>
              </a:rPr>
              <a:t>+</a:t>
            </a:r>
          </a:p>
        </p:txBody>
      </p:sp>
      <p:sp>
        <p:nvSpPr>
          <p:cNvPr id="113" name="Shape 113"/>
          <p:cNvSpPr txBox="1">
            <a:spLocks noGrp="1"/>
          </p:cNvSpPr>
          <p:nvPr>
            <p:ph type="body" idx="2"/>
          </p:nvPr>
        </p:nvSpPr>
        <p:spPr>
          <a:xfrm>
            <a:off x="498518" y="1129553"/>
            <a:ext cx="7559100" cy="774299"/>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493A13"/>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chemeClr val="accent4"/>
              </a:buClr>
              <a:buFont typeface="Times New Roman"/>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493A13"/>
              </a:buClr>
              <a:buFont typeface="Times New Roman"/>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chemeClr val="accent4"/>
              </a:buClr>
              <a:buFont typeface="Times New Roman"/>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493A13"/>
              </a:buClr>
              <a:buFont typeface="Times New Roman"/>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chemeClr val="dk1"/>
              </a:buClr>
              <a:buFont typeface="Times New Roman"/>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chemeClr val="dk1"/>
              </a:buClr>
              <a:buFont typeface="Times New Roman"/>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chemeClr val="dk1"/>
              </a:buClr>
              <a:buFont typeface="Times New Roman"/>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chemeClr val="dk1"/>
              </a:buClr>
              <a:buFont typeface="Times New Roman"/>
              <a:buNone/>
              <a:defRPr sz="1400" b="0" i="0" u="none" strike="noStrike" cap="none">
                <a:solidFill>
                  <a:srgbClr val="000000"/>
                </a:solidFill>
                <a:latin typeface="Arial"/>
                <a:ea typeface="Arial"/>
                <a:cs typeface="Arial"/>
                <a:sym typeface="Arial"/>
              </a:defRPr>
            </a:lvl9pPr>
          </a:lstStyle>
          <a:p>
            <a:endParaRPr/>
          </a:p>
        </p:txBody>
      </p:sp>
      <p:sp>
        <p:nvSpPr>
          <p:cNvPr id="114" name="Shape 114"/>
          <p:cNvSpPr txBox="1"/>
          <p:nvPr/>
        </p:nvSpPr>
        <p:spPr>
          <a:xfrm>
            <a:off x="8178792" y="282572"/>
            <a:ext cx="673800" cy="3693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chemeClr val="lt1"/>
              </a:buClr>
              <a:buSzPct val="25000"/>
              <a:buFont typeface="Times New Roman"/>
              <a:buNone/>
            </a:pPr>
            <a:fld id="{00000000-1234-1234-1234-123412341234}" type="slidenum">
              <a:rPr lang="en" sz="1800" b="0" i="0" u="none" strike="noStrike" cap="none">
                <a:solidFill>
                  <a:schemeClr val="lt1"/>
                </a:solidFill>
                <a:latin typeface="Times New Roman"/>
                <a:ea typeface="Times New Roman"/>
                <a:cs typeface="Times New Roman"/>
                <a:sym typeface="Times New Roman"/>
              </a:rPr>
              <a:t>‹#›</a:t>
            </a:fld>
            <a:endParaRPr lang="en" sz="1800" b="0" i="0" u="none" strike="noStrike" cap="non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15"/>
        <p:cNvGrpSpPr/>
        <p:nvPr/>
      </p:nvGrpSpPr>
      <p:grpSpPr>
        <a:xfrm>
          <a:off x="0" y="0"/>
          <a:ext cx="0" cy="0"/>
          <a:chOff x="0" y="0"/>
          <a:chExt cx="0" cy="0"/>
        </a:xfrm>
      </p:grpSpPr>
      <p:sp>
        <p:nvSpPr>
          <p:cNvPr id="116" name="Shape 116"/>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457200" marR="0" lvl="1"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914400" marR="0" lvl="2"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a:p>
            <a:pPr marL="1371600" marR="0" lvl="3" indent="-8890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828800" marR="0" lvl="4"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2286000" marR="0" lvl="5"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a:p>
            <a:pPr marL="2743200" marR="0" lvl="6" indent="-8890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200400" marR="0" lvl="7"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3657600" marR="0" lvl="8"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17"/>
        <p:cNvGrpSpPr/>
        <p:nvPr/>
      </p:nvGrpSpPr>
      <p:grpSpPr>
        <a:xfrm>
          <a:off x="0" y="0"/>
          <a:ext cx="0" cy="0"/>
          <a:chOff x="0" y="0"/>
          <a:chExt cx="0" cy="0"/>
        </a:xfrm>
      </p:grpSpPr>
      <p:sp>
        <p:nvSpPr>
          <p:cNvPr id="118" name="Shape 118"/>
          <p:cNvSpPr txBox="1">
            <a:spLocks noGrp="1"/>
          </p:cNvSpPr>
          <p:nvPr>
            <p:ph type="subTitle" idx="1"/>
          </p:nvPr>
        </p:nvSpPr>
        <p:spPr>
          <a:xfrm>
            <a:off x="4800600" y="5562598"/>
            <a:ext cx="4038600" cy="748500"/>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rgbClr val="493A13"/>
              </a:buClr>
              <a:buFont typeface="Noto Sans Symbols"/>
              <a:buNone/>
              <a:defRPr sz="1400" b="0" i="0" u="none" strike="noStrike" cap="none">
                <a:solidFill>
                  <a:srgbClr val="000000"/>
                </a:solidFill>
                <a:latin typeface="Arial"/>
                <a:ea typeface="Arial"/>
                <a:cs typeface="Arial"/>
                <a:sym typeface="Arial"/>
              </a:defRPr>
            </a:lvl1pPr>
            <a:lvl2pPr marL="457200" marR="0" lvl="1" indent="0" algn="ctr" rtl="0">
              <a:lnSpc>
                <a:spcPct val="100000"/>
              </a:lnSpc>
              <a:spcBef>
                <a:spcPts val="600"/>
              </a:spcBef>
              <a:spcAft>
                <a:spcPts val="0"/>
              </a:spcAft>
              <a:buClr>
                <a:schemeClr val="accent4"/>
              </a:buClr>
              <a:buFont typeface="Noto Sans Symbols"/>
              <a:buNone/>
              <a:defRPr sz="1400" b="0" i="0" u="none" strike="noStrike" cap="none">
                <a:solidFill>
                  <a:srgbClr val="000000"/>
                </a:solidFill>
                <a:latin typeface="Arial"/>
                <a:ea typeface="Arial"/>
                <a:cs typeface="Arial"/>
                <a:sym typeface="Arial"/>
              </a:defRPr>
            </a:lvl2pPr>
            <a:lvl3pPr marL="914400" marR="0" lvl="2" indent="0" algn="ctr" rtl="0">
              <a:lnSpc>
                <a:spcPct val="100000"/>
              </a:lnSpc>
              <a:spcBef>
                <a:spcPts val="600"/>
              </a:spcBef>
              <a:spcAft>
                <a:spcPts val="0"/>
              </a:spcAft>
              <a:buClr>
                <a:srgbClr val="493A13"/>
              </a:buClr>
              <a:buFont typeface="Noto Sans Symbols"/>
              <a:buNone/>
              <a:defRPr sz="1400" b="0" i="0" u="none" strike="noStrike" cap="none">
                <a:solidFill>
                  <a:srgbClr val="000000"/>
                </a:solidFill>
                <a:latin typeface="Arial"/>
                <a:ea typeface="Arial"/>
                <a:cs typeface="Arial"/>
                <a:sym typeface="Arial"/>
              </a:defRPr>
            </a:lvl3pPr>
            <a:lvl4pPr marL="1371600" marR="0" lvl="3" indent="0" algn="ctr" rtl="0">
              <a:lnSpc>
                <a:spcPct val="100000"/>
              </a:lnSpc>
              <a:spcBef>
                <a:spcPts val="600"/>
              </a:spcBef>
              <a:spcAft>
                <a:spcPts val="0"/>
              </a:spcAft>
              <a:buClr>
                <a:schemeClr val="accent4"/>
              </a:buClr>
              <a:buFont typeface="Noto Sans Symbols"/>
              <a:buNone/>
              <a:defRPr sz="1400" b="0" i="0" u="none" strike="noStrike" cap="none">
                <a:solidFill>
                  <a:srgbClr val="000000"/>
                </a:solidFill>
                <a:latin typeface="Arial"/>
                <a:ea typeface="Arial"/>
                <a:cs typeface="Arial"/>
                <a:sym typeface="Arial"/>
              </a:defRPr>
            </a:lvl4pPr>
            <a:lvl5pPr marL="1828800" marR="0" lvl="4" indent="0" algn="ctr" rtl="0">
              <a:lnSpc>
                <a:spcPct val="100000"/>
              </a:lnSpc>
              <a:spcBef>
                <a:spcPts val="600"/>
              </a:spcBef>
              <a:spcAft>
                <a:spcPts val="0"/>
              </a:spcAft>
              <a:buClr>
                <a:srgbClr val="493A13"/>
              </a:buClr>
              <a:buFont typeface="Noto Sans Symbols"/>
              <a:buNone/>
              <a:defRPr sz="1400" b="0" i="0" u="none" strike="noStrike" cap="none">
                <a:solidFill>
                  <a:srgbClr val="000000"/>
                </a:solidFill>
                <a:latin typeface="Arial"/>
                <a:ea typeface="Arial"/>
                <a:cs typeface="Arial"/>
                <a:sym typeface="Arial"/>
              </a:defRPr>
            </a:lvl5pPr>
            <a:lvl6pPr marL="2286000" marR="0" lvl="5"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6pPr>
            <a:lvl7pPr marL="2743200" marR="0" lvl="6"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7pPr>
            <a:lvl8pPr marL="3200400" marR="0" lvl="7"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8pPr>
            <a:lvl9pPr marL="3657600" marR="0" lvl="8"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Shape 119"/>
          <p:cNvSpPr txBox="1">
            <a:spLocks noGrp="1"/>
          </p:cNvSpPr>
          <p:nvPr>
            <p:ph type="dt" idx="10"/>
          </p:nvPr>
        </p:nvSpPr>
        <p:spPr>
          <a:xfrm>
            <a:off x="4800600" y="6425639"/>
            <a:ext cx="12327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120" name="Shape 120"/>
          <p:cNvSpPr txBox="1">
            <a:spLocks noGrp="1"/>
          </p:cNvSpPr>
          <p:nvPr>
            <p:ph type="ftr" idx="11"/>
          </p:nvPr>
        </p:nvSpPr>
        <p:spPr>
          <a:xfrm>
            <a:off x="6311153" y="6425639"/>
            <a:ext cx="26178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121" name="Shape 121"/>
          <p:cNvSpPr/>
          <p:nvPr/>
        </p:nvSpPr>
        <p:spPr>
          <a:xfrm>
            <a:off x="282575" y="228600"/>
            <a:ext cx="4235400" cy="41880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22" name="Shape 122"/>
          <p:cNvSpPr/>
          <p:nvPr/>
        </p:nvSpPr>
        <p:spPr>
          <a:xfrm>
            <a:off x="6802438" y="228600"/>
            <a:ext cx="2057400" cy="20391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23" name="Shape 123"/>
          <p:cNvSpPr/>
          <p:nvPr/>
        </p:nvSpPr>
        <p:spPr>
          <a:xfrm>
            <a:off x="4624387" y="2377440"/>
            <a:ext cx="2057399" cy="2039100"/>
          </a:xfrm>
          <a:prstGeom prst="rect">
            <a:avLst/>
          </a:prstGeom>
          <a:solidFill>
            <a:srgbClr val="5395BE"/>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24" name="Shape 124"/>
          <p:cNvSpPr txBox="1"/>
          <p:nvPr/>
        </p:nvSpPr>
        <p:spPr>
          <a:xfrm>
            <a:off x="424891" y="174810"/>
            <a:ext cx="413400" cy="16620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1C5B2C"/>
              </a:buClr>
              <a:buSzPct val="25000"/>
              <a:buFont typeface="Times New Roman"/>
              <a:buNone/>
            </a:pPr>
            <a:r>
              <a:rPr lang="en" sz="5400" b="1" i="0" u="none" strike="noStrike" cap="none">
                <a:solidFill>
                  <a:srgbClr val="1C5B2C"/>
                </a:solidFill>
                <a:latin typeface="Times New Roman"/>
                <a:ea typeface="Times New Roman"/>
                <a:cs typeface="Times New Roman"/>
                <a:sym typeface="Times New Roman"/>
              </a:rPr>
              <a:t>+</a:t>
            </a:r>
          </a:p>
        </p:txBody>
      </p:sp>
      <p:sp>
        <p:nvSpPr>
          <p:cNvPr id="125" name="Shape 125"/>
          <p:cNvSpPr/>
          <p:nvPr/>
        </p:nvSpPr>
        <p:spPr>
          <a:xfrm>
            <a:off x="282575" y="6633439"/>
            <a:ext cx="1310700" cy="125700"/>
          </a:xfrm>
          <a:prstGeom prst="rect">
            <a:avLst/>
          </a:prstGeom>
          <a:solidFill>
            <a:srgbClr val="FFFFFF"/>
          </a:solidFill>
          <a:ln w="12700" cap="flat" cmpd="sng">
            <a:solidFill>
              <a:srgbClr val="FFFFFF"/>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pic>
        <p:nvPicPr>
          <p:cNvPr id="126" name="Shape 12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722633" y="6172200"/>
            <a:ext cx="3132000" cy="2349300"/>
          </a:xfrm>
          <a:prstGeom prst="rect">
            <a:avLst/>
          </a:prstGeom>
          <a:noFill/>
          <a:ln>
            <a:noFill/>
          </a:ln>
        </p:spPr>
      </p:pic>
      <p:pic>
        <p:nvPicPr>
          <p:cNvPr id="127" name="Shape 127"/>
          <p:cNvPicPr preferRelativeResize="0"/>
          <p:nvPr/>
        </p:nvPicPr>
        <p:blipFill rotWithShape="1">
          <a:blip r:embed="rId3">
            <a:alphaModFix amt="50000"/>
          </a:blip>
          <a:srcRect/>
          <a:stretch/>
        </p:blipFill>
        <p:spPr>
          <a:xfrm>
            <a:off x="5463591" y="0"/>
            <a:ext cx="3680400" cy="3771300"/>
          </a:xfrm>
          <a:prstGeom prst="rect">
            <a:avLst/>
          </a:prstGeom>
          <a:noFill/>
          <a:ln>
            <a:noFill/>
          </a:ln>
        </p:spPr>
      </p:pic>
      <p:sp>
        <p:nvSpPr>
          <p:cNvPr id="128" name="Shape 128"/>
          <p:cNvSpPr/>
          <p:nvPr/>
        </p:nvSpPr>
        <p:spPr>
          <a:xfrm>
            <a:off x="4620032" y="228600"/>
            <a:ext cx="2057400" cy="2039100"/>
          </a:xfrm>
          <a:prstGeom prst="rect">
            <a:avLst/>
          </a:pr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29" name="Shape 129"/>
          <p:cNvSpPr/>
          <p:nvPr/>
        </p:nvSpPr>
        <p:spPr>
          <a:xfrm>
            <a:off x="6798082" y="2377440"/>
            <a:ext cx="2057400" cy="2039100"/>
          </a:xfrm>
          <a:prstGeom prst="rect">
            <a:avLst/>
          </a:pr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30" name="Shape 130"/>
          <p:cNvSpPr/>
          <p:nvPr/>
        </p:nvSpPr>
        <p:spPr>
          <a:xfrm>
            <a:off x="4620032" y="2377440"/>
            <a:ext cx="2057400" cy="2039100"/>
          </a:xfrm>
          <a:prstGeom prst="rect">
            <a:avLst/>
          </a:prstGeom>
          <a:blipFill rotWithShape="1">
            <a:blip r:embed="rId6" cstate="email">
              <a:alphaModFix amt="73000"/>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131" name="Shape 131"/>
          <p:cNvSpPr txBox="1">
            <a:spLocks noGrp="1"/>
          </p:cNvSpPr>
          <p:nvPr>
            <p:ph type="ctrTitle"/>
          </p:nvPr>
        </p:nvSpPr>
        <p:spPr>
          <a:xfrm>
            <a:off x="365620" y="1591732"/>
            <a:ext cx="4038600" cy="26415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FFFFFF"/>
              </a:buClr>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pic>
        <p:nvPicPr>
          <p:cNvPr id="132" name="Shape 132"/>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152490" y="6256339"/>
            <a:ext cx="1371600" cy="5028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43"/>
        <p:cNvGrpSpPr/>
        <p:nvPr/>
      </p:nvGrpSpPr>
      <p:grpSpPr>
        <a:xfrm>
          <a:off x="0" y="0"/>
          <a:ext cx="0" cy="0"/>
          <a:chOff x="0" y="0"/>
          <a:chExt cx="0" cy="0"/>
        </a:xfrm>
      </p:grpSpPr>
      <p:sp>
        <p:nvSpPr>
          <p:cNvPr id="144" name="Shape 144"/>
          <p:cNvSpPr txBox="1">
            <a:spLocks noGrp="1"/>
          </p:cNvSpPr>
          <p:nvPr>
            <p:ph type="subTitle" idx="1"/>
          </p:nvPr>
        </p:nvSpPr>
        <p:spPr>
          <a:xfrm>
            <a:off x="4800600" y="5562598"/>
            <a:ext cx="4038600" cy="748500"/>
          </a:xfrm>
          <a:prstGeom prst="rect">
            <a:avLst/>
          </a:prstGeom>
          <a:noFill/>
          <a:ln>
            <a:noFill/>
          </a:ln>
        </p:spPr>
        <p:txBody>
          <a:bodyPr lIns="91425" tIns="91425" rIns="91425" bIns="91425" anchor="t" anchorCtr="0"/>
          <a:lstStyle>
            <a:lvl1pPr marL="0" marR="0" lvl="0" indent="0" algn="l" rtl="0">
              <a:spcBef>
                <a:spcPts val="300"/>
              </a:spcBef>
              <a:buClr>
                <a:srgbClr val="493A13"/>
              </a:buClr>
              <a:buFont typeface="Noto Symbol"/>
              <a:buNone/>
              <a:defRPr/>
            </a:lvl1pPr>
            <a:lvl2pPr marL="457200" marR="0" lvl="1" indent="0" algn="ctr" rtl="0">
              <a:spcBef>
                <a:spcPts val="600"/>
              </a:spcBef>
              <a:buClr>
                <a:schemeClr val="accent4"/>
              </a:buClr>
              <a:buFont typeface="Noto Symbol"/>
              <a:buNone/>
              <a:defRPr/>
            </a:lvl2pPr>
            <a:lvl3pPr marL="914400" marR="0" lvl="2" indent="0" algn="ctr" rtl="0">
              <a:spcBef>
                <a:spcPts val="600"/>
              </a:spcBef>
              <a:buClr>
                <a:srgbClr val="493A13"/>
              </a:buClr>
              <a:buFont typeface="Noto Symbol"/>
              <a:buNone/>
              <a:defRPr/>
            </a:lvl3pPr>
            <a:lvl4pPr marL="1371600" marR="0" lvl="3" indent="0" algn="ctr" rtl="0">
              <a:spcBef>
                <a:spcPts val="600"/>
              </a:spcBef>
              <a:buClr>
                <a:schemeClr val="accent4"/>
              </a:buClr>
              <a:buFont typeface="Noto Symbol"/>
              <a:buNone/>
              <a:defRPr/>
            </a:lvl4pPr>
            <a:lvl5pPr marL="1828800" marR="0" lvl="4" indent="0" algn="ctr" rtl="0">
              <a:spcBef>
                <a:spcPts val="600"/>
              </a:spcBef>
              <a:buClr>
                <a:srgbClr val="493A13"/>
              </a:buClr>
              <a:buFont typeface="Noto Symbol"/>
              <a:buNone/>
              <a:defRPr/>
            </a:lvl5pPr>
            <a:lvl6pPr marL="2286000" marR="0" lvl="5" indent="0" algn="ctr" rtl="0">
              <a:spcBef>
                <a:spcPts val="400"/>
              </a:spcBef>
              <a:buClr>
                <a:srgbClr val="888888"/>
              </a:buClr>
              <a:buFont typeface="Arial"/>
              <a:buNone/>
              <a:defRPr/>
            </a:lvl6pPr>
            <a:lvl7pPr marL="2743200" marR="0" lvl="6" indent="0" algn="ctr" rtl="0">
              <a:spcBef>
                <a:spcPts val="400"/>
              </a:spcBef>
              <a:buClr>
                <a:srgbClr val="888888"/>
              </a:buClr>
              <a:buFont typeface="Arial"/>
              <a:buNone/>
              <a:defRPr/>
            </a:lvl7pPr>
            <a:lvl8pPr marL="3200400" marR="0" lvl="7" indent="0" algn="ctr" rtl="0">
              <a:spcBef>
                <a:spcPts val="400"/>
              </a:spcBef>
              <a:buClr>
                <a:srgbClr val="888888"/>
              </a:buClr>
              <a:buFont typeface="Arial"/>
              <a:buNone/>
              <a:defRPr/>
            </a:lvl8pPr>
            <a:lvl9pPr marL="3657600" marR="0" lvl="8" indent="0" algn="ctr" rtl="0">
              <a:spcBef>
                <a:spcPts val="400"/>
              </a:spcBef>
              <a:buClr>
                <a:srgbClr val="888888"/>
              </a:buClr>
              <a:buFont typeface="Arial"/>
              <a:buNone/>
              <a:defRPr/>
            </a:lvl9pPr>
          </a:lstStyle>
          <a:p>
            <a:endParaRPr/>
          </a:p>
        </p:txBody>
      </p:sp>
      <p:sp>
        <p:nvSpPr>
          <p:cNvPr id="145" name="Shape 145"/>
          <p:cNvSpPr txBox="1">
            <a:spLocks noGrp="1"/>
          </p:cNvSpPr>
          <p:nvPr>
            <p:ph type="dt" idx="10"/>
          </p:nvPr>
        </p:nvSpPr>
        <p:spPr>
          <a:xfrm>
            <a:off x="4800600" y="6425639"/>
            <a:ext cx="1232700" cy="365099"/>
          </a:xfrm>
          <a:prstGeom prst="rect">
            <a:avLst/>
          </a:prstGeom>
          <a:noFill/>
          <a:ln>
            <a:noFill/>
          </a:ln>
        </p:spPr>
        <p:txBody>
          <a:bodyPr lIns="91425" tIns="91425" rIns="91425" bIns="91425" anchor="ctr"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46" name="Shape 146"/>
          <p:cNvSpPr txBox="1">
            <a:spLocks noGrp="1"/>
          </p:cNvSpPr>
          <p:nvPr>
            <p:ph type="ftr" idx="11"/>
          </p:nvPr>
        </p:nvSpPr>
        <p:spPr>
          <a:xfrm>
            <a:off x="6311153" y="6425639"/>
            <a:ext cx="2617800" cy="365099"/>
          </a:xfrm>
          <a:prstGeom prst="rect">
            <a:avLst/>
          </a:prstGeom>
          <a:noFill/>
          <a:ln>
            <a:noFill/>
          </a:ln>
        </p:spPr>
        <p:txBody>
          <a:bodyPr lIns="91425" tIns="91425" rIns="91425" bIns="91425" anchor="ctr" anchorCtr="0"/>
          <a:lstStyle>
            <a:lvl1pPr marL="0" marR="0" lvl="0" indent="0" algn="r"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47" name="Shape 147"/>
          <p:cNvSpPr/>
          <p:nvPr/>
        </p:nvSpPr>
        <p:spPr>
          <a:xfrm>
            <a:off x="282575" y="228600"/>
            <a:ext cx="4235400" cy="4188000"/>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48" name="Shape 148"/>
          <p:cNvSpPr/>
          <p:nvPr/>
        </p:nvSpPr>
        <p:spPr>
          <a:xfrm>
            <a:off x="6802438" y="228600"/>
            <a:ext cx="2057400" cy="2039100"/>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49" name="Shape 149"/>
          <p:cNvSpPr/>
          <p:nvPr/>
        </p:nvSpPr>
        <p:spPr>
          <a:xfrm>
            <a:off x="4624387" y="2377440"/>
            <a:ext cx="2057400" cy="2039100"/>
          </a:xfrm>
          <a:prstGeom prst="rect">
            <a:avLst/>
          </a:prstGeom>
          <a:solidFill>
            <a:srgbClr val="5395BE"/>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50" name="Shape 150"/>
          <p:cNvSpPr txBox="1"/>
          <p:nvPr/>
        </p:nvSpPr>
        <p:spPr>
          <a:xfrm>
            <a:off x="424891" y="174811"/>
            <a:ext cx="413400" cy="1662000"/>
          </a:xfrm>
          <a:prstGeom prst="rect">
            <a:avLst/>
          </a:prstGeom>
          <a:noFill/>
          <a:ln>
            <a:noFill/>
          </a:ln>
        </p:spPr>
        <p:txBody>
          <a:bodyPr lIns="0" tIns="0" rIns="0" bIns="0" anchor="t" anchorCtr="0">
            <a:noAutofit/>
          </a:bodyPr>
          <a:lstStyle/>
          <a:p>
            <a:pPr marL="0" marR="0" lvl="0" indent="0" algn="l" rtl="0">
              <a:spcBef>
                <a:spcPts val="0"/>
              </a:spcBef>
              <a:buSzPct val="25000"/>
              <a:buNone/>
            </a:pPr>
            <a:r>
              <a:rPr lang="en" sz="5400" b="1" i="0" u="none" strike="noStrike" cap="none">
                <a:solidFill>
                  <a:srgbClr val="1C5B2C"/>
                </a:solidFill>
                <a:latin typeface="Times New Roman"/>
                <a:ea typeface="Times New Roman"/>
                <a:cs typeface="Times New Roman"/>
                <a:sym typeface="Times New Roman"/>
              </a:rPr>
              <a:t>+</a:t>
            </a:r>
          </a:p>
        </p:txBody>
      </p:sp>
      <p:sp>
        <p:nvSpPr>
          <p:cNvPr id="151" name="Shape 151"/>
          <p:cNvSpPr/>
          <p:nvPr/>
        </p:nvSpPr>
        <p:spPr>
          <a:xfrm>
            <a:off x="282575" y="6633439"/>
            <a:ext cx="1310700" cy="125700"/>
          </a:xfrm>
          <a:prstGeom prst="rect">
            <a:avLst/>
          </a:prstGeom>
          <a:solidFill>
            <a:srgbClr val="FFFFFF"/>
          </a:solidFill>
          <a:ln w="12700" cap="flat" cmpd="sng">
            <a:solidFill>
              <a:srgbClr val="FFFFFF"/>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pic>
        <p:nvPicPr>
          <p:cNvPr id="152" name="Shape 152" descr="TNM_green_3line_L.pdf"/>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949450" y="5616212"/>
            <a:ext cx="3132000" cy="2349300"/>
          </a:xfrm>
          <a:prstGeom prst="rect">
            <a:avLst/>
          </a:prstGeom>
          <a:noFill/>
          <a:ln>
            <a:noFill/>
          </a:ln>
        </p:spPr>
      </p:pic>
      <p:pic>
        <p:nvPicPr>
          <p:cNvPr id="153" name="Shape 153" descr="white.png"/>
          <p:cNvPicPr preferRelativeResize="0"/>
          <p:nvPr/>
        </p:nvPicPr>
        <p:blipFill rotWithShape="1">
          <a:blip r:embed="rId3">
            <a:alphaModFix amt="50000"/>
          </a:blip>
          <a:srcRect/>
          <a:stretch/>
        </p:blipFill>
        <p:spPr>
          <a:xfrm>
            <a:off x="5463591" y="0"/>
            <a:ext cx="3680400" cy="3771300"/>
          </a:xfrm>
          <a:prstGeom prst="rect">
            <a:avLst/>
          </a:prstGeom>
          <a:noFill/>
          <a:ln>
            <a:noFill/>
          </a:ln>
        </p:spPr>
      </p:pic>
      <p:sp>
        <p:nvSpPr>
          <p:cNvPr id="154" name="Shape 154"/>
          <p:cNvSpPr/>
          <p:nvPr/>
        </p:nvSpPr>
        <p:spPr>
          <a:xfrm>
            <a:off x="4620032" y="228600"/>
            <a:ext cx="2057400" cy="2039100"/>
          </a:xfrm>
          <a:prstGeom prst="rect">
            <a:avLst/>
          </a:pr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55" name="Shape 155"/>
          <p:cNvSpPr/>
          <p:nvPr/>
        </p:nvSpPr>
        <p:spPr>
          <a:xfrm>
            <a:off x="6798082" y="2377440"/>
            <a:ext cx="2057400" cy="2039100"/>
          </a:xfrm>
          <a:prstGeom prst="rect">
            <a:avLst/>
          </a:pr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56" name="Shape 156"/>
          <p:cNvSpPr/>
          <p:nvPr/>
        </p:nvSpPr>
        <p:spPr>
          <a:xfrm>
            <a:off x="4620032" y="2377440"/>
            <a:ext cx="2057400" cy="2039100"/>
          </a:xfrm>
          <a:prstGeom prst="rect">
            <a:avLst/>
          </a:prstGeom>
          <a:blipFill rotWithShape="1">
            <a:blip r:embed="rId6" cstate="email">
              <a:alphaModFix amt="73000"/>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57" name="Shape 157"/>
          <p:cNvSpPr txBox="1">
            <a:spLocks noGrp="1"/>
          </p:cNvSpPr>
          <p:nvPr>
            <p:ph type="ctrTitle"/>
          </p:nvPr>
        </p:nvSpPr>
        <p:spPr>
          <a:xfrm>
            <a:off x="365621" y="1591732"/>
            <a:ext cx="4038600" cy="2641500"/>
          </a:xfrm>
          <a:prstGeom prst="rect">
            <a:avLst/>
          </a:prstGeom>
          <a:noFill/>
          <a:ln>
            <a:noFill/>
          </a:ln>
        </p:spPr>
        <p:txBody>
          <a:bodyPr lIns="91425" tIns="91425" rIns="91425" bIns="91425" anchor="b" anchorCtr="0"/>
          <a:lstStyle>
            <a:lvl1pPr marL="0" marR="0" lvl="0" indent="0" algn="l" rtl="0">
              <a:spcBef>
                <a:spcPts val="0"/>
              </a:spcBef>
              <a:buClr>
                <a:srgbClr val="FFFFFF"/>
              </a:buClr>
              <a:buFont typeface="Arial"/>
              <a:buNone/>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a:p>
        </p:txBody>
      </p:sp>
      <p:pic>
        <p:nvPicPr>
          <p:cNvPr id="158" name="Shape 158"/>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02665" y="5676900"/>
            <a:ext cx="1371599" cy="5028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Shape 159"/>
        <p:cNvGrpSpPr/>
        <p:nvPr/>
      </p:nvGrpSpPr>
      <p:grpSpPr>
        <a:xfrm>
          <a:off x="0" y="0"/>
          <a:ext cx="0" cy="0"/>
          <a:chOff x="0" y="0"/>
          <a:chExt cx="0" cy="0"/>
        </a:xfrm>
      </p:grpSpPr>
      <p:sp>
        <p:nvSpPr>
          <p:cNvPr id="160" name="Shape 160"/>
          <p:cNvSpPr/>
          <p:nvPr/>
        </p:nvSpPr>
        <p:spPr>
          <a:xfrm>
            <a:off x="8166846" y="282574"/>
            <a:ext cx="685800" cy="1600499"/>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61" name="Shape 161"/>
          <p:cNvSpPr txBox="1">
            <a:spLocks noGrp="1"/>
          </p:cNvSpPr>
          <p:nvPr>
            <p:ph type="title"/>
          </p:nvPr>
        </p:nvSpPr>
        <p:spPr>
          <a:xfrm>
            <a:off x="498474" y="134470"/>
            <a:ext cx="7556400" cy="995100"/>
          </a:xfrm>
          <a:prstGeom prst="rect">
            <a:avLst/>
          </a:prstGeom>
          <a:noFill/>
          <a:ln>
            <a:noFill/>
          </a:ln>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62" name="Shape 162"/>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63" name="Shape 163"/>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64" name="Shape 164"/>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65" name="Shape 165"/>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spcBef>
                <a:spcPts val="0"/>
              </a:spcBef>
              <a:buSzPct val="25000"/>
              <a:buNone/>
            </a:pPr>
            <a:r>
              <a:rPr lang="en" sz="3600" b="1" i="0" u="none" strike="noStrike" cap="none">
                <a:solidFill>
                  <a:srgbClr val="7F7F7F"/>
                </a:solidFill>
                <a:latin typeface="Times New Roman"/>
                <a:ea typeface="Times New Roman"/>
                <a:cs typeface="Times New Roman"/>
                <a:sym typeface="Times New Roman"/>
              </a:rPr>
              <a:t>+</a:t>
            </a:r>
          </a:p>
        </p:txBody>
      </p:sp>
      <p:sp>
        <p:nvSpPr>
          <p:cNvPr id="166" name="Shape 166"/>
          <p:cNvSpPr txBox="1">
            <a:spLocks noGrp="1"/>
          </p:cNvSpPr>
          <p:nvPr>
            <p:ph type="body" idx="2"/>
          </p:nvPr>
        </p:nvSpPr>
        <p:spPr>
          <a:xfrm>
            <a:off x="498518" y="1129553"/>
            <a:ext cx="7559100" cy="774299"/>
          </a:xfrm>
          <a:prstGeom prst="rect">
            <a:avLst/>
          </a:prstGeom>
          <a:noFill/>
          <a:ln>
            <a:noFill/>
          </a:ln>
        </p:spPr>
        <p:txBody>
          <a:bodyPr lIns="91425" tIns="91425" rIns="91425" bIns="91425" anchor="t" anchorCtr="0"/>
          <a:lstStyle>
            <a:lvl1pPr marL="0" lvl="0" indent="0" rtl="0">
              <a:spcBef>
                <a:spcPts val="0"/>
              </a:spcBef>
              <a:buClr>
                <a:srgbClr val="493A13"/>
              </a:buClr>
              <a:buFont typeface="Arial"/>
              <a:buNone/>
              <a:defRPr/>
            </a:lvl1pPr>
            <a:lvl2pPr marL="457200" lvl="1" indent="0" rtl="0">
              <a:spcBef>
                <a:spcPts val="0"/>
              </a:spcBef>
              <a:buFont typeface="Times New Roman"/>
              <a:buNone/>
              <a:defRPr/>
            </a:lvl2pPr>
            <a:lvl3pPr marL="914400" lvl="2" indent="0" rtl="0">
              <a:spcBef>
                <a:spcPts val="0"/>
              </a:spcBef>
              <a:buFont typeface="Times New Roman"/>
              <a:buNone/>
              <a:defRPr/>
            </a:lvl3pPr>
            <a:lvl4pPr marL="1371600" lvl="3" indent="0" rtl="0">
              <a:spcBef>
                <a:spcPts val="0"/>
              </a:spcBef>
              <a:buFont typeface="Times New Roman"/>
              <a:buNone/>
              <a:defRPr/>
            </a:lvl4pPr>
            <a:lvl5pPr marL="1828800" lvl="4" indent="0" rtl="0">
              <a:spcBef>
                <a:spcPts val="0"/>
              </a:spcBef>
              <a:buFont typeface="Times New Roman"/>
              <a:buNone/>
              <a:defRPr/>
            </a:lvl5pPr>
            <a:lvl6pPr marL="2286000" lvl="5" indent="0" rtl="0">
              <a:spcBef>
                <a:spcPts val="0"/>
              </a:spcBef>
              <a:buFont typeface="Times New Roman"/>
              <a:buNone/>
              <a:defRPr/>
            </a:lvl6pPr>
            <a:lvl7pPr marL="2743200" lvl="6" indent="0" rtl="0">
              <a:spcBef>
                <a:spcPts val="0"/>
              </a:spcBef>
              <a:buFont typeface="Times New Roman"/>
              <a:buNone/>
              <a:defRPr/>
            </a:lvl7pPr>
            <a:lvl8pPr marL="3200400" lvl="7" indent="0" rtl="0">
              <a:spcBef>
                <a:spcPts val="0"/>
              </a:spcBef>
              <a:buFont typeface="Times New Roman"/>
              <a:buNone/>
              <a:defRPr/>
            </a:lvl8pPr>
            <a:lvl9pPr marL="3657600" lvl="8" indent="0" rtl="0">
              <a:spcBef>
                <a:spcPts val="0"/>
              </a:spcBef>
              <a:buFont typeface="Times New Roman"/>
              <a:buNone/>
              <a:defRPr/>
            </a:lvl9pPr>
          </a:lstStyle>
          <a:p>
            <a:endParaRPr/>
          </a:p>
        </p:txBody>
      </p:sp>
      <p:sp>
        <p:nvSpPr>
          <p:cNvPr id="167" name="Shape 167"/>
          <p:cNvSpPr txBox="1"/>
          <p:nvPr/>
        </p:nvSpPr>
        <p:spPr>
          <a:xfrm>
            <a:off x="8178792" y="282574"/>
            <a:ext cx="673800" cy="3693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fld id="{00000000-1234-1234-1234-123412341234}" type="slidenum">
              <a:rPr lang="en" sz="1800" b="0" i="0" u="none" strike="noStrike" cap="none">
                <a:solidFill>
                  <a:schemeClr val="lt1"/>
                </a:solidFill>
                <a:latin typeface="Times New Roman"/>
                <a:ea typeface="Times New Roman"/>
                <a:cs typeface="Times New Roman"/>
                <a:sym typeface="Times New Roman"/>
              </a:rPr>
              <a:t>‹#›</a:t>
            </a:fld>
            <a:endParaRPr lang="en" sz="1800" b="0" i="0" u="none" strike="noStrike" cap="non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68"/>
        <p:cNvGrpSpPr/>
        <p:nvPr/>
      </p:nvGrpSpPr>
      <p:grpSpPr>
        <a:xfrm>
          <a:off x="0" y="0"/>
          <a:ext cx="0" cy="0"/>
          <a:chOff x="0" y="0"/>
          <a:chExt cx="0" cy="0"/>
        </a:xfrm>
      </p:grpSpPr>
      <p:sp>
        <p:nvSpPr>
          <p:cNvPr id="169" name="Shape 169"/>
          <p:cNvSpPr txBox="1">
            <a:spLocks noGrp="1"/>
          </p:cNvSpPr>
          <p:nvPr>
            <p:ph type="title"/>
          </p:nvPr>
        </p:nvSpPr>
        <p:spPr>
          <a:xfrm>
            <a:off x="381000" y="152400"/>
            <a:ext cx="8229600" cy="1143300"/>
          </a:xfrm>
          <a:prstGeom prst="rect">
            <a:avLst/>
          </a:prstGeom>
          <a:noFill/>
          <a:ln>
            <a:noFill/>
          </a:ln>
        </p:spPr>
        <p:txBody>
          <a:bodyPr lIns="91425" tIns="91425" rIns="91425" bIns="91425" anchor="ctr" anchorCtr="0"/>
          <a:lstStyle>
            <a:lvl1pPr lvl="0" algn="l" rtl="0">
              <a:spcBef>
                <a:spcPts val="0"/>
              </a:spcBef>
              <a:spcAft>
                <a:spcPts val="0"/>
              </a:spcAft>
              <a:defRPr/>
            </a:lvl1pPr>
            <a:lvl2pPr lvl="1" algn="l" rtl="0">
              <a:spcBef>
                <a:spcPts val="0"/>
              </a:spcBef>
              <a:spcAft>
                <a:spcPts val="0"/>
              </a:spcAft>
              <a:defRPr/>
            </a:lvl2pPr>
            <a:lvl3pPr lvl="2" algn="l" rtl="0">
              <a:spcBef>
                <a:spcPts val="0"/>
              </a:spcBef>
              <a:spcAft>
                <a:spcPts val="0"/>
              </a:spcAft>
              <a:defRPr/>
            </a:lvl3pPr>
            <a:lvl4pPr lvl="3" algn="l" rtl="0">
              <a:spcBef>
                <a:spcPts val="0"/>
              </a:spcBef>
              <a:spcAft>
                <a:spcPts val="0"/>
              </a:spcAft>
              <a:defRPr/>
            </a:lvl4pPr>
            <a:lvl5pPr lvl="4" algn="l" rtl="0">
              <a:spcBef>
                <a:spcPts val="0"/>
              </a:spcBef>
              <a:spcAft>
                <a:spcPts val="0"/>
              </a:spcAft>
              <a:defRPr/>
            </a:lvl5pPr>
            <a:lvl6pPr marL="457200" lvl="5" algn="l" rtl="0">
              <a:spcBef>
                <a:spcPts val="0"/>
              </a:spcBef>
              <a:spcAft>
                <a:spcPts val="0"/>
              </a:spcAft>
              <a:defRPr/>
            </a:lvl6pPr>
            <a:lvl7pPr marL="914400" lvl="6" algn="l" rtl="0">
              <a:spcBef>
                <a:spcPts val="0"/>
              </a:spcBef>
              <a:spcAft>
                <a:spcPts val="0"/>
              </a:spcAft>
              <a:defRPr/>
            </a:lvl7pPr>
            <a:lvl8pPr marL="1371600" lvl="7" algn="l" rtl="0">
              <a:spcBef>
                <a:spcPts val="0"/>
              </a:spcBef>
              <a:spcAft>
                <a:spcPts val="0"/>
              </a:spcAft>
              <a:defRPr/>
            </a:lvl8pPr>
            <a:lvl9pPr marL="1828800" lvl="8" algn="l" rtl="0">
              <a:spcBef>
                <a:spcPts val="0"/>
              </a:spcBef>
              <a:spcAft>
                <a:spcPts val="0"/>
              </a:spcAft>
              <a:defRPr/>
            </a:lvl9pPr>
          </a:lstStyle>
          <a:p>
            <a:endParaRPr/>
          </a:p>
        </p:txBody>
      </p:sp>
      <p:sp>
        <p:nvSpPr>
          <p:cNvPr id="170" name="Shape 170"/>
          <p:cNvSpPr txBox="1">
            <a:spLocks noGrp="1"/>
          </p:cNvSpPr>
          <p:nvPr>
            <p:ph type="body" idx="1"/>
          </p:nvPr>
        </p:nvSpPr>
        <p:spPr>
          <a:xfrm>
            <a:off x="381000" y="1371600"/>
            <a:ext cx="8305800" cy="4114800"/>
          </a:xfrm>
          <a:prstGeom prst="rect">
            <a:avLst/>
          </a:prstGeom>
          <a:noFill/>
          <a:ln>
            <a:noFill/>
          </a:ln>
        </p:spPr>
        <p:txBody>
          <a:bodyPr lIns="91425" tIns="91425" rIns="91425" bIns="91425" anchor="t" anchorCtr="0"/>
          <a:lstStyle>
            <a:lvl1pPr marL="342900" lvl="0" indent="-120650" algn="l" rtl="0">
              <a:spcBef>
                <a:spcPts val="560"/>
              </a:spcBef>
              <a:spcAft>
                <a:spcPts val="0"/>
              </a:spcAft>
              <a:buClr>
                <a:srgbClr val="FAFD00"/>
              </a:buClr>
              <a:buFont typeface="Arial"/>
              <a:buChar char="▪"/>
              <a:defRPr/>
            </a:lvl1pPr>
            <a:lvl2pPr marL="742950" lvl="1" indent="-95250" algn="l" rtl="0">
              <a:spcBef>
                <a:spcPts val="480"/>
              </a:spcBef>
              <a:spcAft>
                <a:spcPts val="0"/>
              </a:spcAft>
              <a:buClr>
                <a:srgbClr val="FAFD00"/>
              </a:buClr>
              <a:buFont typeface="Arial"/>
              <a:buChar char="▪"/>
              <a:defRPr/>
            </a:lvl2pPr>
            <a:lvl3pPr marL="1143000" lvl="2" indent="-69850" algn="l" rtl="0">
              <a:spcBef>
                <a:spcPts val="400"/>
              </a:spcBef>
              <a:spcAft>
                <a:spcPts val="0"/>
              </a:spcAft>
              <a:buClr>
                <a:srgbClr val="FAFD00"/>
              </a:buClr>
              <a:buFont typeface="Arial"/>
              <a:buChar char="▪"/>
              <a:defRPr/>
            </a:lvl3pPr>
            <a:lvl4pPr marL="1600200" lvl="3" indent="-85725" algn="l" rtl="0">
              <a:spcBef>
                <a:spcPts val="360"/>
              </a:spcBef>
              <a:spcAft>
                <a:spcPts val="0"/>
              </a:spcAft>
              <a:buClr>
                <a:srgbClr val="FAFD00"/>
              </a:buClr>
              <a:buFont typeface="Arial"/>
              <a:buChar char="▪"/>
              <a:defRPr/>
            </a:lvl4pPr>
            <a:lvl5pPr marL="2057400" lvl="4" indent="-85725" algn="l" rtl="0">
              <a:spcBef>
                <a:spcPts val="360"/>
              </a:spcBef>
              <a:spcAft>
                <a:spcPts val="0"/>
              </a:spcAft>
              <a:buClr>
                <a:srgbClr val="FAFD00"/>
              </a:buClr>
              <a:buFont typeface="Arial"/>
              <a:buChar char="▪"/>
              <a:defRPr/>
            </a:lvl5pPr>
            <a:lvl6pPr marL="2514600" lvl="5" indent="-85725" algn="l" rtl="0">
              <a:spcBef>
                <a:spcPts val="360"/>
              </a:spcBef>
              <a:spcAft>
                <a:spcPts val="0"/>
              </a:spcAft>
              <a:buClr>
                <a:srgbClr val="FAFD00"/>
              </a:buClr>
              <a:buFont typeface="Arial"/>
              <a:buChar char="▪"/>
              <a:defRPr/>
            </a:lvl6pPr>
            <a:lvl7pPr marL="2971800" lvl="6" indent="-85725" algn="l" rtl="0">
              <a:spcBef>
                <a:spcPts val="360"/>
              </a:spcBef>
              <a:spcAft>
                <a:spcPts val="0"/>
              </a:spcAft>
              <a:buClr>
                <a:srgbClr val="FAFD00"/>
              </a:buClr>
              <a:buFont typeface="Arial"/>
              <a:buChar char="▪"/>
              <a:defRPr/>
            </a:lvl7pPr>
            <a:lvl8pPr marL="3429000" lvl="7" indent="-85725" algn="l" rtl="0">
              <a:spcBef>
                <a:spcPts val="360"/>
              </a:spcBef>
              <a:spcAft>
                <a:spcPts val="0"/>
              </a:spcAft>
              <a:buClr>
                <a:srgbClr val="FAFD00"/>
              </a:buClr>
              <a:buFont typeface="Arial"/>
              <a:buChar char="▪"/>
              <a:defRPr/>
            </a:lvl8pPr>
            <a:lvl9pPr marL="3886200" lvl="8" indent="-85725" algn="l" rtl="0">
              <a:spcBef>
                <a:spcPts val="360"/>
              </a:spcBef>
              <a:spcAft>
                <a:spcPts val="0"/>
              </a:spcAft>
              <a:buClr>
                <a:srgbClr val="FAFD00"/>
              </a:buClr>
              <a:buFont typeface="Arial"/>
              <a:buChar char="▪"/>
              <a:defRPr/>
            </a:lvl9pPr>
          </a:lstStyle>
          <a:p>
            <a:endParaRPr/>
          </a:p>
        </p:txBody>
      </p:sp>
      <p:sp>
        <p:nvSpPr>
          <p:cNvPr id="171" name="Shape 171"/>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r" rtl="0">
              <a:spcBef>
                <a:spcPts val="0"/>
              </a:spcBef>
            </a:pPr>
            <a:endParaRPr/>
          </a:p>
          <a:p>
            <a:pPr marL="457200" marR="0" lvl="1" indent="0" algn="l" rtl="0">
              <a:spcBef>
                <a:spcPts val="0"/>
              </a:spcBef>
            </a:pPr>
            <a:endParaRPr/>
          </a:p>
          <a:p>
            <a:pPr marL="914400" marR="0" lvl="2" indent="0" algn="l" rtl="0">
              <a:spcBef>
                <a:spcPts val="0"/>
              </a:spcBef>
            </a:pPr>
            <a:endParaRPr/>
          </a:p>
          <a:p>
            <a:pPr marL="1371600" marR="0" lvl="3" indent="0" algn="l" rtl="0">
              <a:spcBef>
                <a:spcPts val="0"/>
              </a:spcBef>
            </a:pPr>
            <a:endParaRPr/>
          </a:p>
          <a:p>
            <a:pPr marL="1828800" marR="0" lvl="4" indent="0" algn="l" rtl="0">
              <a:spcBef>
                <a:spcPts val="0"/>
              </a:spcBef>
            </a:pPr>
            <a:endParaRPr/>
          </a:p>
          <a:p>
            <a:pPr marL="2286000" marR="0" lvl="5" indent="0" algn="l" rtl="0">
              <a:spcBef>
                <a:spcPts val="0"/>
              </a:spcBef>
            </a:pPr>
            <a:endParaRPr/>
          </a:p>
          <a:p>
            <a:pPr marL="2743200" marR="0" lvl="6" indent="0" algn="l" rtl="0">
              <a:spcBef>
                <a:spcPts val="0"/>
              </a:spcBef>
            </a:pPr>
            <a:endParaRPr/>
          </a:p>
          <a:p>
            <a:pPr marL="3200400" marR="0" lvl="7" indent="0" algn="l" rtl="0">
              <a:spcBef>
                <a:spcPts val="0"/>
              </a:spcBef>
            </a:pPr>
            <a:endParaRPr/>
          </a:p>
          <a:p>
            <a:pPr marL="3657600" marR="0" lvl="8" indent="0" algn="l" rtl="0">
              <a:spcBef>
                <a:spcPts val="0"/>
              </a:spcBef>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72"/>
        <p:cNvGrpSpPr/>
        <p:nvPr/>
      </p:nvGrpSpPr>
      <p:grpSpPr>
        <a:xfrm>
          <a:off x="0" y="0"/>
          <a:ext cx="0" cy="0"/>
          <a:chOff x="0" y="0"/>
          <a:chExt cx="0" cy="0"/>
        </a:xfrm>
      </p:grpSpPr>
      <p:sp>
        <p:nvSpPr>
          <p:cNvPr id="173" name="Shape 173"/>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r" rtl="0">
              <a:spcBef>
                <a:spcPts val="0"/>
              </a:spcBef>
            </a:pPr>
            <a:endParaRPr/>
          </a:p>
          <a:p>
            <a:pPr marL="457200" marR="0" lvl="1" indent="0" algn="l" rtl="0">
              <a:spcBef>
                <a:spcPts val="0"/>
              </a:spcBef>
            </a:pPr>
            <a:endParaRPr/>
          </a:p>
          <a:p>
            <a:pPr marL="914400" marR="0" lvl="2" indent="0" algn="l" rtl="0">
              <a:spcBef>
                <a:spcPts val="0"/>
              </a:spcBef>
            </a:pPr>
            <a:endParaRPr/>
          </a:p>
          <a:p>
            <a:pPr marL="1371600" marR="0" lvl="3" indent="0" algn="l" rtl="0">
              <a:spcBef>
                <a:spcPts val="0"/>
              </a:spcBef>
            </a:pPr>
            <a:endParaRPr/>
          </a:p>
          <a:p>
            <a:pPr marL="1828800" marR="0" lvl="4" indent="0" algn="l" rtl="0">
              <a:spcBef>
                <a:spcPts val="0"/>
              </a:spcBef>
            </a:pPr>
            <a:endParaRPr/>
          </a:p>
          <a:p>
            <a:pPr marL="2286000" marR="0" lvl="5" indent="0" algn="l" rtl="0">
              <a:spcBef>
                <a:spcPts val="0"/>
              </a:spcBef>
            </a:pPr>
            <a:endParaRPr/>
          </a:p>
          <a:p>
            <a:pPr marL="2743200" marR="0" lvl="6" indent="0" algn="l" rtl="0">
              <a:spcBef>
                <a:spcPts val="0"/>
              </a:spcBef>
            </a:pPr>
            <a:endParaRPr/>
          </a:p>
          <a:p>
            <a:pPr marL="3200400" marR="0" lvl="7" indent="0" algn="l" rtl="0">
              <a:spcBef>
                <a:spcPts val="0"/>
              </a:spcBef>
            </a:pPr>
            <a:endParaRPr/>
          </a:p>
          <a:p>
            <a:pPr marL="3657600" marR="0" lvl="8" indent="0" algn="l" rtl="0">
              <a:spcBef>
                <a:spcPts val="0"/>
              </a:spcBef>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74"/>
        <p:cNvGrpSpPr/>
        <p:nvPr/>
      </p:nvGrpSpPr>
      <p:grpSpPr>
        <a:xfrm>
          <a:off x="0" y="0"/>
          <a:ext cx="0" cy="0"/>
          <a:chOff x="0" y="0"/>
          <a:chExt cx="0" cy="0"/>
        </a:xfrm>
      </p:grpSpPr>
      <p:sp>
        <p:nvSpPr>
          <p:cNvPr id="175" name="Shape 175"/>
          <p:cNvSpPr/>
          <p:nvPr/>
        </p:nvSpPr>
        <p:spPr>
          <a:xfrm>
            <a:off x="-9525" y="-7938"/>
            <a:ext cx="9163050" cy="1041401"/>
          </a:xfrm>
          <a:custGeom>
            <a:avLst/>
            <a:gdLst/>
            <a:ahLst/>
            <a:cxnLst/>
            <a:rect l="0" t="0" r="0" b="0"/>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1476AB">
                  <a:alpha val="44705"/>
                </a:srgbClr>
              </a:gs>
              <a:gs pos="100000">
                <a:srgbClr val="0CE0EC">
                  <a:alpha val="54901"/>
                </a:srgbClr>
              </a:gs>
            </a:gsLst>
            <a:lin ang="5400012" scaled="0"/>
          </a:gradFill>
          <a:ln>
            <a:noFill/>
          </a:ln>
        </p:spPr>
        <p:txBody>
          <a:bodyPr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176" name="Shape 176"/>
          <p:cNvSpPr/>
          <p:nvPr/>
        </p:nvSpPr>
        <p:spPr>
          <a:xfrm>
            <a:off x="4381500" y="-7938"/>
            <a:ext cx="4762500" cy="638174"/>
          </a:xfrm>
          <a:custGeom>
            <a:avLst/>
            <a:gdLst/>
            <a:ahLst/>
            <a:cxnLst/>
            <a:rect l="0" t="0" r="0" b="0"/>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18A7B0">
                  <a:alpha val="29803"/>
                </a:srgbClr>
              </a:gs>
              <a:gs pos="80000">
                <a:srgbClr val="0993DD">
                  <a:alpha val="44705"/>
                </a:srgbClr>
              </a:gs>
              <a:gs pos="100000">
                <a:srgbClr val="0993DD">
                  <a:alpha val="44705"/>
                </a:srgbClr>
              </a:gs>
            </a:gsLst>
            <a:lin ang="5400012" scaled="0"/>
          </a:gradFill>
          <a:ln>
            <a:noFill/>
          </a:ln>
        </p:spPr>
        <p:txBody>
          <a:bodyPr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FFFFFF"/>
              </a:solidFill>
              <a:latin typeface="Arial"/>
              <a:ea typeface="Arial"/>
              <a:cs typeface="Arial"/>
              <a:sym typeface="Arial"/>
            </a:endParaRPr>
          </a:p>
        </p:txBody>
      </p:sp>
      <p:grpSp>
        <p:nvGrpSpPr>
          <p:cNvPr id="177" name="Shape 177"/>
          <p:cNvGrpSpPr/>
          <p:nvPr/>
        </p:nvGrpSpPr>
        <p:grpSpPr>
          <a:xfrm>
            <a:off x="-29327" y="-14801"/>
            <a:ext cx="9198252" cy="1083761"/>
            <a:chOff x="-29322" y="-1964"/>
            <a:chExt cx="9198252" cy="1086259"/>
          </a:xfrm>
        </p:grpSpPr>
        <p:sp>
          <p:nvSpPr>
            <p:cNvPr id="178" name="Shape 178"/>
            <p:cNvSpPr/>
            <p:nvPr/>
          </p:nvSpPr>
          <p:spPr>
            <a:xfrm rot="-164306">
              <a:off x="-19045" y="216553"/>
              <a:ext cx="9163051" cy="649223"/>
            </a:xfrm>
            <a:custGeom>
              <a:avLst/>
              <a:gdLst/>
              <a:ahLst/>
              <a:cxnLst/>
              <a:rect l="0" t="0" r="0" b="0"/>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33B7BF"/>
              </a:solidFill>
              <a:prstDash val="solid"/>
              <a:round/>
              <a:headEnd type="none" w="med" len="med"/>
              <a:tailEnd type="none" w="med" len="med"/>
            </a:ln>
          </p:spPr>
          <p:txBody>
            <a:bodyPr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179" name="Shape 179"/>
            <p:cNvSpPr/>
            <p:nvPr/>
          </p:nvSpPr>
          <p:spPr>
            <a:xfrm rot="-164306">
              <a:off x="-14309" y="290005"/>
              <a:ext cx="9175809" cy="530352"/>
            </a:xfrm>
            <a:custGeom>
              <a:avLst/>
              <a:gdLst/>
              <a:ahLst/>
              <a:cxnLst/>
              <a:rect l="0" t="0" r="0" b="0"/>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med" len="med"/>
              <a:tailEnd type="none" w="med" len="med"/>
            </a:ln>
          </p:spPr>
          <p:txBody>
            <a:bodyPr lIns="91425" tIns="45700" rIns="91425" bIns="45700" anchor="t" anchorCtr="0">
              <a:noAutofit/>
            </a:bodyPr>
            <a:lstStyle/>
            <a:p>
              <a:pPr marL="0" marR="0" lvl="0" indent="0" algn="l" rtl="0">
                <a:spcBef>
                  <a:spcPts val="0"/>
                </a:spcBef>
                <a:spcAft>
                  <a:spcPts val="0"/>
                </a:spcAft>
                <a:buNone/>
              </a:pPr>
              <a:endParaRPr sz="1800" b="0" i="0" u="none" strike="noStrike" cap="none">
                <a:solidFill>
                  <a:srgbClr val="FFFFFF"/>
                </a:solidFill>
                <a:latin typeface="Arial"/>
                <a:ea typeface="Arial"/>
                <a:cs typeface="Arial"/>
                <a:sym typeface="Arial"/>
              </a:endParaRPr>
            </a:p>
          </p:txBody>
        </p:sp>
      </p:grpSp>
      <p:sp>
        <p:nvSpPr>
          <p:cNvPr id="180" name="Shape 180"/>
          <p:cNvSpPr txBox="1">
            <a:spLocks noGrp="1"/>
          </p:cNvSpPr>
          <p:nvPr>
            <p:ph type="title"/>
          </p:nvPr>
        </p:nvSpPr>
        <p:spPr>
          <a:xfrm>
            <a:off x="530352" y="1316736"/>
            <a:ext cx="7772400" cy="1362900"/>
          </a:xfrm>
          <a:prstGeom prst="rect">
            <a:avLst/>
          </a:prstGeom>
          <a:noFill/>
          <a:ln>
            <a:noFill/>
          </a:ln>
        </p:spPr>
        <p:txBody>
          <a:bodyPr lIns="91425" tIns="91425" rIns="91425" bIns="91425" anchor="b" anchorCtr="0"/>
          <a:lstStyle>
            <a:lvl1pPr lvl="0" algn="l" rtl="0">
              <a:spcBef>
                <a:spcPts val="0"/>
              </a:spcBef>
              <a:buClr>
                <a:srgbClr val="54EEC5"/>
              </a:buClr>
              <a:buFont typeface="Arial"/>
              <a:buNone/>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81" name="Shape 181"/>
          <p:cNvSpPr txBox="1">
            <a:spLocks noGrp="1"/>
          </p:cNvSpPr>
          <p:nvPr>
            <p:ph type="body" idx="1"/>
          </p:nvPr>
        </p:nvSpPr>
        <p:spPr>
          <a:xfrm>
            <a:off x="530352" y="2704664"/>
            <a:ext cx="7772400" cy="1509600"/>
          </a:xfrm>
          <a:prstGeom prst="rect">
            <a:avLst/>
          </a:prstGeom>
          <a:noFill/>
          <a:ln>
            <a:noFill/>
          </a:ln>
        </p:spPr>
        <p:txBody>
          <a:bodyPr lIns="91425" tIns="91425" rIns="91425" bIns="91425" anchor="t" anchorCtr="0"/>
          <a:lstStyle>
            <a:lvl1pPr marL="0" lvl="0" indent="0" rtl="0">
              <a:spcBef>
                <a:spcPts val="0"/>
              </a:spcBef>
              <a:buClr>
                <a:schemeClr val="lt1"/>
              </a:buClr>
              <a:buFont typeface="Arial"/>
              <a:buNone/>
              <a:defRPr/>
            </a:lvl1pPr>
            <a:lvl2pPr lvl="1" rtl="0">
              <a:spcBef>
                <a:spcPts val="0"/>
              </a:spcBef>
              <a:buClr>
                <a:schemeClr val="lt1"/>
              </a:buClr>
              <a:buFont typeface="Arial"/>
              <a:buNone/>
              <a:defRPr/>
            </a:lvl2pPr>
            <a:lvl3pPr lvl="2" rtl="0">
              <a:spcBef>
                <a:spcPts val="0"/>
              </a:spcBef>
              <a:buClr>
                <a:schemeClr val="lt1"/>
              </a:buClr>
              <a:buFont typeface="Arial"/>
              <a:buNone/>
              <a:defRPr/>
            </a:lvl3pPr>
            <a:lvl4pPr lvl="3" rtl="0">
              <a:spcBef>
                <a:spcPts val="0"/>
              </a:spcBef>
              <a:buClr>
                <a:schemeClr val="lt1"/>
              </a:buClr>
              <a:buFont typeface="Arial"/>
              <a:buNone/>
              <a:defRPr/>
            </a:lvl4pPr>
            <a:lvl5pPr lvl="4" rtl="0">
              <a:spcBef>
                <a:spcPts val="0"/>
              </a:spcBef>
              <a:buClr>
                <a:schemeClr val="lt1"/>
              </a:buClr>
              <a:buFont typeface="Arial"/>
              <a:buNone/>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82" name="Shape 182"/>
          <p:cNvSpPr txBox="1">
            <a:spLocks noGrp="1"/>
          </p:cNvSpPr>
          <p:nvPr>
            <p:ph type="sldNum" idx="12"/>
          </p:nvPr>
        </p:nvSpPr>
        <p:spPr>
          <a:xfrm>
            <a:off x="7924800" y="6356350"/>
            <a:ext cx="762000" cy="365100"/>
          </a:xfrm>
          <a:prstGeom prst="rect">
            <a:avLst/>
          </a:prstGeom>
          <a:noFill/>
          <a:ln>
            <a:noFill/>
          </a:ln>
        </p:spPr>
        <p:txBody>
          <a:bodyPr lIns="0" tIns="0" rIns="0" bIns="0" anchor="b" anchorCtr="0">
            <a:noAutofit/>
          </a:bodyPr>
          <a:lstStyle/>
          <a:p>
            <a:pPr marL="0" marR="0" lvl="0" indent="0" algn="r" rtl="0">
              <a:spcBef>
                <a:spcPts val="0"/>
              </a:spcBef>
              <a:buSzPct val="25000"/>
              <a:buNone/>
            </a:pPr>
            <a:fld id="{00000000-1234-1234-1234-123412341234}" type="slidenum">
              <a:rPr lang="en" sz="1200" b="0" i="0" u="none" strike="noStrike" cap="none">
                <a:solidFill>
                  <a:srgbClr val="FFFFFF"/>
                </a:solidFill>
                <a:latin typeface="Arial"/>
                <a:ea typeface="Arial"/>
                <a:cs typeface="Arial"/>
                <a:sym typeface="Arial"/>
              </a:rPr>
              <a:t>‹#›</a:t>
            </a:fld>
            <a:endParaRPr lang="en" sz="12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Shape 183"/>
        <p:cNvGrpSpPr/>
        <p:nvPr/>
      </p:nvGrpSpPr>
      <p:grpSpPr>
        <a:xfrm>
          <a:off x="0" y="0"/>
          <a:ext cx="0" cy="0"/>
          <a:chOff x="0" y="0"/>
          <a:chExt cx="0" cy="0"/>
        </a:xfrm>
      </p:grpSpPr>
      <p:sp>
        <p:nvSpPr>
          <p:cNvPr id="184" name="Shape 184"/>
          <p:cNvSpPr txBox="1">
            <a:spLocks noGrp="1"/>
          </p:cNvSpPr>
          <p:nvPr>
            <p:ph type="body" idx="1"/>
          </p:nvPr>
        </p:nvSpPr>
        <p:spPr>
          <a:xfrm>
            <a:off x="457200" y="274637"/>
            <a:ext cx="8229600" cy="5851500"/>
          </a:xfrm>
          <a:prstGeom prst="rect">
            <a:avLst/>
          </a:prstGeom>
          <a:noFill/>
          <a:ln>
            <a:noFill/>
          </a:ln>
        </p:spPr>
        <p:txBody>
          <a:bodyPr lIns="91425" tIns="91425" rIns="91425" bIns="91425" anchor="t" anchorCtr="0"/>
          <a:lstStyle>
            <a:lvl1pPr marL="342900" lvl="0" indent="-120650" algn="l" rtl="0">
              <a:spcBef>
                <a:spcPts val="560"/>
              </a:spcBef>
              <a:spcAft>
                <a:spcPts val="0"/>
              </a:spcAft>
              <a:buClr>
                <a:srgbClr val="FFFF99"/>
              </a:buClr>
              <a:buFont typeface="Noto Symbol"/>
              <a:buChar char="▪"/>
              <a:defRPr/>
            </a:lvl1pPr>
            <a:lvl2pPr marL="742950" lvl="1" indent="-95250" algn="l" rtl="0">
              <a:spcBef>
                <a:spcPts val="480"/>
              </a:spcBef>
              <a:spcAft>
                <a:spcPts val="0"/>
              </a:spcAft>
              <a:buClr>
                <a:srgbClr val="FFFF99"/>
              </a:buClr>
              <a:buFont typeface="Noto Symbol"/>
              <a:buChar char="▪"/>
              <a:defRPr/>
            </a:lvl2pPr>
            <a:lvl3pPr marL="1143000" lvl="2" indent="-69850" algn="l" rtl="0">
              <a:spcBef>
                <a:spcPts val="400"/>
              </a:spcBef>
              <a:spcAft>
                <a:spcPts val="0"/>
              </a:spcAft>
              <a:buClr>
                <a:srgbClr val="FFFF99"/>
              </a:buClr>
              <a:buFont typeface="Noto Symbol"/>
              <a:buChar char="▪"/>
              <a:defRPr/>
            </a:lvl3pPr>
            <a:lvl4pPr marL="1600200" lvl="3" indent="-85725" algn="l" rtl="0">
              <a:spcBef>
                <a:spcPts val="360"/>
              </a:spcBef>
              <a:spcAft>
                <a:spcPts val="0"/>
              </a:spcAft>
              <a:buClr>
                <a:srgbClr val="FFFF99"/>
              </a:buClr>
              <a:buFont typeface="Noto Symbol"/>
              <a:buChar char="▪"/>
              <a:defRPr/>
            </a:lvl4pPr>
            <a:lvl5pPr marL="2057400" lvl="4" indent="-85725" algn="l" rtl="0">
              <a:spcBef>
                <a:spcPts val="360"/>
              </a:spcBef>
              <a:spcAft>
                <a:spcPts val="0"/>
              </a:spcAft>
              <a:buClr>
                <a:srgbClr val="FFFF99"/>
              </a:buClr>
              <a:buFont typeface="Noto Symbol"/>
              <a:buChar char="▪"/>
              <a:defRPr/>
            </a:lvl5pPr>
            <a:lvl6pPr marL="2514600" lvl="5" indent="-85725" algn="l" rtl="0">
              <a:spcBef>
                <a:spcPts val="360"/>
              </a:spcBef>
              <a:spcAft>
                <a:spcPts val="0"/>
              </a:spcAft>
              <a:buClr>
                <a:srgbClr val="FFFF99"/>
              </a:buClr>
              <a:buFont typeface="Noto Symbol"/>
              <a:buChar char="▪"/>
              <a:defRPr/>
            </a:lvl6pPr>
            <a:lvl7pPr marL="2971800" lvl="6" indent="-85725" algn="l" rtl="0">
              <a:spcBef>
                <a:spcPts val="360"/>
              </a:spcBef>
              <a:spcAft>
                <a:spcPts val="0"/>
              </a:spcAft>
              <a:buClr>
                <a:srgbClr val="FFFF99"/>
              </a:buClr>
              <a:buFont typeface="Noto Symbol"/>
              <a:buChar char="▪"/>
              <a:defRPr/>
            </a:lvl7pPr>
            <a:lvl8pPr marL="3429000" lvl="7" indent="-85725" algn="l" rtl="0">
              <a:spcBef>
                <a:spcPts val="360"/>
              </a:spcBef>
              <a:spcAft>
                <a:spcPts val="0"/>
              </a:spcAft>
              <a:buClr>
                <a:srgbClr val="FFFF99"/>
              </a:buClr>
              <a:buFont typeface="Noto Symbol"/>
              <a:buChar char="▪"/>
              <a:defRPr/>
            </a:lvl8pPr>
            <a:lvl9pPr marL="3886200" lvl="8" indent="-85725" algn="l" rtl="0">
              <a:spcBef>
                <a:spcPts val="360"/>
              </a:spcBef>
              <a:spcAft>
                <a:spcPts val="0"/>
              </a:spcAft>
              <a:buClr>
                <a:srgbClr val="FFFF99"/>
              </a:buClr>
              <a:buFont typeface="Noto Symbol"/>
              <a:buChar char="▪"/>
              <a:defRPr/>
            </a:lvl9pPr>
          </a:lstStyle>
          <a:p>
            <a:endParaRPr/>
          </a:p>
        </p:txBody>
      </p:sp>
      <p:sp>
        <p:nvSpPr>
          <p:cNvPr id="185" name="Shape 185"/>
          <p:cNvSpPr txBox="1">
            <a:spLocks noGrp="1"/>
          </p:cNvSpPr>
          <p:nvPr>
            <p:ph type="dt" idx="10"/>
          </p:nvPr>
        </p:nvSpPr>
        <p:spPr>
          <a:xfrm>
            <a:off x="457200" y="6356350"/>
            <a:ext cx="2133600" cy="365100"/>
          </a:xfrm>
          <a:prstGeom prst="rect">
            <a:avLst/>
          </a:prstGeom>
          <a:noFill/>
          <a:ln>
            <a:noFill/>
          </a:ln>
        </p:spPr>
        <p:txBody>
          <a:bodyPr lIns="91425" tIns="91425" rIns="91425" bIns="91425" anchor="t"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86" name="Shape 186"/>
          <p:cNvSpPr txBox="1">
            <a:spLocks noGrp="1"/>
          </p:cNvSpPr>
          <p:nvPr>
            <p:ph type="ftr" idx="11"/>
          </p:nvPr>
        </p:nvSpPr>
        <p:spPr>
          <a:xfrm>
            <a:off x="3124200" y="6356350"/>
            <a:ext cx="2895600" cy="365100"/>
          </a:xfrm>
          <a:prstGeom prst="rect">
            <a:avLst/>
          </a:prstGeom>
          <a:noFill/>
          <a:ln>
            <a:noFill/>
          </a:ln>
        </p:spPr>
        <p:txBody>
          <a:bodyPr lIns="91425" tIns="91425" rIns="91425" bIns="91425" anchor="t"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87" name="Shape 187"/>
          <p:cNvSpPr txBox="1">
            <a:spLocks noGrp="1"/>
          </p:cNvSpPr>
          <p:nvPr>
            <p:ph type="sldNum" idx="12"/>
          </p:nvPr>
        </p:nvSpPr>
        <p:spPr>
          <a:xfrm>
            <a:off x="6553200" y="6356350"/>
            <a:ext cx="2133600" cy="3651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fld id="{00000000-1234-1234-1234-123412341234}" type="slidenum">
              <a:rPr lang="en" sz="1800" b="0" i="0" u="none" strike="noStrike" cap="none">
                <a:solidFill>
                  <a:srgbClr val="FFFFFF"/>
                </a:solidFill>
                <a:latin typeface="Arial"/>
                <a:ea typeface="Arial"/>
                <a:cs typeface="Arial"/>
                <a:sym typeface="Arial"/>
              </a:rPr>
              <a:t>‹#›</a:t>
            </a:fld>
            <a:endParaRPr lang="en" sz="18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98"/>
        <p:cNvGrpSpPr/>
        <p:nvPr/>
      </p:nvGrpSpPr>
      <p:grpSpPr>
        <a:xfrm>
          <a:off x="0" y="0"/>
          <a:ext cx="0" cy="0"/>
          <a:chOff x="0" y="0"/>
          <a:chExt cx="0" cy="0"/>
        </a:xfrm>
      </p:grpSpPr>
      <p:sp>
        <p:nvSpPr>
          <p:cNvPr id="199" name="Shape 199"/>
          <p:cNvSpPr txBox="1">
            <a:spLocks noGrp="1"/>
          </p:cNvSpPr>
          <p:nvPr>
            <p:ph type="subTitle" idx="1"/>
          </p:nvPr>
        </p:nvSpPr>
        <p:spPr>
          <a:xfrm>
            <a:off x="4800600" y="5562598"/>
            <a:ext cx="4038600" cy="748500"/>
          </a:xfrm>
          <a:prstGeom prst="rect">
            <a:avLst/>
          </a:prstGeom>
          <a:noFill/>
          <a:ln>
            <a:noFill/>
          </a:ln>
        </p:spPr>
        <p:txBody>
          <a:bodyPr lIns="91425" tIns="91425" rIns="91425" bIns="91425" anchor="t" anchorCtr="0"/>
          <a:lstStyle>
            <a:lvl1pPr marL="0" marR="0" lvl="0" indent="0" algn="l" rtl="0">
              <a:spcBef>
                <a:spcPts val="300"/>
              </a:spcBef>
              <a:buClr>
                <a:srgbClr val="493A13"/>
              </a:buClr>
              <a:buFont typeface="Noto Symbol"/>
              <a:buNone/>
              <a:defRPr/>
            </a:lvl1pPr>
            <a:lvl2pPr marL="457200" marR="0" lvl="1" indent="0" algn="ctr" rtl="0">
              <a:spcBef>
                <a:spcPts val="600"/>
              </a:spcBef>
              <a:buClr>
                <a:schemeClr val="accent4"/>
              </a:buClr>
              <a:buFont typeface="Noto Symbol"/>
              <a:buNone/>
              <a:defRPr/>
            </a:lvl2pPr>
            <a:lvl3pPr marL="914400" marR="0" lvl="2" indent="0" algn="ctr" rtl="0">
              <a:spcBef>
                <a:spcPts val="600"/>
              </a:spcBef>
              <a:buClr>
                <a:srgbClr val="493A13"/>
              </a:buClr>
              <a:buFont typeface="Noto Symbol"/>
              <a:buNone/>
              <a:defRPr/>
            </a:lvl3pPr>
            <a:lvl4pPr marL="1371600" marR="0" lvl="3" indent="0" algn="ctr" rtl="0">
              <a:spcBef>
                <a:spcPts val="600"/>
              </a:spcBef>
              <a:buClr>
                <a:schemeClr val="accent4"/>
              </a:buClr>
              <a:buFont typeface="Noto Symbol"/>
              <a:buNone/>
              <a:defRPr/>
            </a:lvl4pPr>
            <a:lvl5pPr marL="1828800" marR="0" lvl="4" indent="0" algn="ctr" rtl="0">
              <a:spcBef>
                <a:spcPts val="600"/>
              </a:spcBef>
              <a:buClr>
                <a:srgbClr val="493A13"/>
              </a:buClr>
              <a:buFont typeface="Noto Symbol"/>
              <a:buNone/>
              <a:defRPr/>
            </a:lvl5pPr>
            <a:lvl6pPr marL="2286000" marR="0" lvl="5" indent="0" algn="ctr" rtl="0">
              <a:spcBef>
                <a:spcPts val="400"/>
              </a:spcBef>
              <a:buClr>
                <a:srgbClr val="888888"/>
              </a:buClr>
              <a:buFont typeface="Arial"/>
              <a:buNone/>
              <a:defRPr/>
            </a:lvl6pPr>
            <a:lvl7pPr marL="2743200" marR="0" lvl="6" indent="0" algn="ctr" rtl="0">
              <a:spcBef>
                <a:spcPts val="400"/>
              </a:spcBef>
              <a:buClr>
                <a:srgbClr val="888888"/>
              </a:buClr>
              <a:buFont typeface="Arial"/>
              <a:buNone/>
              <a:defRPr/>
            </a:lvl7pPr>
            <a:lvl8pPr marL="3200400" marR="0" lvl="7" indent="0" algn="ctr" rtl="0">
              <a:spcBef>
                <a:spcPts val="400"/>
              </a:spcBef>
              <a:buClr>
                <a:srgbClr val="888888"/>
              </a:buClr>
              <a:buFont typeface="Arial"/>
              <a:buNone/>
              <a:defRPr/>
            </a:lvl8pPr>
            <a:lvl9pPr marL="3657600" marR="0" lvl="8" indent="0" algn="ctr" rtl="0">
              <a:spcBef>
                <a:spcPts val="400"/>
              </a:spcBef>
              <a:buClr>
                <a:srgbClr val="888888"/>
              </a:buClr>
              <a:buFont typeface="Arial"/>
              <a:buNone/>
              <a:defRPr/>
            </a:lvl9pPr>
          </a:lstStyle>
          <a:p>
            <a:endParaRPr/>
          </a:p>
        </p:txBody>
      </p:sp>
      <p:sp>
        <p:nvSpPr>
          <p:cNvPr id="200" name="Shape 200"/>
          <p:cNvSpPr txBox="1">
            <a:spLocks noGrp="1"/>
          </p:cNvSpPr>
          <p:nvPr>
            <p:ph type="dt" idx="10"/>
          </p:nvPr>
        </p:nvSpPr>
        <p:spPr>
          <a:xfrm>
            <a:off x="4800600" y="6425639"/>
            <a:ext cx="1232700" cy="365099"/>
          </a:xfrm>
          <a:prstGeom prst="rect">
            <a:avLst/>
          </a:prstGeom>
          <a:noFill/>
          <a:ln>
            <a:noFill/>
          </a:ln>
        </p:spPr>
        <p:txBody>
          <a:bodyPr lIns="91425" tIns="91425" rIns="91425" bIns="91425" anchor="ctr"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201" name="Shape 201"/>
          <p:cNvSpPr txBox="1">
            <a:spLocks noGrp="1"/>
          </p:cNvSpPr>
          <p:nvPr>
            <p:ph type="ftr" idx="11"/>
          </p:nvPr>
        </p:nvSpPr>
        <p:spPr>
          <a:xfrm>
            <a:off x="6311153" y="6425639"/>
            <a:ext cx="2617800" cy="365099"/>
          </a:xfrm>
          <a:prstGeom prst="rect">
            <a:avLst/>
          </a:prstGeom>
          <a:noFill/>
          <a:ln>
            <a:noFill/>
          </a:ln>
        </p:spPr>
        <p:txBody>
          <a:bodyPr lIns="91425" tIns="91425" rIns="91425" bIns="91425" anchor="ctr" anchorCtr="0"/>
          <a:lstStyle>
            <a:lvl1pPr marL="0" marR="0" lvl="0" indent="0" algn="r"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202" name="Shape 202"/>
          <p:cNvSpPr/>
          <p:nvPr/>
        </p:nvSpPr>
        <p:spPr>
          <a:xfrm>
            <a:off x="282575" y="228600"/>
            <a:ext cx="4235400" cy="4188000"/>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03" name="Shape 203"/>
          <p:cNvSpPr/>
          <p:nvPr/>
        </p:nvSpPr>
        <p:spPr>
          <a:xfrm>
            <a:off x="6802438" y="228600"/>
            <a:ext cx="2057400" cy="2039100"/>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04" name="Shape 204"/>
          <p:cNvSpPr/>
          <p:nvPr/>
        </p:nvSpPr>
        <p:spPr>
          <a:xfrm>
            <a:off x="4624387" y="2377440"/>
            <a:ext cx="2057400" cy="2039100"/>
          </a:xfrm>
          <a:prstGeom prst="rect">
            <a:avLst/>
          </a:prstGeom>
          <a:solidFill>
            <a:srgbClr val="5395BE"/>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05" name="Shape 205"/>
          <p:cNvSpPr txBox="1"/>
          <p:nvPr/>
        </p:nvSpPr>
        <p:spPr>
          <a:xfrm>
            <a:off x="424891" y="174811"/>
            <a:ext cx="413400" cy="1662000"/>
          </a:xfrm>
          <a:prstGeom prst="rect">
            <a:avLst/>
          </a:prstGeom>
          <a:noFill/>
          <a:ln>
            <a:noFill/>
          </a:ln>
        </p:spPr>
        <p:txBody>
          <a:bodyPr lIns="0" tIns="0" rIns="0" bIns="0" anchor="t" anchorCtr="0">
            <a:noAutofit/>
          </a:bodyPr>
          <a:lstStyle/>
          <a:p>
            <a:pPr marL="0" marR="0" lvl="0" indent="0" algn="l" rtl="0">
              <a:spcBef>
                <a:spcPts val="0"/>
              </a:spcBef>
              <a:buSzPct val="25000"/>
              <a:buNone/>
            </a:pPr>
            <a:r>
              <a:rPr lang="en" sz="5400" b="1" i="0" u="none" strike="noStrike" cap="none">
                <a:solidFill>
                  <a:srgbClr val="1C5B2C"/>
                </a:solidFill>
                <a:latin typeface="Times New Roman"/>
                <a:ea typeface="Times New Roman"/>
                <a:cs typeface="Times New Roman"/>
                <a:sym typeface="Times New Roman"/>
              </a:rPr>
              <a:t>+</a:t>
            </a:r>
          </a:p>
        </p:txBody>
      </p:sp>
      <p:sp>
        <p:nvSpPr>
          <p:cNvPr id="206" name="Shape 206"/>
          <p:cNvSpPr/>
          <p:nvPr/>
        </p:nvSpPr>
        <p:spPr>
          <a:xfrm>
            <a:off x="282575" y="6633439"/>
            <a:ext cx="1310700" cy="125700"/>
          </a:xfrm>
          <a:prstGeom prst="rect">
            <a:avLst/>
          </a:prstGeom>
          <a:solidFill>
            <a:srgbClr val="FFFFFF"/>
          </a:solidFill>
          <a:ln w="12700" cap="flat" cmpd="sng">
            <a:solidFill>
              <a:srgbClr val="FFFFFF"/>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pic>
        <p:nvPicPr>
          <p:cNvPr id="207" name="Shape 207" descr="TNM_green_3line_L.pdf"/>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949450" y="5616212"/>
            <a:ext cx="3132000" cy="2349300"/>
          </a:xfrm>
          <a:prstGeom prst="rect">
            <a:avLst/>
          </a:prstGeom>
          <a:noFill/>
          <a:ln>
            <a:noFill/>
          </a:ln>
        </p:spPr>
      </p:pic>
      <p:pic>
        <p:nvPicPr>
          <p:cNvPr id="208" name="Shape 208" descr="white.png"/>
          <p:cNvPicPr preferRelativeResize="0"/>
          <p:nvPr/>
        </p:nvPicPr>
        <p:blipFill rotWithShape="1">
          <a:blip r:embed="rId3">
            <a:alphaModFix amt="50000"/>
          </a:blip>
          <a:srcRect/>
          <a:stretch/>
        </p:blipFill>
        <p:spPr>
          <a:xfrm>
            <a:off x="5463591" y="0"/>
            <a:ext cx="3680400" cy="3771300"/>
          </a:xfrm>
          <a:prstGeom prst="rect">
            <a:avLst/>
          </a:prstGeom>
          <a:noFill/>
          <a:ln>
            <a:noFill/>
          </a:ln>
        </p:spPr>
      </p:pic>
      <p:sp>
        <p:nvSpPr>
          <p:cNvPr id="209" name="Shape 209"/>
          <p:cNvSpPr/>
          <p:nvPr/>
        </p:nvSpPr>
        <p:spPr>
          <a:xfrm>
            <a:off x="4620032" y="228600"/>
            <a:ext cx="2057400" cy="2039100"/>
          </a:xfrm>
          <a:prstGeom prst="rect">
            <a:avLst/>
          </a:pr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10" name="Shape 210"/>
          <p:cNvSpPr/>
          <p:nvPr/>
        </p:nvSpPr>
        <p:spPr>
          <a:xfrm>
            <a:off x="6798082" y="2377440"/>
            <a:ext cx="2057400" cy="2039100"/>
          </a:xfrm>
          <a:prstGeom prst="rect">
            <a:avLst/>
          </a:pr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11" name="Shape 211"/>
          <p:cNvSpPr/>
          <p:nvPr/>
        </p:nvSpPr>
        <p:spPr>
          <a:xfrm>
            <a:off x="4620032" y="2377440"/>
            <a:ext cx="2057400" cy="2039100"/>
          </a:xfrm>
          <a:prstGeom prst="rect">
            <a:avLst/>
          </a:prstGeom>
          <a:blipFill rotWithShape="1">
            <a:blip r:embed="rId6" cstate="email">
              <a:alphaModFix amt="73000"/>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12" name="Shape 212"/>
          <p:cNvSpPr txBox="1">
            <a:spLocks noGrp="1"/>
          </p:cNvSpPr>
          <p:nvPr>
            <p:ph type="ctrTitle"/>
          </p:nvPr>
        </p:nvSpPr>
        <p:spPr>
          <a:xfrm>
            <a:off x="365621" y="1591732"/>
            <a:ext cx="4038600" cy="2641500"/>
          </a:xfrm>
          <a:prstGeom prst="rect">
            <a:avLst/>
          </a:prstGeom>
          <a:noFill/>
          <a:ln>
            <a:noFill/>
          </a:ln>
        </p:spPr>
        <p:txBody>
          <a:bodyPr lIns="91425" tIns="91425" rIns="91425" bIns="91425" anchor="b" anchorCtr="0"/>
          <a:lstStyle>
            <a:lvl1pPr marL="0" marR="0" lvl="0" indent="0" algn="l" rtl="0">
              <a:spcBef>
                <a:spcPts val="0"/>
              </a:spcBef>
              <a:buClr>
                <a:srgbClr val="FFFFFF"/>
              </a:buClr>
              <a:buFont typeface="Arial"/>
              <a:buNone/>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a:p>
        </p:txBody>
      </p:sp>
      <p:sp>
        <p:nvSpPr>
          <p:cNvPr id="213" name="Shape 213"/>
          <p:cNvSpPr/>
          <p:nvPr/>
        </p:nvSpPr>
        <p:spPr>
          <a:xfrm>
            <a:off x="402665" y="5676900"/>
            <a:ext cx="1371599" cy="502800"/>
          </a:xfrm>
          <a:prstGeom prst="rect">
            <a:avLst/>
          </a:prstGeom>
          <a:noFill/>
          <a:ln>
            <a:noFill/>
          </a:ln>
        </p:spPr>
        <p:txBody>
          <a:bodyPr lIns="91425" tIns="91425" rIns="91425" bIns="91425" anchor="ctr" anchorCtr="0">
            <a:noAutofit/>
          </a:bodyPr>
          <a:lstStyle/>
          <a:p>
            <a:pPr lvl="0">
              <a:spcBef>
                <a:spcPts val="0"/>
              </a:spcBef>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Shape 214"/>
        <p:cNvGrpSpPr/>
        <p:nvPr/>
      </p:nvGrpSpPr>
      <p:grpSpPr>
        <a:xfrm>
          <a:off x="0" y="0"/>
          <a:ext cx="0" cy="0"/>
          <a:chOff x="0" y="0"/>
          <a:chExt cx="0" cy="0"/>
        </a:xfrm>
      </p:grpSpPr>
      <p:sp>
        <p:nvSpPr>
          <p:cNvPr id="215" name="Shape 215"/>
          <p:cNvSpPr/>
          <p:nvPr/>
        </p:nvSpPr>
        <p:spPr>
          <a:xfrm>
            <a:off x="8166846" y="282574"/>
            <a:ext cx="685800" cy="1600499"/>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216" name="Shape 216"/>
          <p:cNvSpPr txBox="1">
            <a:spLocks noGrp="1"/>
          </p:cNvSpPr>
          <p:nvPr>
            <p:ph type="title"/>
          </p:nvPr>
        </p:nvSpPr>
        <p:spPr>
          <a:xfrm>
            <a:off x="498474" y="134470"/>
            <a:ext cx="7556400" cy="995100"/>
          </a:xfrm>
          <a:prstGeom prst="rect">
            <a:avLst/>
          </a:prstGeom>
          <a:noFill/>
          <a:ln>
            <a:noFill/>
          </a:ln>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17" name="Shape 217"/>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18" name="Shape 218"/>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219" name="Shape 219"/>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220" name="Shape 220"/>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spcBef>
                <a:spcPts val="0"/>
              </a:spcBef>
              <a:buSzPct val="25000"/>
              <a:buNone/>
            </a:pPr>
            <a:r>
              <a:rPr lang="en" sz="3600" b="1" i="0" u="none" strike="noStrike" cap="none">
                <a:solidFill>
                  <a:srgbClr val="7F7F7F"/>
                </a:solidFill>
                <a:latin typeface="Times New Roman"/>
                <a:ea typeface="Times New Roman"/>
                <a:cs typeface="Times New Roman"/>
                <a:sym typeface="Times New Roman"/>
              </a:rPr>
              <a:t>+</a:t>
            </a:r>
          </a:p>
        </p:txBody>
      </p:sp>
      <p:sp>
        <p:nvSpPr>
          <p:cNvPr id="221" name="Shape 221"/>
          <p:cNvSpPr txBox="1">
            <a:spLocks noGrp="1"/>
          </p:cNvSpPr>
          <p:nvPr>
            <p:ph type="body" idx="2"/>
          </p:nvPr>
        </p:nvSpPr>
        <p:spPr>
          <a:xfrm>
            <a:off x="498518" y="1129553"/>
            <a:ext cx="7559100" cy="774299"/>
          </a:xfrm>
          <a:prstGeom prst="rect">
            <a:avLst/>
          </a:prstGeom>
          <a:noFill/>
          <a:ln>
            <a:noFill/>
          </a:ln>
        </p:spPr>
        <p:txBody>
          <a:bodyPr lIns="91425" tIns="91425" rIns="91425" bIns="91425" anchor="t" anchorCtr="0"/>
          <a:lstStyle>
            <a:lvl1pPr marL="0" lvl="0" indent="0" rtl="0">
              <a:spcBef>
                <a:spcPts val="0"/>
              </a:spcBef>
              <a:buClr>
                <a:srgbClr val="493A13"/>
              </a:buClr>
              <a:buFont typeface="Arial"/>
              <a:buNone/>
              <a:defRPr/>
            </a:lvl1pPr>
            <a:lvl2pPr marL="457200" lvl="1" indent="0" rtl="0">
              <a:spcBef>
                <a:spcPts val="0"/>
              </a:spcBef>
              <a:buFont typeface="Times New Roman"/>
              <a:buNone/>
              <a:defRPr/>
            </a:lvl2pPr>
            <a:lvl3pPr marL="914400" lvl="2" indent="0" rtl="0">
              <a:spcBef>
                <a:spcPts val="0"/>
              </a:spcBef>
              <a:buFont typeface="Times New Roman"/>
              <a:buNone/>
              <a:defRPr/>
            </a:lvl3pPr>
            <a:lvl4pPr marL="1371600" lvl="3" indent="0" rtl="0">
              <a:spcBef>
                <a:spcPts val="0"/>
              </a:spcBef>
              <a:buFont typeface="Times New Roman"/>
              <a:buNone/>
              <a:defRPr/>
            </a:lvl4pPr>
            <a:lvl5pPr marL="1828800" lvl="4" indent="0" rtl="0">
              <a:spcBef>
                <a:spcPts val="0"/>
              </a:spcBef>
              <a:buFont typeface="Times New Roman"/>
              <a:buNone/>
              <a:defRPr/>
            </a:lvl5pPr>
            <a:lvl6pPr marL="2286000" lvl="5" indent="0" rtl="0">
              <a:spcBef>
                <a:spcPts val="0"/>
              </a:spcBef>
              <a:buFont typeface="Times New Roman"/>
              <a:buNone/>
              <a:defRPr/>
            </a:lvl6pPr>
            <a:lvl7pPr marL="2743200" lvl="6" indent="0" rtl="0">
              <a:spcBef>
                <a:spcPts val="0"/>
              </a:spcBef>
              <a:buFont typeface="Times New Roman"/>
              <a:buNone/>
              <a:defRPr/>
            </a:lvl7pPr>
            <a:lvl8pPr marL="3200400" lvl="7" indent="0" rtl="0">
              <a:spcBef>
                <a:spcPts val="0"/>
              </a:spcBef>
              <a:buFont typeface="Times New Roman"/>
              <a:buNone/>
              <a:defRPr/>
            </a:lvl8pPr>
            <a:lvl9pPr marL="3657600" lvl="8" indent="0" rtl="0">
              <a:spcBef>
                <a:spcPts val="0"/>
              </a:spcBef>
              <a:buFont typeface="Times New Roman"/>
              <a:buNone/>
              <a:defRPr/>
            </a:lvl9pPr>
          </a:lstStyle>
          <a:p>
            <a:endParaRPr/>
          </a:p>
        </p:txBody>
      </p:sp>
      <p:sp>
        <p:nvSpPr>
          <p:cNvPr id="222" name="Shape 222"/>
          <p:cNvSpPr txBox="1"/>
          <p:nvPr/>
        </p:nvSpPr>
        <p:spPr>
          <a:xfrm>
            <a:off x="8178792" y="282574"/>
            <a:ext cx="673800" cy="3693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fld id="{00000000-1234-1234-1234-123412341234}" type="slidenum">
              <a:rPr lang="en" sz="1800" b="0" i="0" u="none" strike="noStrike" cap="none">
                <a:solidFill>
                  <a:schemeClr val="lt1"/>
                </a:solidFill>
                <a:latin typeface="Times New Roman"/>
                <a:ea typeface="Times New Roman"/>
                <a:cs typeface="Times New Roman"/>
                <a:sym typeface="Times New Roman"/>
              </a:rPr>
              <a:t>‹#›</a:t>
            </a:fld>
            <a:endParaRPr lang="en" sz="1800" b="0" i="0" u="none" strike="noStrike" cap="none">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23"/>
        <p:cNvGrpSpPr/>
        <p:nvPr/>
      </p:nvGrpSpPr>
      <p:grpSpPr>
        <a:xfrm>
          <a:off x="0" y="0"/>
          <a:ext cx="0" cy="0"/>
          <a:chOff x="0" y="0"/>
          <a:chExt cx="0" cy="0"/>
        </a:xfrm>
      </p:grpSpPr>
      <p:sp>
        <p:nvSpPr>
          <p:cNvPr id="224" name="Shape 224"/>
          <p:cNvSpPr txBox="1">
            <a:spLocks noGrp="1"/>
          </p:cNvSpPr>
          <p:nvPr>
            <p:ph type="title"/>
          </p:nvPr>
        </p:nvSpPr>
        <p:spPr>
          <a:xfrm>
            <a:off x="381000" y="152400"/>
            <a:ext cx="8229600" cy="1143300"/>
          </a:xfrm>
          <a:prstGeom prst="rect">
            <a:avLst/>
          </a:prstGeom>
          <a:noFill/>
          <a:ln>
            <a:noFill/>
          </a:ln>
        </p:spPr>
        <p:txBody>
          <a:bodyPr lIns="91425" tIns="91425" rIns="91425" bIns="91425" anchor="ctr" anchorCtr="0"/>
          <a:lstStyle>
            <a:lvl1pPr lvl="0" algn="l" rtl="0">
              <a:spcBef>
                <a:spcPts val="0"/>
              </a:spcBef>
              <a:spcAft>
                <a:spcPts val="0"/>
              </a:spcAft>
              <a:defRPr/>
            </a:lvl1pPr>
            <a:lvl2pPr lvl="1" algn="l" rtl="0">
              <a:spcBef>
                <a:spcPts val="0"/>
              </a:spcBef>
              <a:spcAft>
                <a:spcPts val="0"/>
              </a:spcAft>
              <a:defRPr/>
            </a:lvl2pPr>
            <a:lvl3pPr lvl="2" algn="l" rtl="0">
              <a:spcBef>
                <a:spcPts val="0"/>
              </a:spcBef>
              <a:spcAft>
                <a:spcPts val="0"/>
              </a:spcAft>
              <a:defRPr/>
            </a:lvl3pPr>
            <a:lvl4pPr lvl="3" algn="l" rtl="0">
              <a:spcBef>
                <a:spcPts val="0"/>
              </a:spcBef>
              <a:spcAft>
                <a:spcPts val="0"/>
              </a:spcAft>
              <a:defRPr/>
            </a:lvl4pPr>
            <a:lvl5pPr lvl="4" algn="l" rtl="0">
              <a:spcBef>
                <a:spcPts val="0"/>
              </a:spcBef>
              <a:spcAft>
                <a:spcPts val="0"/>
              </a:spcAft>
              <a:defRPr/>
            </a:lvl5pPr>
            <a:lvl6pPr marL="457200" lvl="5" algn="l" rtl="0">
              <a:spcBef>
                <a:spcPts val="0"/>
              </a:spcBef>
              <a:spcAft>
                <a:spcPts val="0"/>
              </a:spcAft>
              <a:defRPr/>
            </a:lvl6pPr>
            <a:lvl7pPr marL="914400" lvl="6" algn="l" rtl="0">
              <a:spcBef>
                <a:spcPts val="0"/>
              </a:spcBef>
              <a:spcAft>
                <a:spcPts val="0"/>
              </a:spcAft>
              <a:defRPr/>
            </a:lvl7pPr>
            <a:lvl8pPr marL="1371600" lvl="7" algn="l" rtl="0">
              <a:spcBef>
                <a:spcPts val="0"/>
              </a:spcBef>
              <a:spcAft>
                <a:spcPts val="0"/>
              </a:spcAft>
              <a:defRPr/>
            </a:lvl8pPr>
            <a:lvl9pPr marL="1828800" lvl="8" algn="l" rtl="0">
              <a:spcBef>
                <a:spcPts val="0"/>
              </a:spcBef>
              <a:spcAft>
                <a:spcPts val="0"/>
              </a:spcAft>
              <a:defRPr/>
            </a:lvl9pPr>
          </a:lstStyle>
          <a:p>
            <a:endParaRPr/>
          </a:p>
        </p:txBody>
      </p:sp>
      <p:sp>
        <p:nvSpPr>
          <p:cNvPr id="225" name="Shape 225"/>
          <p:cNvSpPr txBox="1">
            <a:spLocks noGrp="1"/>
          </p:cNvSpPr>
          <p:nvPr>
            <p:ph type="body" idx="1"/>
          </p:nvPr>
        </p:nvSpPr>
        <p:spPr>
          <a:xfrm>
            <a:off x="381000" y="1371600"/>
            <a:ext cx="8305800" cy="4114800"/>
          </a:xfrm>
          <a:prstGeom prst="rect">
            <a:avLst/>
          </a:prstGeom>
          <a:noFill/>
          <a:ln>
            <a:noFill/>
          </a:ln>
        </p:spPr>
        <p:txBody>
          <a:bodyPr lIns="91425" tIns="91425" rIns="91425" bIns="91425" anchor="t" anchorCtr="0"/>
          <a:lstStyle>
            <a:lvl1pPr marL="342900" lvl="0" indent="-38100" algn="l" rtl="0">
              <a:spcBef>
                <a:spcPts val="560"/>
              </a:spcBef>
              <a:spcAft>
                <a:spcPts val="0"/>
              </a:spcAft>
              <a:buClr>
                <a:srgbClr val="FAFD00"/>
              </a:buClr>
              <a:buFont typeface="Arial"/>
              <a:buChar char="▪"/>
              <a:defRPr/>
            </a:lvl1pPr>
            <a:lvl2pPr marL="742950" lvl="1" indent="-6350" algn="l" rtl="0">
              <a:spcBef>
                <a:spcPts val="480"/>
              </a:spcBef>
              <a:spcAft>
                <a:spcPts val="0"/>
              </a:spcAft>
              <a:buClr>
                <a:srgbClr val="FAFD00"/>
              </a:buClr>
              <a:buFont typeface="Arial"/>
              <a:buChar char="▪"/>
              <a:defRPr/>
            </a:lvl2pPr>
            <a:lvl3pPr marL="1143000" lvl="2" indent="12700" algn="l" rtl="0">
              <a:spcBef>
                <a:spcPts val="400"/>
              </a:spcBef>
              <a:spcAft>
                <a:spcPts val="0"/>
              </a:spcAft>
              <a:buClr>
                <a:srgbClr val="FAFD00"/>
              </a:buClr>
              <a:buFont typeface="Arial"/>
              <a:buChar char="▪"/>
              <a:defRPr/>
            </a:lvl3pPr>
            <a:lvl4pPr marL="1600200" lvl="3" indent="0" algn="l" rtl="0">
              <a:spcBef>
                <a:spcPts val="360"/>
              </a:spcBef>
              <a:spcAft>
                <a:spcPts val="0"/>
              </a:spcAft>
              <a:buClr>
                <a:srgbClr val="FAFD00"/>
              </a:buClr>
              <a:buFont typeface="Arial"/>
              <a:buChar char="▪"/>
              <a:defRPr/>
            </a:lvl4pPr>
            <a:lvl5pPr marL="2057400" lvl="4" indent="0" algn="l" rtl="0">
              <a:spcBef>
                <a:spcPts val="360"/>
              </a:spcBef>
              <a:spcAft>
                <a:spcPts val="0"/>
              </a:spcAft>
              <a:buClr>
                <a:srgbClr val="FAFD00"/>
              </a:buClr>
              <a:buFont typeface="Arial"/>
              <a:buChar char="▪"/>
              <a:defRPr/>
            </a:lvl5pPr>
            <a:lvl6pPr marL="2514600" lvl="5" indent="0" algn="l" rtl="0">
              <a:spcBef>
                <a:spcPts val="360"/>
              </a:spcBef>
              <a:spcAft>
                <a:spcPts val="0"/>
              </a:spcAft>
              <a:buClr>
                <a:srgbClr val="FAFD00"/>
              </a:buClr>
              <a:buFont typeface="Arial"/>
              <a:buChar char="▪"/>
              <a:defRPr/>
            </a:lvl6pPr>
            <a:lvl7pPr marL="2971800" lvl="6" indent="0" algn="l" rtl="0">
              <a:spcBef>
                <a:spcPts val="360"/>
              </a:spcBef>
              <a:spcAft>
                <a:spcPts val="0"/>
              </a:spcAft>
              <a:buClr>
                <a:srgbClr val="FAFD00"/>
              </a:buClr>
              <a:buFont typeface="Arial"/>
              <a:buChar char="▪"/>
              <a:defRPr/>
            </a:lvl7pPr>
            <a:lvl8pPr marL="3429000" lvl="7" indent="0" algn="l" rtl="0">
              <a:spcBef>
                <a:spcPts val="360"/>
              </a:spcBef>
              <a:spcAft>
                <a:spcPts val="0"/>
              </a:spcAft>
              <a:buClr>
                <a:srgbClr val="FAFD00"/>
              </a:buClr>
              <a:buFont typeface="Arial"/>
              <a:buChar char="▪"/>
              <a:defRPr/>
            </a:lvl8pPr>
            <a:lvl9pPr marL="3886200" lvl="8" indent="0" algn="l" rtl="0">
              <a:spcBef>
                <a:spcPts val="360"/>
              </a:spcBef>
              <a:spcAft>
                <a:spcPts val="0"/>
              </a:spcAft>
              <a:buClr>
                <a:srgbClr val="FAFD00"/>
              </a:buClr>
              <a:buFont typeface="Arial"/>
              <a:buChar char="▪"/>
              <a:defRPr/>
            </a:lvl9pPr>
          </a:lstStyle>
          <a:p>
            <a:endParaRPr/>
          </a:p>
        </p:txBody>
      </p:sp>
      <p:sp>
        <p:nvSpPr>
          <p:cNvPr id="226" name="Shape 226"/>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rgbClr val="000000"/>
              </a:buClr>
              <a:buFont typeface="Arial"/>
              <a:buNone/>
            </a:pPr>
            <a:endParaRPr/>
          </a:p>
          <a:p>
            <a:pPr marL="457200" marR="0" lvl="1" indent="0" algn="l" rtl="0">
              <a:lnSpc>
                <a:spcPct val="100000"/>
              </a:lnSpc>
              <a:spcBef>
                <a:spcPts val="0"/>
              </a:spcBef>
              <a:spcAft>
                <a:spcPts val="0"/>
              </a:spcAft>
              <a:buClr>
                <a:srgbClr val="000000"/>
              </a:buClr>
              <a:buFont typeface="Arial"/>
              <a:buNone/>
            </a:pPr>
            <a:endParaRPr/>
          </a:p>
          <a:p>
            <a:pPr marL="914400" marR="0" lvl="2" indent="0" algn="l" rtl="0">
              <a:lnSpc>
                <a:spcPct val="100000"/>
              </a:lnSpc>
              <a:spcBef>
                <a:spcPts val="0"/>
              </a:spcBef>
              <a:spcAft>
                <a:spcPts val="0"/>
              </a:spcAft>
              <a:buClr>
                <a:srgbClr val="000000"/>
              </a:buClr>
              <a:buFont typeface="Arial"/>
              <a:buNone/>
            </a:pPr>
            <a:endParaRPr/>
          </a:p>
          <a:p>
            <a:pPr marL="1371600" marR="0" lvl="3" indent="0" algn="l" rtl="0">
              <a:lnSpc>
                <a:spcPct val="100000"/>
              </a:lnSpc>
              <a:spcBef>
                <a:spcPts val="0"/>
              </a:spcBef>
              <a:spcAft>
                <a:spcPts val="0"/>
              </a:spcAft>
              <a:buClr>
                <a:srgbClr val="000000"/>
              </a:buClr>
              <a:buFont typeface="Arial"/>
              <a:buNone/>
            </a:pPr>
            <a:endParaRPr/>
          </a:p>
          <a:p>
            <a:pPr marL="1828800" marR="0" lvl="4" indent="0" algn="l" rtl="0">
              <a:lnSpc>
                <a:spcPct val="100000"/>
              </a:lnSpc>
              <a:spcBef>
                <a:spcPts val="0"/>
              </a:spcBef>
              <a:spcAft>
                <a:spcPts val="0"/>
              </a:spcAft>
              <a:buClr>
                <a:srgbClr val="000000"/>
              </a:buClr>
              <a:buFont typeface="Arial"/>
              <a:buNone/>
            </a:pPr>
            <a:endParaRPr/>
          </a:p>
          <a:p>
            <a:pPr marL="2286000" marR="0" lvl="5" indent="0" algn="l" rtl="0">
              <a:lnSpc>
                <a:spcPct val="100000"/>
              </a:lnSpc>
              <a:spcBef>
                <a:spcPts val="0"/>
              </a:spcBef>
              <a:spcAft>
                <a:spcPts val="0"/>
              </a:spcAft>
              <a:buClr>
                <a:srgbClr val="000000"/>
              </a:buClr>
              <a:buFont typeface="Arial"/>
              <a:buNone/>
            </a:pPr>
            <a:endParaRPr/>
          </a:p>
          <a:p>
            <a:pPr marL="2743200" marR="0" lvl="6" indent="0" algn="l" rtl="0">
              <a:lnSpc>
                <a:spcPct val="100000"/>
              </a:lnSpc>
              <a:spcBef>
                <a:spcPts val="0"/>
              </a:spcBef>
              <a:spcAft>
                <a:spcPts val="0"/>
              </a:spcAft>
              <a:buClr>
                <a:srgbClr val="000000"/>
              </a:buClr>
              <a:buFont typeface="Arial"/>
              <a:buNone/>
            </a:pPr>
            <a:endParaRPr/>
          </a:p>
          <a:p>
            <a:pPr marL="3200400" marR="0" lvl="7" indent="0" algn="l" rtl="0">
              <a:lnSpc>
                <a:spcPct val="100000"/>
              </a:lnSpc>
              <a:spcBef>
                <a:spcPts val="0"/>
              </a:spcBef>
              <a:spcAft>
                <a:spcPts val="0"/>
              </a:spcAft>
              <a:buClr>
                <a:srgbClr val="000000"/>
              </a:buClr>
              <a:buFont typeface="Arial"/>
              <a:buNone/>
            </a:pPr>
            <a:endParaRPr/>
          </a:p>
          <a:p>
            <a:pPr marL="3657600" marR="0" lvl="8" indent="0" algn="l" rtl="0">
              <a:lnSpc>
                <a:spcPct val="100000"/>
              </a:lnSpc>
              <a:spcBef>
                <a:spcPts val="0"/>
              </a:spcBef>
              <a:spcAft>
                <a:spcPts val="0"/>
              </a:spcAft>
              <a:buClr>
                <a:srgbClr val="000000"/>
              </a:buClr>
              <a:buFont typeface="Arial"/>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27"/>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28"/>
        <p:cNvGrpSpPr/>
        <p:nvPr/>
      </p:nvGrpSpPr>
      <p:grpSpPr>
        <a:xfrm>
          <a:off x="0" y="0"/>
          <a:ext cx="0" cy="0"/>
          <a:chOff x="0" y="0"/>
          <a:chExt cx="0" cy="0"/>
        </a:xfrm>
      </p:grpSpPr>
      <p:sp>
        <p:nvSpPr>
          <p:cNvPr id="229" name="Shape 229"/>
          <p:cNvSpPr txBox="1">
            <a:spLocks noGrp="1"/>
          </p:cNvSpPr>
          <p:nvPr>
            <p:ph type="title"/>
          </p:nvPr>
        </p:nvSpPr>
        <p:spPr>
          <a:xfrm>
            <a:off x="457200" y="274637"/>
            <a:ext cx="8229600" cy="1143300"/>
          </a:xfrm>
          <a:prstGeom prst="rect">
            <a:avLst/>
          </a:prstGeom>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240"/>
        <p:cNvGrpSpPr/>
        <p:nvPr/>
      </p:nvGrpSpPr>
      <p:grpSpPr>
        <a:xfrm>
          <a:off x="0" y="0"/>
          <a:ext cx="0" cy="0"/>
          <a:chOff x="0" y="0"/>
          <a:chExt cx="0" cy="0"/>
        </a:xfrm>
      </p:grpSpPr>
      <p:sp>
        <p:nvSpPr>
          <p:cNvPr id="241" name="Shape 241"/>
          <p:cNvSpPr txBox="1">
            <a:spLocks noGrp="1"/>
          </p:cNvSpPr>
          <p:nvPr>
            <p:ph type="subTitle" idx="1"/>
          </p:nvPr>
        </p:nvSpPr>
        <p:spPr>
          <a:xfrm>
            <a:off x="4800600" y="5562598"/>
            <a:ext cx="4038600" cy="748500"/>
          </a:xfrm>
          <a:prstGeom prst="rect">
            <a:avLst/>
          </a:prstGeom>
          <a:noFill/>
          <a:ln>
            <a:noFill/>
          </a:ln>
        </p:spPr>
        <p:txBody>
          <a:bodyPr lIns="91425" tIns="91425" rIns="91425" bIns="91425" anchor="t" anchorCtr="0"/>
          <a:lstStyle>
            <a:lvl1pPr marL="0" marR="0" lvl="0" indent="0" algn="l" rtl="0">
              <a:lnSpc>
                <a:spcPct val="100000"/>
              </a:lnSpc>
              <a:spcBef>
                <a:spcPts val="300"/>
              </a:spcBef>
              <a:spcAft>
                <a:spcPts val="0"/>
              </a:spcAft>
              <a:buClr>
                <a:srgbClr val="493A13"/>
              </a:buClr>
              <a:buFont typeface="Noto Sans Symbols"/>
              <a:buNone/>
              <a:defRPr sz="1400" b="0" i="0" u="none" strike="noStrike" cap="none">
                <a:solidFill>
                  <a:srgbClr val="000000"/>
                </a:solidFill>
                <a:latin typeface="Arial"/>
                <a:ea typeface="Arial"/>
                <a:cs typeface="Arial"/>
                <a:sym typeface="Arial"/>
              </a:defRPr>
            </a:lvl1pPr>
            <a:lvl2pPr marL="457200" marR="0" lvl="1" indent="0" algn="ctr" rtl="0">
              <a:lnSpc>
                <a:spcPct val="100000"/>
              </a:lnSpc>
              <a:spcBef>
                <a:spcPts val="600"/>
              </a:spcBef>
              <a:spcAft>
                <a:spcPts val="0"/>
              </a:spcAft>
              <a:buClr>
                <a:schemeClr val="accent4"/>
              </a:buClr>
              <a:buFont typeface="Noto Sans Symbols"/>
              <a:buNone/>
              <a:defRPr sz="1400" b="0" i="0" u="none" strike="noStrike" cap="none">
                <a:solidFill>
                  <a:srgbClr val="000000"/>
                </a:solidFill>
                <a:latin typeface="Arial"/>
                <a:ea typeface="Arial"/>
                <a:cs typeface="Arial"/>
                <a:sym typeface="Arial"/>
              </a:defRPr>
            </a:lvl2pPr>
            <a:lvl3pPr marL="914400" marR="0" lvl="2" indent="0" algn="ctr" rtl="0">
              <a:lnSpc>
                <a:spcPct val="100000"/>
              </a:lnSpc>
              <a:spcBef>
                <a:spcPts val="600"/>
              </a:spcBef>
              <a:spcAft>
                <a:spcPts val="0"/>
              </a:spcAft>
              <a:buClr>
                <a:srgbClr val="493A13"/>
              </a:buClr>
              <a:buFont typeface="Noto Sans Symbols"/>
              <a:buNone/>
              <a:defRPr sz="1400" b="0" i="0" u="none" strike="noStrike" cap="none">
                <a:solidFill>
                  <a:srgbClr val="000000"/>
                </a:solidFill>
                <a:latin typeface="Arial"/>
                <a:ea typeface="Arial"/>
                <a:cs typeface="Arial"/>
                <a:sym typeface="Arial"/>
              </a:defRPr>
            </a:lvl3pPr>
            <a:lvl4pPr marL="1371600" marR="0" lvl="3" indent="0" algn="ctr" rtl="0">
              <a:lnSpc>
                <a:spcPct val="100000"/>
              </a:lnSpc>
              <a:spcBef>
                <a:spcPts val="600"/>
              </a:spcBef>
              <a:spcAft>
                <a:spcPts val="0"/>
              </a:spcAft>
              <a:buClr>
                <a:schemeClr val="accent4"/>
              </a:buClr>
              <a:buFont typeface="Noto Sans Symbols"/>
              <a:buNone/>
              <a:defRPr sz="1400" b="0" i="0" u="none" strike="noStrike" cap="none">
                <a:solidFill>
                  <a:srgbClr val="000000"/>
                </a:solidFill>
                <a:latin typeface="Arial"/>
                <a:ea typeface="Arial"/>
                <a:cs typeface="Arial"/>
                <a:sym typeface="Arial"/>
              </a:defRPr>
            </a:lvl4pPr>
            <a:lvl5pPr marL="1828800" marR="0" lvl="4" indent="0" algn="ctr" rtl="0">
              <a:lnSpc>
                <a:spcPct val="100000"/>
              </a:lnSpc>
              <a:spcBef>
                <a:spcPts val="600"/>
              </a:spcBef>
              <a:spcAft>
                <a:spcPts val="0"/>
              </a:spcAft>
              <a:buClr>
                <a:srgbClr val="493A13"/>
              </a:buClr>
              <a:buFont typeface="Noto Sans Symbols"/>
              <a:buNone/>
              <a:defRPr sz="1400" b="0" i="0" u="none" strike="noStrike" cap="none">
                <a:solidFill>
                  <a:srgbClr val="000000"/>
                </a:solidFill>
                <a:latin typeface="Arial"/>
                <a:ea typeface="Arial"/>
                <a:cs typeface="Arial"/>
                <a:sym typeface="Arial"/>
              </a:defRPr>
            </a:lvl5pPr>
            <a:lvl6pPr marL="2286000" marR="0" lvl="5"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6pPr>
            <a:lvl7pPr marL="2743200" marR="0" lvl="6"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7pPr>
            <a:lvl8pPr marL="3200400" marR="0" lvl="7"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8pPr>
            <a:lvl9pPr marL="3657600" marR="0" lvl="8" indent="0" algn="ctr" rtl="0">
              <a:lnSpc>
                <a:spcPct val="100000"/>
              </a:lnSpc>
              <a:spcBef>
                <a:spcPts val="400"/>
              </a:spcBef>
              <a:spcAft>
                <a:spcPts val="0"/>
              </a:spcAft>
              <a:buClr>
                <a:srgbClr val="888888"/>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242" name="Shape 242"/>
          <p:cNvSpPr txBox="1">
            <a:spLocks noGrp="1"/>
          </p:cNvSpPr>
          <p:nvPr>
            <p:ph type="dt" idx="10"/>
          </p:nvPr>
        </p:nvSpPr>
        <p:spPr>
          <a:xfrm>
            <a:off x="4800600" y="6425639"/>
            <a:ext cx="12327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243" name="Shape 243"/>
          <p:cNvSpPr txBox="1">
            <a:spLocks noGrp="1"/>
          </p:cNvSpPr>
          <p:nvPr>
            <p:ph type="ftr" idx="11"/>
          </p:nvPr>
        </p:nvSpPr>
        <p:spPr>
          <a:xfrm>
            <a:off x="6311153" y="6425639"/>
            <a:ext cx="26178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244" name="Shape 244"/>
          <p:cNvSpPr/>
          <p:nvPr/>
        </p:nvSpPr>
        <p:spPr>
          <a:xfrm>
            <a:off x="282575" y="228600"/>
            <a:ext cx="4235400" cy="41880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45" name="Shape 245"/>
          <p:cNvSpPr/>
          <p:nvPr/>
        </p:nvSpPr>
        <p:spPr>
          <a:xfrm>
            <a:off x="6802438" y="228600"/>
            <a:ext cx="2057400" cy="20391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46" name="Shape 246"/>
          <p:cNvSpPr/>
          <p:nvPr/>
        </p:nvSpPr>
        <p:spPr>
          <a:xfrm>
            <a:off x="4624387" y="2377440"/>
            <a:ext cx="2057399" cy="2039100"/>
          </a:xfrm>
          <a:prstGeom prst="rect">
            <a:avLst/>
          </a:prstGeom>
          <a:solidFill>
            <a:srgbClr val="5395BE"/>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47" name="Shape 247"/>
          <p:cNvSpPr txBox="1"/>
          <p:nvPr/>
        </p:nvSpPr>
        <p:spPr>
          <a:xfrm>
            <a:off x="424891" y="174810"/>
            <a:ext cx="413400" cy="16620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1C5B2C"/>
              </a:buClr>
              <a:buSzPct val="25000"/>
              <a:buFont typeface="Times New Roman"/>
              <a:buNone/>
            </a:pPr>
            <a:r>
              <a:rPr lang="en" sz="5400" b="1" i="0" u="none" strike="noStrike" cap="none">
                <a:solidFill>
                  <a:srgbClr val="1C5B2C"/>
                </a:solidFill>
                <a:latin typeface="Times New Roman"/>
                <a:ea typeface="Times New Roman"/>
                <a:cs typeface="Times New Roman"/>
                <a:sym typeface="Times New Roman"/>
              </a:rPr>
              <a:t>+</a:t>
            </a:r>
          </a:p>
        </p:txBody>
      </p:sp>
      <p:sp>
        <p:nvSpPr>
          <p:cNvPr id="248" name="Shape 248"/>
          <p:cNvSpPr/>
          <p:nvPr/>
        </p:nvSpPr>
        <p:spPr>
          <a:xfrm>
            <a:off x="282575" y="6633439"/>
            <a:ext cx="1310700" cy="125700"/>
          </a:xfrm>
          <a:prstGeom prst="rect">
            <a:avLst/>
          </a:prstGeom>
          <a:solidFill>
            <a:srgbClr val="FFFFFF"/>
          </a:solidFill>
          <a:ln w="12700" cap="flat" cmpd="sng">
            <a:solidFill>
              <a:srgbClr val="FFFFFF"/>
            </a:solidFill>
            <a:prstDash val="solid"/>
            <a:round/>
            <a:headEnd type="none" w="med" len="med"/>
            <a:tailEnd type="none" w="med" len="med"/>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pic>
        <p:nvPicPr>
          <p:cNvPr id="249" name="Shape 24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949450" y="5616212"/>
            <a:ext cx="3132000" cy="2349299"/>
          </a:xfrm>
          <a:prstGeom prst="rect">
            <a:avLst/>
          </a:prstGeom>
          <a:noFill/>
          <a:ln>
            <a:noFill/>
          </a:ln>
        </p:spPr>
      </p:pic>
      <p:pic>
        <p:nvPicPr>
          <p:cNvPr id="250" name="Shape 250"/>
          <p:cNvPicPr preferRelativeResize="0"/>
          <p:nvPr/>
        </p:nvPicPr>
        <p:blipFill rotWithShape="1">
          <a:blip r:embed="rId3">
            <a:alphaModFix amt="50000"/>
          </a:blip>
          <a:srcRect/>
          <a:stretch/>
        </p:blipFill>
        <p:spPr>
          <a:xfrm>
            <a:off x="5463591" y="0"/>
            <a:ext cx="3680400" cy="3771300"/>
          </a:xfrm>
          <a:prstGeom prst="rect">
            <a:avLst/>
          </a:prstGeom>
          <a:noFill/>
          <a:ln>
            <a:noFill/>
          </a:ln>
        </p:spPr>
      </p:pic>
      <p:sp>
        <p:nvSpPr>
          <p:cNvPr id="251" name="Shape 251"/>
          <p:cNvSpPr/>
          <p:nvPr/>
        </p:nvSpPr>
        <p:spPr>
          <a:xfrm>
            <a:off x="4620032" y="228600"/>
            <a:ext cx="2057400" cy="2039100"/>
          </a:xfrm>
          <a:prstGeom prst="rect">
            <a:avLst/>
          </a:pr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52" name="Shape 252"/>
          <p:cNvSpPr/>
          <p:nvPr/>
        </p:nvSpPr>
        <p:spPr>
          <a:xfrm>
            <a:off x="6798082" y="2377440"/>
            <a:ext cx="2057400" cy="2039100"/>
          </a:xfrm>
          <a:prstGeom prst="rect">
            <a:avLst/>
          </a:pr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53" name="Shape 253"/>
          <p:cNvSpPr/>
          <p:nvPr/>
        </p:nvSpPr>
        <p:spPr>
          <a:xfrm>
            <a:off x="4620032" y="2377440"/>
            <a:ext cx="2057400" cy="2039100"/>
          </a:xfrm>
          <a:prstGeom prst="rect">
            <a:avLst/>
          </a:prstGeom>
          <a:blipFill rotWithShape="1">
            <a:blip r:embed="rId6" cstate="email">
              <a:alphaModFix amt="73000"/>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54" name="Shape 254"/>
          <p:cNvSpPr txBox="1">
            <a:spLocks noGrp="1"/>
          </p:cNvSpPr>
          <p:nvPr>
            <p:ph type="ctrTitle"/>
          </p:nvPr>
        </p:nvSpPr>
        <p:spPr>
          <a:xfrm>
            <a:off x="365620" y="1591732"/>
            <a:ext cx="4038600" cy="26415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FFFFFF"/>
              </a:buClr>
              <a:buFont typeface="Arial"/>
              <a:buNone/>
              <a:defRPr sz="1400" b="0" i="0" u="none" strike="noStrike" cap="none">
                <a:solidFill>
                  <a:srgbClr val="000000"/>
                </a:solidFill>
                <a:latin typeface="Arial"/>
                <a:ea typeface="Arial"/>
                <a:cs typeface="Arial"/>
                <a:sym typeface="Arial"/>
              </a:defRPr>
            </a:lvl1pPr>
            <a:lvl2pPr marL="0" marR="0" lvl="1" indent="0" algn="l" rtl="0">
              <a:spcBef>
                <a:spcPts val="0"/>
              </a:spcBef>
              <a:buNone/>
              <a:defRPr sz="1800"/>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pic>
        <p:nvPicPr>
          <p:cNvPr id="255" name="Shape 255"/>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02664" y="5676900"/>
            <a:ext cx="1371600" cy="5028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56"/>
        <p:cNvGrpSpPr/>
        <p:nvPr/>
      </p:nvGrpSpPr>
      <p:grpSpPr>
        <a:xfrm>
          <a:off x="0" y="0"/>
          <a:ext cx="0" cy="0"/>
          <a:chOff x="0" y="0"/>
          <a:chExt cx="0" cy="0"/>
        </a:xfrm>
      </p:grpSpPr>
      <p:sp>
        <p:nvSpPr>
          <p:cNvPr id="257" name="Shape 257"/>
          <p:cNvSpPr txBox="1">
            <a:spLocks noGrp="1"/>
          </p:cNvSpPr>
          <p:nvPr>
            <p:ph type="title"/>
          </p:nvPr>
        </p:nvSpPr>
        <p:spPr>
          <a:xfrm>
            <a:off x="381000" y="152400"/>
            <a:ext cx="7772400" cy="11433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6F4B"/>
              </a:buClr>
              <a:buFont typeface="Arial"/>
              <a:buNone/>
              <a:defRPr sz="1400" b="0" i="0" u="none" strike="noStrike" cap="none">
                <a:solidFill>
                  <a:srgbClr val="000000"/>
                </a:solidFill>
                <a:latin typeface="Arial"/>
                <a:ea typeface="Arial"/>
                <a:cs typeface="Arial"/>
                <a:sym typeface="Arial"/>
              </a:defRPr>
            </a:lvl1pPr>
            <a:lvl2pPr marL="0" marR="0" lvl="1" indent="0" algn="l" rtl="0">
              <a:spcBef>
                <a:spcPts val="0"/>
              </a:spcBef>
              <a:spcAft>
                <a:spcPts val="0"/>
              </a:spcAft>
              <a:buNone/>
              <a:defRPr sz="1800"/>
            </a:lvl2pPr>
            <a:lvl3pPr marL="0" marR="0" lvl="2" indent="0" algn="l" rtl="0">
              <a:spcBef>
                <a:spcPts val="0"/>
              </a:spcBef>
              <a:spcAft>
                <a:spcPts val="0"/>
              </a:spcAft>
              <a:buNone/>
              <a:defRPr sz="1800"/>
            </a:lvl3pPr>
            <a:lvl4pPr marL="0" marR="0" lvl="3" indent="0" algn="l" rtl="0">
              <a:spcBef>
                <a:spcPts val="0"/>
              </a:spcBef>
              <a:spcAft>
                <a:spcPts val="0"/>
              </a:spcAft>
              <a:buNone/>
              <a:defRPr sz="1800"/>
            </a:lvl4pPr>
            <a:lvl5pPr marL="0" marR="0" lvl="4" indent="0" algn="l" rtl="0">
              <a:spcBef>
                <a:spcPts val="0"/>
              </a:spcBef>
              <a:spcAft>
                <a:spcPts val="0"/>
              </a:spcAft>
              <a:buNone/>
              <a:defRPr sz="1800"/>
            </a:lvl5pPr>
            <a:lvl6pPr marL="457200" marR="0" lvl="5" indent="0" algn="l" rtl="0">
              <a:spcBef>
                <a:spcPts val="0"/>
              </a:spcBef>
              <a:spcAft>
                <a:spcPts val="0"/>
              </a:spcAft>
              <a:buNone/>
              <a:defRPr sz="1800"/>
            </a:lvl6pPr>
            <a:lvl7pPr marL="914400" marR="0" lvl="6" indent="0" algn="l" rtl="0">
              <a:spcBef>
                <a:spcPts val="0"/>
              </a:spcBef>
              <a:spcAft>
                <a:spcPts val="0"/>
              </a:spcAft>
              <a:buNone/>
              <a:defRPr sz="1800"/>
            </a:lvl7pPr>
            <a:lvl8pPr marL="1371600" marR="0" lvl="7" indent="0" algn="l" rtl="0">
              <a:spcBef>
                <a:spcPts val="0"/>
              </a:spcBef>
              <a:spcAft>
                <a:spcPts val="0"/>
              </a:spcAft>
              <a:buNone/>
              <a:defRPr sz="1800"/>
            </a:lvl8pPr>
            <a:lvl9pPr marL="1828800" marR="0" lvl="8" indent="0" algn="l" rtl="0">
              <a:spcBef>
                <a:spcPts val="0"/>
              </a:spcBef>
              <a:spcAft>
                <a:spcPts val="0"/>
              </a:spcAft>
              <a:buNone/>
              <a:defRPr sz="1800"/>
            </a:lvl9pPr>
          </a:lstStyle>
          <a:p>
            <a:endParaRPr/>
          </a:p>
        </p:txBody>
      </p:sp>
      <p:sp>
        <p:nvSpPr>
          <p:cNvPr id="258" name="Shape 258"/>
          <p:cNvSpPr txBox="1">
            <a:spLocks noGrp="1"/>
          </p:cNvSpPr>
          <p:nvPr>
            <p:ph type="body" idx="1"/>
          </p:nvPr>
        </p:nvSpPr>
        <p:spPr>
          <a:xfrm>
            <a:off x="381000" y="1371600"/>
            <a:ext cx="8305800" cy="4114800"/>
          </a:xfrm>
          <a:prstGeom prst="rect">
            <a:avLst/>
          </a:prstGeom>
          <a:noFill/>
          <a:ln>
            <a:noFill/>
          </a:ln>
        </p:spPr>
        <p:txBody>
          <a:bodyPr lIns="91425" tIns="91425" rIns="91425" bIns="91425" anchor="t" anchorCtr="0"/>
          <a:lstStyle>
            <a:lvl1pPr marL="342900" marR="0" lvl="0" indent="-38100" algn="l" rtl="0">
              <a:lnSpc>
                <a:spcPct val="100000"/>
              </a:lnSpc>
              <a:spcBef>
                <a:spcPts val="5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1pPr>
            <a:lvl2pPr marL="742950" marR="0" lvl="1" indent="-6350" algn="l" rtl="0">
              <a:lnSpc>
                <a:spcPct val="100000"/>
              </a:lnSpc>
              <a:spcBef>
                <a:spcPts val="48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2pPr>
            <a:lvl3pPr marL="1143000" marR="0" lvl="2" indent="12700" algn="l" rtl="0">
              <a:lnSpc>
                <a:spcPct val="100000"/>
              </a:lnSpc>
              <a:spcBef>
                <a:spcPts val="40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3pPr>
            <a:lvl4pPr marL="1600200" marR="0" lvl="3"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4pPr>
            <a:lvl5pPr marL="2057400" marR="0" lvl="4"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5pPr>
            <a:lvl6pPr marL="2514600" marR="0" lvl="5"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59"/>
        <p:cNvGrpSpPr/>
        <p:nvPr/>
      </p:nvGrpSpPr>
      <p:grpSpPr>
        <a:xfrm>
          <a:off x="0" y="0"/>
          <a:ext cx="0" cy="0"/>
          <a:chOff x="0" y="0"/>
          <a:chExt cx="0" cy="0"/>
        </a:xfrm>
      </p:grpSpPr>
      <p:sp>
        <p:nvSpPr>
          <p:cNvPr id="260" name="Shape 260"/>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228600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274320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20040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65760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61"/>
        <p:cNvGrpSpPr/>
        <p:nvPr/>
      </p:nvGrpSpPr>
      <p:grpSpPr>
        <a:xfrm>
          <a:off x="0" y="0"/>
          <a:ext cx="0" cy="0"/>
          <a:chOff x="0" y="0"/>
          <a:chExt cx="0" cy="0"/>
        </a:xfrm>
      </p:grpSpPr>
      <p:sp>
        <p:nvSpPr>
          <p:cNvPr id="262" name="Shape 262"/>
          <p:cNvSpPr/>
          <p:nvPr/>
        </p:nvSpPr>
        <p:spPr>
          <a:xfrm>
            <a:off x="-9525" y="-7936"/>
            <a:ext cx="9162900" cy="1041300"/>
          </a:xfrm>
          <a:custGeom>
            <a:avLst/>
            <a:gdLst/>
            <a:ahLst/>
            <a:cxnLst/>
            <a:rect l="0" t="0" r="0" b="0"/>
            <a:pathLst>
              <a:path w="120000" h="120000" extrusionOk="0">
                <a:moveTo>
                  <a:pt x="124" y="365"/>
                </a:moveTo>
                <a:lnTo>
                  <a:pt x="52848" y="0"/>
                </a:lnTo>
                <a:cubicBezTo>
                  <a:pt x="57089" y="18475"/>
                  <a:pt x="79584" y="67134"/>
                  <a:pt x="90935" y="67134"/>
                </a:cubicBezTo>
                <a:cubicBezTo>
                  <a:pt x="102286" y="67134"/>
                  <a:pt x="114885" y="27804"/>
                  <a:pt x="119875" y="10060"/>
                </a:cubicBezTo>
                <a:lnTo>
                  <a:pt x="120000" y="38963"/>
                </a:lnTo>
                <a:cubicBezTo>
                  <a:pt x="117879" y="47012"/>
                  <a:pt x="104282" y="80670"/>
                  <a:pt x="89438" y="80304"/>
                </a:cubicBezTo>
                <a:cubicBezTo>
                  <a:pt x="74594" y="79939"/>
                  <a:pt x="45841" y="30182"/>
                  <a:pt x="30935" y="36768"/>
                </a:cubicBezTo>
                <a:cubicBezTo>
                  <a:pt x="15592" y="38231"/>
                  <a:pt x="5613" y="88170"/>
                  <a:pt x="0" y="120000"/>
                </a:cubicBezTo>
                <a:lnTo>
                  <a:pt x="124" y="365"/>
                </a:lnTo>
                <a:close/>
              </a:path>
            </a:pathLst>
          </a:custGeom>
          <a:gradFill>
            <a:gsLst>
              <a:gs pos="0">
                <a:srgbClr val="1476AB">
                  <a:alpha val="44313"/>
                </a:srgbClr>
              </a:gs>
              <a:gs pos="100000">
                <a:srgbClr val="0CE0EC">
                  <a:alpha val="54509"/>
                </a:srgbClr>
              </a:gs>
            </a:gsLst>
            <a:lin ang="5400012" scaled="0"/>
          </a:gra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FFFFFF"/>
              </a:solidFill>
              <a:latin typeface="Arial"/>
              <a:ea typeface="Arial"/>
              <a:cs typeface="Arial"/>
              <a:sym typeface="Arial"/>
            </a:endParaRPr>
          </a:p>
        </p:txBody>
      </p:sp>
      <p:sp>
        <p:nvSpPr>
          <p:cNvPr id="263" name="Shape 263"/>
          <p:cNvSpPr/>
          <p:nvPr/>
        </p:nvSpPr>
        <p:spPr>
          <a:xfrm>
            <a:off x="4381500" y="-7936"/>
            <a:ext cx="4762500" cy="638100"/>
          </a:xfrm>
          <a:custGeom>
            <a:avLst/>
            <a:gdLst/>
            <a:ahLst/>
            <a:cxnLst/>
            <a:rect l="0" t="0" r="0" b="0"/>
            <a:pathLst>
              <a:path w="120000" h="120000" extrusionOk="0">
                <a:moveTo>
                  <a:pt x="0" y="0"/>
                </a:moveTo>
                <a:cubicBezTo>
                  <a:pt x="6960" y="20571"/>
                  <a:pt x="46720" y="107495"/>
                  <a:pt x="66720" y="113747"/>
                </a:cubicBezTo>
                <a:cubicBezTo>
                  <a:pt x="86720" y="120000"/>
                  <a:pt x="111120" y="56268"/>
                  <a:pt x="120000" y="37512"/>
                </a:cubicBezTo>
                <a:lnTo>
                  <a:pt x="120000" y="1210"/>
                </a:lnTo>
                <a:lnTo>
                  <a:pt x="0" y="0"/>
                </a:lnTo>
                <a:close/>
              </a:path>
            </a:pathLst>
          </a:custGeom>
          <a:gradFill>
            <a:gsLst>
              <a:gs pos="0">
                <a:srgbClr val="18A7B0">
                  <a:alpha val="29411"/>
                </a:srgbClr>
              </a:gs>
              <a:gs pos="80000">
                <a:srgbClr val="0993DD">
                  <a:alpha val="44313"/>
                </a:srgbClr>
              </a:gs>
              <a:gs pos="100000">
                <a:srgbClr val="0993DD">
                  <a:alpha val="44313"/>
                </a:srgbClr>
              </a:gs>
            </a:gsLst>
            <a:lin ang="5400012" scaled="0"/>
          </a:grad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FFFFFF"/>
              </a:solidFill>
              <a:latin typeface="Arial"/>
              <a:ea typeface="Arial"/>
              <a:cs typeface="Arial"/>
              <a:sym typeface="Arial"/>
            </a:endParaRPr>
          </a:p>
        </p:txBody>
      </p:sp>
      <p:grpSp>
        <p:nvGrpSpPr>
          <p:cNvPr id="264" name="Shape 264"/>
          <p:cNvGrpSpPr/>
          <p:nvPr/>
        </p:nvGrpSpPr>
        <p:grpSpPr>
          <a:xfrm>
            <a:off x="-29326" y="-14724"/>
            <a:ext cx="9198082" cy="1083801"/>
            <a:chOff x="-29321" y="-1887"/>
            <a:chExt cx="9198082" cy="1086300"/>
          </a:xfrm>
        </p:grpSpPr>
        <p:sp>
          <p:nvSpPr>
            <p:cNvPr id="265" name="Shape 265"/>
            <p:cNvSpPr/>
            <p:nvPr/>
          </p:nvSpPr>
          <p:spPr>
            <a:xfrm rot="-164275">
              <a:off x="-19101" y="216595"/>
              <a:ext cx="9163159" cy="649335"/>
            </a:xfrm>
            <a:custGeom>
              <a:avLst/>
              <a:gdLst/>
              <a:ahLst/>
              <a:cxnLst/>
              <a:rect l="0" t="0" r="0" b="0"/>
              <a:pathLst>
                <a:path w="120000" h="120000" extrusionOk="0">
                  <a:moveTo>
                    <a:pt x="0" y="109876"/>
                  </a:moveTo>
                  <a:cubicBezTo>
                    <a:pt x="5862" y="83943"/>
                    <a:pt x="19189" y="31279"/>
                    <a:pt x="33430" y="32075"/>
                  </a:cubicBezTo>
                  <a:cubicBezTo>
                    <a:pt x="47671" y="32872"/>
                    <a:pt x="71018" y="120000"/>
                    <a:pt x="85446" y="114654"/>
                  </a:cubicBezTo>
                  <a:cubicBezTo>
                    <a:pt x="99875" y="109308"/>
                    <a:pt x="112806" y="23886"/>
                    <a:pt x="120000" y="0"/>
                  </a:cubicBezTo>
                </a:path>
              </a:pathLst>
            </a:custGeom>
            <a:noFill/>
            <a:ln w="10775" cap="flat" cmpd="sng">
              <a:solidFill>
                <a:srgbClr val="33B7BF"/>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FFFFFF"/>
                </a:solidFill>
                <a:latin typeface="Arial"/>
                <a:ea typeface="Arial"/>
                <a:cs typeface="Arial"/>
                <a:sym typeface="Arial"/>
              </a:endParaRPr>
            </a:p>
          </p:txBody>
        </p:sp>
        <p:sp>
          <p:nvSpPr>
            <p:cNvPr id="266" name="Shape 266"/>
            <p:cNvSpPr/>
            <p:nvPr/>
          </p:nvSpPr>
          <p:spPr>
            <a:xfrm rot="-164274">
              <a:off x="-14376" y="290052"/>
              <a:ext cx="9175774" cy="530398"/>
            </a:xfrm>
            <a:custGeom>
              <a:avLst/>
              <a:gdLst/>
              <a:ahLst/>
              <a:cxnLst/>
              <a:rect l="0" t="0" r="0" b="0"/>
              <a:pathLst>
                <a:path w="120000" h="120000" extrusionOk="0">
                  <a:moveTo>
                    <a:pt x="0" y="102857"/>
                  </a:moveTo>
                  <a:cubicBezTo>
                    <a:pt x="5681" y="90913"/>
                    <a:pt x="19791" y="30070"/>
                    <a:pt x="34089" y="32037"/>
                  </a:cubicBezTo>
                  <a:cubicBezTo>
                    <a:pt x="48387" y="34004"/>
                    <a:pt x="71467" y="120000"/>
                    <a:pt x="85785" y="114660"/>
                  </a:cubicBezTo>
                  <a:cubicBezTo>
                    <a:pt x="100104" y="109320"/>
                    <a:pt x="112882" y="23887"/>
                    <a:pt x="120000" y="0"/>
                  </a:cubicBezTo>
                </a:path>
              </a:pathLst>
            </a:custGeom>
            <a:noFill/>
            <a:ln w="9525" cap="flat" cmpd="sng">
              <a:solidFill>
                <a:schemeClr val="accent4"/>
              </a:solidFill>
              <a:prstDash val="solid"/>
              <a:round/>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strike="noStrike" cap="none">
                <a:solidFill>
                  <a:srgbClr val="FFFFFF"/>
                </a:solidFill>
                <a:latin typeface="Arial"/>
                <a:ea typeface="Arial"/>
                <a:cs typeface="Arial"/>
                <a:sym typeface="Arial"/>
              </a:endParaRPr>
            </a:p>
          </p:txBody>
        </p:sp>
      </p:grpSp>
      <p:sp>
        <p:nvSpPr>
          <p:cNvPr id="267" name="Shape 267"/>
          <p:cNvSpPr txBox="1">
            <a:spLocks noGrp="1"/>
          </p:cNvSpPr>
          <p:nvPr>
            <p:ph type="title"/>
          </p:nvPr>
        </p:nvSpPr>
        <p:spPr>
          <a:xfrm>
            <a:off x="530352" y="1316736"/>
            <a:ext cx="7772400" cy="13629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54EEC5"/>
              </a:buClr>
              <a:buFont typeface="Arial"/>
              <a:buNone/>
              <a:defRPr sz="1400" b="0" i="0" u="none" strike="noStrike" cap="none">
                <a:solidFill>
                  <a:srgbClr val="000000"/>
                </a:solidFill>
                <a:latin typeface="Arial"/>
                <a:ea typeface="Arial"/>
                <a:cs typeface="Arial"/>
                <a:sym typeface="Arial"/>
              </a:defRPr>
            </a:lvl1pPr>
            <a:lvl2pPr marL="0" marR="0" lvl="1" indent="0" algn="l" rtl="0">
              <a:spcBef>
                <a:spcPts val="0"/>
              </a:spcBef>
              <a:buNone/>
              <a:defRPr sz="1800"/>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sp>
        <p:nvSpPr>
          <p:cNvPr id="268" name="Shape 268"/>
          <p:cNvSpPr txBox="1">
            <a:spLocks noGrp="1"/>
          </p:cNvSpPr>
          <p:nvPr>
            <p:ph type="body" idx="1"/>
          </p:nvPr>
        </p:nvSpPr>
        <p:spPr>
          <a:xfrm>
            <a:off x="530352" y="2704664"/>
            <a:ext cx="7772400" cy="15096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chemeClr val="lt1"/>
              </a:buClr>
              <a:buFont typeface="Arial"/>
              <a:buNone/>
              <a:defRPr sz="1400" b="0" i="0" u="none" strike="noStrike" cap="none">
                <a:solidFill>
                  <a:srgbClr val="000000"/>
                </a:solidFill>
                <a:latin typeface="Arial"/>
                <a:ea typeface="Arial"/>
                <a:cs typeface="Arial"/>
                <a:sym typeface="Arial"/>
              </a:defRPr>
            </a:lvl1pPr>
            <a:lvl2pPr marL="457200" marR="0" lvl="1" indent="-152400" algn="l" rtl="0">
              <a:lnSpc>
                <a:spcPct val="100000"/>
              </a:lnSpc>
              <a:spcBef>
                <a:spcPts val="0"/>
              </a:spcBef>
              <a:spcAft>
                <a:spcPts val="0"/>
              </a:spcAft>
              <a:buClr>
                <a:schemeClr val="lt1"/>
              </a:buClr>
              <a:buFont typeface="Arial"/>
              <a:buNone/>
              <a:defRPr sz="1400" b="0" i="0" u="none" strike="noStrike" cap="none">
                <a:solidFill>
                  <a:srgbClr val="000000"/>
                </a:solidFill>
                <a:latin typeface="Arial"/>
                <a:ea typeface="Arial"/>
                <a:cs typeface="Arial"/>
                <a:sym typeface="Arial"/>
              </a:defRPr>
            </a:lvl2pPr>
            <a:lvl3pPr marL="685800" marR="0" lvl="2" indent="-152400" algn="l" rtl="0">
              <a:lnSpc>
                <a:spcPct val="100000"/>
              </a:lnSpc>
              <a:spcBef>
                <a:spcPts val="0"/>
              </a:spcBef>
              <a:spcAft>
                <a:spcPts val="0"/>
              </a:spcAft>
              <a:buClr>
                <a:schemeClr val="lt1"/>
              </a:buClr>
              <a:buFont typeface="Arial"/>
              <a:buNone/>
              <a:defRPr sz="1400" b="0" i="0" u="none" strike="noStrike" cap="none">
                <a:solidFill>
                  <a:srgbClr val="000000"/>
                </a:solidFill>
                <a:latin typeface="Arial"/>
                <a:ea typeface="Arial"/>
                <a:cs typeface="Arial"/>
                <a:sym typeface="Arial"/>
              </a:defRPr>
            </a:lvl3pPr>
            <a:lvl4pPr marL="914400" marR="0" lvl="3" indent="-152400" algn="l" rtl="0">
              <a:lnSpc>
                <a:spcPct val="100000"/>
              </a:lnSpc>
              <a:spcBef>
                <a:spcPts val="0"/>
              </a:spcBef>
              <a:spcAft>
                <a:spcPts val="0"/>
              </a:spcAft>
              <a:buClr>
                <a:schemeClr val="lt1"/>
              </a:buClr>
              <a:buFont typeface="Arial"/>
              <a:buNone/>
              <a:defRPr sz="1400" b="0" i="0" u="none" strike="noStrike" cap="none">
                <a:solidFill>
                  <a:srgbClr val="000000"/>
                </a:solidFill>
                <a:latin typeface="Arial"/>
                <a:ea typeface="Arial"/>
                <a:cs typeface="Arial"/>
                <a:sym typeface="Arial"/>
              </a:defRPr>
            </a:lvl4pPr>
            <a:lvl5pPr marL="1143000" marR="0" lvl="4" indent="-152400" algn="l" rtl="0">
              <a:lnSpc>
                <a:spcPct val="100000"/>
              </a:lnSpc>
              <a:spcBef>
                <a:spcPts val="0"/>
              </a:spcBef>
              <a:spcAft>
                <a:spcPts val="0"/>
              </a:spcAft>
              <a:buClr>
                <a:schemeClr val="lt1"/>
              </a:buClr>
              <a:buFont typeface="Arial"/>
              <a:buNone/>
              <a:defRPr sz="1400" b="0" i="0" u="none" strike="noStrike" cap="none">
                <a:solidFill>
                  <a:srgbClr val="000000"/>
                </a:solidFill>
                <a:latin typeface="Arial"/>
                <a:ea typeface="Arial"/>
                <a:cs typeface="Arial"/>
                <a:sym typeface="Arial"/>
              </a:defRPr>
            </a:lvl5pPr>
            <a:lvl6pPr marL="2514600" marR="0" lvl="5"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12700" algn="l" rtl="0">
              <a:lnSpc>
                <a:spcPct val="100000"/>
              </a:lnSpc>
              <a:spcBef>
                <a:spcPts val="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69" name="Shape 269"/>
          <p:cNvSpPr txBox="1">
            <a:spLocks noGrp="1"/>
          </p:cNvSpPr>
          <p:nvPr>
            <p:ph type="sldNum" idx="12"/>
          </p:nvPr>
        </p:nvSpPr>
        <p:spPr>
          <a:xfrm>
            <a:off x="7924800" y="6356350"/>
            <a:ext cx="762000" cy="365100"/>
          </a:xfrm>
          <a:prstGeom prst="rect">
            <a:avLst/>
          </a:prstGeom>
          <a:noFill/>
          <a:ln>
            <a:noFill/>
          </a:ln>
        </p:spPr>
        <p:txBody>
          <a:bodyPr lIns="0" tIns="0" rIns="0" bIns="0" anchor="b" anchorCtr="0">
            <a:noAutofit/>
          </a:bodyPr>
          <a:lstStyle/>
          <a:p>
            <a:pPr marL="0" marR="0" lvl="0" indent="0" algn="r" rtl="0">
              <a:lnSpc>
                <a:spcPct val="100000"/>
              </a:lnSpc>
              <a:spcBef>
                <a:spcPts val="0"/>
              </a:spcBef>
              <a:spcAft>
                <a:spcPts val="0"/>
              </a:spcAft>
              <a:buClr>
                <a:srgbClr val="FFFFFF"/>
              </a:buClr>
              <a:buSzPct val="25000"/>
              <a:buFont typeface="Arial"/>
              <a:buNone/>
            </a:pPr>
            <a:fld id="{00000000-1234-1234-1234-123412341234}" type="slidenum">
              <a:rPr lang="en" sz="1200" b="0" i="0" u="none" strike="noStrike" cap="none">
                <a:solidFill>
                  <a:srgbClr val="FFFFFF"/>
                </a:solidFill>
                <a:latin typeface="Arial"/>
                <a:ea typeface="Arial"/>
                <a:cs typeface="Arial"/>
                <a:sym typeface="Arial"/>
              </a:rPr>
              <a:t>‹#›</a:t>
            </a:fld>
            <a:endParaRPr lang="en" sz="12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Shape 270"/>
        <p:cNvGrpSpPr/>
        <p:nvPr/>
      </p:nvGrpSpPr>
      <p:grpSpPr>
        <a:xfrm>
          <a:off x="0" y="0"/>
          <a:ext cx="0" cy="0"/>
          <a:chOff x="0" y="0"/>
          <a:chExt cx="0" cy="0"/>
        </a:xfrm>
      </p:grpSpPr>
      <p:sp>
        <p:nvSpPr>
          <p:cNvPr id="271" name="Shape 271"/>
          <p:cNvSpPr txBox="1">
            <a:spLocks noGrp="1"/>
          </p:cNvSpPr>
          <p:nvPr>
            <p:ph type="body" idx="1"/>
          </p:nvPr>
        </p:nvSpPr>
        <p:spPr>
          <a:xfrm>
            <a:off x="457200" y="274637"/>
            <a:ext cx="8229600" cy="5851500"/>
          </a:xfrm>
          <a:prstGeom prst="rect">
            <a:avLst/>
          </a:prstGeom>
          <a:noFill/>
          <a:ln>
            <a:noFill/>
          </a:ln>
        </p:spPr>
        <p:txBody>
          <a:bodyPr lIns="91425" tIns="91425" rIns="91425" bIns="91425" anchor="t" anchorCtr="0"/>
          <a:lstStyle>
            <a:lvl1pPr marL="342900" marR="0" lvl="0" indent="-38100" algn="l" rtl="0">
              <a:lnSpc>
                <a:spcPct val="100000"/>
              </a:lnSpc>
              <a:spcBef>
                <a:spcPts val="5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1pPr>
            <a:lvl2pPr marL="742950" marR="0" lvl="1" indent="-6350" algn="l" rtl="0">
              <a:lnSpc>
                <a:spcPct val="100000"/>
              </a:lnSpc>
              <a:spcBef>
                <a:spcPts val="48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2pPr>
            <a:lvl3pPr marL="1143000" marR="0" lvl="2" indent="12700" algn="l" rtl="0">
              <a:lnSpc>
                <a:spcPct val="100000"/>
              </a:lnSpc>
              <a:spcBef>
                <a:spcPts val="40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3pPr>
            <a:lvl4pPr marL="1600200" marR="0" lvl="3" indent="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4pPr>
            <a:lvl5pPr marL="2057400" marR="0" lvl="4" indent="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5pPr>
            <a:lvl6pPr marL="2514600" marR="0" lvl="5" indent="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6pPr>
            <a:lvl7pPr marL="2971800" marR="0" lvl="6" indent="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7pPr>
            <a:lvl8pPr marL="3429000" marR="0" lvl="7" indent="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8pPr>
            <a:lvl9pPr marL="3886200" marR="0" lvl="8" indent="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9pPr>
          </a:lstStyle>
          <a:p>
            <a:endParaRPr/>
          </a:p>
        </p:txBody>
      </p:sp>
      <p:sp>
        <p:nvSpPr>
          <p:cNvPr id="272" name="Shape 272"/>
          <p:cNvSpPr txBox="1">
            <a:spLocks noGrp="1"/>
          </p:cNvSpPr>
          <p:nvPr>
            <p:ph type="dt" idx="10"/>
          </p:nvPr>
        </p:nvSpPr>
        <p:spPr>
          <a:xfrm>
            <a:off x="457200" y="6356350"/>
            <a:ext cx="2133600" cy="3651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273" name="Shape 273"/>
          <p:cNvSpPr txBox="1">
            <a:spLocks noGrp="1"/>
          </p:cNvSpPr>
          <p:nvPr>
            <p:ph type="ftr" idx="11"/>
          </p:nvPr>
        </p:nvSpPr>
        <p:spPr>
          <a:xfrm>
            <a:off x="3124200" y="6356350"/>
            <a:ext cx="2895600" cy="3651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274" name="Shape 274"/>
          <p:cNvSpPr txBox="1">
            <a:spLocks noGrp="1"/>
          </p:cNvSpPr>
          <p:nvPr>
            <p:ph type="sldNum" idx="12"/>
          </p:nvPr>
        </p:nvSpPr>
        <p:spPr>
          <a:xfrm>
            <a:off x="6553200" y="6356350"/>
            <a:ext cx="2133600" cy="3651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fld id="{00000000-1234-1234-1234-123412341234}" type="slidenum">
              <a:rPr lang="en" sz="1800" b="0" i="0" u="none" strike="noStrike" cap="none">
                <a:solidFill>
                  <a:srgbClr val="FFFFFF"/>
                </a:solidFill>
                <a:latin typeface="Arial"/>
                <a:ea typeface="Arial"/>
                <a:cs typeface="Arial"/>
                <a:sym typeface="Arial"/>
              </a:rPr>
              <a:t>‹#›</a:t>
            </a:fld>
            <a:endParaRPr lang="en" sz="18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USE THIS SLIDE">
    <p:spTree>
      <p:nvGrpSpPr>
        <p:cNvPr id="1" name="Shape 279"/>
        <p:cNvGrpSpPr/>
        <p:nvPr/>
      </p:nvGrpSpPr>
      <p:grpSpPr>
        <a:xfrm>
          <a:off x="0" y="0"/>
          <a:ext cx="0" cy="0"/>
          <a:chOff x="0" y="0"/>
          <a:chExt cx="0" cy="0"/>
        </a:xfrm>
      </p:grpSpPr>
      <p:sp>
        <p:nvSpPr>
          <p:cNvPr id="280" name="Shape 280"/>
          <p:cNvSpPr txBox="1">
            <a:spLocks noGrp="1"/>
          </p:cNvSpPr>
          <p:nvPr>
            <p:ph type="title"/>
          </p:nvPr>
        </p:nvSpPr>
        <p:spPr>
          <a:xfrm>
            <a:off x="498474" y="152400"/>
            <a:ext cx="7556400" cy="11157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Tahoma"/>
              <a:buNone/>
              <a:defRPr i="0" u="none" strike="noStrike" cap="none">
                <a:solidFill>
                  <a:srgbClr val="006F4B"/>
                </a:solidFill>
                <a:latin typeface="Tahoma"/>
                <a:ea typeface="Tahoma"/>
                <a:cs typeface="Tahoma"/>
                <a:sym typeface="Tahoma"/>
              </a:defRPr>
            </a:lvl1pPr>
            <a:lvl2pPr lvl="1" indent="0" rtl="0">
              <a:spcBef>
                <a:spcPts val="0"/>
              </a:spcBef>
              <a:buFont typeface="Arial"/>
              <a:buNone/>
              <a:defRPr sz="1400" b="1"/>
            </a:lvl2pPr>
            <a:lvl3pPr lvl="2" indent="0" rtl="0">
              <a:spcBef>
                <a:spcPts val="0"/>
              </a:spcBef>
              <a:buFont typeface="Arial"/>
              <a:buNone/>
              <a:defRPr sz="1400" b="1"/>
            </a:lvl3pPr>
            <a:lvl4pPr lvl="3" indent="0" rtl="0">
              <a:spcBef>
                <a:spcPts val="0"/>
              </a:spcBef>
              <a:buFont typeface="Arial"/>
              <a:buNone/>
              <a:defRPr sz="1400" b="1"/>
            </a:lvl4pPr>
            <a:lvl5pPr lvl="4" indent="0" rtl="0">
              <a:spcBef>
                <a:spcPts val="0"/>
              </a:spcBef>
              <a:buFont typeface="Arial"/>
              <a:buNone/>
              <a:defRPr sz="1400" b="1"/>
            </a:lvl5pPr>
            <a:lvl6pPr lvl="5" indent="0" rtl="0">
              <a:spcBef>
                <a:spcPts val="0"/>
              </a:spcBef>
              <a:buFont typeface="Arial"/>
              <a:buNone/>
              <a:defRPr sz="1400" b="1"/>
            </a:lvl6pPr>
            <a:lvl7pPr lvl="6" indent="0" rtl="0">
              <a:spcBef>
                <a:spcPts val="0"/>
              </a:spcBef>
              <a:buFont typeface="Arial"/>
              <a:buNone/>
              <a:defRPr sz="1400" b="1"/>
            </a:lvl7pPr>
            <a:lvl8pPr lvl="7" indent="0" rtl="0">
              <a:spcBef>
                <a:spcPts val="0"/>
              </a:spcBef>
              <a:buFont typeface="Arial"/>
              <a:buNone/>
              <a:defRPr sz="1400" b="1"/>
            </a:lvl8pPr>
            <a:lvl9pPr lvl="8" indent="0" rtl="0">
              <a:spcBef>
                <a:spcPts val="0"/>
              </a:spcBef>
              <a:buFont typeface="Arial"/>
              <a:buNone/>
              <a:defRPr sz="1400" b="1"/>
            </a:lvl9pPr>
          </a:lstStyle>
          <a:p>
            <a:endParaRPr/>
          </a:p>
        </p:txBody>
      </p:sp>
      <p:sp>
        <p:nvSpPr>
          <p:cNvPr id="281" name="Shape 281"/>
          <p:cNvSpPr txBox="1">
            <a:spLocks noGrp="1"/>
          </p:cNvSpPr>
          <p:nvPr>
            <p:ph type="body" idx="1"/>
          </p:nvPr>
        </p:nvSpPr>
        <p:spPr>
          <a:xfrm>
            <a:off x="498475" y="1366332"/>
            <a:ext cx="7556400" cy="4760100"/>
          </a:xfrm>
          <a:prstGeom prst="rect">
            <a:avLst/>
          </a:prstGeom>
          <a:noFill/>
          <a:ln>
            <a:noFill/>
          </a:ln>
        </p:spPr>
        <p:txBody>
          <a:bodyPr lIns="91425" tIns="91425" rIns="91425" bIns="91425" anchor="t" anchorCtr="0"/>
          <a:lstStyle>
            <a:lvl1pPr marL="254000" marR="0" lvl="0" indent="19050" algn="l" rtl="0">
              <a:lnSpc>
                <a:spcPct val="100000"/>
              </a:lnSpc>
              <a:spcBef>
                <a:spcPts val="0"/>
              </a:spcBef>
              <a:spcAft>
                <a:spcPts val="500"/>
              </a:spcAft>
              <a:buClr>
                <a:srgbClr val="3F3F3F"/>
              </a:buClr>
              <a:buChar char="▪"/>
              <a:defRPr b="0" i="0" u="none" strike="noStrike" cap="none">
                <a:solidFill>
                  <a:srgbClr val="3F3F3F"/>
                </a:solidFill>
              </a:defRPr>
            </a:lvl1pPr>
            <a:lvl2pPr marL="342900" marR="0" lvl="1" indent="-1" algn="l" rtl="0">
              <a:lnSpc>
                <a:spcPct val="100000"/>
              </a:lnSpc>
              <a:spcBef>
                <a:spcPts val="0"/>
              </a:spcBef>
              <a:spcAft>
                <a:spcPts val="500"/>
              </a:spcAft>
              <a:buClr>
                <a:srgbClr val="595959"/>
              </a:buClr>
              <a:defRPr b="0" i="0" u="none" strike="noStrike" cap="none">
                <a:solidFill>
                  <a:srgbClr val="595959"/>
                </a:solidFill>
              </a:defRPr>
            </a:lvl2pPr>
            <a:lvl3pPr marL="520700" marR="0" lvl="2" indent="19050" algn="l" rtl="0">
              <a:lnSpc>
                <a:spcPct val="100000"/>
              </a:lnSpc>
              <a:spcBef>
                <a:spcPts val="0"/>
              </a:spcBef>
              <a:spcAft>
                <a:spcPts val="500"/>
              </a:spcAft>
              <a:buClr>
                <a:srgbClr val="7F7F7F"/>
              </a:buClr>
              <a:buChar char="•"/>
              <a:defRPr b="0" i="0" u="none" strike="noStrike" cap="none">
                <a:solidFill>
                  <a:srgbClr val="7F7F7F"/>
                </a:solidFill>
              </a:defRPr>
            </a:lvl3pPr>
            <a:lvl4pPr marL="685800" marR="0" lvl="3" indent="-12700" algn="l" rtl="0">
              <a:lnSpc>
                <a:spcPct val="100000"/>
              </a:lnSpc>
              <a:spcBef>
                <a:spcPts val="0"/>
              </a:spcBef>
              <a:spcAft>
                <a:spcPts val="500"/>
              </a:spcAft>
              <a:buClr>
                <a:srgbClr val="7F7F7F"/>
              </a:buClr>
              <a:buChar char="▪"/>
              <a:defRPr b="0" i="0" u="none" strike="noStrike" cap="none">
                <a:solidFill>
                  <a:srgbClr val="7F7F7F"/>
                </a:solidFill>
              </a:defRPr>
            </a:lvl4pPr>
            <a:lvl5pPr marL="863600" marR="0" lvl="4" indent="-76200" algn="l" rtl="0">
              <a:lnSpc>
                <a:spcPct val="100000"/>
              </a:lnSpc>
              <a:spcBef>
                <a:spcPts val="0"/>
              </a:spcBef>
              <a:spcAft>
                <a:spcPts val="500"/>
              </a:spcAft>
              <a:buClr>
                <a:srgbClr val="7F7F7F"/>
              </a:buClr>
              <a:defRPr b="0" i="0" u="none" strike="noStrike" cap="none">
                <a:solidFill>
                  <a:srgbClr val="7F7F7F"/>
                </a:solidFill>
              </a:defRPr>
            </a:lvl5pPr>
            <a:lvl6pPr marL="1892300" marR="0" lvl="5" indent="19050" algn="l" rtl="0">
              <a:lnSpc>
                <a:spcPct val="100000"/>
              </a:lnSpc>
              <a:spcBef>
                <a:spcPts val="300"/>
              </a:spcBef>
              <a:spcAft>
                <a:spcPts val="0"/>
              </a:spcAft>
              <a:buClr>
                <a:srgbClr val="7F7F7F"/>
              </a:buClr>
              <a:buChar char="•"/>
              <a:defRPr b="0" i="0" u="none" strike="noStrike" cap="none">
                <a:solidFill>
                  <a:srgbClr val="7F7F7F"/>
                </a:solidFill>
              </a:defRPr>
            </a:lvl6pPr>
            <a:lvl7pPr marL="2235200" marR="0" lvl="6" indent="19050" algn="l" rtl="0">
              <a:lnSpc>
                <a:spcPct val="100000"/>
              </a:lnSpc>
              <a:spcBef>
                <a:spcPts val="300"/>
              </a:spcBef>
              <a:spcAft>
                <a:spcPts val="0"/>
              </a:spcAft>
              <a:buClr>
                <a:srgbClr val="7F7F7F"/>
              </a:buClr>
              <a:buChar char="•"/>
              <a:defRPr b="0" i="0" u="none" strike="noStrike" cap="none">
                <a:solidFill>
                  <a:srgbClr val="7F7F7F"/>
                </a:solidFill>
              </a:defRPr>
            </a:lvl7pPr>
            <a:lvl8pPr marL="2578100" marR="0" lvl="7" indent="19050" algn="l" rtl="0">
              <a:lnSpc>
                <a:spcPct val="100000"/>
              </a:lnSpc>
              <a:spcBef>
                <a:spcPts val="300"/>
              </a:spcBef>
              <a:spcAft>
                <a:spcPts val="0"/>
              </a:spcAft>
              <a:buClr>
                <a:srgbClr val="7F7F7F"/>
              </a:buClr>
              <a:buChar char="•"/>
              <a:defRPr b="0" i="0" u="none" strike="noStrike" cap="none">
                <a:solidFill>
                  <a:srgbClr val="7F7F7F"/>
                </a:solidFill>
              </a:defRPr>
            </a:lvl8pPr>
            <a:lvl9pPr marL="2921000" marR="0" lvl="8" indent="19050" algn="l" rtl="0">
              <a:lnSpc>
                <a:spcPct val="100000"/>
              </a:lnSpc>
              <a:spcBef>
                <a:spcPts val="300"/>
              </a:spcBef>
              <a:spcAft>
                <a:spcPts val="0"/>
              </a:spcAft>
              <a:buClr>
                <a:srgbClr val="7F7F7F"/>
              </a:buClr>
              <a:buChar char="•"/>
              <a:defRPr b="0" i="0" u="none" strike="noStrike" cap="none">
                <a:solidFill>
                  <a:srgbClr val="7F7F7F"/>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88"/>
        <p:cNvGrpSpPr/>
        <p:nvPr/>
      </p:nvGrpSpPr>
      <p:grpSpPr>
        <a:xfrm>
          <a:off x="0" y="0"/>
          <a:ext cx="0" cy="0"/>
          <a:chOff x="0" y="0"/>
          <a:chExt cx="0" cy="0"/>
        </a:xfrm>
      </p:grpSpPr>
      <p:sp>
        <p:nvSpPr>
          <p:cNvPr id="289" name="Shape 289"/>
          <p:cNvSpPr txBox="1">
            <a:spLocks noGrp="1"/>
          </p:cNvSpPr>
          <p:nvPr>
            <p:ph type="title"/>
          </p:nvPr>
        </p:nvSpPr>
        <p:spPr>
          <a:xfrm>
            <a:off x="457200" y="228600"/>
            <a:ext cx="8229600" cy="1143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290" name="Shape 290"/>
          <p:cNvSpPr txBox="1">
            <a:spLocks noGrp="1"/>
          </p:cNvSpPr>
          <p:nvPr>
            <p:ph type="body" idx="1"/>
          </p:nvPr>
        </p:nvSpPr>
        <p:spPr>
          <a:xfrm>
            <a:off x="457200" y="1600200"/>
            <a:ext cx="8229600" cy="4526100"/>
          </a:xfrm>
          <a:prstGeom prst="rect">
            <a:avLst/>
          </a:prstGeom>
          <a:noFill/>
          <a:ln>
            <a:noFill/>
          </a:ln>
        </p:spPr>
        <p:txBody>
          <a:bodyPr lIns="91425" tIns="91425" rIns="91425" bIns="91425" anchor="t" anchorCtr="0"/>
          <a:lstStyle>
            <a:lvl1pPr marL="342900" marR="0" lvl="0" indent="-139700" algn="l" rtl="0">
              <a:spcBef>
                <a:spcPts val="640"/>
              </a:spcBef>
              <a:spcAft>
                <a:spcPts val="0"/>
              </a:spcAft>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1" name="Shape 291"/>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92" name="Shape 292"/>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93" name="Shape 293"/>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294" name="Shape 294"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295"/>
        <p:cNvGrpSpPr/>
        <p:nvPr/>
      </p:nvGrpSpPr>
      <p:grpSpPr>
        <a:xfrm>
          <a:off x="0" y="0"/>
          <a:ext cx="0" cy="0"/>
          <a:chOff x="0" y="0"/>
          <a:chExt cx="0" cy="0"/>
        </a:xfrm>
      </p:grpSpPr>
      <p:sp>
        <p:nvSpPr>
          <p:cNvPr id="296" name="Shape 296"/>
          <p:cNvSpPr txBox="1">
            <a:spLocks noGrp="1"/>
          </p:cNvSpPr>
          <p:nvPr>
            <p:ph type="ctrTitle"/>
          </p:nvPr>
        </p:nvSpPr>
        <p:spPr>
          <a:xfrm>
            <a:off x="685800" y="2130425"/>
            <a:ext cx="7772400" cy="1470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297" name="Shape 297"/>
          <p:cNvSpPr txBox="1">
            <a:spLocks noGrp="1"/>
          </p:cNvSpPr>
          <p:nvPr>
            <p:ph type="subTitle" idx="1"/>
          </p:nvPr>
        </p:nvSpPr>
        <p:spPr>
          <a:xfrm>
            <a:off x="1371600" y="3886200"/>
            <a:ext cx="6400800" cy="1752600"/>
          </a:xfrm>
          <a:prstGeom prst="rect">
            <a:avLst/>
          </a:prstGeom>
          <a:noFill/>
          <a:ln>
            <a:noFill/>
          </a:ln>
        </p:spPr>
        <p:txBody>
          <a:bodyPr lIns="91425" tIns="91425" rIns="91425" bIns="91425" anchor="t" anchorCtr="0"/>
          <a:lstStyle>
            <a:lvl1pPr marL="0" marR="0" lvl="0" indent="0" algn="ctr" rtl="0">
              <a:spcBef>
                <a:spcPts val="640"/>
              </a:spcBef>
              <a:spcAft>
                <a:spcPts val="0"/>
              </a:spcAft>
              <a:buClr>
                <a:srgbClr val="888888"/>
              </a:buClr>
              <a:buFont typeface="Arial"/>
              <a:buNone/>
              <a:defRPr sz="3200" b="0" i="0" u="none" strike="noStrike" cap="none">
                <a:solidFill>
                  <a:srgbClr val="888888"/>
                </a:solidFill>
                <a:latin typeface="Calibri"/>
                <a:ea typeface="Calibri"/>
                <a:cs typeface="Calibri"/>
                <a:sym typeface="Calibri"/>
              </a:defRPr>
            </a:lvl1pPr>
            <a:lvl2pPr marL="457200" marR="0" lvl="1" indent="0" algn="ctr" rtl="0">
              <a:spcBef>
                <a:spcPts val="560"/>
              </a:spcBef>
              <a:spcAft>
                <a:spcPts val="0"/>
              </a:spcAft>
              <a:buClr>
                <a:srgbClr val="888888"/>
              </a:buClr>
              <a:buFont typeface="Arial"/>
              <a:buNone/>
              <a:defRPr sz="2800" b="0" i="0" u="none" strike="noStrike" cap="none">
                <a:solidFill>
                  <a:srgbClr val="888888"/>
                </a:solidFill>
                <a:latin typeface="Calibri"/>
                <a:ea typeface="Calibri"/>
                <a:cs typeface="Calibri"/>
                <a:sym typeface="Calibri"/>
              </a:defRPr>
            </a:lvl2pPr>
            <a:lvl3pPr marL="914400" marR="0" lvl="2" indent="0" algn="ctr" rtl="0">
              <a:spcBef>
                <a:spcPts val="480"/>
              </a:spcBef>
              <a:spcAft>
                <a:spcPts val="0"/>
              </a:spcAft>
              <a:buClr>
                <a:srgbClr val="888888"/>
              </a:buClr>
              <a:buFont typeface="Arial"/>
              <a:buNone/>
              <a:defRPr sz="2400" b="0" i="0" u="none" strike="noStrike" cap="none">
                <a:solidFill>
                  <a:srgbClr val="888888"/>
                </a:solidFill>
                <a:latin typeface="Calibri"/>
                <a:ea typeface="Calibri"/>
                <a:cs typeface="Calibri"/>
                <a:sym typeface="Calibri"/>
              </a:defRPr>
            </a:lvl3pPr>
            <a:lvl4pPr marL="1371600" marR="0" lvl="3" indent="0" algn="ctr" rtl="0">
              <a:spcBef>
                <a:spcPts val="400"/>
              </a:spcBef>
              <a:spcAft>
                <a:spcPts val="0"/>
              </a:spcAft>
              <a:buClr>
                <a:srgbClr val="888888"/>
              </a:buClr>
              <a:buFont typeface="Arial"/>
              <a:buNone/>
              <a:defRPr sz="2000" b="0" i="0" u="none" strike="noStrike" cap="none">
                <a:solidFill>
                  <a:srgbClr val="888888"/>
                </a:solidFill>
                <a:latin typeface="Calibri"/>
                <a:ea typeface="Calibri"/>
                <a:cs typeface="Calibri"/>
                <a:sym typeface="Calibri"/>
              </a:defRPr>
            </a:lvl4pPr>
            <a:lvl5pPr marL="1828800" marR="0" lvl="4" indent="0" algn="ctr" rtl="0">
              <a:spcBef>
                <a:spcPts val="400"/>
              </a:spcBef>
              <a:spcAft>
                <a:spcPts val="0"/>
              </a:spcAft>
              <a:buClr>
                <a:srgbClr val="888888"/>
              </a:buClr>
              <a:buFont typeface="Arial"/>
              <a:buNone/>
              <a:defRPr sz="2000" b="0" i="0" u="none" strike="noStrike" cap="none">
                <a:solidFill>
                  <a:srgbClr val="888888"/>
                </a:solidFill>
                <a:latin typeface="Calibri"/>
                <a:ea typeface="Calibri"/>
                <a:cs typeface="Calibri"/>
                <a:sym typeface="Calibri"/>
              </a:defRPr>
            </a:lvl5pPr>
            <a:lvl6pPr marL="2286000" marR="0" lvl="5" indent="0" algn="ctr" rtl="0">
              <a:spcBef>
                <a:spcPts val="400"/>
              </a:spcBef>
              <a:buClr>
                <a:srgbClr val="888888"/>
              </a:buClr>
              <a:buFont typeface="Arial"/>
              <a:buNone/>
              <a:defRPr sz="2000" b="0" i="0" u="none" strike="noStrike" cap="none">
                <a:solidFill>
                  <a:srgbClr val="888888"/>
                </a:solidFill>
                <a:latin typeface="Calibri"/>
                <a:ea typeface="Calibri"/>
                <a:cs typeface="Calibri"/>
                <a:sym typeface="Calibri"/>
              </a:defRPr>
            </a:lvl6pPr>
            <a:lvl7pPr marL="2743200" marR="0" lvl="6" indent="0" algn="ctr" rtl="0">
              <a:spcBef>
                <a:spcPts val="400"/>
              </a:spcBef>
              <a:buClr>
                <a:srgbClr val="888888"/>
              </a:buClr>
              <a:buFont typeface="Arial"/>
              <a:buNone/>
              <a:defRPr sz="2000" b="0" i="0" u="none" strike="noStrike" cap="none">
                <a:solidFill>
                  <a:srgbClr val="888888"/>
                </a:solidFill>
                <a:latin typeface="Calibri"/>
                <a:ea typeface="Calibri"/>
                <a:cs typeface="Calibri"/>
                <a:sym typeface="Calibri"/>
              </a:defRPr>
            </a:lvl7pPr>
            <a:lvl8pPr marL="3200400" marR="0" lvl="7" indent="0" algn="ctr" rtl="0">
              <a:spcBef>
                <a:spcPts val="400"/>
              </a:spcBef>
              <a:buClr>
                <a:srgbClr val="888888"/>
              </a:buClr>
              <a:buFont typeface="Arial"/>
              <a:buNone/>
              <a:defRPr sz="2000" b="0" i="0" u="none" strike="noStrike" cap="none">
                <a:solidFill>
                  <a:srgbClr val="888888"/>
                </a:solidFill>
                <a:latin typeface="Calibri"/>
                <a:ea typeface="Calibri"/>
                <a:cs typeface="Calibri"/>
                <a:sym typeface="Calibri"/>
              </a:defRPr>
            </a:lvl8pPr>
            <a:lvl9pPr marL="3657600" marR="0" lvl="8" indent="0" algn="ctr" rtl="0">
              <a:spcBef>
                <a:spcPts val="400"/>
              </a:spcBef>
              <a:buClr>
                <a:srgbClr val="888888"/>
              </a:buClr>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98" name="Shape 298"/>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99" name="Shape 299"/>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00" name="Shape 300"/>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01" name="Shape 301"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302"/>
        <p:cNvGrpSpPr/>
        <p:nvPr/>
      </p:nvGrpSpPr>
      <p:grpSpPr>
        <a:xfrm>
          <a:off x="0" y="0"/>
          <a:ext cx="0" cy="0"/>
          <a:chOff x="0" y="0"/>
          <a:chExt cx="0" cy="0"/>
        </a:xfrm>
      </p:grpSpPr>
      <p:sp>
        <p:nvSpPr>
          <p:cNvPr id="303" name="Shape 303"/>
          <p:cNvSpPr txBox="1">
            <a:spLocks noGrp="1"/>
          </p:cNvSpPr>
          <p:nvPr>
            <p:ph type="title"/>
          </p:nvPr>
        </p:nvSpPr>
        <p:spPr>
          <a:xfrm>
            <a:off x="722312" y="4406900"/>
            <a:ext cx="7772400" cy="1362000"/>
          </a:xfrm>
          <a:prstGeom prst="rect">
            <a:avLst/>
          </a:prstGeom>
          <a:noFill/>
          <a:ln>
            <a:noFill/>
          </a:ln>
        </p:spPr>
        <p:txBody>
          <a:bodyPr lIns="91425" tIns="91425" rIns="91425" bIns="91425" anchor="t" anchorCtr="0"/>
          <a:lstStyle>
            <a:lvl1pPr marL="0" marR="0" lvl="0" indent="0" algn="l" rtl="0">
              <a:spcBef>
                <a:spcPts val="0"/>
              </a:spcBef>
              <a:spcAft>
                <a:spcPts val="0"/>
              </a:spcAft>
              <a:buNone/>
              <a:defRPr sz="4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04" name="Shape 304"/>
          <p:cNvSpPr txBox="1">
            <a:spLocks noGrp="1"/>
          </p:cNvSpPr>
          <p:nvPr>
            <p:ph type="body" idx="1"/>
          </p:nvPr>
        </p:nvSpPr>
        <p:spPr>
          <a:xfrm>
            <a:off x="722312" y="2906713"/>
            <a:ext cx="7772400" cy="1500300"/>
          </a:xfrm>
          <a:prstGeom prst="rect">
            <a:avLst/>
          </a:prstGeom>
          <a:noFill/>
          <a:ln>
            <a:noFill/>
          </a:ln>
        </p:spPr>
        <p:txBody>
          <a:bodyPr lIns="91425" tIns="91425" rIns="91425" bIns="91425" anchor="b" anchorCtr="0"/>
          <a:lstStyle>
            <a:lvl1pPr marL="0" marR="0" lvl="0" indent="0" algn="l" rtl="0">
              <a:spcBef>
                <a:spcPts val="400"/>
              </a:spcBef>
              <a:spcAft>
                <a:spcPts val="0"/>
              </a:spcAft>
              <a:buClr>
                <a:srgbClr val="888888"/>
              </a:buClr>
              <a:buFont typeface="Arial"/>
              <a:buNone/>
              <a:defRPr sz="2000" b="0" i="0" u="none" strike="noStrike" cap="none">
                <a:solidFill>
                  <a:srgbClr val="888888"/>
                </a:solidFill>
                <a:latin typeface="Calibri"/>
                <a:ea typeface="Calibri"/>
                <a:cs typeface="Calibri"/>
                <a:sym typeface="Calibri"/>
              </a:defRPr>
            </a:lvl1pPr>
            <a:lvl2pPr marL="457200" marR="0" lvl="1" indent="0" algn="l" rtl="0">
              <a:spcBef>
                <a:spcPts val="360"/>
              </a:spcBef>
              <a:spcAft>
                <a:spcPts val="0"/>
              </a:spcAft>
              <a:buClr>
                <a:srgbClr val="888888"/>
              </a:buClr>
              <a:buFont typeface="Arial"/>
              <a:buNone/>
              <a:defRPr sz="1800" b="0" i="0" u="none" strike="noStrike" cap="none">
                <a:solidFill>
                  <a:srgbClr val="888888"/>
                </a:solidFill>
                <a:latin typeface="Calibri"/>
                <a:ea typeface="Calibri"/>
                <a:cs typeface="Calibri"/>
                <a:sym typeface="Calibri"/>
              </a:defRPr>
            </a:lvl2pPr>
            <a:lvl3pPr marL="914400" marR="0" lvl="2" indent="0" algn="l" rtl="0">
              <a:spcBef>
                <a:spcPts val="320"/>
              </a:spcBef>
              <a:spcAft>
                <a:spcPts val="0"/>
              </a:spcAft>
              <a:buClr>
                <a:srgbClr val="888888"/>
              </a:buClr>
              <a:buFont typeface="Arial"/>
              <a:buNone/>
              <a:defRPr sz="1600" b="0" i="0" u="none" strike="noStrike" cap="none">
                <a:solidFill>
                  <a:srgbClr val="888888"/>
                </a:solidFill>
                <a:latin typeface="Calibri"/>
                <a:ea typeface="Calibri"/>
                <a:cs typeface="Calibri"/>
                <a:sym typeface="Calibri"/>
              </a:defRPr>
            </a:lvl3pPr>
            <a:lvl4pPr marL="1371600" marR="0" lvl="3" indent="0" algn="l" rtl="0">
              <a:spcBef>
                <a:spcPts val="280"/>
              </a:spcBef>
              <a:spcAft>
                <a:spcPts val="0"/>
              </a:spcAft>
              <a:buClr>
                <a:srgbClr val="888888"/>
              </a:buClr>
              <a:buFont typeface="Arial"/>
              <a:buNone/>
              <a:defRPr sz="1400" b="0" i="0" u="none" strike="noStrike" cap="none">
                <a:solidFill>
                  <a:srgbClr val="888888"/>
                </a:solidFill>
                <a:latin typeface="Calibri"/>
                <a:ea typeface="Calibri"/>
                <a:cs typeface="Calibri"/>
                <a:sym typeface="Calibri"/>
              </a:defRPr>
            </a:lvl4pPr>
            <a:lvl5pPr marL="1828800" marR="0" lvl="4" indent="0" algn="l" rtl="0">
              <a:spcBef>
                <a:spcPts val="280"/>
              </a:spcBef>
              <a:spcAft>
                <a:spcPts val="0"/>
              </a:spcAft>
              <a:buClr>
                <a:srgbClr val="888888"/>
              </a:buClr>
              <a:buFont typeface="Arial"/>
              <a:buNone/>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None/>
              <a:defRPr sz="1400" b="0" i="0" u="none" strike="noStrike" cap="none">
                <a:solidFill>
                  <a:srgbClr val="888888"/>
                </a:solidFill>
                <a:latin typeface="Calibri"/>
                <a:ea typeface="Calibri"/>
                <a:cs typeface="Calibri"/>
                <a:sym typeface="Calibri"/>
              </a:defRPr>
            </a:lvl6pPr>
            <a:lvl7pPr marL="2743200" marR="0" lvl="6" indent="0" algn="l" rtl="0">
              <a:spcBef>
                <a:spcPts val="280"/>
              </a:spcBef>
              <a:buClr>
                <a:srgbClr val="888888"/>
              </a:buClr>
              <a:buFont typeface="Arial"/>
              <a:buNone/>
              <a:defRPr sz="1400" b="0" i="0" u="none" strike="noStrike" cap="none">
                <a:solidFill>
                  <a:srgbClr val="888888"/>
                </a:solidFill>
                <a:latin typeface="Calibri"/>
                <a:ea typeface="Calibri"/>
                <a:cs typeface="Calibri"/>
                <a:sym typeface="Calibri"/>
              </a:defRPr>
            </a:lvl7pPr>
            <a:lvl8pPr marL="3200400" marR="0" lvl="7" indent="0" algn="l" rtl="0">
              <a:spcBef>
                <a:spcPts val="280"/>
              </a:spcBef>
              <a:buClr>
                <a:srgbClr val="888888"/>
              </a:buClr>
              <a:buFont typeface="Arial"/>
              <a:buNone/>
              <a:defRPr sz="1400" b="0" i="0" u="none" strike="noStrike" cap="none">
                <a:solidFill>
                  <a:srgbClr val="888888"/>
                </a:solidFill>
                <a:latin typeface="Calibri"/>
                <a:ea typeface="Calibri"/>
                <a:cs typeface="Calibri"/>
                <a:sym typeface="Calibri"/>
              </a:defRPr>
            </a:lvl8pPr>
            <a:lvl9pPr marL="3657600" marR="0" lvl="8" indent="0" algn="l" rtl="0">
              <a:spcBef>
                <a:spcPts val="280"/>
              </a:spcBef>
              <a:buClr>
                <a:srgbClr val="888888"/>
              </a:buClr>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05" name="Shape 305"/>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06" name="Shape 306"/>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07" name="Shape 307"/>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08" name="Shape 308"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09"/>
        <p:cNvGrpSpPr/>
        <p:nvPr/>
      </p:nvGrpSpPr>
      <p:grpSpPr>
        <a:xfrm>
          <a:off x="0" y="0"/>
          <a:ext cx="0" cy="0"/>
          <a:chOff x="0" y="0"/>
          <a:chExt cx="0" cy="0"/>
        </a:xfrm>
      </p:grpSpPr>
      <p:sp>
        <p:nvSpPr>
          <p:cNvPr id="310" name="Shape 310"/>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11" name="Shape 311"/>
          <p:cNvSpPr txBox="1">
            <a:spLocks noGrp="1"/>
          </p:cNvSpPr>
          <p:nvPr>
            <p:ph type="body" idx="1"/>
          </p:nvPr>
        </p:nvSpPr>
        <p:spPr>
          <a:xfrm>
            <a:off x="457200" y="1600200"/>
            <a:ext cx="4038600" cy="4526100"/>
          </a:xfrm>
          <a:prstGeom prst="rect">
            <a:avLst/>
          </a:prstGeom>
          <a:noFill/>
          <a:ln>
            <a:noFill/>
          </a:ln>
        </p:spPr>
        <p:txBody>
          <a:bodyPr lIns="91425" tIns="91425" rIns="91425" bIns="91425" anchor="t" anchorCtr="0"/>
          <a:lstStyle>
            <a:lvl1pPr marL="342900" marR="0" lvl="0" indent="-16510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742950" marR="0" lvl="1" indent="-13335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spcBef>
                <a:spcPts val="36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spcBef>
                <a:spcPts val="36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2" name="Shape 312"/>
          <p:cNvSpPr txBox="1">
            <a:spLocks noGrp="1"/>
          </p:cNvSpPr>
          <p:nvPr>
            <p:ph type="body" idx="2"/>
          </p:nvPr>
        </p:nvSpPr>
        <p:spPr>
          <a:xfrm>
            <a:off x="4648200" y="1600200"/>
            <a:ext cx="4038600" cy="4526100"/>
          </a:xfrm>
          <a:prstGeom prst="rect">
            <a:avLst/>
          </a:prstGeom>
          <a:noFill/>
          <a:ln>
            <a:noFill/>
          </a:ln>
        </p:spPr>
        <p:txBody>
          <a:bodyPr lIns="91425" tIns="91425" rIns="91425" bIns="91425" anchor="t" anchorCtr="0"/>
          <a:lstStyle>
            <a:lvl1pPr marL="342900" marR="0" lvl="0" indent="-16510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742950" marR="0" lvl="1" indent="-13335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spcBef>
                <a:spcPts val="36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spcBef>
                <a:spcPts val="36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3" name="Shape 313"/>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14" name="Shape 314"/>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15" name="Shape 315"/>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16" name="Shape 316"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17"/>
        <p:cNvGrpSpPr/>
        <p:nvPr/>
      </p:nvGrpSpPr>
      <p:grpSpPr>
        <a:xfrm>
          <a:off x="0" y="0"/>
          <a:ext cx="0" cy="0"/>
          <a:chOff x="0" y="0"/>
          <a:chExt cx="0" cy="0"/>
        </a:xfrm>
      </p:grpSpPr>
      <p:sp>
        <p:nvSpPr>
          <p:cNvPr id="318" name="Shape 318"/>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19" name="Shape 319"/>
          <p:cNvSpPr txBox="1">
            <a:spLocks noGrp="1"/>
          </p:cNvSpPr>
          <p:nvPr>
            <p:ph type="body" idx="1"/>
          </p:nvPr>
        </p:nvSpPr>
        <p:spPr>
          <a:xfrm>
            <a:off x="457200" y="1535112"/>
            <a:ext cx="4040100" cy="639899"/>
          </a:xfrm>
          <a:prstGeom prst="rect">
            <a:avLst/>
          </a:prstGeom>
          <a:noFill/>
          <a:ln>
            <a:noFill/>
          </a:ln>
        </p:spPr>
        <p:txBody>
          <a:bodyPr lIns="91425" tIns="91425" rIns="91425" bIns="91425" anchor="b" anchorCtr="0"/>
          <a:lstStyle>
            <a:lvl1pPr marL="0" marR="0" lvl="0" indent="0" algn="l" rtl="0">
              <a:spcBef>
                <a:spcPts val="480"/>
              </a:spcBef>
              <a:spcAft>
                <a:spcPts val="0"/>
              </a:spcAft>
              <a:buClr>
                <a:schemeClr val="dk1"/>
              </a:buClr>
              <a:buFont typeface="Arial"/>
              <a:buNone/>
              <a:defRPr sz="2400" b="1" i="0" u="none" strike="noStrike" cap="none">
                <a:solidFill>
                  <a:schemeClr val="dk1"/>
                </a:solidFill>
                <a:latin typeface="Calibri"/>
                <a:ea typeface="Calibri"/>
                <a:cs typeface="Calibri"/>
                <a:sym typeface="Calibri"/>
              </a:defRPr>
            </a:lvl1pPr>
            <a:lvl2pPr marL="457200" marR="0" lvl="1" indent="0" algn="l" rtl="0">
              <a:spcBef>
                <a:spcPts val="400"/>
              </a:spcBef>
              <a:spcAft>
                <a:spcPts val="0"/>
              </a:spcAft>
              <a:buClr>
                <a:schemeClr val="dk1"/>
              </a:buClr>
              <a:buFont typeface="Arial"/>
              <a:buNone/>
              <a:defRPr sz="2000" b="1" i="0" u="none" strike="noStrike" cap="none">
                <a:solidFill>
                  <a:schemeClr val="dk1"/>
                </a:solidFill>
                <a:latin typeface="Calibri"/>
                <a:ea typeface="Calibri"/>
                <a:cs typeface="Calibri"/>
                <a:sym typeface="Calibri"/>
              </a:defRPr>
            </a:lvl2pPr>
            <a:lvl3pPr marL="914400" marR="0" lvl="2" indent="0" algn="l" rtl="0">
              <a:spcBef>
                <a:spcPts val="360"/>
              </a:spcBef>
              <a:spcAft>
                <a:spcPts val="0"/>
              </a:spcAft>
              <a:buClr>
                <a:schemeClr val="dk1"/>
              </a:buClr>
              <a:buFont typeface="Arial"/>
              <a:buNone/>
              <a:defRPr sz="1800" b="1" i="0" u="none" strike="noStrike" cap="none">
                <a:solidFill>
                  <a:schemeClr val="dk1"/>
                </a:solidFill>
                <a:latin typeface="Calibri"/>
                <a:ea typeface="Calibri"/>
                <a:cs typeface="Calibri"/>
                <a:sym typeface="Calibri"/>
              </a:defRPr>
            </a:lvl3pPr>
            <a:lvl4pPr marL="1371600" marR="0" lvl="3" indent="0" algn="l" rtl="0">
              <a:spcBef>
                <a:spcPts val="320"/>
              </a:spcBef>
              <a:spcAft>
                <a:spcPts val="0"/>
              </a:spcAft>
              <a:buClr>
                <a:schemeClr val="dk1"/>
              </a:buClr>
              <a:buFont typeface="Arial"/>
              <a:buNone/>
              <a:defRPr sz="1600" b="1" i="0" u="none" strike="noStrike" cap="none">
                <a:solidFill>
                  <a:schemeClr val="dk1"/>
                </a:solidFill>
                <a:latin typeface="Calibri"/>
                <a:ea typeface="Calibri"/>
                <a:cs typeface="Calibri"/>
                <a:sym typeface="Calibri"/>
              </a:defRPr>
            </a:lvl4pPr>
            <a:lvl5pPr marL="1828800" marR="0" lvl="4" indent="0" algn="l" rtl="0">
              <a:spcBef>
                <a:spcPts val="320"/>
              </a:spcBef>
              <a:spcAft>
                <a:spcPts val="0"/>
              </a:spcAft>
              <a:buClr>
                <a:schemeClr val="dk1"/>
              </a:buClr>
              <a:buFont typeface="Arial"/>
              <a:buNone/>
              <a:defRPr sz="1600" b="1" i="0" u="none" strike="noStrike" cap="none">
                <a:solidFill>
                  <a:schemeClr val="dk1"/>
                </a:solidFill>
                <a:latin typeface="Calibri"/>
                <a:ea typeface="Calibri"/>
                <a:cs typeface="Calibri"/>
                <a:sym typeface="Calibri"/>
              </a:defRPr>
            </a:lvl5pPr>
            <a:lvl6pPr marL="2286000" marR="0" lvl="5"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6pPr>
            <a:lvl7pPr marL="2743200" marR="0" lvl="6"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7pPr>
            <a:lvl8pPr marL="3200400" marR="0" lvl="7"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8pPr>
            <a:lvl9pPr marL="3657600" marR="0" lvl="8"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20" name="Shape 320"/>
          <p:cNvSpPr txBox="1">
            <a:spLocks noGrp="1"/>
          </p:cNvSpPr>
          <p:nvPr>
            <p:ph type="body" idx="2"/>
          </p:nvPr>
        </p:nvSpPr>
        <p:spPr>
          <a:xfrm>
            <a:off x="457200" y="2174875"/>
            <a:ext cx="4040100" cy="3951300"/>
          </a:xfrm>
          <a:prstGeom prst="rect">
            <a:avLst/>
          </a:prstGeom>
          <a:noFill/>
          <a:ln>
            <a:noFill/>
          </a:ln>
        </p:spPr>
        <p:txBody>
          <a:bodyPr lIns="91425" tIns="91425" rIns="91425" bIns="91425" anchor="t" anchorCtr="0"/>
          <a:lstStyle>
            <a:lvl1pPr marL="342900" marR="0" lvl="0" indent="-1905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1pPr>
            <a:lvl2pPr marL="742950" marR="0" lvl="1" indent="-15875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2pPr>
            <a:lvl3pPr marL="1143000" marR="0" lvl="2" indent="-114300" algn="l" rtl="0">
              <a:spcBef>
                <a:spcPts val="36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3pPr>
            <a:lvl4pPr marL="1600200" marR="0" lvl="3" indent="-127000" algn="l" rtl="0">
              <a:spcBef>
                <a:spcPts val="320"/>
              </a:spcBef>
              <a:spcAft>
                <a:spcPts val="0"/>
              </a:spcAft>
              <a:buClr>
                <a:schemeClr val="dk1"/>
              </a:buClr>
              <a:buSzPct val="100000"/>
              <a:buFont typeface="Arial"/>
              <a:buChar char="–"/>
              <a:defRPr sz="1600" b="0" i="0" u="none" strike="noStrike" cap="none">
                <a:solidFill>
                  <a:schemeClr val="dk1"/>
                </a:solidFill>
                <a:latin typeface="Calibri"/>
                <a:ea typeface="Calibri"/>
                <a:cs typeface="Calibri"/>
                <a:sym typeface="Calibri"/>
              </a:defRPr>
            </a:lvl4pPr>
            <a:lvl5pPr marL="2057400" marR="0" lvl="4" indent="-127000" algn="l" rtl="0">
              <a:spcBef>
                <a:spcPts val="320"/>
              </a:spcBef>
              <a:spcAft>
                <a:spcPts val="0"/>
              </a:spcAft>
              <a:buClr>
                <a:schemeClr val="dk1"/>
              </a:buClr>
              <a:buSzPct val="100000"/>
              <a:buFont typeface="Arial"/>
              <a:buChar char="»"/>
              <a:defRPr sz="1600" b="0" i="0" u="none" strike="noStrike" cap="none">
                <a:solidFill>
                  <a:schemeClr val="dk1"/>
                </a:solidFill>
                <a:latin typeface="Calibri"/>
                <a:ea typeface="Calibri"/>
                <a:cs typeface="Calibri"/>
                <a:sym typeface="Calibri"/>
              </a:defRPr>
            </a:lvl5pPr>
            <a:lvl6pPr marL="2514600" marR="0" lvl="5"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6pPr>
            <a:lvl7pPr marL="2971800" marR="0" lvl="6"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7pPr>
            <a:lvl8pPr marL="3429000" marR="0" lvl="7"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8pPr>
            <a:lvl9pPr marL="3886200" marR="0" lvl="8"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21" name="Shape 321"/>
          <p:cNvSpPr txBox="1">
            <a:spLocks noGrp="1"/>
          </p:cNvSpPr>
          <p:nvPr>
            <p:ph type="body" idx="3"/>
          </p:nvPr>
        </p:nvSpPr>
        <p:spPr>
          <a:xfrm>
            <a:off x="4645025" y="1535112"/>
            <a:ext cx="4041900" cy="639899"/>
          </a:xfrm>
          <a:prstGeom prst="rect">
            <a:avLst/>
          </a:prstGeom>
          <a:noFill/>
          <a:ln>
            <a:noFill/>
          </a:ln>
        </p:spPr>
        <p:txBody>
          <a:bodyPr lIns="91425" tIns="91425" rIns="91425" bIns="91425" anchor="b" anchorCtr="0"/>
          <a:lstStyle>
            <a:lvl1pPr marL="0" marR="0" lvl="0" indent="0" algn="l" rtl="0">
              <a:spcBef>
                <a:spcPts val="480"/>
              </a:spcBef>
              <a:spcAft>
                <a:spcPts val="0"/>
              </a:spcAft>
              <a:buClr>
                <a:schemeClr val="dk1"/>
              </a:buClr>
              <a:buFont typeface="Arial"/>
              <a:buNone/>
              <a:defRPr sz="2400" b="1" i="0" u="none" strike="noStrike" cap="none">
                <a:solidFill>
                  <a:schemeClr val="dk1"/>
                </a:solidFill>
                <a:latin typeface="Calibri"/>
                <a:ea typeface="Calibri"/>
                <a:cs typeface="Calibri"/>
                <a:sym typeface="Calibri"/>
              </a:defRPr>
            </a:lvl1pPr>
            <a:lvl2pPr marL="457200" marR="0" lvl="1" indent="0" algn="l" rtl="0">
              <a:spcBef>
                <a:spcPts val="400"/>
              </a:spcBef>
              <a:spcAft>
                <a:spcPts val="0"/>
              </a:spcAft>
              <a:buClr>
                <a:schemeClr val="dk1"/>
              </a:buClr>
              <a:buFont typeface="Arial"/>
              <a:buNone/>
              <a:defRPr sz="2000" b="1" i="0" u="none" strike="noStrike" cap="none">
                <a:solidFill>
                  <a:schemeClr val="dk1"/>
                </a:solidFill>
                <a:latin typeface="Calibri"/>
                <a:ea typeface="Calibri"/>
                <a:cs typeface="Calibri"/>
                <a:sym typeface="Calibri"/>
              </a:defRPr>
            </a:lvl2pPr>
            <a:lvl3pPr marL="914400" marR="0" lvl="2" indent="0" algn="l" rtl="0">
              <a:spcBef>
                <a:spcPts val="360"/>
              </a:spcBef>
              <a:spcAft>
                <a:spcPts val="0"/>
              </a:spcAft>
              <a:buClr>
                <a:schemeClr val="dk1"/>
              </a:buClr>
              <a:buFont typeface="Arial"/>
              <a:buNone/>
              <a:defRPr sz="1800" b="1" i="0" u="none" strike="noStrike" cap="none">
                <a:solidFill>
                  <a:schemeClr val="dk1"/>
                </a:solidFill>
                <a:latin typeface="Calibri"/>
                <a:ea typeface="Calibri"/>
                <a:cs typeface="Calibri"/>
                <a:sym typeface="Calibri"/>
              </a:defRPr>
            </a:lvl3pPr>
            <a:lvl4pPr marL="1371600" marR="0" lvl="3" indent="0" algn="l" rtl="0">
              <a:spcBef>
                <a:spcPts val="320"/>
              </a:spcBef>
              <a:spcAft>
                <a:spcPts val="0"/>
              </a:spcAft>
              <a:buClr>
                <a:schemeClr val="dk1"/>
              </a:buClr>
              <a:buFont typeface="Arial"/>
              <a:buNone/>
              <a:defRPr sz="1600" b="1" i="0" u="none" strike="noStrike" cap="none">
                <a:solidFill>
                  <a:schemeClr val="dk1"/>
                </a:solidFill>
                <a:latin typeface="Calibri"/>
                <a:ea typeface="Calibri"/>
                <a:cs typeface="Calibri"/>
                <a:sym typeface="Calibri"/>
              </a:defRPr>
            </a:lvl4pPr>
            <a:lvl5pPr marL="1828800" marR="0" lvl="4" indent="0" algn="l" rtl="0">
              <a:spcBef>
                <a:spcPts val="320"/>
              </a:spcBef>
              <a:spcAft>
                <a:spcPts val="0"/>
              </a:spcAft>
              <a:buClr>
                <a:schemeClr val="dk1"/>
              </a:buClr>
              <a:buFont typeface="Arial"/>
              <a:buNone/>
              <a:defRPr sz="1600" b="1" i="0" u="none" strike="noStrike" cap="none">
                <a:solidFill>
                  <a:schemeClr val="dk1"/>
                </a:solidFill>
                <a:latin typeface="Calibri"/>
                <a:ea typeface="Calibri"/>
                <a:cs typeface="Calibri"/>
                <a:sym typeface="Calibri"/>
              </a:defRPr>
            </a:lvl5pPr>
            <a:lvl6pPr marL="2286000" marR="0" lvl="5"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6pPr>
            <a:lvl7pPr marL="2743200" marR="0" lvl="6"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7pPr>
            <a:lvl8pPr marL="3200400" marR="0" lvl="7"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8pPr>
            <a:lvl9pPr marL="3657600" marR="0" lvl="8" indent="0" algn="l" rtl="0">
              <a:spcBef>
                <a:spcPts val="320"/>
              </a:spcBef>
              <a:buClr>
                <a:schemeClr val="dk1"/>
              </a:buClr>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22" name="Shape 322"/>
          <p:cNvSpPr txBox="1">
            <a:spLocks noGrp="1"/>
          </p:cNvSpPr>
          <p:nvPr>
            <p:ph type="body" idx="4"/>
          </p:nvPr>
        </p:nvSpPr>
        <p:spPr>
          <a:xfrm>
            <a:off x="4645025" y="2174875"/>
            <a:ext cx="4041900" cy="3951300"/>
          </a:xfrm>
          <a:prstGeom prst="rect">
            <a:avLst/>
          </a:prstGeom>
          <a:noFill/>
          <a:ln>
            <a:noFill/>
          </a:ln>
        </p:spPr>
        <p:txBody>
          <a:bodyPr lIns="91425" tIns="91425" rIns="91425" bIns="91425" anchor="t" anchorCtr="0"/>
          <a:lstStyle>
            <a:lvl1pPr marL="342900" marR="0" lvl="0" indent="-1905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1pPr>
            <a:lvl2pPr marL="742950" marR="0" lvl="1" indent="-15875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2pPr>
            <a:lvl3pPr marL="1143000" marR="0" lvl="2" indent="-114300" algn="l" rtl="0">
              <a:spcBef>
                <a:spcPts val="360"/>
              </a:spcBef>
              <a:spcAft>
                <a:spcPts val="0"/>
              </a:spcAft>
              <a:buClr>
                <a:schemeClr val="dk1"/>
              </a:buClr>
              <a:buSzPct val="100000"/>
              <a:buFont typeface="Arial"/>
              <a:buChar char="•"/>
              <a:defRPr sz="1800" b="0" i="0" u="none" strike="noStrike" cap="none">
                <a:solidFill>
                  <a:schemeClr val="dk1"/>
                </a:solidFill>
                <a:latin typeface="Calibri"/>
                <a:ea typeface="Calibri"/>
                <a:cs typeface="Calibri"/>
                <a:sym typeface="Calibri"/>
              </a:defRPr>
            </a:lvl3pPr>
            <a:lvl4pPr marL="1600200" marR="0" lvl="3" indent="-127000" algn="l" rtl="0">
              <a:spcBef>
                <a:spcPts val="320"/>
              </a:spcBef>
              <a:spcAft>
                <a:spcPts val="0"/>
              </a:spcAft>
              <a:buClr>
                <a:schemeClr val="dk1"/>
              </a:buClr>
              <a:buSzPct val="100000"/>
              <a:buFont typeface="Arial"/>
              <a:buChar char="–"/>
              <a:defRPr sz="1600" b="0" i="0" u="none" strike="noStrike" cap="none">
                <a:solidFill>
                  <a:schemeClr val="dk1"/>
                </a:solidFill>
                <a:latin typeface="Calibri"/>
                <a:ea typeface="Calibri"/>
                <a:cs typeface="Calibri"/>
                <a:sym typeface="Calibri"/>
              </a:defRPr>
            </a:lvl4pPr>
            <a:lvl5pPr marL="2057400" marR="0" lvl="4" indent="-127000" algn="l" rtl="0">
              <a:spcBef>
                <a:spcPts val="320"/>
              </a:spcBef>
              <a:spcAft>
                <a:spcPts val="0"/>
              </a:spcAft>
              <a:buClr>
                <a:schemeClr val="dk1"/>
              </a:buClr>
              <a:buSzPct val="100000"/>
              <a:buFont typeface="Arial"/>
              <a:buChar char="»"/>
              <a:defRPr sz="1600" b="0" i="0" u="none" strike="noStrike" cap="none">
                <a:solidFill>
                  <a:schemeClr val="dk1"/>
                </a:solidFill>
                <a:latin typeface="Calibri"/>
                <a:ea typeface="Calibri"/>
                <a:cs typeface="Calibri"/>
                <a:sym typeface="Calibri"/>
              </a:defRPr>
            </a:lvl5pPr>
            <a:lvl6pPr marL="2514600" marR="0" lvl="5"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6pPr>
            <a:lvl7pPr marL="2971800" marR="0" lvl="6"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7pPr>
            <a:lvl8pPr marL="3429000" marR="0" lvl="7"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8pPr>
            <a:lvl9pPr marL="3886200" marR="0" lvl="8" indent="-127000" algn="l" rtl="0">
              <a:spcBef>
                <a:spcPts val="320"/>
              </a:spcBef>
              <a:buClr>
                <a:schemeClr val="dk1"/>
              </a:buClr>
              <a:buSzPct val="1000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23" name="Shape 323"/>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24" name="Shape 324"/>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25" name="Shape 325"/>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26" name="Shape 326"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7"/>
        <p:cNvGrpSpPr/>
        <p:nvPr/>
      </p:nvGrpSpPr>
      <p:grpSpPr>
        <a:xfrm>
          <a:off x="0" y="0"/>
          <a:ext cx="0" cy="0"/>
          <a:chOff x="0" y="0"/>
          <a:chExt cx="0" cy="0"/>
        </a:xfrm>
      </p:grpSpPr>
      <p:sp>
        <p:nvSpPr>
          <p:cNvPr id="328" name="Shape 328"/>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29" name="Shape 329"/>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30" name="Shape 330"/>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31" name="Shape 331"/>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32" name="Shape 332"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333"/>
        <p:cNvGrpSpPr/>
        <p:nvPr/>
      </p:nvGrpSpPr>
      <p:grpSpPr>
        <a:xfrm>
          <a:off x="0" y="0"/>
          <a:ext cx="0" cy="0"/>
          <a:chOff x="0" y="0"/>
          <a:chExt cx="0" cy="0"/>
        </a:xfrm>
      </p:grpSpPr>
      <p:sp>
        <p:nvSpPr>
          <p:cNvPr id="334" name="Shape 334"/>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35" name="Shape 335"/>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36" name="Shape 336"/>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37" name="Shape 337"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338"/>
        <p:cNvGrpSpPr/>
        <p:nvPr/>
      </p:nvGrpSpPr>
      <p:grpSpPr>
        <a:xfrm>
          <a:off x="0" y="0"/>
          <a:ext cx="0" cy="0"/>
          <a:chOff x="0" y="0"/>
          <a:chExt cx="0" cy="0"/>
        </a:xfrm>
      </p:grpSpPr>
      <p:sp>
        <p:nvSpPr>
          <p:cNvPr id="339" name="Shape 339"/>
          <p:cNvSpPr txBox="1">
            <a:spLocks noGrp="1"/>
          </p:cNvSpPr>
          <p:nvPr>
            <p:ph type="title"/>
          </p:nvPr>
        </p:nvSpPr>
        <p:spPr>
          <a:xfrm>
            <a:off x="457200" y="273050"/>
            <a:ext cx="3008400" cy="1161900"/>
          </a:xfrm>
          <a:prstGeom prst="rect">
            <a:avLst/>
          </a:prstGeom>
          <a:noFill/>
          <a:ln>
            <a:noFill/>
          </a:ln>
        </p:spPr>
        <p:txBody>
          <a:bodyPr lIns="91425" tIns="91425" rIns="91425" bIns="91425" anchor="b" anchorCtr="0"/>
          <a:lstStyle>
            <a:lvl1pPr marL="0" marR="0" lvl="0" indent="0" algn="l" rtl="0">
              <a:spcBef>
                <a:spcPts val="0"/>
              </a:spcBef>
              <a:spcAft>
                <a:spcPts val="0"/>
              </a:spcAft>
              <a:buNone/>
              <a:defRPr sz="2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40" name="Shape 340"/>
          <p:cNvSpPr txBox="1">
            <a:spLocks noGrp="1"/>
          </p:cNvSpPr>
          <p:nvPr>
            <p:ph type="body" idx="1"/>
          </p:nvPr>
        </p:nvSpPr>
        <p:spPr>
          <a:xfrm>
            <a:off x="3575050" y="273050"/>
            <a:ext cx="5111700" cy="5853000"/>
          </a:xfrm>
          <a:prstGeom prst="rect">
            <a:avLst/>
          </a:prstGeom>
          <a:noFill/>
          <a:ln>
            <a:noFill/>
          </a:ln>
        </p:spPr>
        <p:txBody>
          <a:bodyPr lIns="91425" tIns="91425" rIns="91425" bIns="91425" anchor="t" anchorCtr="0"/>
          <a:lstStyle>
            <a:lvl1pPr marL="342900" marR="0" lvl="0" indent="-139700" algn="l" rtl="0">
              <a:spcBef>
                <a:spcPts val="640"/>
              </a:spcBef>
              <a:spcAft>
                <a:spcPts val="0"/>
              </a:spcAft>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1" name="Shape 341"/>
          <p:cNvSpPr txBox="1">
            <a:spLocks noGrp="1"/>
          </p:cNvSpPr>
          <p:nvPr>
            <p:ph type="body" idx="2"/>
          </p:nvPr>
        </p:nvSpPr>
        <p:spPr>
          <a:xfrm>
            <a:off x="457200" y="1435100"/>
            <a:ext cx="3008400" cy="4691100"/>
          </a:xfrm>
          <a:prstGeom prst="rect">
            <a:avLst/>
          </a:prstGeom>
          <a:noFill/>
          <a:ln>
            <a:noFill/>
          </a:ln>
        </p:spPr>
        <p:txBody>
          <a:bodyPr lIns="91425" tIns="91425" rIns="91425" bIns="91425" anchor="t" anchorCtr="0"/>
          <a:lstStyle>
            <a:lvl1pPr marL="0" marR="0" lvl="0" indent="0" algn="l" rtl="0">
              <a:spcBef>
                <a:spcPts val="280"/>
              </a:spcBef>
              <a:spcAft>
                <a:spcPts val="0"/>
              </a:spcAft>
              <a:buClr>
                <a:schemeClr val="dk1"/>
              </a:buClr>
              <a:buFont typeface="Arial"/>
              <a:buNone/>
              <a:defRPr sz="1400" b="0" i="0" u="none" strike="noStrike" cap="none">
                <a:solidFill>
                  <a:schemeClr val="dk1"/>
                </a:solidFill>
                <a:latin typeface="Calibri"/>
                <a:ea typeface="Calibri"/>
                <a:cs typeface="Calibri"/>
                <a:sym typeface="Calibri"/>
              </a:defRPr>
            </a:lvl1pPr>
            <a:lvl2pPr marL="457200" marR="0" lvl="1" indent="0" algn="l" rtl="0">
              <a:spcBef>
                <a:spcPts val="240"/>
              </a:spcBef>
              <a:spcAft>
                <a:spcPts val="0"/>
              </a:spcAft>
              <a:buClr>
                <a:schemeClr val="dk1"/>
              </a:buClr>
              <a:buFont typeface="Arial"/>
              <a:buNone/>
              <a:defRPr sz="1200" b="0" i="0" u="none" strike="noStrike" cap="none">
                <a:solidFill>
                  <a:schemeClr val="dk1"/>
                </a:solidFill>
                <a:latin typeface="Calibri"/>
                <a:ea typeface="Calibri"/>
                <a:cs typeface="Calibri"/>
                <a:sym typeface="Calibri"/>
              </a:defRPr>
            </a:lvl2pPr>
            <a:lvl3pPr marL="914400" marR="0" lvl="2" indent="0" algn="l" rtl="0">
              <a:spcBef>
                <a:spcPts val="200"/>
              </a:spcBef>
              <a:spcAft>
                <a:spcPts val="0"/>
              </a:spcAft>
              <a:buClr>
                <a:schemeClr val="dk1"/>
              </a:buClr>
              <a:buFont typeface="Arial"/>
              <a:buNone/>
              <a:defRPr sz="1000" b="0" i="0" u="none" strike="noStrike" cap="none">
                <a:solidFill>
                  <a:schemeClr val="dk1"/>
                </a:solidFill>
                <a:latin typeface="Calibri"/>
                <a:ea typeface="Calibri"/>
                <a:cs typeface="Calibri"/>
                <a:sym typeface="Calibri"/>
              </a:defRPr>
            </a:lvl3pPr>
            <a:lvl4pPr marL="1371600" marR="0" lvl="3" indent="0" algn="l" rtl="0">
              <a:spcBef>
                <a:spcPts val="180"/>
              </a:spcBef>
              <a:spcAft>
                <a:spcPts val="0"/>
              </a:spcAft>
              <a:buClr>
                <a:schemeClr val="dk1"/>
              </a:buClr>
              <a:buFont typeface="Arial"/>
              <a:buNone/>
              <a:defRPr sz="900" b="0" i="0" u="none" strike="noStrike" cap="none">
                <a:solidFill>
                  <a:schemeClr val="dk1"/>
                </a:solidFill>
                <a:latin typeface="Calibri"/>
                <a:ea typeface="Calibri"/>
                <a:cs typeface="Calibri"/>
                <a:sym typeface="Calibri"/>
              </a:defRPr>
            </a:lvl4pPr>
            <a:lvl5pPr marL="1828800" marR="0" lvl="4" indent="0" algn="l" rtl="0">
              <a:spcBef>
                <a:spcPts val="180"/>
              </a:spcBef>
              <a:spcAft>
                <a:spcPts val="0"/>
              </a:spcAft>
              <a:buClr>
                <a:schemeClr val="dk1"/>
              </a:buClr>
              <a:buFont typeface="Arial"/>
              <a:buNone/>
              <a:defRPr sz="900" b="0" i="0" u="none" strike="noStrike" cap="none">
                <a:solidFill>
                  <a:schemeClr val="dk1"/>
                </a:solidFill>
                <a:latin typeface="Calibri"/>
                <a:ea typeface="Calibri"/>
                <a:cs typeface="Calibri"/>
                <a:sym typeface="Calibri"/>
              </a:defRPr>
            </a:lvl5pPr>
            <a:lvl6pPr marL="2286000" marR="0" lvl="5"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6pPr>
            <a:lvl7pPr marL="2743200" marR="0" lvl="6"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7pPr>
            <a:lvl8pPr marL="3200400" marR="0" lvl="7"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8pPr>
            <a:lvl9pPr marL="3657600" marR="0" lvl="8"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42" name="Shape 342"/>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43" name="Shape 343"/>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44" name="Shape 344"/>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45" name="Shape 345"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346"/>
        <p:cNvGrpSpPr/>
        <p:nvPr/>
      </p:nvGrpSpPr>
      <p:grpSpPr>
        <a:xfrm>
          <a:off x="0" y="0"/>
          <a:ext cx="0" cy="0"/>
          <a:chOff x="0" y="0"/>
          <a:chExt cx="0" cy="0"/>
        </a:xfrm>
      </p:grpSpPr>
      <p:sp>
        <p:nvSpPr>
          <p:cNvPr id="347" name="Shape 347"/>
          <p:cNvSpPr txBox="1">
            <a:spLocks noGrp="1"/>
          </p:cNvSpPr>
          <p:nvPr>
            <p:ph type="title"/>
          </p:nvPr>
        </p:nvSpPr>
        <p:spPr>
          <a:xfrm>
            <a:off x="1792288" y="4800600"/>
            <a:ext cx="5486400" cy="566700"/>
          </a:xfrm>
          <a:prstGeom prst="rect">
            <a:avLst/>
          </a:prstGeom>
          <a:noFill/>
          <a:ln>
            <a:noFill/>
          </a:ln>
        </p:spPr>
        <p:txBody>
          <a:bodyPr lIns="91425" tIns="91425" rIns="91425" bIns="91425" anchor="b" anchorCtr="0"/>
          <a:lstStyle>
            <a:lvl1pPr marL="0" marR="0" lvl="0" indent="0" algn="l" rtl="0">
              <a:spcBef>
                <a:spcPts val="0"/>
              </a:spcBef>
              <a:spcAft>
                <a:spcPts val="0"/>
              </a:spcAft>
              <a:buNone/>
              <a:defRPr sz="2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48" name="Shape 348"/>
          <p:cNvSpPr>
            <a:spLocks noGrp="1"/>
          </p:cNvSpPr>
          <p:nvPr>
            <p:ph type="pic" idx="2"/>
          </p:nvPr>
        </p:nvSpPr>
        <p:spPr>
          <a:xfrm>
            <a:off x="1792288" y="612775"/>
            <a:ext cx="5486400" cy="4114800"/>
          </a:xfrm>
          <a:prstGeom prst="rect">
            <a:avLst/>
          </a:prstGeom>
          <a:noFill/>
          <a:ln>
            <a:noFill/>
          </a:ln>
        </p:spPr>
        <p:txBody>
          <a:bodyPr lIns="91425" tIns="91425" rIns="91425" bIns="91425" anchor="t" anchorCtr="0"/>
          <a:lstStyle>
            <a:lvl1pPr marL="0" marR="0" lvl="0" indent="0" algn="l" rtl="0">
              <a:spcBef>
                <a:spcPts val="640"/>
              </a:spcBef>
              <a:spcAft>
                <a:spcPts val="0"/>
              </a:spcAft>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spcBef>
                <a:spcPts val="560"/>
              </a:spcBef>
              <a:spcAft>
                <a:spcPts val="0"/>
              </a:spcAft>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spcBef>
                <a:spcPts val="480"/>
              </a:spcBef>
              <a:spcAft>
                <a:spcPts val="0"/>
              </a:spcAft>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spcBef>
                <a:spcPts val="4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spcBef>
                <a:spcPts val="400"/>
              </a:spcBef>
              <a:spcAft>
                <a:spcPts val="0"/>
              </a:spcAft>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spcBef>
                <a:spcPts val="400"/>
              </a:spcBef>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spcBef>
                <a:spcPts val="400"/>
              </a:spcBef>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spcBef>
                <a:spcPts val="400"/>
              </a:spcBef>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49" name="Shape 349"/>
          <p:cNvSpPr txBox="1">
            <a:spLocks noGrp="1"/>
          </p:cNvSpPr>
          <p:nvPr>
            <p:ph type="body" idx="1"/>
          </p:nvPr>
        </p:nvSpPr>
        <p:spPr>
          <a:xfrm>
            <a:off x="1792288" y="5367337"/>
            <a:ext cx="5486400" cy="804900"/>
          </a:xfrm>
          <a:prstGeom prst="rect">
            <a:avLst/>
          </a:prstGeom>
          <a:noFill/>
          <a:ln>
            <a:noFill/>
          </a:ln>
        </p:spPr>
        <p:txBody>
          <a:bodyPr lIns="91425" tIns="91425" rIns="91425" bIns="91425" anchor="t" anchorCtr="0"/>
          <a:lstStyle>
            <a:lvl1pPr marL="0" marR="0" lvl="0" indent="0" algn="l" rtl="0">
              <a:spcBef>
                <a:spcPts val="280"/>
              </a:spcBef>
              <a:spcAft>
                <a:spcPts val="0"/>
              </a:spcAft>
              <a:buClr>
                <a:schemeClr val="dk1"/>
              </a:buClr>
              <a:buFont typeface="Arial"/>
              <a:buNone/>
              <a:defRPr sz="1400" b="0" i="0" u="none" strike="noStrike" cap="none">
                <a:solidFill>
                  <a:schemeClr val="dk1"/>
                </a:solidFill>
                <a:latin typeface="Calibri"/>
                <a:ea typeface="Calibri"/>
                <a:cs typeface="Calibri"/>
                <a:sym typeface="Calibri"/>
              </a:defRPr>
            </a:lvl1pPr>
            <a:lvl2pPr marL="457200" marR="0" lvl="1" indent="0" algn="l" rtl="0">
              <a:spcBef>
                <a:spcPts val="240"/>
              </a:spcBef>
              <a:spcAft>
                <a:spcPts val="0"/>
              </a:spcAft>
              <a:buClr>
                <a:schemeClr val="dk1"/>
              </a:buClr>
              <a:buFont typeface="Arial"/>
              <a:buNone/>
              <a:defRPr sz="1200" b="0" i="0" u="none" strike="noStrike" cap="none">
                <a:solidFill>
                  <a:schemeClr val="dk1"/>
                </a:solidFill>
                <a:latin typeface="Calibri"/>
                <a:ea typeface="Calibri"/>
                <a:cs typeface="Calibri"/>
                <a:sym typeface="Calibri"/>
              </a:defRPr>
            </a:lvl2pPr>
            <a:lvl3pPr marL="914400" marR="0" lvl="2" indent="0" algn="l" rtl="0">
              <a:spcBef>
                <a:spcPts val="200"/>
              </a:spcBef>
              <a:spcAft>
                <a:spcPts val="0"/>
              </a:spcAft>
              <a:buClr>
                <a:schemeClr val="dk1"/>
              </a:buClr>
              <a:buFont typeface="Arial"/>
              <a:buNone/>
              <a:defRPr sz="1000" b="0" i="0" u="none" strike="noStrike" cap="none">
                <a:solidFill>
                  <a:schemeClr val="dk1"/>
                </a:solidFill>
                <a:latin typeface="Calibri"/>
                <a:ea typeface="Calibri"/>
                <a:cs typeface="Calibri"/>
                <a:sym typeface="Calibri"/>
              </a:defRPr>
            </a:lvl3pPr>
            <a:lvl4pPr marL="1371600" marR="0" lvl="3" indent="0" algn="l" rtl="0">
              <a:spcBef>
                <a:spcPts val="180"/>
              </a:spcBef>
              <a:spcAft>
                <a:spcPts val="0"/>
              </a:spcAft>
              <a:buClr>
                <a:schemeClr val="dk1"/>
              </a:buClr>
              <a:buFont typeface="Arial"/>
              <a:buNone/>
              <a:defRPr sz="900" b="0" i="0" u="none" strike="noStrike" cap="none">
                <a:solidFill>
                  <a:schemeClr val="dk1"/>
                </a:solidFill>
                <a:latin typeface="Calibri"/>
                <a:ea typeface="Calibri"/>
                <a:cs typeface="Calibri"/>
                <a:sym typeface="Calibri"/>
              </a:defRPr>
            </a:lvl4pPr>
            <a:lvl5pPr marL="1828800" marR="0" lvl="4" indent="0" algn="l" rtl="0">
              <a:spcBef>
                <a:spcPts val="180"/>
              </a:spcBef>
              <a:spcAft>
                <a:spcPts val="0"/>
              </a:spcAft>
              <a:buClr>
                <a:schemeClr val="dk1"/>
              </a:buClr>
              <a:buFont typeface="Arial"/>
              <a:buNone/>
              <a:defRPr sz="900" b="0" i="0" u="none" strike="noStrike" cap="none">
                <a:solidFill>
                  <a:schemeClr val="dk1"/>
                </a:solidFill>
                <a:latin typeface="Calibri"/>
                <a:ea typeface="Calibri"/>
                <a:cs typeface="Calibri"/>
                <a:sym typeface="Calibri"/>
              </a:defRPr>
            </a:lvl5pPr>
            <a:lvl6pPr marL="2286000" marR="0" lvl="5"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6pPr>
            <a:lvl7pPr marL="2743200" marR="0" lvl="6"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7pPr>
            <a:lvl8pPr marL="3200400" marR="0" lvl="7"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8pPr>
            <a:lvl9pPr marL="3657600" marR="0" lvl="8" indent="0" algn="l" rtl="0">
              <a:spcBef>
                <a:spcPts val="180"/>
              </a:spcBef>
              <a:buClr>
                <a:schemeClr val="dk1"/>
              </a:buClr>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50" name="Shape 350"/>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51" name="Shape 351"/>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52" name="Shape 352"/>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53" name="Shape 353"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354"/>
        <p:cNvGrpSpPr/>
        <p:nvPr/>
      </p:nvGrpSpPr>
      <p:grpSpPr>
        <a:xfrm>
          <a:off x="0" y="0"/>
          <a:ext cx="0" cy="0"/>
          <a:chOff x="0" y="0"/>
          <a:chExt cx="0" cy="0"/>
        </a:xfrm>
      </p:grpSpPr>
      <p:sp>
        <p:nvSpPr>
          <p:cNvPr id="355" name="Shape 355"/>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56" name="Shape 356"/>
          <p:cNvSpPr txBox="1">
            <a:spLocks noGrp="1"/>
          </p:cNvSpPr>
          <p:nvPr>
            <p:ph type="body" idx="1"/>
          </p:nvPr>
        </p:nvSpPr>
        <p:spPr>
          <a:xfrm rot="5400000">
            <a:off x="2308950" y="-251550"/>
            <a:ext cx="4526100" cy="8229600"/>
          </a:xfrm>
          <a:prstGeom prst="rect">
            <a:avLst/>
          </a:prstGeom>
          <a:noFill/>
          <a:ln>
            <a:noFill/>
          </a:ln>
        </p:spPr>
        <p:txBody>
          <a:bodyPr lIns="91425" tIns="91425" rIns="91425" bIns="91425" anchor="t" anchorCtr="0"/>
          <a:lstStyle>
            <a:lvl1pPr marL="342900" marR="0" lvl="0" indent="-139700" algn="l" rtl="0">
              <a:spcBef>
                <a:spcPts val="640"/>
              </a:spcBef>
              <a:spcAft>
                <a:spcPts val="0"/>
              </a:spcAft>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7" name="Shape 357"/>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58" name="Shape 358"/>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59" name="Shape 359"/>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60" name="Shape 360"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361"/>
        <p:cNvGrpSpPr/>
        <p:nvPr/>
      </p:nvGrpSpPr>
      <p:grpSpPr>
        <a:xfrm>
          <a:off x="0" y="0"/>
          <a:ext cx="0" cy="0"/>
          <a:chOff x="0" y="0"/>
          <a:chExt cx="0" cy="0"/>
        </a:xfrm>
      </p:grpSpPr>
      <p:sp>
        <p:nvSpPr>
          <p:cNvPr id="362" name="Shape 362"/>
          <p:cNvSpPr txBox="1">
            <a:spLocks noGrp="1"/>
          </p:cNvSpPr>
          <p:nvPr>
            <p:ph type="title"/>
          </p:nvPr>
        </p:nvSpPr>
        <p:spPr>
          <a:xfrm rot="5400000">
            <a:off x="4732350" y="2171687"/>
            <a:ext cx="5851500" cy="20574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363" name="Shape 363"/>
          <p:cNvSpPr txBox="1">
            <a:spLocks noGrp="1"/>
          </p:cNvSpPr>
          <p:nvPr>
            <p:ph type="body" idx="1"/>
          </p:nvPr>
        </p:nvSpPr>
        <p:spPr>
          <a:xfrm rot="5400000">
            <a:off x="541350" y="190487"/>
            <a:ext cx="5851500" cy="6019800"/>
          </a:xfrm>
          <a:prstGeom prst="rect">
            <a:avLst/>
          </a:prstGeom>
          <a:noFill/>
          <a:ln>
            <a:noFill/>
          </a:ln>
        </p:spPr>
        <p:txBody>
          <a:bodyPr lIns="91425" tIns="91425" rIns="91425" bIns="91425" anchor="t" anchorCtr="0"/>
          <a:lstStyle>
            <a:lvl1pPr marL="342900" marR="0" lvl="0" indent="-139700" algn="l" rtl="0">
              <a:spcBef>
                <a:spcPts val="640"/>
              </a:spcBef>
              <a:spcAft>
                <a:spcPts val="0"/>
              </a:spcAft>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64" name="Shape 364"/>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65" name="Shape 365"/>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66" name="Shape 366"/>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pic>
        <p:nvPicPr>
          <p:cNvPr id="367" name="Shape 367" descr="E:\graphics\logo.jpg"/>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52400" y="6400800"/>
            <a:ext cx="1219200" cy="33660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374"/>
        <p:cNvGrpSpPr/>
        <p:nvPr/>
      </p:nvGrpSpPr>
      <p:grpSpPr>
        <a:xfrm>
          <a:off x="0" y="0"/>
          <a:ext cx="0" cy="0"/>
          <a:chOff x="0" y="0"/>
          <a:chExt cx="0" cy="0"/>
        </a:xfrm>
      </p:grpSpPr>
      <p:sp>
        <p:nvSpPr>
          <p:cNvPr id="375" name="Shape 375"/>
          <p:cNvSpPr txBox="1">
            <a:spLocks noGrp="1"/>
          </p:cNvSpPr>
          <p:nvPr>
            <p:ph type="ctrTitle"/>
          </p:nvPr>
        </p:nvSpPr>
        <p:spPr>
          <a:xfrm>
            <a:off x="1676018" y="944179"/>
            <a:ext cx="5792100" cy="748500"/>
          </a:xfrm>
          <a:prstGeom prst="rect">
            <a:avLst/>
          </a:prstGeom>
          <a:noFill/>
          <a:ln>
            <a:noFill/>
          </a:ln>
        </p:spPr>
        <p:txBody>
          <a:bodyPr lIns="91425" tIns="91425" rIns="91425" bIns="91425" anchor="b" anchorCtr="0"/>
          <a:lstStyle>
            <a:lvl1pPr marL="0" marR="0" lvl="0" indent="0" algn="l" rtl="0">
              <a:lnSpc>
                <a:spcPct val="90000"/>
              </a:lnSpc>
              <a:spcBef>
                <a:spcPts val="0"/>
              </a:spcBef>
              <a:buClr>
                <a:srgbClr val="002060"/>
              </a:buClr>
              <a:buFont typeface="Times New Roman"/>
              <a:buNone/>
              <a:defRPr sz="3600" b="0" i="0" u="none" strike="noStrike" cap="none">
                <a:solidFill>
                  <a:srgbClr val="002060"/>
                </a:solidFill>
                <a:latin typeface="Times New Roman"/>
                <a:ea typeface="Times New Roman"/>
                <a:cs typeface="Times New Roman"/>
                <a:sym typeface="Times New Roman"/>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376" name="Shape 376"/>
          <p:cNvSpPr txBox="1">
            <a:spLocks noGrp="1"/>
          </p:cNvSpPr>
          <p:nvPr>
            <p:ph type="subTitle" idx="1"/>
          </p:nvPr>
        </p:nvSpPr>
        <p:spPr>
          <a:xfrm>
            <a:off x="1548579" y="4264712"/>
            <a:ext cx="2640000" cy="1869000"/>
          </a:xfrm>
          <a:prstGeom prst="rect">
            <a:avLst/>
          </a:prstGeom>
          <a:noFill/>
          <a:ln>
            <a:noFill/>
          </a:ln>
        </p:spPr>
        <p:txBody>
          <a:bodyPr lIns="91425" tIns="91425" rIns="91425" bIns="91425" anchor="t" anchorCtr="0"/>
          <a:lstStyle>
            <a:lvl1pPr marL="0" marR="0" lvl="0" indent="0" algn="ctr" rtl="0">
              <a:lnSpc>
                <a:spcPct val="90000"/>
              </a:lnSpc>
              <a:spcBef>
                <a:spcPts val="1000"/>
              </a:spcBef>
              <a:buClr>
                <a:schemeClr val="dk1"/>
              </a:buClr>
              <a:buFont typeface="Noto Sans Symbols"/>
              <a:buNone/>
              <a:defRPr sz="2400" b="0" i="1" u="none" strike="noStrike" cap="none">
                <a:solidFill>
                  <a:schemeClr val="dk1"/>
                </a:solidFill>
                <a:latin typeface="Arial"/>
                <a:ea typeface="Arial"/>
                <a:cs typeface="Arial"/>
                <a:sym typeface="Arial"/>
              </a:defRPr>
            </a:lvl1pPr>
            <a:lvl2pPr marL="457200" marR="0" lvl="1" indent="0" algn="ctr" rtl="0">
              <a:lnSpc>
                <a:spcPct val="90000"/>
              </a:lnSpc>
              <a:spcBef>
                <a:spcPts val="500"/>
              </a:spcBef>
              <a:buClr>
                <a:schemeClr val="dk1"/>
              </a:buClr>
              <a:buFont typeface="Arial"/>
              <a:buNone/>
              <a:defRPr sz="2000" b="0" i="0" u="none" strike="noStrike" cap="none">
                <a:solidFill>
                  <a:schemeClr val="dk1"/>
                </a:solidFill>
                <a:latin typeface="Arial"/>
                <a:ea typeface="Arial"/>
                <a:cs typeface="Arial"/>
                <a:sym typeface="Arial"/>
              </a:defRPr>
            </a:lvl2pPr>
            <a:lvl3pPr marL="914400" marR="0" lvl="2" indent="0" algn="ctr" rtl="0">
              <a:lnSpc>
                <a:spcPct val="90000"/>
              </a:lnSpc>
              <a:spcBef>
                <a:spcPts val="500"/>
              </a:spcBef>
              <a:buClr>
                <a:schemeClr val="dk1"/>
              </a:buClr>
              <a:buFont typeface="Arial"/>
              <a:buNone/>
              <a:defRPr sz="1800" b="0" i="0" u="none" strike="noStrike" cap="none">
                <a:solidFill>
                  <a:schemeClr val="dk1"/>
                </a:solidFill>
                <a:latin typeface="Arial"/>
                <a:ea typeface="Arial"/>
                <a:cs typeface="Arial"/>
                <a:sym typeface="Arial"/>
              </a:defRPr>
            </a:lvl3pPr>
            <a:lvl4pPr marL="1371600" marR="0" lvl="3" indent="0" algn="ctr" rtl="0">
              <a:lnSpc>
                <a:spcPct val="90000"/>
              </a:lnSpc>
              <a:spcBef>
                <a:spcPts val="500"/>
              </a:spcBef>
              <a:buClr>
                <a:schemeClr val="dk1"/>
              </a:buClr>
              <a:buFont typeface="Arial"/>
              <a:buNone/>
              <a:defRPr sz="1600" b="0" i="0" u="none" strike="noStrike" cap="none">
                <a:solidFill>
                  <a:schemeClr val="dk1"/>
                </a:solidFill>
                <a:latin typeface="Arial"/>
                <a:ea typeface="Arial"/>
                <a:cs typeface="Arial"/>
                <a:sym typeface="Arial"/>
              </a:defRPr>
            </a:lvl4pPr>
            <a:lvl5pPr marL="1828800" marR="0" lvl="4" indent="0" algn="ctr" rtl="0">
              <a:lnSpc>
                <a:spcPct val="90000"/>
              </a:lnSpc>
              <a:spcBef>
                <a:spcPts val="500"/>
              </a:spcBef>
              <a:buClr>
                <a:schemeClr val="dk1"/>
              </a:buClr>
              <a:buFont typeface="Arial"/>
              <a:buNone/>
              <a:defRPr sz="1600" b="0" i="0" u="none" strike="noStrike" cap="none">
                <a:solidFill>
                  <a:schemeClr val="dk1"/>
                </a:solidFill>
                <a:latin typeface="Arial"/>
                <a:ea typeface="Arial"/>
                <a:cs typeface="Arial"/>
                <a:sym typeface="Arial"/>
              </a:defRPr>
            </a:lvl5pPr>
            <a:lvl6pPr marL="2286000" marR="0" lvl="5"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9pPr>
          </a:lstStyle>
          <a:p>
            <a:endParaRPr/>
          </a:p>
        </p:txBody>
      </p:sp>
      <p:pic>
        <p:nvPicPr>
          <p:cNvPr id="377" name="Shape 377"/>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04388" y="51471"/>
            <a:ext cx="1590300" cy="470100"/>
          </a:xfrm>
          <a:prstGeom prst="rect">
            <a:avLst/>
          </a:prstGeom>
          <a:noFill/>
          <a:ln>
            <a:noFill/>
          </a:ln>
        </p:spPr>
      </p:pic>
      <p:pic>
        <p:nvPicPr>
          <p:cNvPr id="378" name="Shape 37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1966423"/>
            <a:ext cx="9144000" cy="3469200"/>
          </a:xfrm>
          <a:prstGeom prst="rect">
            <a:avLst/>
          </a:prstGeom>
          <a:noFill/>
          <a:ln>
            <a:noFill/>
          </a:ln>
        </p:spPr>
      </p:pic>
      <p:pic>
        <p:nvPicPr>
          <p:cNvPr id="379" name="Shape 37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814310" y="0"/>
            <a:ext cx="1329600" cy="6930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80"/>
        <p:cNvGrpSpPr/>
        <p:nvPr/>
      </p:nvGrpSpPr>
      <p:grpSpPr>
        <a:xfrm>
          <a:off x="0" y="0"/>
          <a:ext cx="0" cy="0"/>
          <a:chOff x="0" y="0"/>
          <a:chExt cx="0" cy="0"/>
        </a:xfrm>
      </p:grpSpPr>
      <p:sp>
        <p:nvSpPr>
          <p:cNvPr id="381" name="Shape 381"/>
          <p:cNvSpPr txBox="1">
            <a:spLocks noGrp="1"/>
          </p:cNvSpPr>
          <p:nvPr>
            <p:ph type="title"/>
          </p:nvPr>
        </p:nvSpPr>
        <p:spPr>
          <a:xfrm>
            <a:off x="859904" y="304806"/>
            <a:ext cx="7602000" cy="714300"/>
          </a:xfrm>
          <a:prstGeom prst="rect">
            <a:avLst/>
          </a:prstGeom>
          <a:noFill/>
          <a:ln>
            <a:noFill/>
          </a:ln>
        </p:spPr>
        <p:txBody>
          <a:bodyPr lIns="91425" tIns="91425" rIns="91425" bIns="91425" anchor="ctr" anchorCtr="0"/>
          <a:lstStyle>
            <a:lvl1pPr marL="0" marR="0" lvl="0" indent="0" algn="l" rtl="0">
              <a:lnSpc>
                <a:spcPct val="90000"/>
              </a:lnSpc>
              <a:spcBef>
                <a:spcPts val="0"/>
              </a:spcBef>
              <a:buClr>
                <a:srgbClr val="002060"/>
              </a:buClr>
              <a:buFont typeface="Times New Roman"/>
              <a:buNone/>
              <a:defRPr sz="3200" b="0" i="0" u="none" strike="noStrike" cap="none">
                <a:solidFill>
                  <a:srgbClr val="002060"/>
                </a:solidFill>
                <a:latin typeface="Times New Roman"/>
                <a:ea typeface="Times New Roman"/>
                <a:cs typeface="Times New Roman"/>
                <a:sym typeface="Times New Roman"/>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382" name="Shape 382"/>
          <p:cNvSpPr txBox="1">
            <a:spLocks noGrp="1"/>
          </p:cNvSpPr>
          <p:nvPr>
            <p:ph type="body" idx="1"/>
          </p:nvPr>
        </p:nvSpPr>
        <p:spPr>
          <a:xfrm>
            <a:off x="859904" y="1458523"/>
            <a:ext cx="7602000" cy="4310100"/>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Noto Sans Symbols"/>
              <a:buNone/>
              <a:defRPr sz="2400" b="0" i="0" u="none" strike="noStrike" cap="none">
                <a:solidFill>
                  <a:schemeClr val="dk1"/>
                </a:solidFill>
                <a:latin typeface="Arial"/>
                <a:ea typeface="Arial"/>
                <a:cs typeface="Arial"/>
                <a:sym typeface="Arial"/>
              </a:defRPr>
            </a:lvl1pPr>
            <a:lvl2pPr marL="685800" marR="0" lvl="1" indent="-101600" algn="l" rtl="0">
              <a:lnSpc>
                <a:spcPct val="90000"/>
              </a:lnSpc>
              <a:spcBef>
                <a:spcPts val="500"/>
              </a:spcBef>
              <a:buClr>
                <a:schemeClr val="dk1"/>
              </a:buClr>
              <a:buSzPct val="100000"/>
              <a:buFont typeface="Noto Sans Symbols"/>
              <a:buChar char="❖"/>
              <a:defRPr sz="2000" b="0" i="0" u="none" strike="noStrike" cap="none">
                <a:solidFill>
                  <a:schemeClr val="dk1"/>
                </a:solidFill>
                <a:latin typeface="Arial"/>
                <a:ea typeface="Arial"/>
                <a:cs typeface="Arial"/>
                <a:sym typeface="Arial"/>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Arial"/>
                <a:ea typeface="Arial"/>
                <a:cs typeface="Arial"/>
                <a:sym typeface="Arial"/>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83" name="Shape 38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601224" y="1044486"/>
            <a:ext cx="8119500" cy="100500"/>
          </a:xfrm>
          <a:prstGeom prst="rect">
            <a:avLst/>
          </a:prstGeom>
          <a:noFill/>
          <a:ln>
            <a:noFill/>
          </a:ln>
        </p:spPr>
      </p:pic>
      <p:pic>
        <p:nvPicPr>
          <p:cNvPr id="384" name="Shape 38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5768673"/>
            <a:ext cx="2544300" cy="1089299"/>
          </a:xfrm>
          <a:prstGeom prst="rect">
            <a:avLst/>
          </a:prstGeom>
          <a:noFill/>
          <a:ln>
            <a:noFill/>
          </a:ln>
        </p:spPr>
      </p:pic>
      <p:pic>
        <p:nvPicPr>
          <p:cNvPr id="385" name="Shape 385"/>
          <p:cNvPicPr preferRelativeResize="0"/>
          <p:nvPr/>
        </p:nvPicPr>
        <p:blipFill rotWithShape="1">
          <a:blip r:embed="rId4">
            <a:alphaModFix/>
          </a:blip>
          <a:srcRect/>
          <a:stretch/>
        </p:blipFill>
        <p:spPr>
          <a:xfrm>
            <a:off x="7406639" y="5952616"/>
            <a:ext cx="1737300" cy="905400"/>
          </a:xfrm>
          <a:prstGeom prst="rect">
            <a:avLst/>
          </a:prstGeom>
          <a:noFill/>
          <a:ln>
            <a:noFill/>
          </a:ln>
        </p:spPr>
      </p:pic>
      <p:sp>
        <p:nvSpPr>
          <p:cNvPr id="386" name="Shape 386"/>
          <p:cNvSpPr txBox="1">
            <a:spLocks noGrp="1"/>
          </p:cNvSpPr>
          <p:nvPr>
            <p:ph type="dt" idx="10"/>
          </p:nvPr>
        </p:nvSpPr>
        <p:spPr>
          <a:xfrm>
            <a:off x="628650" y="6356351"/>
            <a:ext cx="2057400" cy="36509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87" name="Shape 387"/>
          <p:cNvSpPr txBox="1">
            <a:spLocks noGrp="1"/>
          </p:cNvSpPr>
          <p:nvPr>
            <p:ph type="ftr" idx="11"/>
          </p:nvPr>
        </p:nvSpPr>
        <p:spPr>
          <a:xfrm>
            <a:off x="3028950" y="6356351"/>
            <a:ext cx="3086100" cy="365099"/>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88" name="Shape 388"/>
          <p:cNvSpPr txBox="1">
            <a:spLocks noGrp="1"/>
          </p:cNvSpPr>
          <p:nvPr>
            <p:ph type="sldNum" idx="12"/>
          </p:nvPr>
        </p:nvSpPr>
        <p:spPr>
          <a:xfrm>
            <a:off x="6457950" y="6356351"/>
            <a:ext cx="514500" cy="36509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i="0" u="none" strike="noStrike" cap="none">
                <a:solidFill>
                  <a:srgbClr val="888888"/>
                </a:solidFill>
                <a:latin typeface="Calibri"/>
                <a:ea typeface="Calibri"/>
                <a:cs typeface="Calibri"/>
                <a:sym typeface="Calibri"/>
              </a:rPr>
              <a:t>‹#›</a:t>
            </a:fld>
            <a:endParaRPr lang="en"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USE THIS SLIDE">
    <p:spTree>
      <p:nvGrpSpPr>
        <p:cNvPr id="1" name="Shape 389"/>
        <p:cNvGrpSpPr/>
        <p:nvPr/>
      </p:nvGrpSpPr>
      <p:grpSpPr>
        <a:xfrm>
          <a:off x="0" y="0"/>
          <a:ext cx="0" cy="0"/>
          <a:chOff x="0" y="0"/>
          <a:chExt cx="0" cy="0"/>
        </a:xfrm>
      </p:grpSpPr>
      <p:sp>
        <p:nvSpPr>
          <p:cNvPr id="390" name="Shape 390"/>
          <p:cNvSpPr txBox="1">
            <a:spLocks noGrp="1"/>
          </p:cNvSpPr>
          <p:nvPr>
            <p:ph type="title"/>
          </p:nvPr>
        </p:nvSpPr>
        <p:spPr>
          <a:xfrm>
            <a:off x="498474" y="152400"/>
            <a:ext cx="7556400" cy="11157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Tahoma"/>
              <a:buNone/>
              <a:defRPr sz="4400" b="0" i="0" u="none" strike="noStrike" cap="none">
                <a:solidFill>
                  <a:srgbClr val="006F4B"/>
                </a:solidFill>
                <a:latin typeface="Tahoma"/>
                <a:ea typeface="Tahoma"/>
                <a:cs typeface="Tahoma"/>
                <a:sym typeface="Tahoma"/>
              </a:defRPr>
            </a:lvl1pPr>
            <a:lvl2pPr lvl="1" indent="0" rtl="0">
              <a:spcBef>
                <a:spcPts val="0"/>
              </a:spcBef>
              <a:buFont typeface="Arial"/>
              <a:buNone/>
              <a:defRPr sz="1400" b="1"/>
            </a:lvl2pPr>
            <a:lvl3pPr lvl="2" indent="0" rtl="0">
              <a:spcBef>
                <a:spcPts val="0"/>
              </a:spcBef>
              <a:buFont typeface="Arial"/>
              <a:buNone/>
              <a:defRPr sz="1400" b="1"/>
            </a:lvl3pPr>
            <a:lvl4pPr lvl="3" indent="0" rtl="0">
              <a:spcBef>
                <a:spcPts val="0"/>
              </a:spcBef>
              <a:buFont typeface="Arial"/>
              <a:buNone/>
              <a:defRPr sz="1400" b="1"/>
            </a:lvl4pPr>
            <a:lvl5pPr lvl="4" indent="0" rtl="0">
              <a:spcBef>
                <a:spcPts val="0"/>
              </a:spcBef>
              <a:buFont typeface="Arial"/>
              <a:buNone/>
              <a:defRPr sz="1400" b="1"/>
            </a:lvl5pPr>
            <a:lvl6pPr lvl="5" indent="0" rtl="0">
              <a:spcBef>
                <a:spcPts val="0"/>
              </a:spcBef>
              <a:buFont typeface="Arial"/>
              <a:buNone/>
              <a:defRPr sz="1400" b="1"/>
            </a:lvl6pPr>
            <a:lvl7pPr lvl="6" indent="0" rtl="0">
              <a:spcBef>
                <a:spcPts val="0"/>
              </a:spcBef>
              <a:buFont typeface="Arial"/>
              <a:buNone/>
              <a:defRPr sz="1400" b="1"/>
            </a:lvl7pPr>
            <a:lvl8pPr lvl="7" indent="0" rtl="0">
              <a:spcBef>
                <a:spcPts val="0"/>
              </a:spcBef>
              <a:buFont typeface="Arial"/>
              <a:buNone/>
              <a:defRPr sz="1400" b="1"/>
            </a:lvl8pPr>
            <a:lvl9pPr lvl="8" indent="0" rtl="0">
              <a:spcBef>
                <a:spcPts val="0"/>
              </a:spcBef>
              <a:buFont typeface="Arial"/>
              <a:buNone/>
              <a:defRPr sz="1400" b="1"/>
            </a:lvl9pPr>
          </a:lstStyle>
          <a:p>
            <a:endParaRPr/>
          </a:p>
        </p:txBody>
      </p:sp>
      <p:sp>
        <p:nvSpPr>
          <p:cNvPr id="391" name="Shape 391"/>
          <p:cNvSpPr txBox="1">
            <a:spLocks noGrp="1"/>
          </p:cNvSpPr>
          <p:nvPr>
            <p:ph type="body" idx="1"/>
          </p:nvPr>
        </p:nvSpPr>
        <p:spPr>
          <a:xfrm>
            <a:off x="498475" y="1366332"/>
            <a:ext cx="7556400" cy="4760100"/>
          </a:xfrm>
          <a:prstGeom prst="rect">
            <a:avLst/>
          </a:prstGeom>
          <a:noFill/>
          <a:ln>
            <a:noFill/>
          </a:ln>
        </p:spPr>
        <p:txBody>
          <a:bodyPr lIns="91425" tIns="91425" rIns="91425" bIns="91425" anchor="t" anchorCtr="0"/>
          <a:lstStyle>
            <a:lvl1pPr marL="254000" marR="0" lvl="0" indent="190500" algn="l" rtl="0">
              <a:lnSpc>
                <a:spcPct val="100000"/>
              </a:lnSpc>
              <a:spcBef>
                <a:spcPts val="0"/>
              </a:spcBef>
              <a:spcAft>
                <a:spcPts val="500"/>
              </a:spcAft>
              <a:buClr>
                <a:srgbClr val="3F3F3F"/>
              </a:buClr>
              <a:buSzPct val="100000"/>
              <a:buFont typeface="Noto Sans Symbols"/>
              <a:buChar char="●"/>
              <a:defRPr sz="2800" b="0" i="0" u="none" strike="noStrike" cap="none">
                <a:solidFill>
                  <a:srgbClr val="3F3F3F"/>
                </a:solidFill>
                <a:latin typeface="Arial"/>
                <a:ea typeface="Arial"/>
                <a:cs typeface="Arial"/>
                <a:sym typeface="Arial"/>
              </a:defRPr>
            </a:lvl1pPr>
            <a:lvl2pPr marL="342900" marR="0" lvl="1" indent="139700" algn="l" rtl="0">
              <a:lnSpc>
                <a:spcPct val="100000"/>
              </a:lnSpc>
              <a:spcBef>
                <a:spcPts val="0"/>
              </a:spcBef>
              <a:spcAft>
                <a:spcPts val="500"/>
              </a:spcAft>
              <a:buClr>
                <a:srgbClr val="595959"/>
              </a:buClr>
              <a:buSzPct val="100000"/>
              <a:buFont typeface="Arial"/>
              <a:buChar char="•"/>
              <a:defRPr sz="2400" b="0" i="0" u="none" strike="noStrike" cap="none">
                <a:solidFill>
                  <a:srgbClr val="595959"/>
                </a:solidFill>
                <a:latin typeface="Arial"/>
                <a:ea typeface="Arial"/>
                <a:cs typeface="Arial"/>
                <a:sym typeface="Arial"/>
              </a:defRPr>
            </a:lvl2pPr>
            <a:lvl3pPr marL="520700" marR="0" lvl="2" indent="139700" algn="l" rtl="0">
              <a:lnSpc>
                <a:spcPct val="100000"/>
              </a:lnSpc>
              <a:spcBef>
                <a:spcPts val="0"/>
              </a:spcBef>
              <a:spcAft>
                <a:spcPts val="500"/>
              </a:spcAft>
              <a:buClr>
                <a:srgbClr val="7F7F7F"/>
              </a:buClr>
              <a:buSzPct val="100000"/>
              <a:buFont typeface="Arial"/>
              <a:buChar char="•"/>
              <a:defRPr sz="2000" b="0" i="0" u="none" strike="noStrike" cap="none">
                <a:solidFill>
                  <a:srgbClr val="7F7F7F"/>
                </a:solidFill>
                <a:latin typeface="Arial"/>
                <a:ea typeface="Arial"/>
                <a:cs typeface="Arial"/>
                <a:sym typeface="Arial"/>
              </a:defRPr>
            </a:lvl3pPr>
            <a:lvl4pPr marL="685800" marR="0" lvl="3" indent="101600" algn="l" rtl="0">
              <a:lnSpc>
                <a:spcPct val="100000"/>
              </a:lnSpc>
              <a:spcBef>
                <a:spcPts val="0"/>
              </a:spcBef>
              <a:spcAft>
                <a:spcPts val="500"/>
              </a:spcAft>
              <a:buClr>
                <a:srgbClr val="7F7F7F"/>
              </a:buClr>
              <a:buSzPct val="100000"/>
              <a:buFont typeface="Arial"/>
              <a:buChar char="▪"/>
              <a:defRPr sz="1800" b="0" i="0" u="none" strike="noStrike" cap="none">
                <a:solidFill>
                  <a:srgbClr val="7F7F7F"/>
                </a:solidFill>
                <a:latin typeface="Arial"/>
                <a:ea typeface="Arial"/>
                <a:cs typeface="Arial"/>
                <a:sym typeface="Arial"/>
              </a:defRPr>
            </a:lvl4pPr>
            <a:lvl5pPr marL="863600" marR="0" lvl="4" indent="38100" algn="l" rtl="0">
              <a:lnSpc>
                <a:spcPct val="100000"/>
              </a:lnSpc>
              <a:spcBef>
                <a:spcPts val="0"/>
              </a:spcBef>
              <a:spcAft>
                <a:spcPts val="500"/>
              </a:spcAft>
              <a:buClr>
                <a:srgbClr val="7F7F7F"/>
              </a:buClr>
              <a:buSzPct val="100000"/>
              <a:buFont typeface="Arial"/>
              <a:buChar char="•"/>
              <a:defRPr sz="1800" b="0" i="0" u="none" strike="noStrike" cap="none">
                <a:solidFill>
                  <a:srgbClr val="7F7F7F"/>
                </a:solidFill>
                <a:latin typeface="Arial"/>
                <a:ea typeface="Arial"/>
                <a:cs typeface="Arial"/>
                <a:sym typeface="Arial"/>
              </a:defRPr>
            </a:lvl5pPr>
            <a:lvl6pPr marL="1892300" marR="0" lvl="5" indent="127000" algn="l" rtl="0">
              <a:lnSpc>
                <a:spcPct val="100000"/>
              </a:lnSpc>
              <a:spcBef>
                <a:spcPts val="300"/>
              </a:spcBef>
              <a:spcAft>
                <a:spcPts val="0"/>
              </a:spcAft>
              <a:buClr>
                <a:srgbClr val="7F7F7F"/>
              </a:buClr>
              <a:buSzPct val="100000"/>
              <a:buFont typeface="Arial"/>
              <a:buChar char="•"/>
              <a:defRPr sz="1800" b="0" i="0" u="none" strike="noStrike" cap="none">
                <a:solidFill>
                  <a:srgbClr val="7F7F7F"/>
                </a:solidFill>
                <a:latin typeface="Calibri"/>
                <a:ea typeface="Calibri"/>
                <a:cs typeface="Calibri"/>
                <a:sym typeface="Calibri"/>
              </a:defRPr>
            </a:lvl6pPr>
            <a:lvl7pPr marL="2235200" marR="0" lvl="6" indent="127000" algn="l" rtl="0">
              <a:lnSpc>
                <a:spcPct val="100000"/>
              </a:lnSpc>
              <a:spcBef>
                <a:spcPts val="300"/>
              </a:spcBef>
              <a:spcAft>
                <a:spcPts val="0"/>
              </a:spcAft>
              <a:buClr>
                <a:srgbClr val="7F7F7F"/>
              </a:buClr>
              <a:buSzPct val="100000"/>
              <a:buFont typeface="Arial"/>
              <a:buChar char="•"/>
              <a:defRPr sz="1800" b="0" i="0" u="none" strike="noStrike" cap="none">
                <a:solidFill>
                  <a:srgbClr val="7F7F7F"/>
                </a:solidFill>
                <a:latin typeface="Calibri"/>
                <a:ea typeface="Calibri"/>
                <a:cs typeface="Calibri"/>
                <a:sym typeface="Calibri"/>
              </a:defRPr>
            </a:lvl7pPr>
            <a:lvl8pPr marL="2578100" marR="0" lvl="7" indent="127000" algn="l" rtl="0">
              <a:lnSpc>
                <a:spcPct val="100000"/>
              </a:lnSpc>
              <a:spcBef>
                <a:spcPts val="300"/>
              </a:spcBef>
              <a:spcAft>
                <a:spcPts val="0"/>
              </a:spcAft>
              <a:buClr>
                <a:srgbClr val="7F7F7F"/>
              </a:buClr>
              <a:buSzPct val="100000"/>
              <a:buFont typeface="Arial"/>
              <a:buChar char="•"/>
              <a:defRPr sz="1800" b="0" i="0" u="none" strike="noStrike" cap="none">
                <a:solidFill>
                  <a:srgbClr val="7F7F7F"/>
                </a:solidFill>
                <a:latin typeface="Calibri"/>
                <a:ea typeface="Calibri"/>
                <a:cs typeface="Calibri"/>
                <a:sym typeface="Calibri"/>
              </a:defRPr>
            </a:lvl8pPr>
            <a:lvl9pPr marL="2921000" marR="0" lvl="8" indent="127000" algn="l" rtl="0">
              <a:lnSpc>
                <a:spcPct val="100000"/>
              </a:lnSpc>
              <a:spcBef>
                <a:spcPts val="300"/>
              </a:spcBef>
              <a:spcAft>
                <a:spcPts val="0"/>
              </a:spcAft>
              <a:buClr>
                <a:srgbClr val="7F7F7F"/>
              </a:buClr>
              <a:buSzPct val="100000"/>
              <a:buFont typeface="Arial"/>
              <a:buChar char="•"/>
              <a:defRPr sz="1800" b="0" i="0" u="none" strike="noStrike" cap="none">
                <a:solidFill>
                  <a:srgbClr val="7F7F7F"/>
                </a:solidFill>
                <a:latin typeface="Calibri"/>
                <a:ea typeface="Calibri"/>
                <a:cs typeface="Calibri"/>
                <a:sym typeface="Calibri"/>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392"/>
        <p:cNvGrpSpPr/>
        <p:nvPr/>
      </p:nvGrpSpPr>
      <p:grpSpPr>
        <a:xfrm>
          <a:off x="0" y="0"/>
          <a:ext cx="0" cy="0"/>
          <a:chOff x="0" y="0"/>
          <a:chExt cx="0" cy="0"/>
        </a:xfrm>
      </p:grpSpPr>
      <p:sp>
        <p:nvSpPr>
          <p:cNvPr id="393" name="Shape 393"/>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r" rtl="0">
              <a:spcBef>
                <a:spcPts val="0"/>
              </a:spcBef>
              <a:buClr>
                <a:srgbClr val="000000"/>
              </a:buClr>
              <a:buSzPct val="25000"/>
              <a:buFont typeface="Arial"/>
              <a:buNone/>
            </a:pPr>
            <a:endParaRPr sz="1200">
              <a:solidFill>
                <a:srgbClr val="888888"/>
              </a:solidFill>
              <a:latin typeface="Calibri"/>
              <a:ea typeface="Calibri"/>
              <a:cs typeface="Calibri"/>
              <a:sym typeface="Calibri"/>
            </a:endParaRPr>
          </a:p>
          <a:p>
            <a:pPr marL="457200" marR="0" lvl="1"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914400" marR="0" lvl="2"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1371600" marR="0" lvl="3"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1828800" marR="0" lvl="4"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2286000" marR="0" lvl="5"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2743200" marR="0" lvl="6"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3200400" marR="0" lvl="7"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a:p>
            <a:pPr marL="3657600" marR="0" lvl="8" indent="0" algn="l" rtl="0">
              <a:spcBef>
                <a:spcPts val="0"/>
              </a:spcBef>
              <a:buClr>
                <a:srgbClr val="000000"/>
              </a:buClr>
              <a:buSzPct val="250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Default - Blank">
    <p:spTree>
      <p:nvGrpSpPr>
        <p:cNvPr id="1" name="Shape 394"/>
        <p:cNvGrpSpPr/>
        <p:nvPr/>
      </p:nvGrpSpPr>
      <p:grpSpPr>
        <a:xfrm>
          <a:off x="0" y="0"/>
          <a:ext cx="0" cy="0"/>
          <a:chOff x="0" y="0"/>
          <a:chExt cx="0" cy="0"/>
        </a:xfrm>
      </p:grpSpPr>
      <p:sp>
        <p:nvSpPr>
          <p:cNvPr id="395" name="Shape 395"/>
          <p:cNvSpPr txBox="1"/>
          <p:nvPr/>
        </p:nvSpPr>
        <p:spPr>
          <a:xfrm>
            <a:off x="2590800" y="6400800"/>
            <a:ext cx="4953000" cy="457200"/>
          </a:xfrm>
          <a:prstGeom prst="rect">
            <a:avLst/>
          </a:prstGeom>
          <a:noFill/>
          <a:ln>
            <a:noFill/>
          </a:ln>
        </p:spPr>
        <p:txBody>
          <a:bodyPr lIns="91425" tIns="45700" rIns="91425" bIns="45700" anchor="b" anchorCtr="0">
            <a:noAutofit/>
          </a:bodyPr>
          <a:lstStyle/>
          <a:p>
            <a:pPr marL="0" marR="0" lvl="0" indent="0" algn="ctr" rtl="0">
              <a:spcBef>
                <a:spcPts val="0"/>
              </a:spcBef>
              <a:spcAft>
                <a:spcPts val="0"/>
              </a:spcAft>
              <a:buClr>
                <a:srgbClr val="40458C"/>
              </a:buClr>
              <a:buSzPct val="25000"/>
              <a:buFont typeface="Tahoma"/>
              <a:buNone/>
            </a:pPr>
            <a:r>
              <a:rPr lang="en" sz="1800">
                <a:solidFill>
                  <a:srgbClr val="40458C"/>
                </a:solidFill>
                <a:latin typeface="Tahoma"/>
                <a:ea typeface="Tahoma"/>
                <a:cs typeface="Tahoma"/>
                <a:sym typeface="Tahoma"/>
              </a:rPr>
              <a:t>Subcommittee on Spatial Water Data</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Shape 396"/>
        <p:cNvGrpSpPr/>
        <p:nvPr/>
      </p:nvGrpSpPr>
      <p:grpSpPr>
        <a:xfrm>
          <a:off x="0" y="0"/>
          <a:ext cx="0" cy="0"/>
          <a:chOff x="0" y="0"/>
          <a:chExt cx="0" cy="0"/>
        </a:xfrm>
      </p:grpSpPr>
      <p:sp>
        <p:nvSpPr>
          <p:cNvPr id="397" name="Shape 397"/>
          <p:cNvSpPr txBox="1">
            <a:spLocks noGrp="1"/>
          </p:cNvSpPr>
          <p:nvPr>
            <p:ph type="title"/>
          </p:nvPr>
        </p:nvSpPr>
        <p:spPr>
          <a:xfrm>
            <a:off x="756666" y="236125"/>
            <a:ext cx="7705200" cy="858600"/>
          </a:xfrm>
          <a:prstGeom prst="rect">
            <a:avLst/>
          </a:prstGeom>
          <a:noFill/>
          <a:ln>
            <a:noFill/>
          </a:ln>
        </p:spPr>
        <p:txBody>
          <a:bodyPr lIns="91425" tIns="91425" rIns="91425" bIns="91425" anchor="ctr" anchorCtr="0"/>
          <a:lstStyle>
            <a:lvl1pPr marL="0" marR="0" lvl="0" indent="0" algn="l" rtl="0">
              <a:lnSpc>
                <a:spcPct val="90000"/>
              </a:lnSpc>
              <a:spcBef>
                <a:spcPts val="0"/>
              </a:spcBef>
              <a:buClr>
                <a:srgbClr val="002060"/>
              </a:buClr>
              <a:buFont typeface="Times New Roman"/>
              <a:buNone/>
              <a:defRPr sz="3200" b="0" i="0" u="none" strike="noStrike" cap="none">
                <a:solidFill>
                  <a:srgbClr val="002060"/>
                </a:solidFill>
                <a:latin typeface="Times New Roman"/>
                <a:ea typeface="Times New Roman"/>
                <a:cs typeface="Times New Roman"/>
                <a:sym typeface="Times New Roman"/>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398" name="Shape 398"/>
          <p:cNvSpPr txBox="1">
            <a:spLocks noGrp="1"/>
          </p:cNvSpPr>
          <p:nvPr>
            <p:ph type="body" idx="1"/>
          </p:nvPr>
        </p:nvSpPr>
        <p:spPr>
          <a:xfrm>
            <a:off x="756664" y="1384270"/>
            <a:ext cx="7705200" cy="4502700"/>
          </a:xfrm>
          <a:prstGeom prst="rect">
            <a:avLst/>
          </a:prstGeom>
          <a:noFill/>
          <a:ln>
            <a:noFill/>
          </a:ln>
        </p:spPr>
        <p:txBody>
          <a:bodyPr lIns="91425" tIns="91425" rIns="91425" bIns="91425" anchor="t" anchorCtr="0"/>
          <a:lstStyle>
            <a:lvl1pPr marL="228600" marR="0" lvl="0" indent="-76200" algn="l" rtl="0">
              <a:lnSpc>
                <a:spcPct val="90000"/>
              </a:lnSpc>
              <a:spcBef>
                <a:spcPts val="1000"/>
              </a:spcBef>
              <a:buClr>
                <a:schemeClr val="dk1"/>
              </a:buClr>
              <a:buSzPct val="100000"/>
              <a:buFont typeface="Noto Sans Symbols"/>
              <a:buChar char="❖"/>
              <a:defRPr sz="2400" b="0" i="0" u="none" strike="noStrike" cap="none">
                <a:solidFill>
                  <a:schemeClr val="dk1"/>
                </a:solidFill>
                <a:latin typeface="Arial"/>
                <a:ea typeface="Arial"/>
                <a:cs typeface="Arial"/>
                <a:sym typeface="Arial"/>
              </a:defRPr>
            </a:lvl1pPr>
            <a:lvl2pPr marL="685800" marR="0" lvl="1" indent="-101600" algn="l" rtl="0">
              <a:lnSpc>
                <a:spcPct val="90000"/>
              </a:lnSpc>
              <a:spcBef>
                <a:spcPts val="500"/>
              </a:spcBef>
              <a:buClr>
                <a:schemeClr val="dk1"/>
              </a:buClr>
              <a:buSzPct val="100000"/>
              <a:buFont typeface="Arial"/>
              <a:buChar char="•"/>
              <a:defRPr sz="2000" b="0" i="0" u="none" strike="noStrike" cap="none">
                <a:solidFill>
                  <a:schemeClr val="dk1"/>
                </a:solidFill>
                <a:latin typeface="Arial"/>
                <a:ea typeface="Arial"/>
                <a:cs typeface="Arial"/>
                <a:sym typeface="Arial"/>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Arial"/>
                <a:ea typeface="Arial"/>
                <a:cs typeface="Arial"/>
                <a:sym typeface="Arial"/>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99" name="Shape 39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549606" y="1112746"/>
            <a:ext cx="8119500" cy="100500"/>
          </a:xfrm>
          <a:prstGeom prst="rect">
            <a:avLst/>
          </a:prstGeom>
          <a:noFill/>
          <a:ln>
            <a:noFill/>
          </a:ln>
        </p:spPr>
      </p:pic>
      <p:pic>
        <p:nvPicPr>
          <p:cNvPr id="400" name="Shape 40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5768673"/>
            <a:ext cx="2544300" cy="1089299"/>
          </a:xfrm>
          <a:prstGeom prst="rect">
            <a:avLst/>
          </a:prstGeom>
          <a:noFill/>
          <a:ln>
            <a:noFill/>
          </a:ln>
        </p:spPr>
      </p:pic>
      <p:sp>
        <p:nvSpPr>
          <p:cNvPr id="401" name="Shape 401"/>
          <p:cNvSpPr txBox="1">
            <a:spLocks noGrp="1"/>
          </p:cNvSpPr>
          <p:nvPr>
            <p:ph type="sldNum" idx="12"/>
          </p:nvPr>
        </p:nvSpPr>
        <p:spPr>
          <a:xfrm>
            <a:off x="2923594" y="6373716"/>
            <a:ext cx="38010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r>
              <a:rPr lang="en" sz="1200">
                <a:solidFill>
                  <a:srgbClr val="888888"/>
                </a:solidFill>
                <a:latin typeface="Calibri"/>
                <a:ea typeface="Calibri"/>
                <a:cs typeface="Calibri"/>
                <a:sym typeface="Calibri"/>
              </a:rPr>
              <a:t>Subcommittee on Spatial Water Data	</a:t>
            </a:r>
            <a:fld id="{00000000-1234-1234-1234-123412341234}" type="slidenum">
              <a:rPr lang="en" sz="1200">
                <a:solidFill>
                  <a:srgbClr val="888888"/>
                </a:solidFill>
                <a:latin typeface="Calibri"/>
                <a:ea typeface="Calibri"/>
                <a:cs typeface="Calibri"/>
                <a:sym typeface="Calibri"/>
              </a:rPr>
              <a:t>‹#›</a:t>
            </a:fld>
            <a:endParaRPr lang="en" sz="1200">
              <a:solidFill>
                <a:srgbClr val="888888"/>
              </a:solidFill>
              <a:latin typeface="Calibri"/>
              <a:ea typeface="Calibri"/>
              <a:cs typeface="Calibri"/>
              <a:sym typeface="Calibri"/>
            </a:endParaRPr>
          </a:p>
        </p:txBody>
      </p:sp>
      <p:pic>
        <p:nvPicPr>
          <p:cNvPr id="402" name="Shape 402"/>
          <p:cNvPicPr preferRelativeResize="0"/>
          <p:nvPr/>
        </p:nvPicPr>
        <p:blipFill rotWithShape="1">
          <a:blip r:embed="rId4">
            <a:alphaModFix/>
          </a:blip>
          <a:srcRect/>
          <a:stretch/>
        </p:blipFill>
        <p:spPr>
          <a:xfrm>
            <a:off x="7406639" y="5952616"/>
            <a:ext cx="1737300" cy="9054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Shape 403"/>
        <p:cNvGrpSpPr/>
        <p:nvPr/>
      </p:nvGrpSpPr>
      <p:grpSpPr>
        <a:xfrm>
          <a:off x="0" y="0"/>
          <a:ext cx="0" cy="0"/>
          <a:chOff x="0" y="0"/>
          <a:chExt cx="0" cy="0"/>
        </a:xfrm>
      </p:grpSpPr>
      <p:sp>
        <p:nvSpPr>
          <p:cNvPr id="404" name="Shape 404"/>
          <p:cNvSpPr txBox="1">
            <a:spLocks noGrp="1"/>
          </p:cNvSpPr>
          <p:nvPr>
            <p:ph type="body" idx="1"/>
          </p:nvPr>
        </p:nvSpPr>
        <p:spPr>
          <a:xfrm>
            <a:off x="859904" y="1420762"/>
            <a:ext cx="4114800" cy="4191000"/>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Noto Sans Symbols"/>
              <a:buChar char="❖"/>
              <a:defRPr sz="2800" b="0" i="0" u="none" strike="noStrike" cap="none">
                <a:solidFill>
                  <a:schemeClr val="dk1"/>
                </a:solidFill>
                <a:latin typeface="Arial"/>
                <a:ea typeface="Arial"/>
                <a:cs typeface="Arial"/>
                <a:sym typeface="Arial"/>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Arial"/>
                <a:ea typeface="Arial"/>
                <a:cs typeface="Arial"/>
                <a:sym typeface="Arial"/>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Arial"/>
                <a:ea typeface="Arial"/>
                <a:cs typeface="Arial"/>
                <a:sym typeface="Arial"/>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5" name="Shape 405"/>
          <p:cNvSpPr/>
          <p:nvPr/>
        </p:nvSpPr>
        <p:spPr>
          <a:xfrm>
            <a:off x="5109208" y="1420762"/>
            <a:ext cx="3352799" cy="4191000"/>
          </a:xfrm>
          <a:prstGeom prst="rect">
            <a:avLst/>
          </a:prstGeom>
          <a:solidFill>
            <a:srgbClr val="F2F2F2"/>
          </a:solidFill>
          <a:ln w="12700" cap="flat" cmpd="sng">
            <a:solidFill>
              <a:srgbClr val="42719B"/>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a:solidFill>
                  <a:schemeClr val="dk1"/>
                </a:solidFill>
                <a:latin typeface="Calibri"/>
                <a:ea typeface="Calibri"/>
                <a:cs typeface="Calibri"/>
                <a:sym typeface="Calibri"/>
              </a:rPr>
              <a:t>PHOTO HERE</a:t>
            </a:r>
          </a:p>
        </p:txBody>
      </p:sp>
      <p:pic>
        <p:nvPicPr>
          <p:cNvPr id="406" name="Shape 40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601224" y="1044486"/>
            <a:ext cx="8119500" cy="100500"/>
          </a:xfrm>
          <a:prstGeom prst="rect">
            <a:avLst/>
          </a:prstGeom>
          <a:noFill/>
          <a:ln>
            <a:noFill/>
          </a:ln>
        </p:spPr>
      </p:pic>
      <p:sp>
        <p:nvSpPr>
          <p:cNvPr id="407" name="Shape 407"/>
          <p:cNvSpPr txBox="1">
            <a:spLocks noGrp="1"/>
          </p:cNvSpPr>
          <p:nvPr>
            <p:ph type="title"/>
          </p:nvPr>
        </p:nvSpPr>
        <p:spPr>
          <a:xfrm>
            <a:off x="859904" y="304806"/>
            <a:ext cx="7602000" cy="714300"/>
          </a:xfrm>
          <a:prstGeom prst="rect">
            <a:avLst/>
          </a:prstGeom>
          <a:noFill/>
          <a:ln>
            <a:noFill/>
          </a:ln>
        </p:spPr>
        <p:txBody>
          <a:bodyPr lIns="91425" tIns="91425" rIns="91425" bIns="91425" anchor="ctr" anchorCtr="0"/>
          <a:lstStyle>
            <a:lvl1pPr marL="0" marR="0" lvl="0" indent="0" algn="l" rtl="0">
              <a:lnSpc>
                <a:spcPct val="90000"/>
              </a:lnSpc>
              <a:spcBef>
                <a:spcPts val="0"/>
              </a:spcBef>
              <a:buClr>
                <a:srgbClr val="002060"/>
              </a:buClr>
              <a:buFont typeface="Times New Roman"/>
              <a:buNone/>
              <a:defRPr sz="3200" b="0" i="0" u="none" strike="noStrike" cap="none">
                <a:solidFill>
                  <a:srgbClr val="002060"/>
                </a:solidFill>
                <a:latin typeface="Times New Roman"/>
                <a:ea typeface="Times New Roman"/>
                <a:cs typeface="Times New Roman"/>
                <a:sym typeface="Times New Roman"/>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pic>
        <p:nvPicPr>
          <p:cNvPr id="408" name="Shape 40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5768673"/>
            <a:ext cx="2544300" cy="1089299"/>
          </a:xfrm>
          <a:prstGeom prst="rect">
            <a:avLst/>
          </a:prstGeom>
          <a:noFill/>
          <a:ln>
            <a:noFill/>
          </a:ln>
        </p:spPr>
      </p:pic>
      <p:sp>
        <p:nvSpPr>
          <p:cNvPr id="409" name="Shape 409"/>
          <p:cNvSpPr txBox="1">
            <a:spLocks noGrp="1"/>
          </p:cNvSpPr>
          <p:nvPr>
            <p:ph type="sldNum" idx="12"/>
          </p:nvPr>
        </p:nvSpPr>
        <p:spPr>
          <a:xfrm>
            <a:off x="3088085" y="6328744"/>
            <a:ext cx="3697500"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r>
              <a:rPr lang="en" sz="1200">
                <a:solidFill>
                  <a:srgbClr val="888888"/>
                </a:solidFill>
                <a:latin typeface="Calibri"/>
                <a:ea typeface="Calibri"/>
                <a:cs typeface="Calibri"/>
                <a:sym typeface="Calibri"/>
              </a:rPr>
              <a:t>Subcommittee on Spatial Water Data       	</a:t>
            </a:r>
            <a:fld id="{00000000-1234-1234-1234-123412341234}" type="slidenum">
              <a:rPr lang="en" sz="1200">
                <a:solidFill>
                  <a:srgbClr val="888888"/>
                </a:solidFill>
                <a:latin typeface="Calibri"/>
                <a:ea typeface="Calibri"/>
                <a:cs typeface="Calibri"/>
                <a:sym typeface="Calibri"/>
              </a:rPr>
              <a:t>‹#›</a:t>
            </a:fld>
            <a:endParaRPr lang="en" sz="1200">
              <a:solidFill>
                <a:srgbClr val="888888"/>
              </a:solidFill>
              <a:latin typeface="Calibri"/>
              <a:ea typeface="Calibri"/>
              <a:cs typeface="Calibri"/>
              <a:sym typeface="Calibri"/>
            </a:endParaRPr>
          </a:p>
        </p:txBody>
      </p:sp>
      <p:pic>
        <p:nvPicPr>
          <p:cNvPr id="410" name="Shape 410"/>
          <p:cNvPicPr preferRelativeResize="0"/>
          <p:nvPr/>
        </p:nvPicPr>
        <p:blipFill rotWithShape="1">
          <a:blip r:embed="rId4">
            <a:alphaModFix/>
          </a:blip>
          <a:srcRect/>
          <a:stretch/>
        </p:blipFill>
        <p:spPr>
          <a:xfrm>
            <a:off x="7406639" y="5952614"/>
            <a:ext cx="1737300" cy="9054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Shape 411"/>
        <p:cNvGrpSpPr/>
        <p:nvPr/>
      </p:nvGrpSpPr>
      <p:grpSpPr>
        <a:xfrm>
          <a:off x="0" y="0"/>
          <a:ext cx="0" cy="0"/>
          <a:chOff x="0" y="0"/>
          <a:chExt cx="0" cy="0"/>
        </a:xfrm>
      </p:grpSpPr>
      <p:sp>
        <p:nvSpPr>
          <p:cNvPr id="412" name="Shape 412"/>
          <p:cNvSpPr/>
          <p:nvPr/>
        </p:nvSpPr>
        <p:spPr>
          <a:xfrm>
            <a:off x="859903" y="1483469"/>
            <a:ext cx="7602000" cy="2133600"/>
          </a:xfrm>
          <a:prstGeom prst="rect">
            <a:avLst/>
          </a:prstGeom>
          <a:solidFill>
            <a:srgbClr val="F2F2F2"/>
          </a:solidFill>
          <a:ln w="12700" cap="flat" cmpd="sng">
            <a:solidFill>
              <a:srgbClr val="42719B"/>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a:solidFill>
                  <a:schemeClr val="dk1"/>
                </a:solidFill>
                <a:latin typeface="Calibri"/>
                <a:ea typeface="Calibri"/>
                <a:cs typeface="Calibri"/>
                <a:sym typeface="Calibri"/>
              </a:rPr>
              <a:t>PHOTO/GRAPH HERE</a:t>
            </a:r>
          </a:p>
        </p:txBody>
      </p:sp>
      <p:sp>
        <p:nvSpPr>
          <p:cNvPr id="413" name="Shape 413"/>
          <p:cNvSpPr txBox="1">
            <a:spLocks noGrp="1"/>
          </p:cNvSpPr>
          <p:nvPr>
            <p:ph type="body" idx="1"/>
          </p:nvPr>
        </p:nvSpPr>
        <p:spPr>
          <a:xfrm>
            <a:off x="859903" y="3833123"/>
            <a:ext cx="5002500" cy="2003700"/>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7692"/>
              <a:buFont typeface="Noto Sans Symbols"/>
              <a:buChar char="❖"/>
              <a:defRPr sz="2590" b="0" i="0" u="none" strike="noStrike" cap="none">
                <a:solidFill>
                  <a:schemeClr val="dk1"/>
                </a:solidFill>
                <a:latin typeface="Arial"/>
                <a:ea typeface="Arial"/>
                <a:cs typeface="Arial"/>
                <a:sym typeface="Arial"/>
              </a:defRPr>
            </a:lvl1pPr>
            <a:lvl2pPr marL="685800" marR="0" lvl="1" indent="-76200" algn="l" rtl="0">
              <a:lnSpc>
                <a:spcPct val="90000"/>
              </a:lnSpc>
              <a:spcBef>
                <a:spcPts val="500"/>
              </a:spcBef>
              <a:buClr>
                <a:schemeClr val="dk1"/>
              </a:buClr>
              <a:buSzPct val="109090"/>
              <a:buFont typeface="Arial"/>
              <a:buChar char="•"/>
              <a:defRPr sz="2220" b="0" i="0" u="none" strike="noStrike" cap="none">
                <a:solidFill>
                  <a:schemeClr val="dk1"/>
                </a:solidFill>
                <a:latin typeface="Arial"/>
                <a:ea typeface="Arial"/>
                <a:cs typeface="Arial"/>
                <a:sym typeface="Arial"/>
              </a:defRPr>
            </a:lvl2pPr>
            <a:lvl3pPr marL="1143000" marR="0" lvl="2" indent="-101600" algn="l" rtl="0">
              <a:lnSpc>
                <a:spcPct val="90000"/>
              </a:lnSpc>
              <a:spcBef>
                <a:spcPts val="500"/>
              </a:spcBef>
              <a:buClr>
                <a:schemeClr val="dk1"/>
              </a:buClr>
              <a:buSzPct val="105263"/>
              <a:buFont typeface="Arial"/>
              <a:buChar char="•"/>
              <a:defRPr sz="1850" b="0" i="0" u="none" strike="noStrike" cap="none">
                <a:solidFill>
                  <a:schemeClr val="dk1"/>
                </a:solidFill>
                <a:latin typeface="Arial"/>
                <a:ea typeface="Arial"/>
                <a:cs typeface="Arial"/>
                <a:sym typeface="Arial"/>
              </a:defRPr>
            </a:lvl3pPr>
            <a:lvl4pPr marL="1600200" marR="0" lvl="3" indent="-114300" algn="l" rtl="0">
              <a:lnSpc>
                <a:spcPct val="90000"/>
              </a:lnSpc>
              <a:spcBef>
                <a:spcPts val="500"/>
              </a:spcBef>
              <a:buClr>
                <a:schemeClr val="dk1"/>
              </a:buClr>
              <a:buSzPct val="105882"/>
              <a:buFont typeface="Arial"/>
              <a:buChar char="•"/>
              <a:defRPr sz="1665" b="0" i="0" u="none" strike="noStrike" cap="none">
                <a:solidFill>
                  <a:schemeClr val="dk1"/>
                </a:solidFill>
                <a:latin typeface="Arial"/>
                <a:ea typeface="Arial"/>
                <a:cs typeface="Arial"/>
                <a:sym typeface="Arial"/>
              </a:defRPr>
            </a:lvl4pPr>
            <a:lvl5pPr marL="2057400" marR="0" lvl="4" indent="-114300" algn="l" rtl="0">
              <a:lnSpc>
                <a:spcPct val="90000"/>
              </a:lnSpc>
              <a:spcBef>
                <a:spcPts val="500"/>
              </a:spcBef>
              <a:buClr>
                <a:schemeClr val="dk1"/>
              </a:buClr>
              <a:buSzPct val="105882"/>
              <a:buFont typeface="Arial"/>
              <a:buChar char="•"/>
              <a:defRPr sz="1665" b="0" i="0" u="none" strike="noStrike" cap="none">
                <a:solidFill>
                  <a:schemeClr val="dk1"/>
                </a:solidFill>
                <a:latin typeface="Arial"/>
                <a:ea typeface="Arial"/>
                <a:cs typeface="Arial"/>
                <a:sym typeface="Arial"/>
              </a:defRPr>
            </a:lvl5pPr>
            <a:lvl6pPr marL="2514600" marR="0" lvl="5" indent="-114300" algn="l" rtl="0">
              <a:lnSpc>
                <a:spcPct val="90000"/>
              </a:lnSpc>
              <a:spcBef>
                <a:spcPts val="500"/>
              </a:spcBef>
              <a:buClr>
                <a:schemeClr val="dk1"/>
              </a:buClr>
              <a:buSzPct val="105882"/>
              <a:buFont typeface="Arial"/>
              <a:buChar char="•"/>
              <a:defRPr sz="1665"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5882"/>
              <a:buFont typeface="Arial"/>
              <a:buChar char="•"/>
              <a:defRPr sz="1665"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5882"/>
              <a:buFont typeface="Arial"/>
              <a:buChar char="•"/>
              <a:defRPr sz="1665"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5882"/>
              <a:buFont typeface="Arial"/>
              <a:buChar char="•"/>
              <a:defRPr sz="1665" b="0" i="0" u="none" strike="noStrike" cap="none">
                <a:solidFill>
                  <a:schemeClr val="dk1"/>
                </a:solidFill>
                <a:latin typeface="Calibri"/>
                <a:ea typeface="Calibri"/>
                <a:cs typeface="Calibri"/>
                <a:sym typeface="Calibri"/>
              </a:defRPr>
            </a:lvl9pPr>
          </a:lstStyle>
          <a:p>
            <a:endParaRPr/>
          </a:p>
        </p:txBody>
      </p:sp>
      <p:sp>
        <p:nvSpPr>
          <p:cNvPr id="414" name="Shape 414"/>
          <p:cNvSpPr txBox="1"/>
          <p:nvPr/>
        </p:nvSpPr>
        <p:spPr>
          <a:xfrm>
            <a:off x="5862483" y="3805526"/>
            <a:ext cx="2604299" cy="2031300"/>
          </a:xfrm>
          <a:prstGeom prst="rect">
            <a:avLst/>
          </a:prstGeom>
          <a:noFill/>
          <a:ln>
            <a:noFill/>
          </a:ln>
        </p:spPr>
        <p:txBody>
          <a:bodyPr lIns="91425" tIns="45700" rIns="91425" bIns="45700" anchor="t" anchorCtr="0">
            <a:noAutofit/>
          </a:bodyPr>
          <a:lstStyle/>
          <a:p>
            <a:pPr marL="285750" marR="0" lvl="0" indent="-285750" algn="l" rtl="0">
              <a:spcBef>
                <a:spcPts val="0"/>
              </a:spcBef>
              <a:buClr>
                <a:schemeClr val="dk1"/>
              </a:buClr>
              <a:buSzPct val="100000"/>
              <a:buFont typeface="Noto Sans Symbols"/>
              <a:buChar char="❖"/>
            </a:pPr>
            <a:r>
              <a:rPr lang="en" sz="1800">
                <a:solidFill>
                  <a:schemeClr val="dk1"/>
                </a:solidFill>
                <a:latin typeface="Arial"/>
                <a:ea typeface="Arial"/>
                <a:cs typeface="Arial"/>
                <a:sym typeface="Arial"/>
              </a:rPr>
              <a:t>Lorem ipsum dolor </a:t>
            </a:r>
          </a:p>
          <a:p>
            <a:pPr marL="285750" marR="0" lvl="0" indent="-285750" algn="l" rtl="0">
              <a:spcBef>
                <a:spcPts val="0"/>
              </a:spcBef>
              <a:buClr>
                <a:schemeClr val="dk1"/>
              </a:buClr>
              <a:buSzPct val="100000"/>
              <a:buFont typeface="Noto Sans Symbols"/>
              <a:buChar char="❖"/>
            </a:pPr>
            <a:r>
              <a:rPr lang="en" sz="1800">
                <a:solidFill>
                  <a:schemeClr val="dk1"/>
                </a:solidFill>
                <a:latin typeface="Arial"/>
                <a:ea typeface="Arial"/>
                <a:cs typeface="Arial"/>
                <a:sym typeface="Arial"/>
              </a:rPr>
              <a:t>Quisque fringilla a sapien ut interdum</a:t>
            </a:r>
          </a:p>
          <a:p>
            <a:pPr marL="285750" marR="0" lvl="0" indent="-285750" algn="l" rtl="0">
              <a:spcBef>
                <a:spcPts val="0"/>
              </a:spcBef>
              <a:buClr>
                <a:schemeClr val="dk1"/>
              </a:buClr>
              <a:buSzPct val="100000"/>
              <a:buFont typeface="Noto Sans Symbols"/>
              <a:buChar char="❖"/>
            </a:pPr>
            <a:r>
              <a:rPr lang="en" sz="1800">
                <a:solidFill>
                  <a:schemeClr val="dk1"/>
                </a:solidFill>
                <a:latin typeface="Arial"/>
                <a:ea typeface="Arial"/>
                <a:cs typeface="Arial"/>
                <a:sym typeface="Arial"/>
              </a:rPr>
              <a:t>Duis id pharetra</a:t>
            </a:r>
          </a:p>
          <a:p>
            <a:pPr marL="285750" marR="0" lvl="0" indent="-285750" algn="l" rtl="0">
              <a:spcBef>
                <a:spcPts val="0"/>
              </a:spcBef>
              <a:buClr>
                <a:schemeClr val="dk1"/>
              </a:buClr>
              <a:buSzPct val="100000"/>
              <a:buFont typeface="Noto Sans Symbols"/>
              <a:buChar char="❖"/>
            </a:pPr>
            <a:r>
              <a:rPr lang="en" sz="1800">
                <a:solidFill>
                  <a:schemeClr val="dk1"/>
                </a:solidFill>
                <a:latin typeface="Arial"/>
                <a:ea typeface="Arial"/>
                <a:cs typeface="Arial"/>
                <a:sym typeface="Arial"/>
              </a:rPr>
              <a:t>vitae condimentum nisl lorem ipsum</a:t>
            </a:r>
          </a:p>
          <a:p>
            <a:pPr marL="285750" marR="0" lvl="0" indent="-285750" algn="l" rtl="0">
              <a:spcBef>
                <a:spcPts val="0"/>
              </a:spcBef>
              <a:buClr>
                <a:schemeClr val="dk1"/>
              </a:buClr>
              <a:buFont typeface="Noto Sans Symbols"/>
              <a:buNone/>
            </a:pPr>
            <a:endParaRPr sz="1800">
              <a:solidFill>
                <a:schemeClr val="dk1"/>
              </a:solidFill>
              <a:latin typeface="Calibri"/>
              <a:ea typeface="Calibri"/>
              <a:cs typeface="Calibri"/>
              <a:sym typeface="Calibri"/>
            </a:endParaRPr>
          </a:p>
        </p:txBody>
      </p:sp>
      <p:sp>
        <p:nvSpPr>
          <p:cNvPr id="415" name="Shape 415"/>
          <p:cNvSpPr txBox="1">
            <a:spLocks noGrp="1"/>
          </p:cNvSpPr>
          <p:nvPr>
            <p:ph type="title"/>
          </p:nvPr>
        </p:nvSpPr>
        <p:spPr>
          <a:xfrm>
            <a:off x="859904" y="304806"/>
            <a:ext cx="7602000" cy="714300"/>
          </a:xfrm>
          <a:prstGeom prst="rect">
            <a:avLst/>
          </a:prstGeom>
          <a:noFill/>
          <a:ln>
            <a:noFill/>
          </a:ln>
        </p:spPr>
        <p:txBody>
          <a:bodyPr lIns="91425" tIns="91425" rIns="91425" bIns="91425" anchor="ctr" anchorCtr="0"/>
          <a:lstStyle>
            <a:lvl1pPr marL="0" marR="0" lvl="0" indent="0" algn="l" rtl="0">
              <a:lnSpc>
                <a:spcPct val="90000"/>
              </a:lnSpc>
              <a:spcBef>
                <a:spcPts val="0"/>
              </a:spcBef>
              <a:buClr>
                <a:srgbClr val="002060"/>
              </a:buClr>
              <a:buFont typeface="Times New Roman"/>
              <a:buNone/>
              <a:defRPr sz="3200" b="0" i="0" u="none" strike="noStrike" cap="none">
                <a:solidFill>
                  <a:srgbClr val="002060"/>
                </a:solidFill>
                <a:latin typeface="Times New Roman"/>
                <a:ea typeface="Times New Roman"/>
                <a:cs typeface="Times New Roman"/>
                <a:sym typeface="Times New Roman"/>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pic>
        <p:nvPicPr>
          <p:cNvPr id="416" name="Shape 41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601224" y="1044486"/>
            <a:ext cx="8119500" cy="100500"/>
          </a:xfrm>
          <a:prstGeom prst="rect">
            <a:avLst/>
          </a:prstGeom>
          <a:noFill/>
          <a:ln>
            <a:noFill/>
          </a:ln>
        </p:spPr>
      </p:pic>
      <p:pic>
        <p:nvPicPr>
          <p:cNvPr id="417" name="Shape 41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5768673"/>
            <a:ext cx="2544300" cy="1089299"/>
          </a:xfrm>
          <a:prstGeom prst="rect">
            <a:avLst/>
          </a:prstGeom>
          <a:noFill/>
          <a:ln>
            <a:noFill/>
          </a:ln>
        </p:spPr>
      </p:pic>
      <p:sp>
        <p:nvSpPr>
          <p:cNvPr id="418" name="Shape 418"/>
          <p:cNvSpPr txBox="1">
            <a:spLocks noGrp="1"/>
          </p:cNvSpPr>
          <p:nvPr>
            <p:ph type="sldNum" idx="12"/>
          </p:nvPr>
        </p:nvSpPr>
        <p:spPr>
          <a:xfrm>
            <a:off x="2660705" y="6313337"/>
            <a:ext cx="3801000" cy="36509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r>
              <a:rPr lang="en" sz="1200">
                <a:solidFill>
                  <a:srgbClr val="888888"/>
                </a:solidFill>
                <a:latin typeface="Calibri"/>
                <a:ea typeface="Calibri"/>
                <a:cs typeface="Calibri"/>
                <a:sym typeface="Calibri"/>
              </a:rPr>
              <a:t>Subcommittee on Spatial Water Data	</a:t>
            </a:r>
            <a:fld id="{00000000-1234-1234-1234-123412341234}" type="slidenum">
              <a:rPr lang="en" sz="1200">
                <a:solidFill>
                  <a:srgbClr val="888888"/>
                </a:solidFill>
                <a:latin typeface="Calibri"/>
                <a:ea typeface="Calibri"/>
                <a:cs typeface="Calibri"/>
                <a:sym typeface="Calibri"/>
              </a:rPr>
              <a:t>‹#›</a:t>
            </a:fld>
            <a:endParaRPr lang="en" sz="1200">
              <a:solidFill>
                <a:srgbClr val="888888"/>
              </a:solidFill>
              <a:latin typeface="Calibri"/>
              <a:ea typeface="Calibri"/>
              <a:cs typeface="Calibri"/>
              <a:sym typeface="Calibri"/>
            </a:endParaRPr>
          </a:p>
        </p:txBody>
      </p:sp>
      <p:pic>
        <p:nvPicPr>
          <p:cNvPr id="419" name="Shape 419"/>
          <p:cNvPicPr preferRelativeResize="0"/>
          <p:nvPr/>
        </p:nvPicPr>
        <p:blipFill rotWithShape="1">
          <a:blip r:embed="rId4">
            <a:alphaModFix/>
          </a:blip>
          <a:srcRect/>
          <a:stretch/>
        </p:blipFill>
        <p:spPr>
          <a:xfrm>
            <a:off x="7406639" y="5952616"/>
            <a:ext cx="1737300" cy="9054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Shape 420"/>
        <p:cNvGrpSpPr/>
        <p:nvPr/>
      </p:nvGrpSpPr>
      <p:grpSpPr>
        <a:xfrm>
          <a:off x="0" y="0"/>
          <a:ext cx="0" cy="0"/>
          <a:chOff x="0" y="0"/>
          <a:chExt cx="0" cy="0"/>
        </a:xfrm>
      </p:grpSpPr>
      <p:sp>
        <p:nvSpPr>
          <p:cNvPr id="421" name="Shape 421"/>
          <p:cNvSpPr txBox="1">
            <a:spLocks noGrp="1"/>
          </p:cNvSpPr>
          <p:nvPr>
            <p:ph type="body" idx="1"/>
          </p:nvPr>
        </p:nvSpPr>
        <p:spPr>
          <a:xfrm>
            <a:off x="457200" y="274637"/>
            <a:ext cx="8229600" cy="5851500"/>
          </a:xfrm>
          <a:prstGeom prst="rect">
            <a:avLst/>
          </a:prstGeom>
          <a:noFill/>
          <a:ln>
            <a:noFill/>
          </a:ln>
        </p:spPr>
        <p:txBody>
          <a:bodyPr lIns="91425" tIns="91425" rIns="91425" bIns="91425" anchor="t" anchorCtr="0"/>
          <a:lstStyle>
            <a:lvl1pPr marL="342900" marR="0" lvl="0" indent="50800" algn="l" rtl="0">
              <a:lnSpc>
                <a:spcPct val="100000"/>
              </a:lnSpc>
              <a:spcBef>
                <a:spcPts val="5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1pPr>
            <a:lvl2pPr marL="742950" marR="0" lvl="1" indent="82550" algn="l" rtl="0">
              <a:lnSpc>
                <a:spcPct val="100000"/>
              </a:lnSpc>
              <a:spcBef>
                <a:spcPts val="48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2pPr>
            <a:lvl3pPr marL="1143000" marR="0" lvl="2" indent="101600" algn="l" rtl="0">
              <a:lnSpc>
                <a:spcPct val="100000"/>
              </a:lnSpc>
              <a:spcBef>
                <a:spcPts val="40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3pPr>
            <a:lvl4pPr marL="1600200" marR="0" lvl="3" indent="889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4pPr>
            <a:lvl5pPr marL="2057400" marR="0" lvl="4" indent="889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5pPr>
            <a:lvl6pPr marL="2514600" marR="0" lvl="5" indent="889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6pPr>
            <a:lvl7pPr marL="2971800" marR="0" lvl="6" indent="889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7pPr>
            <a:lvl8pPr marL="3429000" marR="0" lvl="7" indent="889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8pPr>
            <a:lvl9pPr marL="3886200" marR="0" lvl="8" indent="889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9pPr>
          </a:lstStyle>
          <a:p>
            <a:endParaRPr/>
          </a:p>
        </p:txBody>
      </p:sp>
      <p:sp>
        <p:nvSpPr>
          <p:cNvPr id="422" name="Shape 422"/>
          <p:cNvSpPr txBox="1">
            <a:spLocks noGrp="1"/>
          </p:cNvSpPr>
          <p:nvPr>
            <p:ph type="dt" idx="10"/>
          </p:nvPr>
        </p:nvSpPr>
        <p:spPr>
          <a:xfrm>
            <a:off x="457200" y="6356350"/>
            <a:ext cx="2133600" cy="3651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23" name="Shape 423"/>
          <p:cNvSpPr txBox="1">
            <a:spLocks noGrp="1"/>
          </p:cNvSpPr>
          <p:nvPr>
            <p:ph type="ftr" idx="11"/>
          </p:nvPr>
        </p:nvSpPr>
        <p:spPr>
          <a:xfrm>
            <a:off x="3124200" y="6356350"/>
            <a:ext cx="2895600" cy="3651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24" name="Shape 424"/>
          <p:cNvSpPr txBox="1">
            <a:spLocks noGrp="1"/>
          </p:cNvSpPr>
          <p:nvPr>
            <p:ph type="sldNum" idx="12"/>
          </p:nvPr>
        </p:nvSpPr>
        <p:spPr>
          <a:xfrm>
            <a:off x="6553200" y="6356350"/>
            <a:ext cx="2133600" cy="365100"/>
          </a:xfrm>
          <a:prstGeom prst="rect">
            <a:avLst/>
          </a:prstGeom>
          <a:noFill/>
          <a:ln>
            <a:noFill/>
          </a:ln>
        </p:spPr>
        <p:txBody>
          <a:bodyPr lIns="91425" tIns="45700" rIns="91425" bIns="45700" anchor="t" anchorCtr="0">
            <a:noAutofit/>
          </a:bodyPr>
          <a:lstStyle/>
          <a:p>
            <a:pPr marL="0" marR="0" lvl="0" indent="0" algn="r" rtl="0">
              <a:spcBef>
                <a:spcPts val="0"/>
              </a:spcBef>
              <a:buClr>
                <a:srgbClr val="FFFFFF"/>
              </a:buClr>
              <a:buSzPct val="25000"/>
              <a:buFont typeface="Arial"/>
              <a:buNone/>
            </a:pPr>
            <a:fld id="{00000000-1234-1234-1234-123412341234}" type="slidenum">
              <a:rPr lang="en" sz="1800">
                <a:solidFill>
                  <a:srgbClr val="FFFFFF"/>
                </a:solidFill>
                <a:latin typeface="Calibri"/>
                <a:ea typeface="Calibri"/>
                <a:cs typeface="Calibri"/>
                <a:sym typeface="Calibri"/>
              </a:rPr>
              <a:t>‹#›</a:t>
            </a:fld>
            <a:endParaRPr lang="en" sz="1800">
              <a:solidFill>
                <a:srgbClr val="FFFFFF"/>
              </a:solidFill>
              <a:latin typeface="Calibri"/>
              <a:ea typeface="Calibri"/>
              <a:cs typeface="Calibri"/>
              <a:sym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28"/>
        <p:cNvGrpSpPr/>
        <p:nvPr/>
      </p:nvGrpSpPr>
      <p:grpSpPr>
        <a:xfrm>
          <a:off x="0" y="0"/>
          <a:ext cx="0" cy="0"/>
          <a:chOff x="0" y="0"/>
          <a:chExt cx="0" cy="0"/>
        </a:xfrm>
      </p:grpSpPr>
      <p:sp>
        <p:nvSpPr>
          <p:cNvPr id="429" name="Shape 429"/>
          <p:cNvSpPr txBox="1">
            <a:spLocks noGrp="1"/>
          </p:cNvSpPr>
          <p:nvPr>
            <p:ph type="ctrTitle"/>
          </p:nvPr>
        </p:nvSpPr>
        <p:spPr>
          <a:xfrm>
            <a:off x="685800" y="2111123"/>
            <a:ext cx="7772400" cy="1546499"/>
          </a:xfrm>
          <a:prstGeom prst="rect">
            <a:avLst/>
          </a:prstGeom>
        </p:spPr>
        <p:txBody>
          <a:bodyPr lIns="91425" tIns="91425" rIns="91425" bIns="91425" anchor="b" anchorCtr="0"/>
          <a:lstStyle>
            <a:lvl1pPr lvl="0" algn="ctr" rtl="0">
              <a:spcBef>
                <a:spcPts val="0"/>
              </a:spcBef>
              <a:buSzPct val="100000"/>
              <a:defRPr sz="4800"/>
            </a:lvl1pPr>
            <a:lvl2pPr lvl="1" algn="ctr" rtl="0">
              <a:spcBef>
                <a:spcPts val="0"/>
              </a:spcBef>
              <a:buSzPct val="100000"/>
              <a:defRPr sz="4800"/>
            </a:lvl2pPr>
            <a:lvl3pPr lvl="2" algn="ctr" rtl="0">
              <a:spcBef>
                <a:spcPts val="0"/>
              </a:spcBef>
              <a:buSzPct val="100000"/>
              <a:defRPr sz="4800"/>
            </a:lvl3pPr>
            <a:lvl4pPr lvl="3" algn="ctr" rtl="0">
              <a:spcBef>
                <a:spcPts val="0"/>
              </a:spcBef>
              <a:buSzPct val="100000"/>
              <a:defRPr sz="4800"/>
            </a:lvl4pPr>
            <a:lvl5pPr lvl="4" algn="ctr" rtl="0">
              <a:spcBef>
                <a:spcPts val="0"/>
              </a:spcBef>
              <a:buSzPct val="100000"/>
              <a:defRPr sz="4800"/>
            </a:lvl5pPr>
            <a:lvl6pPr lvl="5" algn="ctr" rtl="0">
              <a:spcBef>
                <a:spcPts val="0"/>
              </a:spcBef>
              <a:buSzPct val="100000"/>
              <a:defRPr sz="4800"/>
            </a:lvl6pPr>
            <a:lvl7pPr lvl="6" algn="ctr" rtl="0">
              <a:spcBef>
                <a:spcPts val="0"/>
              </a:spcBef>
              <a:buSzPct val="100000"/>
              <a:defRPr sz="4800"/>
            </a:lvl7pPr>
            <a:lvl8pPr lvl="7" algn="ctr" rtl="0">
              <a:spcBef>
                <a:spcPts val="0"/>
              </a:spcBef>
              <a:buSzPct val="100000"/>
              <a:defRPr sz="4800"/>
            </a:lvl8pPr>
            <a:lvl9pPr lvl="8" algn="ctr" rtl="0">
              <a:spcBef>
                <a:spcPts val="0"/>
              </a:spcBef>
              <a:buSzPct val="100000"/>
              <a:defRPr sz="4800"/>
            </a:lvl9pPr>
          </a:lstStyle>
          <a:p>
            <a:endParaRPr/>
          </a:p>
        </p:txBody>
      </p:sp>
      <p:sp>
        <p:nvSpPr>
          <p:cNvPr id="430" name="Shape 430"/>
          <p:cNvSpPr txBox="1">
            <a:spLocks noGrp="1"/>
          </p:cNvSpPr>
          <p:nvPr>
            <p:ph type="subTitle" idx="1"/>
          </p:nvPr>
        </p:nvSpPr>
        <p:spPr>
          <a:xfrm>
            <a:off x="685800" y="3786738"/>
            <a:ext cx="7772400" cy="1046400"/>
          </a:xfrm>
          <a:prstGeom prst="rect">
            <a:avLst/>
          </a:prstGeom>
        </p:spPr>
        <p:txBody>
          <a:bodyPr lIns="91425" tIns="91425" rIns="91425" bIns="91425" anchor="t" anchorCtr="0"/>
          <a:lstStyle>
            <a:lvl1pPr lvl="0" algn="ctr" rtl="0">
              <a:spcBef>
                <a:spcPts val="0"/>
              </a:spcBef>
              <a:buClr>
                <a:schemeClr val="dk2"/>
              </a:buClr>
              <a:buNone/>
              <a:defRPr>
                <a:solidFill>
                  <a:schemeClr val="dk2"/>
                </a:solidFill>
              </a:defRPr>
            </a:lvl1pPr>
            <a:lvl2pPr lvl="1" algn="ctr" rtl="0">
              <a:spcBef>
                <a:spcPts val="0"/>
              </a:spcBef>
              <a:buClr>
                <a:schemeClr val="dk2"/>
              </a:buClr>
              <a:buSzPct val="100000"/>
              <a:buNone/>
              <a:defRPr sz="3000">
                <a:solidFill>
                  <a:schemeClr val="dk2"/>
                </a:solidFill>
              </a:defRPr>
            </a:lvl2pPr>
            <a:lvl3pPr lvl="2" algn="ctr" rtl="0">
              <a:spcBef>
                <a:spcPts val="0"/>
              </a:spcBef>
              <a:buClr>
                <a:schemeClr val="dk2"/>
              </a:buClr>
              <a:buSzPct val="100000"/>
              <a:buNone/>
              <a:defRPr sz="3000">
                <a:solidFill>
                  <a:schemeClr val="dk2"/>
                </a:solidFill>
              </a:defRPr>
            </a:lvl3pPr>
            <a:lvl4pPr lvl="3" algn="ctr" rtl="0">
              <a:spcBef>
                <a:spcPts val="0"/>
              </a:spcBef>
              <a:buClr>
                <a:schemeClr val="dk2"/>
              </a:buClr>
              <a:buSzPct val="100000"/>
              <a:buNone/>
              <a:defRPr sz="3000">
                <a:solidFill>
                  <a:schemeClr val="dk2"/>
                </a:solidFill>
              </a:defRPr>
            </a:lvl4pPr>
            <a:lvl5pPr lvl="4" algn="ctr" rtl="0">
              <a:spcBef>
                <a:spcPts val="0"/>
              </a:spcBef>
              <a:buClr>
                <a:schemeClr val="dk2"/>
              </a:buClr>
              <a:buSzPct val="100000"/>
              <a:buNone/>
              <a:defRPr sz="3000">
                <a:solidFill>
                  <a:schemeClr val="dk2"/>
                </a:solidFill>
              </a:defRPr>
            </a:lvl5pPr>
            <a:lvl6pPr lvl="5" algn="ctr" rtl="0">
              <a:spcBef>
                <a:spcPts val="0"/>
              </a:spcBef>
              <a:buClr>
                <a:schemeClr val="dk2"/>
              </a:buClr>
              <a:buSzPct val="100000"/>
              <a:buNone/>
              <a:defRPr sz="3000">
                <a:solidFill>
                  <a:schemeClr val="dk2"/>
                </a:solidFill>
              </a:defRPr>
            </a:lvl6pPr>
            <a:lvl7pPr lvl="6" algn="ctr" rtl="0">
              <a:spcBef>
                <a:spcPts val="0"/>
              </a:spcBef>
              <a:buClr>
                <a:schemeClr val="dk2"/>
              </a:buClr>
              <a:buSzPct val="100000"/>
              <a:buNone/>
              <a:defRPr sz="3000">
                <a:solidFill>
                  <a:schemeClr val="dk2"/>
                </a:solidFill>
              </a:defRPr>
            </a:lvl7pPr>
            <a:lvl8pPr lvl="7" algn="ctr" rtl="0">
              <a:spcBef>
                <a:spcPts val="0"/>
              </a:spcBef>
              <a:buClr>
                <a:schemeClr val="dk2"/>
              </a:buClr>
              <a:buSzPct val="100000"/>
              <a:buNone/>
              <a:defRPr sz="3000">
                <a:solidFill>
                  <a:schemeClr val="dk2"/>
                </a:solidFill>
              </a:defRPr>
            </a:lvl8pPr>
            <a:lvl9pPr lvl="8" algn="ctr" rtl="0">
              <a:spcBef>
                <a:spcPts val="0"/>
              </a:spcBef>
              <a:buClr>
                <a:schemeClr val="dk2"/>
              </a:buClr>
              <a:buSzPct val="100000"/>
              <a:buNone/>
              <a:defRPr sz="3000">
                <a:solidFill>
                  <a:schemeClr val="dk2"/>
                </a:solidFil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431"/>
        <p:cNvGrpSpPr/>
        <p:nvPr/>
      </p:nvGrpSpPr>
      <p:grpSpPr>
        <a:xfrm>
          <a:off x="0" y="0"/>
          <a:ext cx="0" cy="0"/>
          <a:chOff x="0" y="0"/>
          <a:chExt cx="0" cy="0"/>
        </a:xfrm>
      </p:grpSpPr>
      <p:sp>
        <p:nvSpPr>
          <p:cNvPr id="432" name="Shape 432"/>
          <p:cNvSpPr txBox="1">
            <a:spLocks noGrp="1"/>
          </p:cNvSpPr>
          <p:nvPr>
            <p:ph type="title"/>
          </p:nvPr>
        </p:nvSpPr>
        <p:spPr>
          <a:xfrm>
            <a:off x="457200" y="274637"/>
            <a:ext cx="8229600" cy="11433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433" name="Shape 433"/>
          <p:cNvSpPr txBox="1">
            <a:spLocks noGrp="1"/>
          </p:cNvSpPr>
          <p:nvPr>
            <p:ph type="body" idx="1"/>
          </p:nvPr>
        </p:nvSpPr>
        <p:spPr>
          <a:xfrm>
            <a:off x="457200" y="1600200"/>
            <a:ext cx="8229600" cy="4967700"/>
          </a:xfrm>
          <a:prstGeom prst="rect">
            <a:avLst/>
          </a:prstGeom>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434"/>
        <p:cNvGrpSpPr/>
        <p:nvPr/>
      </p:nvGrpSpPr>
      <p:grpSpPr>
        <a:xfrm>
          <a:off x="0" y="0"/>
          <a:ext cx="0" cy="0"/>
          <a:chOff x="0" y="0"/>
          <a:chExt cx="0" cy="0"/>
        </a:xfrm>
      </p:grpSpPr>
      <p:sp>
        <p:nvSpPr>
          <p:cNvPr id="435" name="Shape 435"/>
          <p:cNvSpPr txBox="1">
            <a:spLocks noGrp="1"/>
          </p:cNvSpPr>
          <p:nvPr>
            <p:ph type="title"/>
          </p:nvPr>
        </p:nvSpPr>
        <p:spPr>
          <a:xfrm>
            <a:off x="457200" y="274637"/>
            <a:ext cx="8229600" cy="11433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436" name="Shape 436"/>
          <p:cNvSpPr txBox="1">
            <a:spLocks noGrp="1"/>
          </p:cNvSpPr>
          <p:nvPr>
            <p:ph type="body" idx="1"/>
          </p:nvPr>
        </p:nvSpPr>
        <p:spPr>
          <a:xfrm>
            <a:off x="457200" y="1600200"/>
            <a:ext cx="3994500" cy="4967700"/>
          </a:xfrm>
          <a:prstGeom prst="rect">
            <a:avLst/>
          </a:prstGeom>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437" name="Shape 437"/>
          <p:cNvSpPr txBox="1">
            <a:spLocks noGrp="1"/>
          </p:cNvSpPr>
          <p:nvPr>
            <p:ph type="body" idx="2"/>
          </p:nvPr>
        </p:nvSpPr>
        <p:spPr>
          <a:xfrm>
            <a:off x="4692273" y="1600200"/>
            <a:ext cx="3994500" cy="4967700"/>
          </a:xfrm>
          <a:prstGeom prst="rect">
            <a:avLst/>
          </a:prstGeom>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38"/>
        <p:cNvGrpSpPr/>
        <p:nvPr/>
      </p:nvGrpSpPr>
      <p:grpSpPr>
        <a:xfrm>
          <a:off x="0" y="0"/>
          <a:ext cx="0" cy="0"/>
          <a:chOff x="0" y="0"/>
          <a:chExt cx="0" cy="0"/>
        </a:xfrm>
      </p:grpSpPr>
      <p:sp>
        <p:nvSpPr>
          <p:cNvPr id="439" name="Shape 439"/>
          <p:cNvSpPr txBox="1">
            <a:spLocks noGrp="1"/>
          </p:cNvSpPr>
          <p:nvPr>
            <p:ph type="title"/>
          </p:nvPr>
        </p:nvSpPr>
        <p:spPr>
          <a:xfrm>
            <a:off x="457200" y="274637"/>
            <a:ext cx="8229600" cy="11433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Caption">
    <p:spTree>
      <p:nvGrpSpPr>
        <p:cNvPr id="1" name="Shape 440"/>
        <p:cNvGrpSpPr/>
        <p:nvPr/>
      </p:nvGrpSpPr>
      <p:grpSpPr>
        <a:xfrm>
          <a:off x="0" y="0"/>
          <a:ext cx="0" cy="0"/>
          <a:chOff x="0" y="0"/>
          <a:chExt cx="0" cy="0"/>
        </a:xfrm>
      </p:grpSpPr>
      <p:sp>
        <p:nvSpPr>
          <p:cNvPr id="441" name="Shape 441"/>
          <p:cNvSpPr txBox="1">
            <a:spLocks noGrp="1"/>
          </p:cNvSpPr>
          <p:nvPr>
            <p:ph type="body" idx="1"/>
          </p:nvPr>
        </p:nvSpPr>
        <p:spPr>
          <a:xfrm>
            <a:off x="457200" y="5875079"/>
            <a:ext cx="8229600" cy="692700"/>
          </a:xfrm>
          <a:prstGeom prst="rect">
            <a:avLst/>
          </a:prstGeom>
        </p:spPr>
        <p:txBody>
          <a:bodyPr lIns="91425" tIns="91425" rIns="91425" bIns="91425" anchor="t" anchorCtr="0"/>
          <a:lstStyle>
            <a:lvl1pPr lvl="0" algn="ctr" rtl="0">
              <a:spcBef>
                <a:spcPts val="360"/>
              </a:spcBef>
              <a:buSzPct val="100000"/>
              <a:buNone/>
              <a:defRPr sz="1800"/>
            </a:lvl1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42"/>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453"/>
        <p:cNvGrpSpPr/>
        <p:nvPr/>
      </p:nvGrpSpPr>
      <p:grpSpPr>
        <a:xfrm>
          <a:off x="0" y="0"/>
          <a:ext cx="0" cy="0"/>
          <a:chOff x="0" y="0"/>
          <a:chExt cx="0" cy="0"/>
        </a:xfrm>
      </p:grpSpPr>
      <p:sp>
        <p:nvSpPr>
          <p:cNvPr id="454" name="Shape 454"/>
          <p:cNvSpPr txBox="1">
            <a:spLocks noGrp="1"/>
          </p:cNvSpPr>
          <p:nvPr>
            <p:ph type="subTitle" idx="1"/>
          </p:nvPr>
        </p:nvSpPr>
        <p:spPr>
          <a:xfrm>
            <a:off x="4800600" y="5562598"/>
            <a:ext cx="4038600" cy="748500"/>
          </a:xfrm>
          <a:prstGeom prst="rect">
            <a:avLst/>
          </a:prstGeom>
          <a:noFill/>
          <a:ln>
            <a:noFill/>
          </a:ln>
        </p:spPr>
        <p:txBody>
          <a:bodyPr lIns="91425" tIns="91425" rIns="91425" bIns="91425" anchor="t" anchorCtr="0"/>
          <a:lstStyle>
            <a:lvl1pPr marL="0" marR="0" lvl="0" indent="0" algn="l" rtl="0">
              <a:spcBef>
                <a:spcPts val="300"/>
              </a:spcBef>
              <a:buClr>
                <a:srgbClr val="493A13"/>
              </a:buClr>
              <a:buFont typeface="Noto Sans Symbols"/>
              <a:buNone/>
              <a:defRPr sz="1800" b="0" i="0" u="none" strike="noStrike" cap="none">
                <a:solidFill>
                  <a:srgbClr val="888888"/>
                </a:solidFill>
                <a:latin typeface="Arial"/>
                <a:ea typeface="Arial"/>
                <a:cs typeface="Arial"/>
                <a:sym typeface="Arial"/>
              </a:defRPr>
            </a:lvl1pPr>
            <a:lvl2pPr marL="457200" marR="0" lvl="1" indent="0" algn="ctr" rtl="0">
              <a:spcBef>
                <a:spcPts val="600"/>
              </a:spcBef>
              <a:buClr>
                <a:schemeClr val="accent4"/>
              </a:buClr>
              <a:buFont typeface="Noto Sans Symbols"/>
              <a:buNone/>
              <a:defRPr sz="1800" b="0" i="0" u="none" strike="noStrike" cap="none">
                <a:solidFill>
                  <a:srgbClr val="888888"/>
                </a:solidFill>
                <a:latin typeface="Arial"/>
                <a:ea typeface="Arial"/>
                <a:cs typeface="Arial"/>
                <a:sym typeface="Arial"/>
              </a:defRPr>
            </a:lvl2pPr>
            <a:lvl3pPr marL="914400" marR="0" lvl="2" indent="0" algn="ctr" rtl="0">
              <a:spcBef>
                <a:spcPts val="600"/>
              </a:spcBef>
              <a:buClr>
                <a:srgbClr val="493A13"/>
              </a:buClr>
              <a:buFont typeface="Noto Sans Symbols"/>
              <a:buNone/>
              <a:defRPr sz="1800" b="0" i="0" u="none" strike="noStrike" cap="none">
                <a:solidFill>
                  <a:srgbClr val="888888"/>
                </a:solidFill>
                <a:latin typeface="Arial"/>
                <a:ea typeface="Arial"/>
                <a:cs typeface="Arial"/>
                <a:sym typeface="Arial"/>
              </a:defRPr>
            </a:lvl3pPr>
            <a:lvl4pPr marL="1371600" marR="0" lvl="3" indent="0" algn="ctr" rtl="0">
              <a:spcBef>
                <a:spcPts val="600"/>
              </a:spcBef>
              <a:buClr>
                <a:schemeClr val="accent4"/>
              </a:buClr>
              <a:buFont typeface="Noto Sans Symbols"/>
              <a:buNone/>
              <a:defRPr sz="1800" b="0" i="0" u="none" strike="noStrike" cap="none">
                <a:solidFill>
                  <a:srgbClr val="888888"/>
                </a:solidFill>
                <a:latin typeface="Arial"/>
                <a:ea typeface="Arial"/>
                <a:cs typeface="Arial"/>
                <a:sym typeface="Arial"/>
              </a:defRPr>
            </a:lvl4pPr>
            <a:lvl5pPr marL="1828800" marR="0" lvl="4" indent="0" algn="ctr" rtl="0">
              <a:spcBef>
                <a:spcPts val="600"/>
              </a:spcBef>
              <a:buClr>
                <a:srgbClr val="493A13"/>
              </a:buClr>
              <a:buFont typeface="Noto Sans Symbols"/>
              <a:buNone/>
              <a:defRPr sz="1800" b="0" i="0" u="none" strike="noStrike" cap="none">
                <a:solidFill>
                  <a:srgbClr val="888888"/>
                </a:solidFill>
                <a:latin typeface="Arial"/>
                <a:ea typeface="Arial"/>
                <a:cs typeface="Arial"/>
                <a:sym typeface="Arial"/>
              </a:defRPr>
            </a:lvl5pPr>
            <a:lvl6pPr marL="2286000" marR="0" lvl="5" indent="0" algn="ctr" rtl="0">
              <a:spcBef>
                <a:spcPts val="400"/>
              </a:spcBef>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6pPr>
            <a:lvl7pPr marL="2743200" marR="0" lvl="6" indent="0" algn="ctr" rtl="0">
              <a:spcBef>
                <a:spcPts val="400"/>
              </a:spcBef>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7pPr>
            <a:lvl8pPr marL="3200400" marR="0" lvl="7" indent="0" algn="ctr" rtl="0">
              <a:spcBef>
                <a:spcPts val="400"/>
              </a:spcBef>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8pPr>
            <a:lvl9pPr marL="3657600" marR="0" lvl="8" indent="0" algn="ctr" rtl="0">
              <a:spcBef>
                <a:spcPts val="400"/>
              </a:spcBef>
              <a:buClr>
                <a:srgbClr val="888888"/>
              </a:buClr>
              <a:buFont typeface="Arial"/>
              <a:buNone/>
              <a:defRPr sz="2000" b="0" i="0" u="none" strike="noStrike" cap="none">
                <a:solidFill>
                  <a:srgbClr val="888888"/>
                </a:solidFill>
                <a:latin typeface="Times New Roman"/>
                <a:ea typeface="Times New Roman"/>
                <a:cs typeface="Times New Roman"/>
                <a:sym typeface="Times New Roman"/>
              </a:defRPr>
            </a:lvl9pPr>
          </a:lstStyle>
          <a:p>
            <a:endParaRPr/>
          </a:p>
        </p:txBody>
      </p:sp>
      <p:sp>
        <p:nvSpPr>
          <p:cNvPr id="455" name="Shape 455"/>
          <p:cNvSpPr txBox="1">
            <a:spLocks noGrp="1"/>
          </p:cNvSpPr>
          <p:nvPr>
            <p:ph type="dt" idx="10"/>
          </p:nvPr>
        </p:nvSpPr>
        <p:spPr>
          <a:xfrm>
            <a:off x="4800600" y="6425639"/>
            <a:ext cx="1232700" cy="365100"/>
          </a:xfrm>
          <a:prstGeom prst="rect">
            <a:avLst/>
          </a:prstGeom>
          <a:noFill/>
          <a:ln>
            <a:noFill/>
          </a:ln>
        </p:spPr>
        <p:txBody>
          <a:bodyPr lIns="91425" tIns="91425" rIns="91425" bIns="91425" anchor="ctr" anchorCtr="0"/>
          <a:lstStyle>
            <a:lvl1pPr marL="0" marR="0" lvl="0" indent="97790" algn="l" rtl="0">
              <a:spcBef>
                <a:spcPts val="280"/>
              </a:spcBef>
              <a:spcAft>
                <a:spcPts val="0"/>
              </a:spcAft>
              <a:buClr>
                <a:schemeClr val="hlink"/>
              </a:buClr>
              <a:buSzPct val="110000"/>
              <a:buFont typeface="Noto Sans Symbols"/>
              <a:buChar char="•"/>
              <a:defRPr sz="1400" b="0" i="0" u="none" strike="noStrike" cap="none">
                <a:solidFill>
                  <a:srgbClr val="595959"/>
                </a:solidFill>
                <a:latin typeface="Arial"/>
                <a:ea typeface="Arial"/>
                <a:cs typeface="Arial"/>
                <a:sym typeface="Arial"/>
              </a:defRPr>
            </a:lvl1pPr>
            <a:lvl2pPr marL="457200" marR="0" lvl="1"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2pPr>
            <a:lvl3pPr marL="914400" marR="0" lvl="2"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3pPr>
            <a:lvl4pPr marL="1371600" marR="0" lvl="3"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4pPr>
            <a:lvl5pPr marL="1828800" marR="0" lvl="4" indent="223520"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5pPr>
            <a:lvl6pPr marL="2286000" marR="0" lvl="5" indent="0" algn="l" rtl="0">
              <a:spcBef>
                <a:spcPts val="0"/>
              </a:spcBef>
              <a:buNone/>
              <a:defRPr sz="3200" b="0" i="0" u="none" strike="noStrike" cap="none">
                <a:solidFill>
                  <a:schemeClr val="dk1"/>
                </a:solidFill>
                <a:latin typeface="Tahoma"/>
                <a:ea typeface="Tahoma"/>
                <a:cs typeface="Tahoma"/>
                <a:sym typeface="Tahoma"/>
              </a:defRPr>
            </a:lvl6pPr>
            <a:lvl7pPr marL="2743200" marR="0" lvl="6" indent="0" algn="l" rtl="0">
              <a:spcBef>
                <a:spcPts val="0"/>
              </a:spcBef>
              <a:buNone/>
              <a:defRPr sz="3200" b="0" i="0" u="none" strike="noStrike" cap="none">
                <a:solidFill>
                  <a:schemeClr val="dk1"/>
                </a:solidFill>
                <a:latin typeface="Tahoma"/>
                <a:ea typeface="Tahoma"/>
                <a:cs typeface="Tahoma"/>
                <a:sym typeface="Tahoma"/>
              </a:defRPr>
            </a:lvl7pPr>
            <a:lvl8pPr marL="3200400" marR="0" lvl="7" indent="0" algn="l" rtl="0">
              <a:spcBef>
                <a:spcPts val="0"/>
              </a:spcBef>
              <a:buNone/>
              <a:defRPr sz="3200" b="0" i="0" u="none" strike="noStrike" cap="none">
                <a:solidFill>
                  <a:schemeClr val="dk1"/>
                </a:solidFill>
                <a:latin typeface="Tahoma"/>
                <a:ea typeface="Tahoma"/>
                <a:cs typeface="Tahoma"/>
                <a:sym typeface="Tahoma"/>
              </a:defRPr>
            </a:lvl8pPr>
            <a:lvl9pPr marL="3657600" marR="0" lvl="8" indent="0" algn="l" rtl="0">
              <a:spcBef>
                <a:spcPts val="0"/>
              </a:spcBef>
              <a:buNone/>
              <a:defRPr sz="3200" b="0" i="0" u="none" strike="noStrike" cap="none">
                <a:solidFill>
                  <a:schemeClr val="dk1"/>
                </a:solidFill>
                <a:latin typeface="Tahoma"/>
                <a:ea typeface="Tahoma"/>
                <a:cs typeface="Tahoma"/>
                <a:sym typeface="Tahoma"/>
              </a:defRPr>
            </a:lvl9pPr>
          </a:lstStyle>
          <a:p>
            <a:endParaRPr/>
          </a:p>
        </p:txBody>
      </p:sp>
      <p:sp>
        <p:nvSpPr>
          <p:cNvPr id="456" name="Shape 456"/>
          <p:cNvSpPr txBox="1">
            <a:spLocks noGrp="1"/>
          </p:cNvSpPr>
          <p:nvPr>
            <p:ph type="ftr" idx="11"/>
          </p:nvPr>
        </p:nvSpPr>
        <p:spPr>
          <a:xfrm>
            <a:off x="6311153" y="6425639"/>
            <a:ext cx="2617800" cy="365100"/>
          </a:xfrm>
          <a:prstGeom prst="rect">
            <a:avLst/>
          </a:prstGeom>
          <a:noFill/>
          <a:ln>
            <a:noFill/>
          </a:ln>
        </p:spPr>
        <p:txBody>
          <a:bodyPr lIns="91425" tIns="91425" rIns="91425" bIns="91425" anchor="ctr" anchorCtr="0"/>
          <a:lstStyle>
            <a:lvl1pPr marL="0" marR="0" lvl="0" indent="97790" algn="r" rtl="0">
              <a:spcBef>
                <a:spcPts val="280"/>
              </a:spcBef>
              <a:spcAft>
                <a:spcPts val="0"/>
              </a:spcAft>
              <a:buClr>
                <a:schemeClr val="hlink"/>
              </a:buClr>
              <a:buSzPct val="110000"/>
              <a:buFont typeface="Noto Sans Symbols"/>
              <a:buChar char="•"/>
              <a:defRPr sz="1400" b="0" i="0" u="none" strike="noStrike" cap="none">
                <a:solidFill>
                  <a:srgbClr val="595959"/>
                </a:solidFill>
                <a:latin typeface="Arial"/>
                <a:ea typeface="Arial"/>
                <a:cs typeface="Arial"/>
                <a:sym typeface="Arial"/>
              </a:defRPr>
            </a:lvl1pPr>
            <a:lvl2pPr marL="457200" marR="0" lvl="1"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2pPr>
            <a:lvl3pPr marL="914400" marR="0" lvl="2"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3pPr>
            <a:lvl4pPr marL="1371600" marR="0" lvl="3"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4pPr>
            <a:lvl5pPr marL="1828800" marR="0" lvl="4" indent="223520"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5pPr>
            <a:lvl6pPr marL="2286000" marR="0" lvl="5" indent="0" algn="l" rtl="0">
              <a:spcBef>
                <a:spcPts val="0"/>
              </a:spcBef>
              <a:buNone/>
              <a:defRPr sz="3200" b="0" i="0" u="none" strike="noStrike" cap="none">
                <a:solidFill>
                  <a:schemeClr val="dk1"/>
                </a:solidFill>
                <a:latin typeface="Tahoma"/>
                <a:ea typeface="Tahoma"/>
                <a:cs typeface="Tahoma"/>
                <a:sym typeface="Tahoma"/>
              </a:defRPr>
            </a:lvl6pPr>
            <a:lvl7pPr marL="2743200" marR="0" lvl="6" indent="0" algn="l" rtl="0">
              <a:spcBef>
                <a:spcPts val="0"/>
              </a:spcBef>
              <a:buNone/>
              <a:defRPr sz="3200" b="0" i="0" u="none" strike="noStrike" cap="none">
                <a:solidFill>
                  <a:schemeClr val="dk1"/>
                </a:solidFill>
                <a:latin typeface="Tahoma"/>
                <a:ea typeface="Tahoma"/>
                <a:cs typeface="Tahoma"/>
                <a:sym typeface="Tahoma"/>
              </a:defRPr>
            </a:lvl7pPr>
            <a:lvl8pPr marL="3200400" marR="0" lvl="7" indent="0" algn="l" rtl="0">
              <a:spcBef>
                <a:spcPts val="0"/>
              </a:spcBef>
              <a:buNone/>
              <a:defRPr sz="3200" b="0" i="0" u="none" strike="noStrike" cap="none">
                <a:solidFill>
                  <a:schemeClr val="dk1"/>
                </a:solidFill>
                <a:latin typeface="Tahoma"/>
                <a:ea typeface="Tahoma"/>
                <a:cs typeface="Tahoma"/>
                <a:sym typeface="Tahoma"/>
              </a:defRPr>
            </a:lvl8pPr>
            <a:lvl9pPr marL="3657600" marR="0" lvl="8" indent="0" algn="l" rtl="0">
              <a:spcBef>
                <a:spcPts val="0"/>
              </a:spcBef>
              <a:buNone/>
              <a:defRPr sz="3200" b="0" i="0" u="none" strike="noStrike" cap="none">
                <a:solidFill>
                  <a:schemeClr val="dk1"/>
                </a:solidFill>
                <a:latin typeface="Tahoma"/>
                <a:ea typeface="Tahoma"/>
                <a:cs typeface="Tahoma"/>
                <a:sym typeface="Tahoma"/>
              </a:defRPr>
            </a:lvl9pPr>
          </a:lstStyle>
          <a:p>
            <a:endParaRPr/>
          </a:p>
        </p:txBody>
      </p:sp>
      <p:sp>
        <p:nvSpPr>
          <p:cNvPr id="457" name="Shape 457"/>
          <p:cNvSpPr/>
          <p:nvPr/>
        </p:nvSpPr>
        <p:spPr>
          <a:xfrm>
            <a:off x="282575" y="228600"/>
            <a:ext cx="4235400" cy="4188000"/>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58" name="Shape 458"/>
          <p:cNvSpPr/>
          <p:nvPr/>
        </p:nvSpPr>
        <p:spPr>
          <a:xfrm>
            <a:off x="6802438" y="228600"/>
            <a:ext cx="2057400" cy="2039100"/>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59" name="Shape 459"/>
          <p:cNvSpPr/>
          <p:nvPr/>
        </p:nvSpPr>
        <p:spPr>
          <a:xfrm>
            <a:off x="4624387" y="2377440"/>
            <a:ext cx="2057400" cy="2039100"/>
          </a:xfrm>
          <a:prstGeom prst="rect">
            <a:avLst/>
          </a:prstGeom>
          <a:solidFill>
            <a:srgbClr val="5395BE"/>
          </a:solid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60" name="Shape 460"/>
          <p:cNvSpPr txBox="1"/>
          <p:nvPr/>
        </p:nvSpPr>
        <p:spPr>
          <a:xfrm>
            <a:off x="424891" y="174811"/>
            <a:ext cx="413400" cy="1662000"/>
          </a:xfrm>
          <a:prstGeom prst="rect">
            <a:avLst/>
          </a:prstGeom>
          <a:noFill/>
          <a:ln>
            <a:noFill/>
          </a:ln>
        </p:spPr>
        <p:txBody>
          <a:bodyPr lIns="0" tIns="0" rIns="0" bIns="0" anchor="t" anchorCtr="0">
            <a:noAutofit/>
          </a:bodyPr>
          <a:lstStyle/>
          <a:p>
            <a:pPr marL="0" marR="0" lvl="0" indent="0" algn="l" rtl="0">
              <a:spcBef>
                <a:spcPts val="0"/>
              </a:spcBef>
              <a:spcAft>
                <a:spcPts val="0"/>
              </a:spcAft>
              <a:buClr>
                <a:srgbClr val="1C5B2C"/>
              </a:buClr>
              <a:buSzPct val="25000"/>
              <a:buFont typeface="Noto Sans Symbols"/>
              <a:buNone/>
            </a:pPr>
            <a:r>
              <a:rPr lang="en" sz="5400" b="1" i="0" u="none" strike="noStrike" cap="none">
                <a:solidFill>
                  <a:srgbClr val="1C5B2C"/>
                </a:solidFill>
                <a:latin typeface="Times New Roman"/>
                <a:ea typeface="Times New Roman"/>
                <a:cs typeface="Times New Roman"/>
                <a:sym typeface="Times New Roman"/>
              </a:rPr>
              <a:t>+</a:t>
            </a:r>
          </a:p>
        </p:txBody>
      </p:sp>
      <p:sp>
        <p:nvSpPr>
          <p:cNvPr id="461" name="Shape 461"/>
          <p:cNvSpPr/>
          <p:nvPr/>
        </p:nvSpPr>
        <p:spPr>
          <a:xfrm>
            <a:off x="282575" y="6633439"/>
            <a:ext cx="1310700" cy="125700"/>
          </a:xfrm>
          <a:prstGeom prst="rect">
            <a:avLst/>
          </a:prstGeom>
          <a:solidFill>
            <a:srgbClr val="FFFFFF"/>
          </a:solidFill>
          <a:ln w="12700" cap="flat" cmpd="sng">
            <a:solidFill>
              <a:srgbClr val="FFFFFF"/>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pic>
        <p:nvPicPr>
          <p:cNvPr id="462" name="Shape 462" descr="TNM_green_3line_L.pdf"/>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949450" y="5616212"/>
            <a:ext cx="3132000" cy="2349000"/>
          </a:xfrm>
          <a:prstGeom prst="rect">
            <a:avLst/>
          </a:prstGeom>
          <a:noFill/>
          <a:ln>
            <a:noFill/>
          </a:ln>
        </p:spPr>
      </p:pic>
      <p:pic>
        <p:nvPicPr>
          <p:cNvPr id="463" name="Shape 463" descr="white.png"/>
          <p:cNvPicPr preferRelativeResize="0"/>
          <p:nvPr/>
        </p:nvPicPr>
        <p:blipFill rotWithShape="1">
          <a:blip r:embed="rId3">
            <a:alphaModFix amt="50000"/>
          </a:blip>
          <a:srcRect/>
          <a:stretch/>
        </p:blipFill>
        <p:spPr>
          <a:xfrm>
            <a:off x="5463591" y="0"/>
            <a:ext cx="3680400" cy="3771300"/>
          </a:xfrm>
          <a:prstGeom prst="rect">
            <a:avLst/>
          </a:prstGeom>
          <a:noFill/>
          <a:ln>
            <a:noFill/>
          </a:ln>
        </p:spPr>
      </p:pic>
      <p:sp>
        <p:nvSpPr>
          <p:cNvPr id="464" name="Shape 464"/>
          <p:cNvSpPr/>
          <p:nvPr/>
        </p:nvSpPr>
        <p:spPr>
          <a:xfrm>
            <a:off x="4620032" y="228600"/>
            <a:ext cx="2057400" cy="2039100"/>
          </a:xfrm>
          <a:prstGeom prst="rect">
            <a:avLst/>
          </a:pr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65" name="Shape 465"/>
          <p:cNvSpPr/>
          <p:nvPr/>
        </p:nvSpPr>
        <p:spPr>
          <a:xfrm>
            <a:off x="6798082" y="2377440"/>
            <a:ext cx="2057400" cy="2039100"/>
          </a:xfrm>
          <a:prstGeom prst="rect">
            <a:avLst/>
          </a:pr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66" name="Shape 466"/>
          <p:cNvSpPr/>
          <p:nvPr/>
        </p:nvSpPr>
        <p:spPr>
          <a:xfrm>
            <a:off x="4620032" y="2377440"/>
            <a:ext cx="2057400" cy="2039100"/>
          </a:xfrm>
          <a:prstGeom prst="rect">
            <a:avLst/>
          </a:prstGeom>
          <a:blipFill rotWithShape="1">
            <a:blip r:embed="rId6" cstate="email">
              <a:alphaModFix amt="73000"/>
              <a:extLst>
                <a:ext uri="{28A0092B-C50C-407E-A947-70E740481C1C}">
                  <a14:useLocalDpi xmlns:a14="http://schemas.microsoft.com/office/drawing/2010/main"/>
                </a:ext>
              </a:extLst>
            </a:blip>
            <a:stretch>
              <a:fillRect/>
            </a:stretch>
          </a:blip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67" name="Shape 467"/>
          <p:cNvSpPr txBox="1">
            <a:spLocks noGrp="1"/>
          </p:cNvSpPr>
          <p:nvPr>
            <p:ph type="ctrTitle"/>
          </p:nvPr>
        </p:nvSpPr>
        <p:spPr>
          <a:xfrm>
            <a:off x="365621" y="1591732"/>
            <a:ext cx="4038600" cy="2641500"/>
          </a:xfrm>
          <a:prstGeom prst="rect">
            <a:avLst/>
          </a:prstGeom>
          <a:noFill/>
          <a:ln>
            <a:noFill/>
          </a:ln>
        </p:spPr>
        <p:txBody>
          <a:bodyPr lIns="91425" tIns="91425" rIns="91425" bIns="91425" anchor="b" anchorCtr="0"/>
          <a:lstStyle>
            <a:lvl1pPr marL="0" marR="0" lvl="0" indent="0" algn="l" rtl="0">
              <a:spcBef>
                <a:spcPts val="0"/>
              </a:spcBef>
              <a:buClr>
                <a:srgbClr val="FFFFFF"/>
              </a:buClr>
              <a:buFont typeface="Arial"/>
              <a:buNone/>
              <a:defRPr sz="2800" b="0" i="0" u="none" strike="noStrike" cap="none">
                <a:solidFill>
                  <a:srgbClr val="FFFFFF"/>
                </a:solidFill>
                <a:latin typeface="Arial"/>
                <a:ea typeface="Arial"/>
                <a:cs typeface="Arial"/>
                <a:sym typeface="Arial"/>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pic>
        <p:nvPicPr>
          <p:cNvPr id="468" name="Shape 468"/>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02665" y="5676900"/>
            <a:ext cx="1371599" cy="5028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Title and Content, Alt.">
    <p:spTree>
      <p:nvGrpSpPr>
        <p:cNvPr id="1" name="Shape 469"/>
        <p:cNvGrpSpPr/>
        <p:nvPr/>
      </p:nvGrpSpPr>
      <p:grpSpPr>
        <a:xfrm>
          <a:off x="0" y="0"/>
          <a:ext cx="0" cy="0"/>
          <a:chOff x="0" y="0"/>
          <a:chExt cx="0" cy="0"/>
        </a:xfrm>
      </p:grpSpPr>
      <p:sp>
        <p:nvSpPr>
          <p:cNvPr id="470" name="Shape 470"/>
          <p:cNvSpPr/>
          <p:nvPr/>
        </p:nvSpPr>
        <p:spPr>
          <a:xfrm>
            <a:off x="8166846" y="282574"/>
            <a:ext cx="685800" cy="1600199"/>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71" name="Shape 471"/>
          <p:cNvSpPr txBox="1">
            <a:spLocks noGrp="1"/>
          </p:cNvSpPr>
          <p:nvPr>
            <p:ph type="title"/>
          </p:nvPr>
        </p:nvSpPr>
        <p:spPr>
          <a:xfrm>
            <a:off x="498474" y="134470"/>
            <a:ext cx="7556400" cy="995100"/>
          </a:xfrm>
          <a:prstGeom prst="rect">
            <a:avLst/>
          </a:prstGeom>
          <a:noFill/>
          <a:ln>
            <a:noFill/>
          </a:ln>
        </p:spPr>
        <p:txBody>
          <a:bodyPr lIns="91425" tIns="91425" rIns="91425" bIns="91425" anchor="b" anchorCtr="0"/>
          <a:lstStyle>
            <a:lvl1pPr marL="0" marR="0" lvl="0" indent="0" algn="l" rtl="0">
              <a:spcBef>
                <a:spcPts val="0"/>
              </a:spcBef>
              <a:buClr>
                <a:srgbClr val="006F4B"/>
              </a:buClr>
              <a:buFont typeface="Arial"/>
              <a:buNone/>
              <a:defRPr sz="3600" b="0" i="0" u="none" strike="noStrike" cap="none">
                <a:solidFill>
                  <a:srgbClr val="006F4B"/>
                </a:solidFill>
                <a:latin typeface="Arial"/>
                <a:ea typeface="Arial"/>
                <a:cs typeface="Arial"/>
                <a:sym typeface="Arial"/>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472" name="Shape 472"/>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133350" algn="l" rtl="0">
              <a:spcBef>
                <a:spcPts val="2000"/>
              </a:spcBef>
              <a:buClr>
                <a:srgbClr val="493A13"/>
              </a:buClr>
              <a:buSzPct val="75000"/>
              <a:buFont typeface="Noto Sans Symbols"/>
              <a:buChar char="■"/>
              <a:defRPr sz="2000" b="0" i="0" u="none" strike="noStrike" cap="none">
                <a:solidFill>
                  <a:srgbClr val="595959"/>
                </a:solidFill>
                <a:latin typeface="Arial"/>
                <a:ea typeface="Arial"/>
                <a:cs typeface="Arial"/>
                <a:sym typeface="Arial"/>
              </a:defRPr>
            </a:lvl1pPr>
            <a:lvl2pPr marL="457200" marR="0" lvl="1" indent="-142875" algn="l" rtl="0">
              <a:spcBef>
                <a:spcPts val="600"/>
              </a:spcBef>
              <a:buClr>
                <a:schemeClr val="accent4"/>
              </a:buClr>
              <a:buSzPct val="75000"/>
              <a:buFont typeface="Noto Sans Symbols"/>
              <a:buChar char="■"/>
              <a:defRPr sz="1800" b="0" i="0" u="none" strike="noStrike" cap="none">
                <a:solidFill>
                  <a:srgbClr val="595959"/>
                </a:solidFill>
                <a:latin typeface="Arial"/>
                <a:ea typeface="Arial"/>
                <a:cs typeface="Arial"/>
                <a:sym typeface="Arial"/>
              </a:defRPr>
            </a:lvl2pPr>
            <a:lvl3pPr marL="685800" marR="0" lvl="2" indent="-142875" algn="l" rtl="0">
              <a:spcBef>
                <a:spcPts val="600"/>
              </a:spcBef>
              <a:buClr>
                <a:srgbClr val="493A13"/>
              </a:buClr>
              <a:buSzPct val="75000"/>
              <a:buFont typeface="Noto Sans Symbols"/>
              <a:buChar char="■"/>
              <a:defRPr sz="1800" b="0" i="0" u="none" strike="noStrike" cap="none">
                <a:solidFill>
                  <a:srgbClr val="595959"/>
                </a:solidFill>
                <a:latin typeface="Arial"/>
                <a:ea typeface="Arial"/>
                <a:cs typeface="Arial"/>
                <a:sym typeface="Arial"/>
              </a:defRPr>
            </a:lvl3pPr>
            <a:lvl4pPr marL="914400" marR="0" lvl="3" indent="-142875" algn="l" rtl="0">
              <a:spcBef>
                <a:spcPts val="600"/>
              </a:spcBef>
              <a:buClr>
                <a:schemeClr val="accent4"/>
              </a:buClr>
              <a:buSzPct val="75000"/>
              <a:buFont typeface="Noto Sans Symbols"/>
              <a:buChar char="■"/>
              <a:defRPr sz="1800" b="0" i="0" u="none" strike="noStrike" cap="none">
                <a:solidFill>
                  <a:srgbClr val="595959"/>
                </a:solidFill>
                <a:latin typeface="Arial"/>
                <a:ea typeface="Arial"/>
                <a:cs typeface="Arial"/>
                <a:sym typeface="Arial"/>
              </a:defRPr>
            </a:lvl4pPr>
            <a:lvl5pPr marL="1143000" marR="0" lvl="4" indent="-142875" algn="l" rtl="0">
              <a:spcBef>
                <a:spcPts val="600"/>
              </a:spcBef>
              <a:buClr>
                <a:srgbClr val="493A13"/>
              </a:buClr>
              <a:buSzPct val="75000"/>
              <a:buFont typeface="Noto Sans Symbols"/>
              <a:buChar char="■"/>
              <a:defRPr sz="1800" b="0" i="0" u="none" strike="noStrike" cap="none">
                <a:solidFill>
                  <a:srgbClr val="595959"/>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73" name="Shape 473"/>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76835" algn="r" rtl="0">
              <a:spcBef>
                <a:spcPts val="220"/>
              </a:spcBef>
              <a:spcAft>
                <a:spcPts val="0"/>
              </a:spcAft>
              <a:buClr>
                <a:schemeClr val="hlink"/>
              </a:buClr>
              <a:buSzPct val="110000"/>
              <a:buFont typeface="Noto Sans Symbols"/>
              <a:buChar char="•"/>
              <a:defRPr sz="1100" b="0" i="0" u="none" strike="noStrike" cap="none">
                <a:solidFill>
                  <a:srgbClr val="595959"/>
                </a:solidFill>
                <a:latin typeface="Tahoma"/>
                <a:ea typeface="Tahoma"/>
                <a:cs typeface="Tahoma"/>
                <a:sym typeface="Tahoma"/>
              </a:defRPr>
            </a:lvl1pPr>
            <a:lvl2pPr marL="457200" marR="0" lvl="1"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2pPr>
            <a:lvl3pPr marL="914400" marR="0" lvl="2"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3pPr>
            <a:lvl4pPr marL="1371600" marR="0" lvl="3"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4pPr>
            <a:lvl5pPr marL="1828800" marR="0" lvl="4" indent="223520"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5pPr>
            <a:lvl6pPr marL="2286000" marR="0" lvl="5" indent="0" algn="l" rtl="0">
              <a:spcBef>
                <a:spcPts val="0"/>
              </a:spcBef>
              <a:buNone/>
              <a:defRPr sz="3200" b="0" i="0" u="none" strike="noStrike" cap="none">
                <a:solidFill>
                  <a:schemeClr val="dk1"/>
                </a:solidFill>
                <a:latin typeface="Tahoma"/>
                <a:ea typeface="Tahoma"/>
                <a:cs typeface="Tahoma"/>
                <a:sym typeface="Tahoma"/>
              </a:defRPr>
            </a:lvl6pPr>
            <a:lvl7pPr marL="2743200" marR="0" lvl="6" indent="0" algn="l" rtl="0">
              <a:spcBef>
                <a:spcPts val="0"/>
              </a:spcBef>
              <a:buNone/>
              <a:defRPr sz="3200" b="0" i="0" u="none" strike="noStrike" cap="none">
                <a:solidFill>
                  <a:schemeClr val="dk1"/>
                </a:solidFill>
                <a:latin typeface="Tahoma"/>
                <a:ea typeface="Tahoma"/>
                <a:cs typeface="Tahoma"/>
                <a:sym typeface="Tahoma"/>
              </a:defRPr>
            </a:lvl7pPr>
            <a:lvl8pPr marL="3200400" marR="0" lvl="7" indent="0" algn="l" rtl="0">
              <a:spcBef>
                <a:spcPts val="0"/>
              </a:spcBef>
              <a:buNone/>
              <a:defRPr sz="3200" b="0" i="0" u="none" strike="noStrike" cap="none">
                <a:solidFill>
                  <a:schemeClr val="dk1"/>
                </a:solidFill>
                <a:latin typeface="Tahoma"/>
                <a:ea typeface="Tahoma"/>
                <a:cs typeface="Tahoma"/>
                <a:sym typeface="Tahoma"/>
              </a:defRPr>
            </a:lvl8pPr>
            <a:lvl9pPr marL="3657600" marR="0" lvl="8" indent="0" algn="l" rtl="0">
              <a:spcBef>
                <a:spcPts val="0"/>
              </a:spcBef>
              <a:buNone/>
              <a:defRPr sz="3200" b="0" i="0" u="none" strike="noStrike" cap="none">
                <a:solidFill>
                  <a:schemeClr val="dk1"/>
                </a:solidFill>
                <a:latin typeface="Tahoma"/>
                <a:ea typeface="Tahoma"/>
                <a:cs typeface="Tahoma"/>
                <a:sym typeface="Tahoma"/>
              </a:defRPr>
            </a:lvl9pPr>
          </a:lstStyle>
          <a:p>
            <a:endParaRPr/>
          </a:p>
        </p:txBody>
      </p:sp>
      <p:sp>
        <p:nvSpPr>
          <p:cNvPr id="474" name="Shape 474"/>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76835" algn="l" rtl="0">
              <a:spcBef>
                <a:spcPts val="220"/>
              </a:spcBef>
              <a:spcAft>
                <a:spcPts val="0"/>
              </a:spcAft>
              <a:buClr>
                <a:schemeClr val="hlink"/>
              </a:buClr>
              <a:buSzPct val="110000"/>
              <a:buFont typeface="Noto Sans Symbols"/>
              <a:buChar char="•"/>
              <a:defRPr sz="1100" b="0" i="0" u="none" strike="noStrike" cap="none">
                <a:solidFill>
                  <a:srgbClr val="595959"/>
                </a:solidFill>
                <a:latin typeface="Tahoma"/>
                <a:ea typeface="Tahoma"/>
                <a:cs typeface="Tahoma"/>
                <a:sym typeface="Tahoma"/>
              </a:defRPr>
            </a:lvl1pPr>
            <a:lvl2pPr marL="457200" marR="0" lvl="1"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2pPr>
            <a:lvl3pPr marL="914400" marR="0" lvl="2"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3pPr>
            <a:lvl4pPr marL="1371600" marR="0" lvl="3"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4pPr>
            <a:lvl5pPr marL="1828800" marR="0" lvl="4" indent="223520"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5pPr>
            <a:lvl6pPr marL="2286000" marR="0" lvl="5" indent="0" algn="l" rtl="0">
              <a:spcBef>
                <a:spcPts val="0"/>
              </a:spcBef>
              <a:buNone/>
              <a:defRPr sz="3200" b="0" i="0" u="none" strike="noStrike" cap="none">
                <a:solidFill>
                  <a:schemeClr val="dk1"/>
                </a:solidFill>
                <a:latin typeface="Tahoma"/>
                <a:ea typeface="Tahoma"/>
                <a:cs typeface="Tahoma"/>
                <a:sym typeface="Tahoma"/>
              </a:defRPr>
            </a:lvl6pPr>
            <a:lvl7pPr marL="2743200" marR="0" lvl="6" indent="0" algn="l" rtl="0">
              <a:spcBef>
                <a:spcPts val="0"/>
              </a:spcBef>
              <a:buNone/>
              <a:defRPr sz="3200" b="0" i="0" u="none" strike="noStrike" cap="none">
                <a:solidFill>
                  <a:schemeClr val="dk1"/>
                </a:solidFill>
                <a:latin typeface="Tahoma"/>
                <a:ea typeface="Tahoma"/>
                <a:cs typeface="Tahoma"/>
                <a:sym typeface="Tahoma"/>
              </a:defRPr>
            </a:lvl7pPr>
            <a:lvl8pPr marL="3200400" marR="0" lvl="7" indent="0" algn="l" rtl="0">
              <a:spcBef>
                <a:spcPts val="0"/>
              </a:spcBef>
              <a:buNone/>
              <a:defRPr sz="3200" b="0" i="0" u="none" strike="noStrike" cap="none">
                <a:solidFill>
                  <a:schemeClr val="dk1"/>
                </a:solidFill>
                <a:latin typeface="Tahoma"/>
                <a:ea typeface="Tahoma"/>
                <a:cs typeface="Tahoma"/>
                <a:sym typeface="Tahoma"/>
              </a:defRPr>
            </a:lvl8pPr>
            <a:lvl9pPr marL="3657600" marR="0" lvl="8" indent="0" algn="l" rtl="0">
              <a:spcBef>
                <a:spcPts val="0"/>
              </a:spcBef>
              <a:buNone/>
              <a:defRPr sz="3200" b="0" i="0" u="none" strike="noStrike" cap="none">
                <a:solidFill>
                  <a:schemeClr val="dk1"/>
                </a:solidFill>
                <a:latin typeface="Tahoma"/>
                <a:ea typeface="Tahoma"/>
                <a:cs typeface="Tahoma"/>
                <a:sym typeface="Tahoma"/>
              </a:defRPr>
            </a:lvl9pPr>
          </a:lstStyle>
          <a:p>
            <a:endParaRPr/>
          </a:p>
        </p:txBody>
      </p:sp>
      <p:sp>
        <p:nvSpPr>
          <p:cNvPr id="475" name="Shape 475"/>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spcBef>
                <a:spcPts val="0"/>
              </a:spcBef>
              <a:spcAft>
                <a:spcPts val="0"/>
              </a:spcAft>
              <a:buClr>
                <a:srgbClr val="7F7F7F"/>
              </a:buClr>
              <a:buSzPct val="25000"/>
              <a:buFont typeface="Noto Sans Symbols"/>
              <a:buNone/>
            </a:pPr>
            <a:r>
              <a:rPr lang="en" sz="3600" b="1" i="0" u="none" strike="noStrike" cap="none">
                <a:solidFill>
                  <a:srgbClr val="7F7F7F"/>
                </a:solidFill>
                <a:latin typeface="Times New Roman"/>
                <a:ea typeface="Times New Roman"/>
                <a:cs typeface="Times New Roman"/>
                <a:sym typeface="Times New Roman"/>
              </a:rPr>
              <a:t>+</a:t>
            </a:r>
          </a:p>
        </p:txBody>
      </p:sp>
      <p:sp>
        <p:nvSpPr>
          <p:cNvPr id="476" name="Shape 476"/>
          <p:cNvSpPr txBox="1">
            <a:spLocks noGrp="1"/>
          </p:cNvSpPr>
          <p:nvPr>
            <p:ph type="body" idx="2"/>
          </p:nvPr>
        </p:nvSpPr>
        <p:spPr>
          <a:xfrm>
            <a:off x="498518" y="1129553"/>
            <a:ext cx="7559100" cy="774599"/>
          </a:xfrm>
          <a:prstGeom prst="rect">
            <a:avLst/>
          </a:prstGeom>
          <a:noFill/>
          <a:ln>
            <a:noFill/>
          </a:ln>
        </p:spPr>
        <p:txBody>
          <a:bodyPr lIns="91425" tIns="91425" rIns="91425" bIns="91425" anchor="t" anchorCtr="0"/>
          <a:lstStyle>
            <a:lvl1pPr marL="0" marR="0" lvl="0" indent="0" algn="l" rtl="0">
              <a:spcBef>
                <a:spcPts val="2000"/>
              </a:spcBef>
              <a:buClr>
                <a:srgbClr val="493A13"/>
              </a:buClr>
              <a:buFont typeface="Noto Sans Symbols"/>
              <a:buNone/>
              <a:defRPr sz="2400" b="0" i="0" u="none" strike="noStrike" cap="none">
                <a:solidFill>
                  <a:srgbClr val="493A13"/>
                </a:solidFill>
                <a:latin typeface="Arial"/>
                <a:ea typeface="Arial"/>
                <a:cs typeface="Arial"/>
                <a:sym typeface="Arial"/>
              </a:defRPr>
            </a:lvl1pPr>
            <a:lvl2pPr marL="457200" marR="0" lvl="1" indent="0" algn="l" rtl="0">
              <a:spcBef>
                <a:spcPts val="600"/>
              </a:spcBef>
              <a:buClr>
                <a:schemeClr val="accent4"/>
              </a:buClr>
              <a:buFont typeface="Noto Sans Symbols"/>
              <a:buNone/>
              <a:defRPr sz="1200" b="0" i="0" u="none" strike="noStrike" cap="none">
                <a:solidFill>
                  <a:srgbClr val="595959"/>
                </a:solidFill>
                <a:latin typeface="Arial"/>
                <a:ea typeface="Arial"/>
                <a:cs typeface="Arial"/>
                <a:sym typeface="Arial"/>
              </a:defRPr>
            </a:lvl2pPr>
            <a:lvl3pPr marL="914400" marR="0" lvl="2" indent="0" algn="l" rtl="0">
              <a:spcBef>
                <a:spcPts val="600"/>
              </a:spcBef>
              <a:buClr>
                <a:srgbClr val="493A13"/>
              </a:buClr>
              <a:buFont typeface="Noto Sans Symbols"/>
              <a:buNone/>
              <a:defRPr sz="1000" b="0" i="0" u="none" strike="noStrike" cap="none">
                <a:solidFill>
                  <a:srgbClr val="595959"/>
                </a:solidFill>
                <a:latin typeface="Arial"/>
                <a:ea typeface="Arial"/>
                <a:cs typeface="Arial"/>
                <a:sym typeface="Arial"/>
              </a:defRPr>
            </a:lvl3pPr>
            <a:lvl4pPr marL="1371600" marR="0" lvl="3" indent="0" algn="l" rtl="0">
              <a:spcBef>
                <a:spcPts val="600"/>
              </a:spcBef>
              <a:buClr>
                <a:schemeClr val="accent4"/>
              </a:buClr>
              <a:buFont typeface="Noto Sans Symbols"/>
              <a:buNone/>
              <a:defRPr sz="900" b="0" i="0" u="none" strike="noStrike" cap="none">
                <a:solidFill>
                  <a:srgbClr val="595959"/>
                </a:solidFill>
                <a:latin typeface="Arial"/>
                <a:ea typeface="Arial"/>
                <a:cs typeface="Arial"/>
                <a:sym typeface="Arial"/>
              </a:defRPr>
            </a:lvl4pPr>
            <a:lvl5pPr marL="1828800" marR="0" lvl="4" indent="0" algn="l" rtl="0">
              <a:spcBef>
                <a:spcPts val="600"/>
              </a:spcBef>
              <a:buClr>
                <a:srgbClr val="493A13"/>
              </a:buClr>
              <a:buFont typeface="Noto Sans Symbols"/>
              <a:buNone/>
              <a:defRPr sz="900" b="0" i="0" u="none" strike="noStrike" cap="none">
                <a:solidFill>
                  <a:srgbClr val="595959"/>
                </a:solidFill>
                <a:latin typeface="Arial"/>
                <a:ea typeface="Arial"/>
                <a:cs typeface="Arial"/>
                <a:sym typeface="Arial"/>
              </a:defRPr>
            </a:lvl5pPr>
            <a:lvl6pPr marL="2286000" marR="0" lvl="5" indent="0" algn="l" rtl="0">
              <a:spcBef>
                <a:spcPts val="180"/>
              </a:spcBef>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6pPr>
            <a:lvl7pPr marL="2743200" marR="0" lvl="6" indent="0" algn="l" rtl="0">
              <a:spcBef>
                <a:spcPts val="180"/>
              </a:spcBef>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7pPr>
            <a:lvl8pPr marL="3200400" marR="0" lvl="7" indent="0" algn="l" rtl="0">
              <a:spcBef>
                <a:spcPts val="180"/>
              </a:spcBef>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8pPr>
            <a:lvl9pPr marL="3657600" marR="0" lvl="8" indent="0" algn="l" rtl="0">
              <a:spcBef>
                <a:spcPts val="180"/>
              </a:spcBef>
              <a:buClr>
                <a:schemeClr val="dk1"/>
              </a:buClr>
              <a:buFont typeface="Arial"/>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477" name="Shape 477"/>
          <p:cNvSpPr txBox="1"/>
          <p:nvPr/>
        </p:nvSpPr>
        <p:spPr>
          <a:xfrm>
            <a:off x="8178792" y="282574"/>
            <a:ext cx="673800" cy="369300"/>
          </a:xfrm>
          <a:prstGeom prst="rect">
            <a:avLst/>
          </a:prstGeom>
          <a:noFill/>
          <a:ln>
            <a:noFill/>
          </a:ln>
        </p:spPr>
        <p:txBody>
          <a:bodyPr lIns="91425" tIns="45700" rIns="91425" bIns="45700" anchor="t" anchorCtr="0">
            <a:noAutofit/>
          </a:bodyPr>
          <a:lstStyle/>
          <a:p>
            <a:pPr marL="0" marR="0" lvl="0" indent="0" algn="ctr" rtl="0">
              <a:spcBef>
                <a:spcPts val="0"/>
              </a:spcBef>
              <a:spcAft>
                <a:spcPts val="0"/>
              </a:spcAft>
              <a:buClr>
                <a:srgbClr val="FFFFFF"/>
              </a:buClr>
              <a:buSzPct val="25000"/>
              <a:buFont typeface="Noto Sans Symbols"/>
              <a:buNone/>
            </a:pPr>
            <a:fld id="{00000000-1234-1234-1234-123412341234}" type="slidenum">
              <a:rPr lang="en" sz="1800" b="0" i="0" u="none" strike="noStrike" cap="none">
                <a:solidFill>
                  <a:srgbClr val="FFFFFF"/>
                </a:solidFill>
                <a:latin typeface="Arial"/>
                <a:ea typeface="Arial"/>
                <a:cs typeface="Arial"/>
                <a:sym typeface="Arial"/>
              </a:rPr>
              <a:t>‹#›</a:t>
            </a:fld>
            <a:endParaRPr lang="en" sz="18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Default - Blank">
    <p:spTree>
      <p:nvGrpSpPr>
        <p:cNvPr id="1" name="Shape 478"/>
        <p:cNvGrpSpPr/>
        <p:nvPr/>
      </p:nvGrpSpPr>
      <p:grpSpPr>
        <a:xfrm>
          <a:off x="0" y="0"/>
          <a:ext cx="0" cy="0"/>
          <a:chOff x="0" y="0"/>
          <a:chExt cx="0" cy="0"/>
        </a:xfrm>
      </p:grpSpPr>
      <p:sp>
        <p:nvSpPr>
          <p:cNvPr id="479" name="Shape 479"/>
          <p:cNvSpPr txBox="1"/>
          <p:nvPr/>
        </p:nvSpPr>
        <p:spPr>
          <a:xfrm>
            <a:off x="2590800" y="6400800"/>
            <a:ext cx="4953000" cy="457200"/>
          </a:xfrm>
          <a:prstGeom prst="rect">
            <a:avLst/>
          </a:prstGeom>
          <a:noFill/>
          <a:ln>
            <a:noFill/>
          </a:ln>
        </p:spPr>
        <p:txBody>
          <a:bodyPr lIns="91425" tIns="45700" rIns="91425" bIns="45700" anchor="b" anchorCtr="0">
            <a:noAutofit/>
          </a:bodyPr>
          <a:lstStyle/>
          <a:p>
            <a:pPr marL="0" marR="0" lvl="0" indent="0" algn="ctr" rtl="0">
              <a:spcBef>
                <a:spcPts val="0"/>
              </a:spcBef>
              <a:spcAft>
                <a:spcPts val="0"/>
              </a:spcAft>
              <a:buClr>
                <a:srgbClr val="40458C"/>
              </a:buClr>
              <a:buSzPct val="25000"/>
              <a:buFont typeface="Noto Sans Symbols"/>
              <a:buNone/>
            </a:pPr>
            <a:r>
              <a:rPr lang="en" sz="1800" b="0" i="0" u="none" strike="noStrike" cap="none">
                <a:solidFill>
                  <a:srgbClr val="40458C"/>
                </a:solidFill>
                <a:latin typeface="Tahoma"/>
                <a:ea typeface="Tahoma"/>
                <a:cs typeface="Tahoma"/>
                <a:sym typeface="Tahoma"/>
              </a:rPr>
              <a:t>Subcommittee on Spatial Water Data</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0"/>
        <p:cNvGrpSpPr/>
        <p:nvPr/>
      </p:nvGrpSpPr>
      <p:grpSpPr>
        <a:xfrm>
          <a:off x="0" y="0"/>
          <a:ext cx="0" cy="0"/>
          <a:chOff x="0" y="0"/>
          <a:chExt cx="0" cy="0"/>
        </a:xfrm>
      </p:grpSpPr>
      <p:sp>
        <p:nvSpPr>
          <p:cNvPr id="481" name="Shape 481"/>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228600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274320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20040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65760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ntent">
    <p:spTree>
      <p:nvGrpSpPr>
        <p:cNvPr id="1" name="Shape 482"/>
        <p:cNvGrpSpPr/>
        <p:nvPr/>
      </p:nvGrpSpPr>
      <p:grpSpPr>
        <a:xfrm>
          <a:off x="0" y="0"/>
          <a:ext cx="0" cy="0"/>
          <a:chOff x="0" y="0"/>
          <a:chExt cx="0" cy="0"/>
        </a:xfrm>
      </p:grpSpPr>
      <p:sp>
        <p:nvSpPr>
          <p:cNvPr id="483" name="Shape 483"/>
          <p:cNvSpPr txBox="1">
            <a:spLocks noGrp="1"/>
          </p:cNvSpPr>
          <p:nvPr>
            <p:ph type="body" idx="1"/>
          </p:nvPr>
        </p:nvSpPr>
        <p:spPr>
          <a:xfrm>
            <a:off x="609600" y="1371600"/>
            <a:ext cx="8153400" cy="4754700"/>
          </a:xfrm>
          <a:prstGeom prst="rect">
            <a:avLst/>
          </a:prstGeom>
          <a:noFill/>
          <a:ln>
            <a:noFill/>
          </a:ln>
        </p:spPr>
        <p:txBody>
          <a:bodyPr lIns="91425" tIns="91425" rIns="91425" bIns="91425" anchor="t" anchorCtr="0"/>
          <a:lstStyle>
            <a:lvl1pPr marL="228600" marR="0" lvl="0" indent="-44450" algn="l" rtl="0">
              <a:spcBef>
                <a:spcPts val="1800"/>
              </a:spcBef>
              <a:buClr>
                <a:srgbClr val="493A13"/>
              </a:buClr>
              <a:buSzPct val="75000"/>
              <a:buFont typeface="Noto Sans Symbols"/>
              <a:buChar char="■"/>
              <a:defRPr sz="2000" b="0" i="0" u="none" strike="noStrike" cap="none">
                <a:solidFill>
                  <a:srgbClr val="595959"/>
                </a:solidFill>
                <a:latin typeface="Rokkitt"/>
                <a:ea typeface="Rokkitt"/>
                <a:cs typeface="Rokkitt"/>
                <a:sym typeface="Rokkitt"/>
              </a:defRPr>
            </a:lvl1pPr>
            <a:lvl2pPr marL="457200" marR="0" lvl="1" indent="-66675" algn="l" rtl="0">
              <a:spcBef>
                <a:spcPts val="600"/>
              </a:spcBef>
              <a:buClr>
                <a:srgbClr val="5395BE"/>
              </a:buClr>
              <a:buSzPct val="75000"/>
              <a:buFont typeface="Noto Sans Symbols"/>
              <a:buChar char="■"/>
              <a:defRPr sz="1800" b="0" i="0" u="none" strike="noStrike" cap="none">
                <a:solidFill>
                  <a:srgbClr val="7F7F7F"/>
                </a:solidFill>
                <a:latin typeface="Rokkitt"/>
                <a:ea typeface="Rokkitt"/>
                <a:cs typeface="Rokkitt"/>
                <a:sym typeface="Rokkitt"/>
              </a:defRPr>
            </a:lvl2pPr>
            <a:lvl3pPr marL="685800" marR="0" lvl="2" indent="-66675" algn="l" rtl="0">
              <a:spcBef>
                <a:spcPts val="600"/>
              </a:spcBef>
              <a:buClr>
                <a:srgbClr val="493A13"/>
              </a:buClr>
              <a:buSzPct val="75000"/>
              <a:buFont typeface="Noto Sans Symbols"/>
              <a:buChar char="■"/>
              <a:defRPr sz="1800" b="0" i="0" u="none" strike="noStrike" cap="none">
                <a:solidFill>
                  <a:srgbClr val="A5A5A5"/>
                </a:solidFill>
                <a:latin typeface="Rokkitt"/>
                <a:ea typeface="Rokkitt"/>
                <a:cs typeface="Rokkitt"/>
                <a:sym typeface="Rokkitt"/>
              </a:defRPr>
            </a:lvl3pPr>
            <a:lvl4pPr marL="914400" marR="0" lvl="3" indent="-66675" algn="l" rtl="0">
              <a:spcBef>
                <a:spcPts val="600"/>
              </a:spcBef>
              <a:buClr>
                <a:srgbClr val="5395BE"/>
              </a:buClr>
              <a:buSzPct val="75000"/>
              <a:buFont typeface="Noto Sans Symbols"/>
              <a:buChar char="■"/>
              <a:defRPr sz="1800" b="0" i="0" u="none" strike="noStrike" cap="none">
                <a:solidFill>
                  <a:srgbClr val="A5A5A5"/>
                </a:solidFill>
                <a:latin typeface="Rokkitt"/>
                <a:ea typeface="Rokkitt"/>
                <a:cs typeface="Rokkitt"/>
                <a:sym typeface="Rokkitt"/>
              </a:defRPr>
            </a:lvl4pPr>
            <a:lvl5pPr marL="1143000" marR="0" lvl="4" indent="-66675" algn="l" rtl="0">
              <a:spcBef>
                <a:spcPts val="600"/>
              </a:spcBef>
              <a:buClr>
                <a:srgbClr val="493A13"/>
              </a:buClr>
              <a:buSzPct val="75000"/>
              <a:buFont typeface="Noto Sans Symbols"/>
              <a:buChar char="■"/>
              <a:defRPr sz="1800" b="0" i="0" u="none" strike="noStrike" cap="none">
                <a:solidFill>
                  <a:srgbClr val="A5A5A5"/>
                </a:solidFill>
                <a:latin typeface="Rokkitt"/>
                <a:ea typeface="Rokkitt"/>
                <a:cs typeface="Rokkitt"/>
                <a:sym typeface="Rokkitt"/>
              </a:defRPr>
            </a:lvl5pPr>
            <a:lvl6pPr marL="2514600" marR="0" lvl="5" indent="25400" algn="l" rtl="0">
              <a:spcBef>
                <a:spcPts val="400"/>
              </a:spcBef>
              <a:buClr>
                <a:schemeClr val="dk1"/>
              </a:buClr>
              <a:buSzPct val="100000"/>
              <a:buFont typeface="Arial"/>
              <a:buChar char="•"/>
              <a:defRPr sz="2000" b="0" i="0" u="none" strike="noStrike" cap="none">
                <a:solidFill>
                  <a:schemeClr val="dk1"/>
                </a:solidFill>
                <a:latin typeface="Rokkitt"/>
                <a:ea typeface="Rokkitt"/>
                <a:cs typeface="Rokkitt"/>
                <a:sym typeface="Rokkitt"/>
              </a:defRPr>
            </a:lvl6pPr>
            <a:lvl7pPr marL="2971800" marR="0" lvl="6" indent="25400" algn="l" rtl="0">
              <a:spcBef>
                <a:spcPts val="400"/>
              </a:spcBef>
              <a:buClr>
                <a:schemeClr val="dk1"/>
              </a:buClr>
              <a:buSzPct val="100000"/>
              <a:buFont typeface="Arial"/>
              <a:buChar char="•"/>
              <a:defRPr sz="2000" b="0" i="0" u="none" strike="noStrike" cap="none">
                <a:solidFill>
                  <a:schemeClr val="dk1"/>
                </a:solidFill>
                <a:latin typeface="Rokkitt"/>
                <a:ea typeface="Rokkitt"/>
                <a:cs typeface="Rokkitt"/>
                <a:sym typeface="Rokkitt"/>
              </a:defRPr>
            </a:lvl7pPr>
            <a:lvl8pPr marL="3429000" marR="0" lvl="7" indent="25400" algn="l" rtl="0">
              <a:spcBef>
                <a:spcPts val="400"/>
              </a:spcBef>
              <a:buClr>
                <a:schemeClr val="dk1"/>
              </a:buClr>
              <a:buSzPct val="100000"/>
              <a:buFont typeface="Arial"/>
              <a:buChar char="•"/>
              <a:defRPr sz="2000" b="0" i="0" u="none" strike="noStrike" cap="none">
                <a:solidFill>
                  <a:schemeClr val="dk1"/>
                </a:solidFill>
                <a:latin typeface="Rokkitt"/>
                <a:ea typeface="Rokkitt"/>
                <a:cs typeface="Rokkitt"/>
                <a:sym typeface="Rokkitt"/>
              </a:defRPr>
            </a:lvl8pPr>
            <a:lvl9pPr marL="3886200" marR="0" lvl="8" indent="25400" algn="l" rtl="0">
              <a:spcBef>
                <a:spcPts val="400"/>
              </a:spcBef>
              <a:buClr>
                <a:schemeClr val="dk1"/>
              </a:buClr>
              <a:buSzPct val="100000"/>
              <a:buFont typeface="Arial"/>
              <a:buChar char="•"/>
              <a:defRPr sz="2000" b="0" i="0" u="none" strike="noStrike" cap="none">
                <a:solidFill>
                  <a:schemeClr val="dk1"/>
                </a:solidFill>
                <a:latin typeface="Rokkitt"/>
                <a:ea typeface="Rokkitt"/>
                <a:cs typeface="Rokkitt"/>
                <a:sym typeface="Rokkitt"/>
              </a:defRPr>
            </a:lvl9pPr>
          </a:lstStyle>
          <a:p>
            <a:endParaRPr/>
          </a:p>
        </p:txBody>
      </p:sp>
      <p:sp>
        <p:nvSpPr>
          <p:cNvPr id="484" name="Shape 484"/>
          <p:cNvSpPr txBox="1">
            <a:spLocks noGrp="1"/>
          </p:cNvSpPr>
          <p:nvPr>
            <p:ph type="title"/>
          </p:nvPr>
        </p:nvSpPr>
        <p:spPr>
          <a:xfrm>
            <a:off x="609600" y="228600"/>
            <a:ext cx="8153400" cy="639900"/>
          </a:xfrm>
          <a:prstGeom prst="rect">
            <a:avLst/>
          </a:prstGeom>
          <a:noFill/>
          <a:ln>
            <a:noFill/>
          </a:ln>
        </p:spPr>
        <p:txBody>
          <a:bodyPr lIns="91425" tIns="91425" rIns="91425" bIns="91425" anchor="ctr" anchorCtr="0"/>
          <a:lstStyle>
            <a:lvl1pPr marL="0" marR="0" lvl="0" indent="0" algn="l" rtl="0">
              <a:spcBef>
                <a:spcPts val="0"/>
              </a:spcBef>
              <a:buClr>
                <a:srgbClr val="00577E"/>
              </a:buClr>
              <a:buFont typeface="Rokkitt"/>
              <a:buNone/>
              <a:defRPr sz="4000" b="1" i="0" u="none" strike="noStrike" cap="none">
                <a:solidFill>
                  <a:srgbClr val="00577E"/>
                </a:solidFill>
                <a:latin typeface="Rokkitt"/>
                <a:ea typeface="Rokkitt"/>
                <a:cs typeface="Rokkitt"/>
                <a:sym typeface="Rokkitt"/>
              </a:defRPr>
            </a:lvl1pPr>
            <a:lvl2pPr lvl="1" indent="0" rtl="0">
              <a:spcBef>
                <a:spcPts val="0"/>
              </a:spcBef>
              <a:buFont typeface="Arial"/>
              <a:buNone/>
              <a:defRPr sz="1800"/>
            </a:lvl2pPr>
            <a:lvl3pPr lvl="2" indent="0" rtl="0">
              <a:spcBef>
                <a:spcPts val="0"/>
              </a:spcBef>
              <a:buFont typeface="Arial"/>
              <a:buNone/>
              <a:defRPr sz="1800"/>
            </a:lvl3pPr>
            <a:lvl4pPr lvl="3" indent="0" rtl="0">
              <a:spcBef>
                <a:spcPts val="0"/>
              </a:spcBef>
              <a:buFont typeface="Arial"/>
              <a:buNone/>
              <a:defRPr sz="1800"/>
            </a:lvl4pPr>
            <a:lvl5pPr lvl="4" indent="0" rtl="0">
              <a:spcBef>
                <a:spcPts val="0"/>
              </a:spcBef>
              <a:buFont typeface="Arial"/>
              <a:buNone/>
              <a:defRPr sz="1800"/>
            </a:lvl5pPr>
            <a:lvl6pPr lvl="5" indent="0" rtl="0">
              <a:spcBef>
                <a:spcPts val="0"/>
              </a:spcBef>
              <a:buFont typeface="Arial"/>
              <a:buNone/>
              <a:defRPr sz="1800"/>
            </a:lvl6pPr>
            <a:lvl7pPr lvl="6" indent="0" rtl="0">
              <a:spcBef>
                <a:spcPts val="0"/>
              </a:spcBef>
              <a:buFont typeface="Arial"/>
              <a:buNone/>
              <a:defRPr sz="1800"/>
            </a:lvl7pPr>
            <a:lvl8pPr lvl="7" indent="0" rtl="0">
              <a:spcBef>
                <a:spcPts val="0"/>
              </a:spcBef>
              <a:buFont typeface="Arial"/>
              <a:buNone/>
              <a:defRPr sz="1800"/>
            </a:lvl8pPr>
            <a:lvl9pPr lvl="8" indent="0" rtl="0">
              <a:spcBef>
                <a:spcPts val="0"/>
              </a:spcBef>
              <a:buFont typeface="Arial"/>
              <a:buNone/>
              <a:defRPr sz="1800"/>
            </a:lvl9pPr>
          </a:lstStyle>
          <a:p>
            <a:endParaRPr/>
          </a:p>
        </p:txBody>
      </p:sp>
      <p:sp>
        <p:nvSpPr>
          <p:cNvPr id="485" name="Shape 485"/>
          <p:cNvSpPr txBox="1">
            <a:spLocks noGrp="1"/>
          </p:cNvSpPr>
          <p:nvPr>
            <p:ph type="ftr" idx="11"/>
          </p:nvPr>
        </p:nvSpPr>
        <p:spPr>
          <a:xfrm>
            <a:off x="457200" y="6479157"/>
            <a:ext cx="5638800" cy="196800"/>
          </a:xfrm>
          <a:prstGeom prst="rect">
            <a:avLst/>
          </a:prstGeom>
          <a:noFill/>
          <a:ln>
            <a:noFill/>
          </a:ln>
        </p:spPr>
        <p:txBody>
          <a:bodyPr lIns="91425" tIns="91425" rIns="91425" bIns="91425" anchor="ctr" anchorCtr="0"/>
          <a:lstStyle>
            <a:lvl1pPr marL="0" marR="0" lvl="0" indent="0" algn="l" rtl="0">
              <a:spcBef>
                <a:spcPts val="0"/>
              </a:spcBef>
              <a:spcAft>
                <a:spcPts val="0"/>
              </a:spcAft>
              <a:buClr>
                <a:schemeClr val="hlink"/>
              </a:buClr>
              <a:buFont typeface="Noto Sans Symbols"/>
              <a:buNone/>
              <a:defRPr sz="1100" b="0" i="0" u="none" strike="noStrike" cap="none">
                <a:solidFill>
                  <a:srgbClr val="595959"/>
                </a:solidFill>
                <a:latin typeface="Arial"/>
                <a:ea typeface="Arial"/>
                <a:cs typeface="Arial"/>
                <a:sym typeface="Arial"/>
              </a:defRPr>
            </a:lvl1pPr>
            <a:lvl2pPr marL="457200" marR="0" lvl="1" indent="0" algn="l" rtl="0">
              <a:spcBef>
                <a:spcPts val="0"/>
              </a:spcBef>
              <a:spcAft>
                <a:spcPts val="0"/>
              </a:spcAft>
              <a:buClr>
                <a:schemeClr val="hlink"/>
              </a:buClr>
              <a:buFont typeface="Noto Sans Symbols"/>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Clr>
                <a:schemeClr val="hlink"/>
              </a:buClr>
              <a:buFont typeface="Noto Sans Symbols"/>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Clr>
                <a:schemeClr val="hlink"/>
              </a:buClr>
              <a:buFont typeface="Noto Sans Symbols"/>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Clr>
                <a:schemeClr val="hlink"/>
              </a:buClr>
              <a:buFont typeface="Noto Sans Symbols"/>
              <a:buNone/>
              <a:defRPr sz="1800" b="0" i="0" u="none" strike="noStrike" cap="none">
                <a:solidFill>
                  <a:schemeClr val="dk1"/>
                </a:solidFill>
                <a:latin typeface="Arial"/>
                <a:ea typeface="Arial"/>
                <a:cs typeface="Arial"/>
                <a:sym typeface="Arial"/>
              </a:defRPr>
            </a:lvl5pPr>
            <a:lvl6pPr marL="2286000" marR="0" lvl="5" indent="0" algn="l" rtl="0">
              <a:spcBef>
                <a:spcPts val="0"/>
              </a:spcBef>
              <a:buClr>
                <a:schemeClr val="dk1"/>
              </a:buClr>
              <a:buFont typeface="Arial"/>
              <a:buNone/>
              <a:defRPr sz="1800" b="0" i="0" u="none" strike="noStrike" cap="none">
                <a:solidFill>
                  <a:schemeClr val="dk1"/>
                </a:solidFill>
                <a:latin typeface="Arial"/>
                <a:ea typeface="Arial"/>
                <a:cs typeface="Arial"/>
                <a:sym typeface="Arial"/>
              </a:defRPr>
            </a:lvl6pPr>
            <a:lvl7pPr marL="2743200" marR="0" lvl="6" indent="0" algn="l" rtl="0">
              <a:spcBef>
                <a:spcPts val="0"/>
              </a:spcBef>
              <a:buClr>
                <a:schemeClr val="dk1"/>
              </a:buClr>
              <a:buFont typeface="Arial"/>
              <a:buNone/>
              <a:defRPr sz="1800" b="0" i="0" u="none" strike="noStrike" cap="none">
                <a:solidFill>
                  <a:schemeClr val="dk1"/>
                </a:solidFill>
                <a:latin typeface="Arial"/>
                <a:ea typeface="Arial"/>
                <a:cs typeface="Arial"/>
                <a:sym typeface="Arial"/>
              </a:defRPr>
            </a:lvl7pPr>
            <a:lvl8pPr marL="3200400" marR="0" lvl="7" indent="0" algn="l" rtl="0">
              <a:spcBef>
                <a:spcPts val="0"/>
              </a:spcBef>
              <a:buClr>
                <a:schemeClr val="dk1"/>
              </a:buClr>
              <a:buFont typeface="Arial"/>
              <a:buNone/>
              <a:defRPr sz="1800" b="0" i="0" u="none" strike="noStrike" cap="none">
                <a:solidFill>
                  <a:schemeClr val="dk1"/>
                </a:solidFill>
                <a:latin typeface="Arial"/>
                <a:ea typeface="Arial"/>
                <a:cs typeface="Arial"/>
                <a:sym typeface="Arial"/>
              </a:defRPr>
            </a:lvl8pPr>
            <a:lvl9pPr marL="3657600" marR="0" lvl="8" indent="0" algn="l" rtl="0">
              <a:spcBef>
                <a:spcPts val="0"/>
              </a:spcBef>
              <a:buClr>
                <a:schemeClr val="dk1"/>
              </a:buClr>
              <a:buFont typeface="Arial"/>
              <a:buNone/>
              <a:defRPr sz="1800" b="0" i="0" u="none" strike="noStrike" cap="none">
                <a:solidFill>
                  <a:schemeClr val="dk1"/>
                </a:solidFill>
                <a:latin typeface="Arial"/>
                <a:ea typeface="Arial"/>
                <a:cs typeface="Arial"/>
                <a:sym typeface="Arial"/>
              </a:defRPr>
            </a:lvl9pPr>
          </a:lstStyle>
          <a:p>
            <a:endParaRPr/>
          </a:p>
        </p:txBody>
      </p:sp>
      <p:cxnSp>
        <p:nvCxnSpPr>
          <p:cNvPr id="486" name="Shape 486"/>
          <p:cNvCxnSpPr/>
          <p:nvPr/>
        </p:nvCxnSpPr>
        <p:spPr>
          <a:xfrm>
            <a:off x="-304800" y="6324453"/>
            <a:ext cx="9753600" cy="0"/>
          </a:xfrm>
          <a:prstGeom prst="straightConnector1">
            <a:avLst/>
          </a:prstGeom>
          <a:noFill/>
          <a:ln w="9525" cap="flat" cmpd="sng">
            <a:solidFill>
              <a:srgbClr val="7F7F7F"/>
            </a:solidFill>
            <a:prstDash val="solid"/>
            <a:round/>
            <a:headEnd type="none" w="med" len="med"/>
            <a:tailEnd type="none" w="med" len="med"/>
          </a:ln>
        </p:spPr>
      </p:cxnSp>
      <p:sp>
        <p:nvSpPr>
          <p:cNvPr id="487" name="Shape 487"/>
          <p:cNvSpPr/>
          <p:nvPr/>
        </p:nvSpPr>
        <p:spPr>
          <a:xfrm>
            <a:off x="9067800" y="6449567"/>
            <a:ext cx="91500" cy="255900"/>
          </a:xfrm>
          <a:prstGeom prst="rect">
            <a:avLst/>
          </a:prstGeom>
          <a:solidFill>
            <a:srgbClr val="CB99B3"/>
          </a:solidFill>
          <a:ln>
            <a:noFill/>
          </a:ln>
        </p:spPr>
        <p:txBody>
          <a:bodyPr lIns="91425" tIns="45700" rIns="91425" bIns="45700" anchor="ctr" anchorCtr="0">
            <a:noAutofit/>
          </a:bodyPr>
          <a:lstStyle/>
          <a:p>
            <a:pPr marL="0" marR="0" lvl="0" indent="0" algn="ctr" rtl="0">
              <a:spcBef>
                <a:spcPts val="0"/>
              </a:spcBef>
              <a:spcAft>
                <a:spcPts val="0"/>
              </a:spcAft>
              <a:buClr>
                <a:schemeClr val="hlink"/>
              </a:buClr>
              <a:buFont typeface="Noto Sans Symbols"/>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USE THIS SLIDE">
    <p:spTree>
      <p:nvGrpSpPr>
        <p:cNvPr id="1" name="Shape 488"/>
        <p:cNvGrpSpPr/>
        <p:nvPr/>
      </p:nvGrpSpPr>
      <p:grpSpPr>
        <a:xfrm>
          <a:off x="0" y="0"/>
          <a:ext cx="0" cy="0"/>
          <a:chOff x="0" y="0"/>
          <a:chExt cx="0" cy="0"/>
        </a:xfrm>
      </p:grpSpPr>
      <p:sp>
        <p:nvSpPr>
          <p:cNvPr id="489" name="Shape 489"/>
          <p:cNvSpPr/>
          <p:nvPr/>
        </p:nvSpPr>
        <p:spPr>
          <a:xfrm>
            <a:off x="8166846" y="282572"/>
            <a:ext cx="685800" cy="1599900"/>
          </a:xfrm>
          <a:prstGeom prst="rect">
            <a:avLst/>
          </a:prstGeom>
          <a:solidFill>
            <a:srgbClr val="006F4B"/>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Candara"/>
              <a:ea typeface="Candara"/>
              <a:cs typeface="Candara"/>
              <a:sym typeface="Candara"/>
            </a:endParaRPr>
          </a:p>
        </p:txBody>
      </p:sp>
      <p:sp>
        <p:nvSpPr>
          <p:cNvPr id="490" name="Shape 490"/>
          <p:cNvSpPr txBox="1">
            <a:spLocks noGrp="1"/>
          </p:cNvSpPr>
          <p:nvPr>
            <p:ph type="title"/>
          </p:nvPr>
        </p:nvSpPr>
        <p:spPr>
          <a:xfrm>
            <a:off x="498474" y="152400"/>
            <a:ext cx="7556400" cy="11157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Tahoma"/>
              <a:buNone/>
              <a:defRPr sz="3600" b="0" i="0" u="none" strike="noStrike" cap="none">
                <a:solidFill>
                  <a:srgbClr val="006F4B"/>
                </a:solidFill>
                <a:latin typeface="Tahoma"/>
                <a:ea typeface="Tahoma"/>
                <a:cs typeface="Tahoma"/>
                <a:sym typeface="Tahoma"/>
              </a:defRPr>
            </a:lvl1pPr>
            <a:lvl2pPr lvl="1" indent="0" rtl="0">
              <a:spcBef>
                <a:spcPts val="0"/>
              </a:spcBef>
              <a:buFont typeface="Arial"/>
              <a:buNone/>
              <a:defRPr sz="1400" b="1"/>
            </a:lvl2pPr>
            <a:lvl3pPr lvl="2" indent="0" rtl="0">
              <a:spcBef>
                <a:spcPts val="0"/>
              </a:spcBef>
              <a:buFont typeface="Arial"/>
              <a:buNone/>
              <a:defRPr sz="1400" b="1"/>
            </a:lvl3pPr>
            <a:lvl4pPr lvl="3" indent="0" rtl="0">
              <a:spcBef>
                <a:spcPts val="0"/>
              </a:spcBef>
              <a:buFont typeface="Arial"/>
              <a:buNone/>
              <a:defRPr sz="1400" b="1"/>
            </a:lvl4pPr>
            <a:lvl5pPr lvl="4" indent="0" rtl="0">
              <a:spcBef>
                <a:spcPts val="0"/>
              </a:spcBef>
              <a:buFont typeface="Arial"/>
              <a:buNone/>
              <a:defRPr sz="1400" b="1"/>
            </a:lvl5pPr>
            <a:lvl6pPr lvl="5" indent="0" rtl="0">
              <a:spcBef>
                <a:spcPts val="0"/>
              </a:spcBef>
              <a:buFont typeface="Arial"/>
              <a:buNone/>
              <a:defRPr sz="1400" b="1"/>
            </a:lvl6pPr>
            <a:lvl7pPr lvl="6" indent="0" rtl="0">
              <a:spcBef>
                <a:spcPts val="0"/>
              </a:spcBef>
              <a:buFont typeface="Arial"/>
              <a:buNone/>
              <a:defRPr sz="1400" b="1"/>
            </a:lvl7pPr>
            <a:lvl8pPr lvl="7" indent="0" rtl="0">
              <a:spcBef>
                <a:spcPts val="0"/>
              </a:spcBef>
              <a:buFont typeface="Arial"/>
              <a:buNone/>
              <a:defRPr sz="1400" b="1"/>
            </a:lvl8pPr>
            <a:lvl9pPr lvl="8" indent="0" rtl="0">
              <a:spcBef>
                <a:spcPts val="0"/>
              </a:spcBef>
              <a:buFont typeface="Arial"/>
              <a:buNone/>
              <a:defRPr sz="1400" b="1"/>
            </a:lvl9pPr>
          </a:lstStyle>
          <a:p>
            <a:endParaRPr/>
          </a:p>
        </p:txBody>
      </p:sp>
      <p:sp>
        <p:nvSpPr>
          <p:cNvPr id="491" name="Shape 491"/>
          <p:cNvSpPr txBox="1">
            <a:spLocks noGrp="1"/>
          </p:cNvSpPr>
          <p:nvPr>
            <p:ph type="body" idx="1"/>
          </p:nvPr>
        </p:nvSpPr>
        <p:spPr>
          <a:xfrm>
            <a:off x="498475" y="1366332"/>
            <a:ext cx="7556400" cy="4760100"/>
          </a:xfrm>
          <a:prstGeom prst="rect">
            <a:avLst/>
          </a:prstGeom>
          <a:noFill/>
          <a:ln>
            <a:noFill/>
          </a:ln>
        </p:spPr>
        <p:txBody>
          <a:bodyPr lIns="91425" tIns="91425" rIns="91425" bIns="91425" anchor="t" anchorCtr="0"/>
          <a:lstStyle>
            <a:lvl1pPr marL="254000" marR="0" lvl="0" indent="107950" algn="l" rtl="0">
              <a:lnSpc>
                <a:spcPct val="100000"/>
              </a:lnSpc>
              <a:spcBef>
                <a:spcPts val="0"/>
              </a:spcBef>
              <a:spcAft>
                <a:spcPts val="500"/>
              </a:spcAft>
              <a:buClr>
                <a:srgbClr val="3F3F3F"/>
              </a:buClr>
              <a:buSzPct val="75000"/>
              <a:buFont typeface="Noto Sans Symbols"/>
              <a:buChar char="●"/>
              <a:defRPr sz="2000" b="0" i="0" u="none" strike="noStrike" cap="none">
                <a:solidFill>
                  <a:srgbClr val="3F3F3F"/>
                </a:solidFill>
                <a:latin typeface="Arial"/>
                <a:ea typeface="Arial"/>
                <a:cs typeface="Arial"/>
                <a:sym typeface="Arial"/>
              </a:defRPr>
            </a:lvl1pPr>
            <a:lvl2pPr marL="342900" marR="0" lvl="1" indent="85725" algn="l" rtl="0">
              <a:lnSpc>
                <a:spcPct val="100000"/>
              </a:lnSpc>
              <a:spcBef>
                <a:spcPts val="0"/>
              </a:spcBef>
              <a:spcAft>
                <a:spcPts val="500"/>
              </a:spcAft>
              <a:buClr>
                <a:srgbClr val="595959"/>
              </a:buClr>
              <a:buSzPct val="75000"/>
              <a:buFont typeface="Noto Sans Symbols"/>
              <a:buChar char="■"/>
              <a:defRPr sz="1800" b="0" i="0" u="none" strike="noStrike" cap="none">
                <a:solidFill>
                  <a:srgbClr val="595959"/>
                </a:solidFill>
                <a:latin typeface="Arial"/>
                <a:ea typeface="Arial"/>
                <a:cs typeface="Arial"/>
                <a:sym typeface="Arial"/>
              </a:defRPr>
            </a:lvl2pPr>
            <a:lvl3pPr marL="520700" marR="0" lvl="2" indent="98425" algn="l" rtl="0">
              <a:lnSpc>
                <a:spcPct val="100000"/>
              </a:lnSpc>
              <a:spcBef>
                <a:spcPts val="0"/>
              </a:spcBef>
              <a:spcAft>
                <a:spcPts val="500"/>
              </a:spcAft>
              <a:buClr>
                <a:srgbClr val="7F7F7F"/>
              </a:buClr>
              <a:buSzPct val="75000"/>
              <a:buFont typeface="Noto Sans Symbols"/>
              <a:buChar char="●"/>
              <a:defRPr sz="1800" b="0" i="0" u="none" strike="noStrike" cap="none">
                <a:solidFill>
                  <a:srgbClr val="7F7F7F"/>
                </a:solidFill>
                <a:latin typeface="Arial"/>
                <a:ea typeface="Arial"/>
                <a:cs typeface="Arial"/>
                <a:sym typeface="Arial"/>
              </a:defRPr>
            </a:lvl3pPr>
            <a:lvl4pPr marL="685800" marR="0" lvl="3" indent="73025" algn="l" rtl="0">
              <a:lnSpc>
                <a:spcPct val="100000"/>
              </a:lnSpc>
              <a:spcBef>
                <a:spcPts val="0"/>
              </a:spcBef>
              <a:spcAft>
                <a:spcPts val="500"/>
              </a:spcAft>
              <a:buClr>
                <a:srgbClr val="7F7F7F"/>
              </a:buClr>
              <a:buSzPct val="75000"/>
              <a:buFont typeface="Noto Sans Symbols"/>
              <a:buChar char="●"/>
              <a:defRPr sz="1800" b="0" i="0" u="none" strike="noStrike" cap="none">
                <a:solidFill>
                  <a:srgbClr val="7F7F7F"/>
                </a:solidFill>
                <a:latin typeface="Arial"/>
                <a:ea typeface="Arial"/>
                <a:cs typeface="Arial"/>
                <a:sym typeface="Arial"/>
              </a:defRPr>
            </a:lvl4pPr>
            <a:lvl5pPr marL="863600" marR="0" lvl="4" indent="9525" algn="l" rtl="0">
              <a:lnSpc>
                <a:spcPct val="100000"/>
              </a:lnSpc>
              <a:spcBef>
                <a:spcPts val="0"/>
              </a:spcBef>
              <a:spcAft>
                <a:spcPts val="500"/>
              </a:spcAft>
              <a:buClr>
                <a:srgbClr val="7F7F7F"/>
              </a:buClr>
              <a:buSzPct val="75000"/>
              <a:buFont typeface="Noto Sans Symbols"/>
              <a:buChar char="■"/>
              <a:defRPr sz="1800" b="0" i="0" u="none" strike="noStrike" cap="none">
                <a:solidFill>
                  <a:srgbClr val="7F7F7F"/>
                </a:solidFill>
                <a:latin typeface="Arial"/>
                <a:ea typeface="Arial"/>
                <a:cs typeface="Arial"/>
                <a:sym typeface="Arial"/>
              </a:defRPr>
            </a:lvl5pPr>
            <a:lvl6pPr marL="1892300" marR="0" lvl="5" indent="139700" algn="l" rtl="0">
              <a:lnSpc>
                <a:spcPct val="100000"/>
              </a:lnSpc>
              <a:spcBef>
                <a:spcPts val="300"/>
              </a:spcBef>
              <a:spcAft>
                <a:spcPts val="0"/>
              </a:spcAft>
              <a:buClr>
                <a:srgbClr val="7F7F7F"/>
              </a:buClr>
              <a:buSzPct val="100000"/>
              <a:buFont typeface="Arial"/>
              <a:buChar char="•"/>
              <a:defRPr sz="2000" b="0" i="0" u="none" strike="noStrike" cap="none">
                <a:solidFill>
                  <a:srgbClr val="7F7F7F"/>
                </a:solidFill>
                <a:latin typeface="Times New Roman"/>
                <a:ea typeface="Times New Roman"/>
                <a:cs typeface="Times New Roman"/>
                <a:sym typeface="Times New Roman"/>
              </a:defRPr>
            </a:lvl6pPr>
            <a:lvl7pPr marL="2235200" marR="0" lvl="6" indent="139700" algn="l" rtl="0">
              <a:lnSpc>
                <a:spcPct val="100000"/>
              </a:lnSpc>
              <a:spcBef>
                <a:spcPts val="300"/>
              </a:spcBef>
              <a:spcAft>
                <a:spcPts val="0"/>
              </a:spcAft>
              <a:buClr>
                <a:srgbClr val="7F7F7F"/>
              </a:buClr>
              <a:buSzPct val="100000"/>
              <a:buFont typeface="Arial"/>
              <a:buChar char="•"/>
              <a:defRPr sz="2000" b="0" i="0" u="none" strike="noStrike" cap="none">
                <a:solidFill>
                  <a:srgbClr val="7F7F7F"/>
                </a:solidFill>
                <a:latin typeface="Times New Roman"/>
                <a:ea typeface="Times New Roman"/>
                <a:cs typeface="Times New Roman"/>
                <a:sym typeface="Times New Roman"/>
              </a:defRPr>
            </a:lvl7pPr>
            <a:lvl8pPr marL="2578100" marR="0" lvl="7" indent="139700" algn="l" rtl="0">
              <a:lnSpc>
                <a:spcPct val="100000"/>
              </a:lnSpc>
              <a:spcBef>
                <a:spcPts val="300"/>
              </a:spcBef>
              <a:spcAft>
                <a:spcPts val="0"/>
              </a:spcAft>
              <a:buClr>
                <a:srgbClr val="7F7F7F"/>
              </a:buClr>
              <a:buSzPct val="100000"/>
              <a:buFont typeface="Arial"/>
              <a:buChar char="•"/>
              <a:defRPr sz="2000" b="0" i="0" u="none" strike="noStrike" cap="none">
                <a:solidFill>
                  <a:srgbClr val="7F7F7F"/>
                </a:solidFill>
                <a:latin typeface="Times New Roman"/>
                <a:ea typeface="Times New Roman"/>
                <a:cs typeface="Times New Roman"/>
                <a:sym typeface="Times New Roman"/>
              </a:defRPr>
            </a:lvl8pPr>
            <a:lvl9pPr marL="2921000" marR="0" lvl="8" indent="139700" algn="l" rtl="0">
              <a:lnSpc>
                <a:spcPct val="100000"/>
              </a:lnSpc>
              <a:spcBef>
                <a:spcPts val="300"/>
              </a:spcBef>
              <a:spcAft>
                <a:spcPts val="0"/>
              </a:spcAft>
              <a:buClr>
                <a:srgbClr val="7F7F7F"/>
              </a:buClr>
              <a:buSzPct val="100000"/>
              <a:buFont typeface="Arial"/>
              <a:buChar char="•"/>
              <a:defRPr sz="2000" b="0" i="0" u="none" strike="noStrike" cap="none">
                <a:solidFill>
                  <a:srgbClr val="7F7F7F"/>
                </a:solidFill>
                <a:latin typeface="Times New Roman"/>
                <a:ea typeface="Times New Roman"/>
                <a:cs typeface="Times New Roman"/>
                <a:sym typeface="Times New Roman"/>
              </a:defRPr>
            </a:lvl9pPr>
          </a:lstStyle>
          <a:p>
            <a:endParaRPr/>
          </a:p>
        </p:txBody>
      </p:sp>
      <p:sp>
        <p:nvSpPr>
          <p:cNvPr id="492" name="Shape 492"/>
          <p:cNvSpPr txBox="1"/>
          <p:nvPr/>
        </p:nvSpPr>
        <p:spPr>
          <a:xfrm>
            <a:off x="223186" y="228600"/>
            <a:ext cx="261000" cy="5541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Candara"/>
              <a:buNone/>
            </a:pPr>
            <a:r>
              <a:rPr lang="en" sz="2700" b="1" i="0" u="none" strike="noStrike" cap="none">
                <a:solidFill>
                  <a:srgbClr val="7F7F7F"/>
                </a:solidFill>
                <a:latin typeface="Candara"/>
                <a:ea typeface="Candara"/>
                <a:cs typeface="Candara"/>
                <a:sym typeface="Candara"/>
              </a:rPr>
              <a:t>+</a:t>
            </a:r>
          </a:p>
        </p:txBody>
      </p:sp>
      <p:sp>
        <p:nvSpPr>
          <p:cNvPr id="493" name="Shape 493"/>
          <p:cNvSpPr txBox="1"/>
          <p:nvPr/>
        </p:nvSpPr>
        <p:spPr>
          <a:xfrm>
            <a:off x="8178792" y="282574"/>
            <a:ext cx="673800" cy="369300"/>
          </a:xfrm>
          <a:prstGeom prst="rect">
            <a:avLst/>
          </a:prstGeom>
          <a:noFill/>
          <a:ln>
            <a:noFill/>
          </a:ln>
        </p:spPr>
        <p:txBody>
          <a:bodyPr lIns="68575" tIns="34275" rIns="68575" bIns="34275" anchor="t" anchorCtr="0">
            <a:noAutofit/>
          </a:bodyPr>
          <a:lstStyle/>
          <a:p>
            <a:pPr marL="0" marR="0" lvl="0" indent="0" algn="ctr" rtl="0">
              <a:lnSpc>
                <a:spcPct val="100000"/>
              </a:lnSpc>
              <a:spcBef>
                <a:spcPts val="0"/>
              </a:spcBef>
              <a:spcAft>
                <a:spcPts val="0"/>
              </a:spcAft>
              <a:buClr>
                <a:schemeClr val="lt1"/>
              </a:buClr>
              <a:buSzPct val="25000"/>
              <a:buFont typeface="Candara"/>
              <a:buNone/>
            </a:pPr>
            <a:fld id="{00000000-1234-1234-1234-123412341234}" type="slidenum">
              <a:rPr lang="en" sz="1400" b="0" i="0" u="none" strike="noStrike" cap="none">
                <a:solidFill>
                  <a:schemeClr val="lt1"/>
                </a:solidFill>
                <a:latin typeface="Candara"/>
                <a:ea typeface="Candara"/>
                <a:cs typeface="Candara"/>
                <a:sym typeface="Candara"/>
              </a:rPr>
              <a:t>‹#›</a:t>
            </a:fld>
            <a:endParaRPr lang="en" sz="1400" b="0" i="0" u="none" strike="noStrike" cap="none">
              <a:solidFill>
                <a:schemeClr val="lt1"/>
              </a:solidFill>
              <a:latin typeface="Candara"/>
              <a:ea typeface="Candara"/>
              <a:cs typeface="Candara"/>
              <a:sym typeface="Candara"/>
            </a:endParaRPr>
          </a:p>
        </p:txBody>
      </p:sp>
      <p:pic>
        <p:nvPicPr>
          <p:cNvPr id="494" name="Shape 494" descr="TNM_green_1line_L.pdf"/>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455287" y="6312808"/>
            <a:ext cx="2380800" cy="1785599"/>
          </a:xfrm>
          <a:prstGeom prst="rect">
            <a:avLst/>
          </a:prstGeom>
          <a:noFill/>
          <a:ln>
            <a:noFill/>
          </a:ln>
        </p:spPr>
      </p:pic>
      <p:pic>
        <p:nvPicPr>
          <p:cNvPr id="495" name="Shape 49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84093" y="6362935"/>
            <a:ext cx="863700" cy="31890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496"/>
        <p:cNvGrpSpPr/>
        <p:nvPr/>
      </p:nvGrpSpPr>
      <p:grpSpPr>
        <a:xfrm>
          <a:off x="0" y="0"/>
          <a:ext cx="0" cy="0"/>
          <a:chOff x="0" y="0"/>
          <a:chExt cx="0" cy="0"/>
        </a:xfrm>
      </p:grpSpPr>
      <p:sp>
        <p:nvSpPr>
          <p:cNvPr id="497" name="Shape 497"/>
          <p:cNvSpPr txBox="1">
            <a:spLocks noGrp="1"/>
          </p:cNvSpPr>
          <p:nvPr>
            <p:ph type="title"/>
          </p:nvPr>
        </p:nvSpPr>
        <p:spPr>
          <a:xfrm>
            <a:off x="533400" y="152400"/>
            <a:ext cx="7620000" cy="11430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6F4B"/>
              </a:buClr>
              <a:buFont typeface="Arial"/>
              <a:buNone/>
              <a:defRPr sz="4000" b="0" i="0" u="none" strike="noStrike" cap="none">
                <a:solidFill>
                  <a:srgbClr val="008000"/>
                </a:solidFill>
                <a:latin typeface="Arial Black"/>
                <a:ea typeface="Arial Black"/>
                <a:cs typeface="Arial Black"/>
                <a:sym typeface="Arial Black"/>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spcBef>
                <a:spcPts val="0"/>
              </a:spcBef>
              <a:spcAft>
                <a:spcPts val="0"/>
              </a:spcAft>
              <a:buFont typeface="Arial"/>
              <a:buNone/>
              <a:defRPr sz="1800"/>
            </a:lvl3pPr>
            <a:lvl4pPr marL="0" marR="0" lvl="3" indent="0" algn="l" rtl="0">
              <a:spcBef>
                <a:spcPts val="0"/>
              </a:spcBef>
              <a:spcAft>
                <a:spcPts val="0"/>
              </a:spcAft>
              <a:buFont typeface="Arial"/>
              <a:buNone/>
              <a:defRPr sz="1800"/>
            </a:lvl4pPr>
            <a:lvl5pPr marL="0" marR="0" lvl="4" indent="0" algn="l" rtl="0">
              <a:spcBef>
                <a:spcPts val="0"/>
              </a:spcBef>
              <a:spcAft>
                <a:spcPts val="0"/>
              </a:spcAft>
              <a:buFont typeface="Arial"/>
              <a:buNone/>
              <a:defRPr sz="1800"/>
            </a:lvl5pPr>
            <a:lvl6pPr marL="457200" marR="0" lvl="5" indent="0" algn="l" rtl="0">
              <a:spcBef>
                <a:spcPts val="0"/>
              </a:spcBef>
              <a:spcAft>
                <a:spcPts val="0"/>
              </a:spcAft>
              <a:buFont typeface="Arial"/>
              <a:buNone/>
              <a:defRPr sz="1800"/>
            </a:lvl6pPr>
            <a:lvl7pPr marL="914400" marR="0" lvl="6" indent="0" algn="l" rtl="0">
              <a:spcBef>
                <a:spcPts val="0"/>
              </a:spcBef>
              <a:spcAft>
                <a:spcPts val="0"/>
              </a:spcAft>
              <a:buFont typeface="Arial"/>
              <a:buNone/>
              <a:defRPr sz="1800"/>
            </a:lvl7pPr>
            <a:lvl8pPr marL="1371600" marR="0" lvl="7" indent="0" algn="l" rtl="0">
              <a:spcBef>
                <a:spcPts val="0"/>
              </a:spcBef>
              <a:spcAft>
                <a:spcPts val="0"/>
              </a:spcAft>
              <a:buFont typeface="Arial"/>
              <a:buNone/>
              <a:defRPr sz="1800"/>
            </a:lvl8pPr>
            <a:lvl9pPr marL="1828800" marR="0" lvl="8" indent="0" algn="l" rtl="0">
              <a:spcBef>
                <a:spcPts val="0"/>
              </a:spcBef>
              <a:spcAft>
                <a:spcPts val="0"/>
              </a:spcAft>
              <a:buFont typeface="Arial"/>
              <a:buNone/>
              <a:defRPr sz="1800"/>
            </a:lvl9pPr>
          </a:lstStyle>
          <a:p>
            <a:endParaRPr/>
          </a:p>
        </p:txBody>
      </p:sp>
      <p:sp>
        <p:nvSpPr>
          <p:cNvPr id="498" name="Shape 498"/>
          <p:cNvSpPr txBox="1">
            <a:spLocks noGrp="1"/>
          </p:cNvSpPr>
          <p:nvPr>
            <p:ph type="body" idx="1"/>
          </p:nvPr>
        </p:nvSpPr>
        <p:spPr>
          <a:xfrm>
            <a:off x="381000" y="1371600"/>
            <a:ext cx="8305800" cy="4114800"/>
          </a:xfrm>
          <a:prstGeom prst="rect">
            <a:avLst/>
          </a:prstGeom>
          <a:noFill/>
          <a:ln>
            <a:noFill/>
          </a:ln>
        </p:spPr>
        <p:txBody>
          <a:bodyPr lIns="91425" tIns="91425" rIns="91425" bIns="91425" anchor="t" anchorCtr="0"/>
          <a:lstStyle>
            <a:lvl1pPr marL="342900" marR="0" lvl="0" indent="685800" algn="l" rtl="0">
              <a:lnSpc>
                <a:spcPct val="100000"/>
              </a:lnSpc>
              <a:spcBef>
                <a:spcPts val="560"/>
              </a:spcBef>
              <a:spcAft>
                <a:spcPts val="0"/>
              </a:spcAft>
              <a:buClr>
                <a:schemeClr val="dk1"/>
              </a:buClr>
              <a:buSzPct val="100000"/>
              <a:buFont typeface="Noto Sans Symbols"/>
              <a:buChar char="▪"/>
              <a:defRPr sz="3200" b="0" i="0" u="none" strike="noStrike" cap="none">
                <a:solidFill>
                  <a:schemeClr val="dk1"/>
                </a:solidFill>
                <a:latin typeface="Arial Black"/>
                <a:ea typeface="Arial Black"/>
                <a:cs typeface="Arial Black"/>
                <a:sym typeface="Arial Black"/>
              </a:defRPr>
            </a:lvl1pPr>
            <a:lvl2pPr marL="742950" marR="0" lvl="1" indent="260350" algn="l" rtl="0">
              <a:lnSpc>
                <a:spcPct val="100000"/>
              </a:lnSpc>
              <a:spcBef>
                <a:spcPts val="480"/>
              </a:spcBef>
              <a:spcAft>
                <a:spcPts val="0"/>
              </a:spcAft>
              <a:buClr>
                <a:srgbClr val="000000"/>
              </a:buClr>
              <a:buSzPct val="50000"/>
              <a:buFont typeface="Noto Sans Symbols"/>
              <a:buChar char="❑"/>
              <a:defRPr sz="2800" b="0" i="0" u="none" strike="noStrike" cap="none">
                <a:solidFill>
                  <a:srgbClr val="000000"/>
                </a:solidFill>
                <a:latin typeface="Arial Black"/>
                <a:ea typeface="Arial Black"/>
                <a:cs typeface="Arial Black"/>
                <a:sym typeface="Arial Black"/>
              </a:defRPr>
            </a:lvl2pPr>
            <a:lvl3pPr marL="1143000" marR="0" lvl="2" indent="533400" algn="l" rtl="0">
              <a:lnSpc>
                <a:spcPct val="100000"/>
              </a:lnSpc>
              <a:spcBef>
                <a:spcPts val="400"/>
              </a:spcBef>
              <a:spcAft>
                <a:spcPts val="0"/>
              </a:spcAft>
              <a:buClr>
                <a:srgbClr val="000000"/>
              </a:buClr>
              <a:buSzPct val="100000"/>
              <a:buFont typeface="Arial"/>
              <a:buChar char="•"/>
              <a:defRPr sz="2400" b="0" i="0" u="none" strike="noStrike" cap="none">
                <a:solidFill>
                  <a:srgbClr val="000000"/>
                </a:solidFill>
                <a:latin typeface="Arial Black"/>
                <a:ea typeface="Arial Black"/>
                <a:cs typeface="Arial Black"/>
                <a:sym typeface="Arial Black"/>
              </a:defRPr>
            </a:lvl3pPr>
            <a:lvl4pPr marL="1600200" marR="0" lvl="3" indent="165100" algn="l" rtl="0">
              <a:lnSpc>
                <a:spcPct val="100000"/>
              </a:lnSpc>
              <a:spcBef>
                <a:spcPts val="360"/>
              </a:spcBef>
              <a:spcAft>
                <a:spcPts val="0"/>
              </a:spcAft>
              <a:buClr>
                <a:srgbClr val="000000"/>
              </a:buClr>
              <a:buSzPct val="50000"/>
              <a:buFont typeface="Courier New"/>
              <a:buChar char="o"/>
              <a:defRPr sz="2000" b="0" i="0" u="none" strike="noStrike" cap="none">
                <a:solidFill>
                  <a:srgbClr val="000000"/>
                </a:solidFill>
                <a:latin typeface="Arial Black"/>
                <a:ea typeface="Arial Black"/>
                <a:cs typeface="Arial Black"/>
                <a:sym typeface="Arial Black"/>
              </a:defRPr>
            </a:lvl4pPr>
            <a:lvl5pPr marL="2057400" marR="0" lvl="4" indent="368300" algn="l" rtl="0">
              <a:lnSpc>
                <a:spcPct val="100000"/>
              </a:lnSpc>
              <a:spcBef>
                <a:spcPts val="360"/>
              </a:spcBef>
              <a:spcAft>
                <a:spcPts val="0"/>
              </a:spcAft>
              <a:buClr>
                <a:srgbClr val="000000"/>
              </a:buClr>
              <a:buSzPct val="100000"/>
              <a:buFont typeface="Noto Sans Symbols"/>
              <a:buChar char="▪"/>
              <a:defRPr sz="1800" b="0" i="0" u="none" strike="noStrike" cap="none">
                <a:solidFill>
                  <a:srgbClr val="000000"/>
                </a:solidFill>
                <a:latin typeface="Arial Black"/>
                <a:ea typeface="Arial Black"/>
                <a:cs typeface="Arial Black"/>
                <a:sym typeface="Arial Black"/>
              </a:defRPr>
            </a:lvl5pPr>
            <a:lvl6pPr marL="2514600" marR="0" lvl="5" indent="26670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26670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26670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266700" algn="l" rtl="0">
              <a:lnSpc>
                <a:spcPct val="100000"/>
              </a:lnSpc>
              <a:spcBef>
                <a:spcPts val="360"/>
              </a:spcBef>
              <a:spcAft>
                <a:spcPts val="0"/>
              </a:spcAft>
              <a:buClr>
                <a:srgbClr val="FAFD00"/>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99" name="Shape 499"/>
          <p:cNvSpPr txBox="1">
            <a:spLocks noGrp="1"/>
          </p:cNvSpPr>
          <p:nvPr>
            <p:ph type="sldNum" idx="12"/>
          </p:nvPr>
        </p:nvSpPr>
        <p:spPr>
          <a:xfrm>
            <a:off x="6800850" y="6369050"/>
            <a:ext cx="2133600" cy="476100"/>
          </a:xfrm>
          <a:prstGeom prst="rect">
            <a:avLst/>
          </a:prstGeom>
          <a:noFill/>
          <a:ln>
            <a:noFill/>
          </a:ln>
        </p:spPr>
        <p:txBody>
          <a:bodyPr lIns="91425" tIns="91425" rIns="91425" bIns="91425" anchor="t" anchorCtr="0">
            <a:noAutofit/>
          </a:bodyPr>
          <a:lstStyle/>
          <a:p>
            <a:pPr marL="36830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914400" marR="0" lvl="2"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a:p>
            <a:pPr marL="1371600" marR="0" lvl="3" indent="-8890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1828800" marR="0" lvl="4"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2286000" marR="0" lvl="5"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a:p>
            <a:pPr marL="2743200" marR="0" lvl="6" indent="-8890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3200400" marR="0" lvl="7" indent="-88900" algn="l" rtl="0">
              <a:lnSpc>
                <a:spcPct val="100000"/>
              </a:lnSpc>
              <a:spcBef>
                <a:spcPts val="0"/>
              </a:spcBef>
              <a:spcAft>
                <a:spcPts val="0"/>
              </a:spcAft>
              <a:buClr>
                <a:srgbClr val="000000"/>
              </a:buClr>
              <a:buFont typeface="Courier New"/>
              <a:buNone/>
            </a:pPr>
            <a:endParaRPr sz="1400" b="0" i="0" u="none" strike="noStrike" cap="none">
              <a:solidFill>
                <a:srgbClr val="000000"/>
              </a:solidFill>
              <a:latin typeface="Arial"/>
              <a:ea typeface="Arial"/>
              <a:cs typeface="Arial"/>
              <a:sym typeface="Arial"/>
            </a:endParaRPr>
          </a:p>
          <a:p>
            <a:pPr marL="3657600" marR="0" lvl="8" indent="-88900" algn="l" rtl="0">
              <a:lnSpc>
                <a:spcPct val="100000"/>
              </a:lnSpc>
              <a:spcBef>
                <a:spcPts val="0"/>
              </a:spcBef>
              <a:spcAft>
                <a:spcPts val="0"/>
              </a:spcAft>
              <a:buClr>
                <a:srgbClr val="000000"/>
              </a:buClr>
              <a:buFont typeface="Noto Sans Symbols"/>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Shape 500"/>
        <p:cNvGrpSpPr/>
        <p:nvPr/>
      </p:nvGrpSpPr>
      <p:grpSpPr>
        <a:xfrm>
          <a:off x="0" y="0"/>
          <a:ext cx="0" cy="0"/>
          <a:chOff x="0" y="0"/>
          <a:chExt cx="0" cy="0"/>
        </a:xfrm>
      </p:grpSpPr>
      <p:sp>
        <p:nvSpPr>
          <p:cNvPr id="501" name="Shape 501"/>
          <p:cNvSpPr txBox="1">
            <a:spLocks noGrp="1"/>
          </p:cNvSpPr>
          <p:nvPr>
            <p:ph type="body" idx="1"/>
          </p:nvPr>
        </p:nvSpPr>
        <p:spPr>
          <a:xfrm>
            <a:off x="457200" y="274637"/>
            <a:ext cx="8229600" cy="5851500"/>
          </a:xfrm>
          <a:prstGeom prst="rect">
            <a:avLst/>
          </a:prstGeom>
          <a:noFill/>
          <a:ln>
            <a:noFill/>
          </a:ln>
        </p:spPr>
        <p:txBody>
          <a:bodyPr lIns="91425" tIns="91425" rIns="91425" bIns="91425" anchor="t" anchorCtr="0"/>
          <a:lstStyle>
            <a:lvl1pPr marL="342900" marR="0" lvl="0" indent="139700" algn="l" rtl="0">
              <a:lnSpc>
                <a:spcPct val="100000"/>
              </a:lnSpc>
              <a:spcBef>
                <a:spcPts val="5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1pPr>
            <a:lvl2pPr marL="742950" marR="0" lvl="1" indent="171450" algn="l" rtl="0">
              <a:lnSpc>
                <a:spcPct val="100000"/>
              </a:lnSpc>
              <a:spcBef>
                <a:spcPts val="48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2pPr>
            <a:lvl3pPr marL="1143000" marR="0" lvl="2" indent="190500" algn="l" rtl="0">
              <a:lnSpc>
                <a:spcPct val="100000"/>
              </a:lnSpc>
              <a:spcBef>
                <a:spcPts val="40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3pPr>
            <a:lvl4pPr marL="1600200" marR="0" lvl="3" indent="1778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4pPr>
            <a:lvl5pPr marL="2057400" marR="0" lvl="4" indent="1778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5pPr>
            <a:lvl6pPr marL="2514600" marR="0" lvl="5" indent="1778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6pPr>
            <a:lvl7pPr marL="2971800" marR="0" lvl="6" indent="1778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7pPr>
            <a:lvl8pPr marL="3429000" marR="0" lvl="7" indent="1778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8pPr>
            <a:lvl9pPr marL="3886200" marR="0" lvl="8" indent="177800" algn="l" rtl="0">
              <a:lnSpc>
                <a:spcPct val="100000"/>
              </a:lnSpc>
              <a:spcBef>
                <a:spcPts val="360"/>
              </a:spcBef>
              <a:spcAft>
                <a:spcPts val="0"/>
              </a:spcAft>
              <a:buClr>
                <a:srgbClr val="FFFF99"/>
              </a:buClr>
              <a:buSzPct val="100000"/>
              <a:buFont typeface="Noto Sans Symbols"/>
              <a:buChar char="▪"/>
              <a:defRPr sz="1400" b="0" i="0" u="none" strike="noStrike" cap="none">
                <a:solidFill>
                  <a:srgbClr val="000000"/>
                </a:solidFill>
                <a:latin typeface="Arial"/>
                <a:ea typeface="Arial"/>
                <a:cs typeface="Arial"/>
                <a:sym typeface="Arial"/>
              </a:defRPr>
            </a:lvl9pPr>
          </a:lstStyle>
          <a:p>
            <a:endParaRPr/>
          </a:p>
        </p:txBody>
      </p:sp>
      <p:sp>
        <p:nvSpPr>
          <p:cNvPr id="502" name="Shape 502"/>
          <p:cNvSpPr txBox="1">
            <a:spLocks noGrp="1"/>
          </p:cNvSpPr>
          <p:nvPr>
            <p:ph type="dt" idx="10"/>
          </p:nvPr>
        </p:nvSpPr>
        <p:spPr>
          <a:xfrm>
            <a:off x="457200" y="6356350"/>
            <a:ext cx="2133600" cy="3651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03" name="Shape 503"/>
          <p:cNvSpPr txBox="1">
            <a:spLocks noGrp="1"/>
          </p:cNvSpPr>
          <p:nvPr>
            <p:ph type="ftr" idx="11"/>
          </p:nvPr>
        </p:nvSpPr>
        <p:spPr>
          <a:xfrm>
            <a:off x="3124200" y="6356350"/>
            <a:ext cx="2895600" cy="3651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04" name="Shape 504"/>
          <p:cNvSpPr txBox="1">
            <a:spLocks noGrp="1"/>
          </p:cNvSpPr>
          <p:nvPr>
            <p:ph type="sldNum" idx="12"/>
          </p:nvPr>
        </p:nvSpPr>
        <p:spPr>
          <a:xfrm>
            <a:off x="6553200" y="6356350"/>
            <a:ext cx="2133600" cy="3651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FFFFFF"/>
              </a:buClr>
              <a:buSzPct val="25000"/>
              <a:buFont typeface="Arial"/>
              <a:buNone/>
            </a:pPr>
            <a:fld id="{00000000-1234-1234-1234-123412341234}" type="slidenum">
              <a:rPr lang="en" sz="1800" b="0" i="0" u="none" strike="noStrike" cap="none">
                <a:solidFill>
                  <a:srgbClr val="FFFFFF"/>
                </a:solidFill>
                <a:latin typeface="Arial"/>
                <a:ea typeface="Arial"/>
                <a:cs typeface="Arial"/>
                <a:sym typeface="Arial"/>
              </a:rPr>
              <a:t>‹#›</a:t>
            </a:fld>
            <a:endParaRPr lang="en" sz="18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USE THIS SLIDE 1">
    <p:spTree>
      <p:nvGrpSpPr>
        <p:cNvPr id="1" name="Shape 505"/>
        <p:cNvGrpSpPr/>
        <p:nvPr/>
      </p:nvGrpSpPr>
      <p:grpSpPr>
        <a:xfrm>
          <a:off x="0" y="0"/>
          <a:ext cx="0" cy="0"/>
          <a:chOff x="0" y="0"/>
          <a:chExt cx="0" cy="0"/>
        </a:xfrm>
      </p:grpSpPr>
      <p:sp>
        <p:nvSpPr>
          <p:cNvPr id="506" name="Shape 506"/>
          <p:cNvSpPr/>
          <p:nvPr/>
        </p:nvSpPr>
        <p:spPr>
          <a:xfrm>
            <a:off x="8166846" y="282573"/>
            <a:ext cx="685800" cy="1599900"/>
          </a:xfrm>
          <a:prstGeom prst="rect">
            <a:avLst/>
          </a:prstGeom>
          <a:solidFill>
            <a:srgbClr val="006F4B"/>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Candara"/>
              <a:ea typeface="Candara"/>
              <a:cs typeface="Candara"/>
              <a:sym typeface="Candara"/>
            </a:endParaRPr>
          </a:p>
        </p:txBody>
      </p:sp>
      <p:sp>
        <p:nvSpPr>
          <p:cNvPr id="507" name="Shape 507"/>
          <p:cNvSpPr txBox="1">
            <a:spLocks noGrp="1"/>
          </p:cNvSpPr>
          <p:nvPr>
            <p:ph type="title"/>
          </p:nvPr>
        </p:nvSpPr>
        <p:spPr>
          <a:xfrm>
            <a:off x="498474" y="152400"/>
            <a:ext cx="7556400" cy="11157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Tahoma"/>
              <a:buNone/>
              <a:defRPr i="0" u="none" strike="noStrike" cap="none">
                <a:solidFill>
                  <a:srgbClr val="006F4B"/>
                </a:solidFill>
                <a:latin typeface="Tahoma"/>
                <a:ea typeface="Tahoma"/>
                <a:cs typeface="Tahoma"/>
                <a:sym typeface="Tahoma"/>
              </a:defRPr>
            </a:lvl1pPr>
            <a:lvl2pPr lvl="1" indent="0" rtl="0">
              <a:spcBef>
                <a:spcPts val="0"/>
              </a:spcBef>
              <a:buFont typeface="Arial"/>
              <a:buNone/>
              <a:defRPr sz="1400" b="1"/>
            </a:lvl2pPr>
            <a:lvl3pPr lvl="2" indent="0" rtl="0">
              <a:spcBef>
                <a:spcPts val="0"/>
              </a:spcBef>
              <a:buFont typeface="Arial"/>
              <a:buNone/>
              <a:defRPr sz="1400" b="1"/>
            </a:lvl3pPr>
            <a:lvl4pPr lvl="3" indent="0" rtl="0">
              <a:spcBef>
                <a:spcPts val="0"/>
              </a:spcBef>
              <a:buFont typeface="Arial"/>
              <a:buNone/>
              <a:defRPr sz="1400" b="1"/>
            </a:lvl4pPr>
            <a:lvl5pPr lvl="4" indent="0" rtl="0">
              <a:spcBef>
                <a:spcPts val="0"/>
              </a:spcBef>
              <a:buFont typeface="Arial"/>
              <a:buNone/>
              <a:defRPr sz="1400" b="1"/>
            </a:lvl5pPr>
            <a:lvl6pPr lvl="5" indent="0" rtl="0">
              <a:spcBef>
                <a:spcPts val="0"/>
              </a:spcBef>
              <a:buFont typeface="Arial"/>
              <a:buNone/>
              <a:defRPr sz="1400" b="1"/>
            </a:lvl6pPr>
            <a:lvl7pPr lvl="6" indent="0" rtl="0">
              <a:spcBef>
                <a:spcPts val="0"/>
              </a:spcBef>
              <a:buFont typeface="Arial"/>
              <a:buNone/>
              <a:defRPr sz="1400" b="1"/>
            </a:lvl7pPr>
            <a:lvl8pPr lvl="7" indent="0" rtl="0">
              <a:spcBef>
                <a:spcPts val="0"/>
              </a:spcBef>
              <a:buFont typeface="Arial"/>
              <a:buNone/>
              <a:defRPr sz="1400" b="1"/>
            </a:lvl8pPr>
            <a:lvl9pPr lvl="8" indent="0" rtl="0">
              <a:spcBef>
                <a:spcPts val="0"/>
              </a:spcBef>
              <a:buFont typeface="Arial"/>
              <a:buNone/>
              <a:defRPr sz="1400" b="1"/>
            </a:lvl9pPr>
          </a:lstStyle>
          <a:p>
            <a:endParaRPr/>
          </a:p>
        </p:txBody>
      </p:sp>
      <p:sp>
        <p:nvSpPr>
          <p:cNvPr id="508" name="Shape 508"/>
          <p:cNvSpPr txBox="1">
            <a:spLocks noGrp="1"/>
          </p:cNvSpPr>
          <p:nvPr>
            <p:ph type="body" idx="1"/>
          </p:nvPr>
        </p:nvSpPr>
        <p:spPr>
          <a:xfrm>
            <a:off x="498475" y="1366332"/>
            <a:ext cx="7556400" cy="4760100"/>
          </a:xfrm>
          <a:prstGeom prst="rect">
            <a:avLst/>
          </a:prstGeom>
          <a:noFill/>
          <a:ln>
            <a:noFill/>
          </a:ln>
        </p:spPr>
        <p:txBody>
          <a:bodyPr lIns="91425" tIns="91425" rIns="91425" bIns="91425" anchor="t" anchorCtr="0"/>
          <a:lstStyle>
            <a:lvl1pPr marL="254000" marR="0" lvl="0" indent="19050" algn="l" rtl="0">
              <a:lnSpc>
                <a:spcPct val="100000"/>
              </a:lnSpc>
              <a:spcBef>
                <a:spcPts val="0"/>
              </a:spcBef>
              <a:spcAft>
                <a:spcPts val="500"/>
              </a:spcAft>
              <a:buClr>
                <a:srgbClr val="3F3F3F"/>
              </a:buClr>
              <a:buChar char="▪"/>
              <a:defRPr b="0" i="0" u="none" strike="noStrike" cap="none">
                <a:solidFill>
                  <a:srgbClr val="3F3F3F"/>
                </a:solidFill>
              </a:defRPr>
            </a:lvl1pPr>
            <a:lvl2pPr marL="342900" marR="0" lvl="1" indent="-1" algn="l" rtl="0">
              <a:lnSpc>
                <a:spcPct val="100000"/>
              </a:lnSpc>
              <a:spcBef>
                <a:spcPts val="0"/>
              </a:spcBef>
              <a:spcAft>
                <a:spcPts val="500"/>
              </a:spcAft>
              <a:buClr>
                <a:srgbClr val="595959"/>
              </a:buClr>
              <a:defRPr b="0" i="0" u="none" strike="noStrike" cap="none">
                <a:solidFill>
                  <a:srgbClr val="595959"/>
                </a:solidFill>
              </a:defRPr>
            </a:lvl2pPr>
            <a:lvl3pPr marL="520700" marR="0" lvl="2" indent="19050" algn="l" rtl="0">
              <a:lnSpc>
                <a:spcPct val="100000"/>
              </a:lnSpc>
              <a:spcBef>
                <a:spcPts val="0"/>
              </a:spcBef>
              <a:spcAft>
                <a:spcPts val="500"/>
              </a:spcAft>
              <a:buClr>
                <a:srgbClr val="7F7F7F"/>
              </a:buClr>
              <a:buChar char="•"/>
              <a:defRPr b="0" i="0" u="none" strike="noStrike" cap="none">
                <a:solidFill>
                  <a:srgbClr val="7F7F7F"/>
                </a:solidFill>
              </a:defRPr>
            </a:lvl3pPr>
            <a:lvl4pPr marL="685800" marR="0" lvl="3" indent="-12700" algn="l" rtl="0">
              <a:lnSpc>
                <a:spcPct val="100000"/>
              </a:lnSpc>
              <a:spcBef>
                <a:spcPts val="0"/>
              </a:spcBef>
              <a:spcAft>
                <a:spcPts val="500"/>
              </a:spcAft>
              <a:buClr>
                <a:srgbClr val="7F7F7F"/>
              </a:buClr>
              <a:buChar char="▪"/>
              <a:defRPr b="0" i="0" u="none" strike="noStrike" cap="none">
                <a:solidFill>
                  <a:srgbClr val="7F7F7F"/>
                </a:solidFill>
              </a:defRPr>
            </a:lvl4pPr>
            <a:lvl5pPr marL="863600" marR="0" lvl="4" indent="-76200" algn="l" rtl="0">
              <a:lnSpc>
                <a:spcPct val="100000"/>
              </a:lnSpc>
              <a:spcBef>
                <a:spcPts val="0"/>
              </a:spcBef>
              <a:spcAft>
                <a:spcPts val="500"/>
              </a:spcAft>
              <a:buClr>
                <a:srgbClr val="7F7F7F"/>
              </a:buClr>
              <a:defRPr b="0" i="0" u="none" strike="noStrike" cap="none">
                <a:solidFill>
                  <a:srgbClr val="7F7F7F"/>
                </a:solidFill>
              </a:defRPr>
            </a:lvl5pPr>
            <a:lvl6pPr marL="1892300" marR="0" lvl="5" indent="19050" algn="l" rtl="0">
              <a:lnSpc>
                <a:spcPct val="100000"/>
              </a:lnSpc>
              <a:spcBef>
                <a:spcPts val="300"/>
              </a:spcBef>
              <a:spcAft>
                <a:spcPts val="0"/>
              </a:spcAft>
              <a:buClr>
                <a:srgbClr val="7F7F7F"/>
              </a:buClr>
              <a:buChar char="•"/>
              <a:defRPr b="0" i="0" u="none" strike="noStrike" cap="none">
                <a:solidFill>
                  <a:srgbClr val="7F7F7F"/>
                </a:solidFill>
              </a:defRPr>
            </a:lvl6pPr>
            <a:lvl7pPr marL="2235200" marR="0" lvl="6" indent="19050" algn="l" rtl="0">
              <a:lnSpc>
                <a:spcPct val="100000"/>
              </a:lnSpc>
              <a:spcBef>
                <a:spcPts val="300"/>
              </a:spcBef>
              <a:spcAft>
                <a:spcPts val="0"/>
              </a:spcAft>
              <a:buClr>
                <a:srgbClr val="7F7F7F"/>
              </a:buClr>
              <a:buChar char="•"/>
              <a:defRPr b="0" i="0" u="none" strike="noStrike" cap="none">
                <a:solidFill>
                  <a:srgbClr val="7F7F7F"/>
                </a:solidFill>
              </a:defRPr>
            </a:lvl7pPr>
            <a:lvl8pPr marL="2578100" marR="0" lvl="7" indent="19050" algn="l" rtl="0">
              <a:lnSpc>
                <a:spcPct val="100000"/>
              </a:lnSpc>
              <a:spcBef>
                <a:spcPts val="300"/>
              </a:spcBef>
              <a:spcAft>
                <a:spcPts val="0"/>
              </a:spcAft>
              <a:buClr>
                <a:srgbClr val="7F7F7F"/>
              </a:buClr>
              <a:buChar char="•"/>
              <a:defRPr b="0" i="0" u="none" strike="noStrike" cap="none">
                <a:solidFill>
                  <a:srgbClr val="7F7F7F"/>
                </a:solidFill>
              </a:defRPr>
            </a:lvl8pPr>
            <a:lvl9pPr marL="2921000" marR="0" lvl="8" indent="19050" algn="l" rtl="0">
              <a:lnSpc>
                <a:spcPct val="100000"/>
              </a:lnSpc>
              <a:spcBef>
                <a:spcPts val="300"/>
              </a:spcBef>
              <a:spcAft>
                <a:spcPts val="0"/>
              </a:spcAft>
              <a:buClr>
                <a:srgbClr val="7F7F7F"/>
              </a:buClr>
              <a:buChar char="•"/>
              <a:defRPr b="0" i="0" u="none" strike="noStrike" cap="none">
                <a:solidFill>
                  <a:srgbClr val="7F7F7F"/>
                </a:solidFill>
              </a:defRPr>
            </a:lvl9pPr>
          </a:lstStyle>
          <a:p>
            <a:endParaRPr/>
          </a:p>
        </p:txBody>
      </p:sp>
      <p:sp>
        <p:nvSpPr>
          <p:cNvPr id="509" name="Shape 509"/>
          <p:cNvSpPr txBox="1"/>
          <p:nvPr/>
        </p:nvSpPr>
        <p:spPr>
          <a:xfrm>
            <a:off x="223185" y="228600"/>
            <a:ext cx="260999" cy="5541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Candara"/>
              <a:buNone/>
            </a:pPr>
            <a:r>
              <a:rPr lang="en" sz="2700" b="1" i="0" u="none" strike="noStrike" cap="none">
                <a:solidFill>
                  <a:srgbClr val="7F7F7F"/>
                </a:solidFill>
                <a:latin typeface="Candara"/>
                <a:ea typeface="Candara"/>
                <a:cs typeface="Candara"/>
                <a:sym typeface="Candara"/>
              </a:rPr>
              <a:t>+</a:t>
            </a:r>
          </a:p>
        </p:txBody>
      </p:sp>
      <p:sp>
        <p:nvSpPr>
          <p:cNvPr id="510" name="Shape 510"/>
          <p:cNvSpPr txBox="1"/>
          <p:nvPr/>
        </p:nvSpPr>
        <p:spPr>
          <a:xfrm>
            <a:off x="8178792" y="282573"/>
            <a:ext cx="673800" cy="369300"/>
          </a:xfrm>
          <a:prstGeom prst="rect">
            <a:avLst/>
          </a:prstGeom>
          <a:noFill/>
          <a:ln>
            <a:noFill/>
          </a:ln>
        </p:spPr>
        <p:txBody>
          <a:bodyPr lIns="68575" tIns="34275" rIns="68575" bIns="34275" anchor="t" anchorCtr="0">
            <a:noAutofit/>
          </a:bodyPr>
          <a:lstStyle/>
          <a:p>
            <a:pPr marL="0" marR="0" lvl="0" indent="0" algn="ctr" rtl="0">
              <a:lnSpc>
                <a:spcPct val="100000"/>
              </a:lnSpc>
              <a:spcBef>
                <a:spcPts val="0"/>
              </a:spcBef>
              <a:spcAft>
                <a:spcPts val="0"/>
              </a:spcAft>
              <a:buClr>
                <a:schemeClr val="lt1"/>
              </a:buClr>
              <a:buSzPct val="25000"/>
              <a:buFont typeface="Candara"/>
              <a:buNone/>
            </a:pPr>
            <a:fld id="{00000000-1234-1234-1234-123412341234}" type="slidenum">
              <a:rPr lang="en" sz="1400" b="0" i="0" u="none" strike="noStrike" cap="none">
                <a:solidFill>
                  <a:schemeClr val="lt1"/>
                </a:solidFill>
                <a:latin typeface="Candara"/>
                <a:ea typeface="Candara"/>
                <a:cs typeface="Candara"/>
                <a:sym typeface="Candara"/>
              </a:rPr>
              <a:t>‹#›</a:t>
            </a:fld>
            <a:endParaRPr lang="en" sz="1400" b="0" i="0" u="none" strike="noStrike" cap="none">
              <a:solidFill>
                <a:schemeClr val="lt1"/>
              </a:solidFill>
              <a:latin typeface="Candara"/>
              <a:ea typeface="Candara"/>
              <a:cs typeface="Candara"/>
              <a:sym typeface="Candara"/>
            </a:endParaRPr>
          </a:p>
        </p:txBody>
      </p:sp>
      <p:pic>
        <p:nvPicPr>
          <p:cNvPr id="511" name="Shape 511" descr="TNM_green_1line_L.pdf"/>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pic>
        <p:nvPicPr>
          <p:cNvPr id="512" name="Shape 51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84093" y="6362934"/>
            <a:ext cx="863700" cy="318900"/>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USE THIS SLIDE 2">
    <p:spTree>
      <p:nvGrpSpPr>
        <p:cNvPr id="1" name="Shape 513"/>
        <p:cNvGrpSpPr/>
        <p:nvPr/>
      </p:nvGrpSpPr>
      <p:grpSpPr>
        <a:xfrm>
          <a:off x="0" y="0"/>
          <a:ext cx="0" cy="0"/>
          <a:chOff x="0" y="0"/>
          <a:chExt cx="0" cy="0"/>
        </a:xfrm>
      </p:grpSpPr>
      <p:sp>
        <p:nvSpPr>
          <p:cNvPr id="514" name="Shape 514"/>
          <p:cNvSpPr/>
          <p:nvPr/>
        </p:nvSpPr>
        <p:spPr>
          <a:xfrm>
            <a:off x="8166846" y="282573"/>
            <a:ext cx="685800" cy="1599900"/>
          </a:xfrm>
          <a:prstGeom prst="rect">
            <a:avLst/>
          </a:prstGeom>
          <a:solidFill>
            <a:srgbClr val="006F4B"/>
          </a:solidFill>
          <a:ln>
            <a:noFill/>
          </a:ln>
        </p:spPr>
        <p:txBody>
          <a:bodyPr lIns="68575" tIns="34275" rIns="68575" bIns="34275"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Candara"/>
              <a:ea typeface="Candara"/>
              <a:cs typeface="Candara"/>
              <a:sym typeface="Candara"/>
            </a:endParaRPr>
          </a:p>
        </p:txBody>
      </p:sp>
      <p:sp>
        <p:nvSpPr>
          <p:cNvPr id="515" name="Shape 515"/>
          <p:cNvSpPr txBox="1">
            <a:spLocks noGrp="1"/>
          </p:cNvSpPr>
          <p:nvPr>
            <p:ph type="title"/>
          </p:nvPr>
        </p:nvSpPr>
        <p:spPr>
          <a:xfrm>
            <a:off x="498474" y="152400"/>
            <a:ext cx="7556400" cy="11157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6F4B"/>
              </a:buClr>
              <a:buFont typeface="Tahoma"/>
              <a:buNone/>
              <a:defRPr i="0" u="none" strike="noStrike" cap="none">
                <a:solidFill>
                  <a:srgbClr val="006F4B"/>
                </a:solidFill>
                <a:latin typeface="Tahoma"/>
                <a:ea typeface="Tahoma"/>
                <a:cs typeface="Tahoma"/>
                <a:sym typeface="Tahoma"/>
              </a:defRPr>
            </a:lvl1pPr>
            <a:lvl2pPr lvl="1" indent="0" rtl="0">
              <a:spcBef>
                <a:spcPts val="0"/>
              </a:spcBef>
              <a:buFont typeface="Arial"/>
              <a:buNone/>
              <a:defRPr sz="1400" b="1"/>
            </a:lvl2pPr>
            <a:lvl3pPr lvl="2" indent="0" rtl="0">
              <a:spcBef>
                <a:spcPts val="0"/>
              </a:spcBef>
              <a:buFont typeface="Arial"/>
              <a:buNone/>
              <a:defRPr sz="1400" b="1"/>
            </a:lvl3pPr>
            <a:lvl4pPr lvl="3" indent="0" rtl="0">
              <a:spcBef>
                <a:spcPts val="0"/>
              </a:spcBef>
              <a:buFont typeface="Arial"/>
              <a:buNone/>
              <a:defRPr sz="1400" b="1"/>
            </a:lvl4pPr>
            <a:lvl5pPr lvl="4" indent="0" rtl="0">
              <a:spcBef>
                <a:spcPts val="0"/>
              </a:spcBef>
              <a:buFont typeface="Arial"/>
              <a:buNone/>
              <a:defRPr sz="1400" b="1"/>
            </a:lvl5pPr>
            <a:lvl6pPr lvl="5" indent="0" rtl="0">
              <a:spcBef>
                <a:spcPts val="0"/>
              </a:spcBef>
              <a:buFont typeface="Arial"/>
              <a:buNone/>
              <a:defRPr sz="1400" b="1"/>
            </a:lvl6pPr>
            <a:lvl7pPr lvl="6" indent="0" rtl="0">
              <a:spcBef>
                <a:spcPts val="0"/>
              </a:spcBef>
              <a:buFont typeface="Arial"/>
              <a:buNone/>
              <a:defRPr sz="1400" b="1"/>
            </a:lvl7pPr>
            <a:lvl8pPr lvl="7" indent="0" rtl="0">
              <a:spcBef>
                <a:spcPts val="0"/>
              </a:spcBef>
              <a:buFont typeface="Arial"/>
              <a:buNone/>
              <a:defRPr sz="1400" b="1"/>
            </a:lvl8pPr>
            <a:lvl9pPr lvl="8" indent="0" rtl="0">
              <a:spcBef>
                <a:spcPts val="0"/>
              </a:spcBef>
              <a:buFont typeface="Arial"/>
              <a:buNone/>
              <a:defRPr sz="1400" b="1"/>
            </a:lvl9pPr>
          </a:lstStyle>
          <a:p>
            <a:endParaRPr/>
          </a:p>
        </p:txBody>
      </p:sp>
      <p:sp>
        <p:nvSpPr>
          <p:cNvPr id="516" name="Shape 516"/>
          <p:cNvSpPr txBox="1">
            <a:spLocks noGrp="1"/>
          </p:cNvSpPr>
          <p:nvPr>
            <p:ph type="body" idx="1"/>
          </p:nvPr>
        </p:nvSpPr>
        <p:spPr>
          <a:xfrm>
            <a:off x="498475" y="1366332"/>
            <a:ext cx="7556400" cy="4760100"/>
          </a:xfrm>
          <a:prstGeom prst="rect">
            <a:avLst/>
          </a:prstGeom>
          <a:noFill/>
          <a:ln>
            <a:noFill/>
          </a:ln>
        </p:spPr>
        <p:txBody>
          <a:bodyPr lIns="91425" tIns="91425" rIns="91425" bIns="91425" anchor="t" anchorCtr="0"/>
          <a:lstStyle>
            <a:lvl1pPr marL="254000" marR="0" lvl="0" indent="19050" algn="l" rtl="0">
              <a:lnSpc>
                <a:spcPct val="100000"/>
              </a:lnSpc>
              <a:spcBef>
                <a:spcPts val="0"/>
              </a:spcBef>
              <a:spcAft>
                <a:spcPts val="500"/>
              </a:spcAft>
              <a:buClr>
                <a:srgbClr val="3F3F3F"/>
              </a:buClr>
              <a:buChar char="▪"/>
              <a:defRPr b="0" i="0" u="none" strike="noStrike" cap="none">
                <a:solidFill>
                  <a:srgbClr val="3F3F3F"/>
                </a:solidFill>
              </a:defRPr>
            </a:lvl1pPr>
            <a:lvl2pPr marL="342900" marR="0" lvl="1" indent="-1" algn="l" rtl="0">
              <a:lnSpc>
                <a:spcPct val="100000"/>
              </a:lnSpc>
              <a:spcBef>
                <a:spcPts val="0"/>
              </a:spcBef>
              <a:spcAft>
                <a:spcPts val="500"/>
              </a:spcAft>
              <a:buClr>
                <a:srgbClr val="595959"/>
              </a:buClr>
              <a:defRPr b="0" i="0" u="none" strike="noStrike" cap="none">
                <a:solidFill>
                  <a:srgbClr val="595959"/>
                </a:solidFill>
              </a:defRPr>
            </a:lvl2pPr>
            <a:lvl3pPr marL="520700" marR="0" lvl="2" indent="19050" algn="l" rtl="0">
              <a:lnSpc>
                <a:spcPct val="100000"/>
              </a:lnSpc>
              <a:spcBef>
                <a:spcPts val="0"/>
              </a:spcBef>
              <a:spcAft>
                <a:spcPts val="500"/>
              </a:spcAft>
              <a:buClr>
                <a:srgbClr val="7F7F7F"/>
              </a:buClr>
              <a:buChar char="•"/>
              <a:defRPr b="0" i="0" u="none" strike="noStrike" cap="none">
                <a:solidFill>
                  <a:srgbClr val="7F7F7F"/>
                </a:solidFill>
              </a:defRPr>
            </a:lvl3pPr>
            <a:lvl4pPr marL="685800" marR="0" lvl="3" indent="-12700" algn="l" rtl="0">
              <a:lnSpc>
                <a:spcPct val="100000"/>
              </a:lnSpc>
              <a:spcBef>
                <a:spcPts val="0"/>
              </a:spcBef>
              <a:spcAft>
                <a:spcPts val="500"/>
              </a:spcAft>
              <a:buClr>
                <a:srgbClr val="7F7F7F"/>
              </a:buClr>
              <a:buChar char="▪"/>
              <a:defRPr b="0" i="0" u="none" strike="noStrike" cap="none">
                <a:solidFill>
                  <a:srgbClr val="7F7F7F"/>
                </a:solidFill>
              </a:defRPr>
            </a:lvl4pPr>
            <a:lvl5pPr marL="863600" marR="0" lvl="4" indent="-76200" algn="l" rtl="0">
              <a:lnSpc>
                <a:spcPct val="100000"/>
              </a:lnSpc>
              <a:spcBef>
                <a:spcPts val="0"/>
              </a:spcBef>
              <a:spcAft>
                <a:spcPts val="500"/>
              </a:spcAft>
              <a:buClr>
                <a:srgbClr val="7F7F7F"/>
              </a:buClr>
              <a:defRPr b="0" i="0" u="none" strike="noStrike" cap="none">
                <a:solidFill>
                  <a:srgbClr val="7F7F7F"/>
                </a:solidFill>
              </a:defRPr>
            </a:lvl5pPr>
            <a:lvl6pPr marL="1892300" marR="0" lvl="5" indent="19050" algn="l" rtl="0">
              <a:lnSpc>
                <a:spcPct val="100000"/>
              </a:lnSpc>
              <a:spcBef>
                <a:spcPts val="300"/>
              </a:spcBef>
              <a:spcAft>
                <a:spcPts val="0"/>
              </a:spcAft>
              <a:buClr>
                <a:srgbClr val="7F7F7F"/>
              </a:buClr>
              <a:buChar char="•"/>
              <a:defRPr b="0" i="0" u="none" strike="noStrike" cap="none">
                <a:solidFill>
                  <a:srgbClr val="7F7F7F"/>
                </a:solidFill>
              </a:defRPr>
            </a:lvl6pPr>
            <a:lvl7pPr marL="2235200" marR="0" lvl="6" indent="19050" algn="l" rtl="0">
              <a:lnSpc>
                <a:spcPct val="100000"/>
              </a:lnSpc>
              <a:spcBef>
                <a:spcPts val="300"/>
              </a:spcBef>
              <a:spcAft>
                <a:spcPts val="0"/>
              </a:spcAft>
              <a:buClr>
                <a:srgbClr val="7F7F7F"/>
              </a:buClr>
              <a:buChar char="•"/>
              <a:defRPr b="0" i="0" u="none" strike="noStrike" cap="none">
                <a:solidFill>
                  <a:srgbClr val="7F7F7F"/>
                </a:solidFill>
              </a:defRPr>
            </a:lvl7pPr>
            <a:lvl8pPr marL="2578100" marR="0" lvl="7" indent="19050" algn="l" rtl="0">
              <a:lnSpc>
                <a:spcPct val="100000"/>
              </a:lnSpc>
              <a:spcBef>
                <a:spcPts val="300"/>
              </a:spcBef>
              <a:spcAft>
                <a:spcPts val="0"/>
              </a:spcAft>
              <a:buClr>
                <a:srgbClr val="7F7F7F"/>
              </a:buClr>
              <a:buChar char="•"/>
              <a:defRPr b="0" i="0" u="none" strike="noStrike" cap="none">
                <a:solidFill>
                  <a:srgbClr val="7F7F7F"/>
                </a:solidFill>
              </a:defRPr>
            </a:lvl8pPr>
            <a:lvl9pPr marL="2921000" marR="0" lvl="8" indent="19050" algn="l" rtl="0">
              <a:lnSpc>
                <a:spcPct val="100000"/>
              </a:lnSpc>
              <a:spcBef>
                <a:spcPts val="300"/>
              </a:spcBef>
              <a:spcAft>
                <a:spcPts val="0"/>
              </a:spcAft>
              <a:buClr>
                <a:srgbClr val="7F7F7F"/>
              </a:buClr>
              <a:buChar char="•"/>
              <a:defRPr b="0" i="0" u="none" strike="noStrike" cap="none">
                <a:solidFill>
                  <a:srgbClr val="7F7F7F"/>
                </a:solidFill>
              </a:defRPr>
            </a:lvl9pPr>
          </a:lstStyle>
          <a:p>
            <a:endParaRPr/>
          </a:p>
        </p:txBody>
      </p:sp>
      <p:sp>
        <p:nvSpPr>
          <p:cNvPr id="517" name="Shape 517"/>
          <p:cNvSpPr txBox="1"/>
          <p:nvPr/>
        </p:nvSpPr>
        <p:spPr>
          <a:xfrm>
            <a:off x="223185" y="228600"/>
            <a:ext cx="260999" cy="5541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Candara"/>
              <a:buNone/>
            </a:pPr>
            <a:r>
              <a:rPr lang="en" sz="2700" b="1" i="0" u="none" strike="noStrike" cap="none">
                <a:solidFill>
                  <a:srgbClr val="7F7F7F"/>
                </a:solidFill>
                <a:latin typeface="Candara"/>
                <a:ea typeface="Candara"/>
                <a:cs typeface="Candara"/>
                <a:sym typeface="Candara"/>
              </a:rPr>
              <a:t>+</a:t>
            </a:r>
          </a:p>
        </p:txBody>
      </p:sp>
      <p:sp>
        <p:nvSpPr>
          <p:cNvPr id="518" name="Shape 518"/>
          <p:cNvSpPr txBox="1"/>
          <p:nvPr/>
        </p:nvSpPr>
        <p:spPr>
          <a:xfrm>
            <a:off x="8178792" y="282573"/>
            <a:ext cx="673800" cy="369300"/>
          </a:xfrm>
          <a:prstGeom prst="rect">
            <a:avLst/>
          </a:prstGeom>
          <a:noFill/>
          <a:ln>
            <a:noFill/>
          </a:ln>
        </p:spPr>
        <p:txBody>
          <a:bodyPr lIns="68575" tIns="34275" rIns="68575" bIns="34275" anchor="t" anchorCtr="0">
            <a:noAutofit/>
          </a:bodyPr>
          <a:lstStyle/>
          <a:p>
            <a:pPr marL="0" marR="0" lvl="0" indent="0" algn="ctr" rtl="0">
              <a:lnSpc>
                <a:spcPct val="100000"/>
              </a:lnSpc>
              <a:spcBef>
                <a:spcPts val="0"/>
              </a:spcBef>
              <a:spcAft>
                <a:spcPts val="0"/>
              </a:spcAft>
              <a:buClr>
                <a:schemeClr val="lt1"/>
              </a:buClr>
              <a:buSzPct val="25000"/>
              <a:buFont typeface="Candara"/>
              <a:buNone/>
            </a:pPr>
            <a:fld id="{00000000-1234-1234-1234-123412341234}" type="slidenum">
              <a:rPr lang="en" sz="1400" b="0" i="0" u="none" strike="noStrike" cap="none">
                <a:solidFill>
                  <a:schemeClr val="lt1"/>
                </a:solidFill>
                <a:latin typeface="Candara"/>
                <a:ea typeface="Candara"/>
                <a:cs typeface="Candara"/>
                <a:sym typeface="Candara"/>
              </a:rPr>
              <a:t>‹#›</a:t>
            </a:fld>
            <a:endParaRPr lang="en" sz="1400" b="0" i="0" u="none" strike="noStrike" cap="none">
              <a:solidFill>
                <a:schemeClr val="lt1"/>
              </a:solidFill>
              <a:latin typeface="Candara"/>
              <a:ea typeface="Candara"/>
              <a:cs typeface="Candara"/>
              <a:sym typeface="Candara"/>
            </a:endParaRPr>
          </a:p>
        </p:txBody>
      </p:sp>
      <p:pic>
        <p:nvPicPr>
          <p:cNvPr id="519" name="Shape 519" descr="TNM_green_1line_L.pdf"/>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pic>
        <p:nvPicPr>
          <p:cNvPr id="520" name="Shape 5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84093" y="6362934"/>
            <a:ext cx="863700" cy="318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4" Type="http://schemas.openxmlformats.org/officeDocument/2006/relationships/theme" Target="../theme/theme2.xml"/><Relationship Id="rId5" Type="http://schemas.openxmlformats.org/officeDocument/2006/relationships/image" Target="../media/image1.png"/><Relationship Id="rId6"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theme" Target="../theme/theme3.xml"/><Relationship Id="rId7" Type="http://schemas.openxmlformats.org/officeDocument/2006/relationships/image" Target="../media/image1.png"/><Relationship Id="rId8" Type="http://schemas.openxmlformats.org/officeDocument/2006/relationships/image" Target="../media/image2.png"/><Relationship Id="rId1" Type="http://schemas.openxmlformats.org/officeDocument/2006/relationships/slideLayout" Target="../slideLayouts/slideLayout15.xml"/><Relationship Id="rId2"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theme" Target="../theme/theme4.xml"/><Relationship Id="rId8" Type="http://schemas.openxmlformats.org/officeDocument/2006/relationships/image" Target="../media/image1.png"/><Relationship Id="rId9" Type="http://schemas.openxmlformats.org/officeDocument/2006/relationships/image" Target="../media/image2.png"/><Relationship Id="rId1" Type="http://schemas.openxmlformats.org/officeDocument/2006/relationships/slideLayout" Target="../slideLayouts/slideLayout20.xml"/><Relationship Id="rId2"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theme" Target="../theme/theme5.xml"/><Relationship Id="rId7" Type="http://schemas.openxmlformats.org/officeDocument/2006/relationships/image" Target="../media/image1.png"/><Relationship Id="rId8" Type="http://schemas.openxmlformats.org/officeDocument/2006/relationships/image" Target="../media/image2.png"/><Relationship Id="rId1" Type="http://schemas.openxmlformats.org/officeDocument/2006/relationships/slideLayout" Target="../slideLayouts/slideLayout26.xml"/><Relationship Id="rId2"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theme" Target="../theme/theme6.xml"/><Relationship Id="rId7" Type="http://schemas.openxmlformats.org/officeDocument/2006/relationships/image" Target="../media/image1.png"/><Relationship Id="rId8" Type="http://schemas.openxmlformats.org/officeDocument/2006/relationships/image" Target="../media/image2.png"/><Relationship Id="rId1" Type="http://schemas.openxmlformats.org/officeDocument/2006/relationships/slideLayout" Target="../slideLayouts/slideLayout31.xml"/><Relationship Id="rId2" Type="http://schemas.openxmlformats.org/officeDocument/2006/relationships/slideLayout" Target="../slideLayouts/slideLayout32.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47.xml"/><Relationship Id="rId12" Type="http://schemas.openxmlformats.org/officeDocument/2006/relationships/theme" Target="../theme/theme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theme" Target="../theme/theme9.xml"/><Relationship Id="rId1" Type="http://schemas.openxmlformats.org/officeDocument/2006/relationships/slideLayout" Target="../slideLayouts/slideLayout48.xml"/><Relationship Id="rId2" Type="http://schemas.openxmlformats.org/officeDocument/2006/relationships/slideLayout" Target="../slideLayouts/slideLayout4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theme" Target="../theme/theme10.xml"/><Relationship Id="rId1" Type="http://schemas.openxmlformats.org/officeDocument/2006/relationships/slideLayout" Target="../slideLayouts/slideLayout57.xml"/><Relationship Id="rId2" Type="http://schemas.openxmlformats.org/officeDocument/2006/relationships/slideLayout" Target="../slideLayouts/slideLayout58.xml"/></Relationships>
</file>

<file path=ppt/slideMasters/_rels/slideMaster11.xml.rels><?xml version="1.0" encoding="UTF-8" standalone="yes"?>
<Relationships xmlns="http://schemas.openxmlformats.org/package/2006/relationships"><Relationship Id="rId11" Type="http://schemas.openxmlformats.org/officeDocument/2006/relationships/theme" Target="../theme/theme11.xml"/><Relationship Id="rId12" Type="http://schemas.openxmlformats.org/officeDocument/2006/relationships/image" Target="../media/image1.png"/><Relationship Id="rId13" Type="http://schemas.openxmlformats.org/officeDocument/2006/relationships/image" Target="../media/image15.png"/><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9" Type="http://schemas.openxmlformats.org/officeDocument/2006/relationships/slideLayout" Target="../slideLayouts/slideLayout71.xml"/><Relationship Id="rId10"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6"/>
            <a:ext cx="8520600" cy="7635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8" name="Shape 8"/>
          <p:cNvSpPr txBox="1">
            <a:spLocks noGrp="1"/>
          </p:cNvSpPr>
          <p:nvPr>
            <p:ph type="sldNum" idx="12"/>
          </p:nvPr>
        </p:nvSpPr>
        <p:spPr>
          <a:xfrm>
            <a:off x="8472457" y="6217622"/>
            <a:ext cx="548700" cy="5247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n" sz="1000">
                <a:solidFill>
                  <a:schemeClr val="dk2"/>
                </a:solidFill>
              </a:rPr>
              <a:t>‹#›</a:t>
            </a:fld>
            <a:endParaRPr lang="en"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Shape 51"/>
          <p:cNvSpPr/>
          <p:nvPr/>
        </p:nvSpPr>
        <p:spPr>
          <a:xfrm>
            <a:off x="8166846" y="282573"/>
            <a:ext cx="685800" cy="15999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52" name="Shape 52"/>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6F4B"/>
              </a:buClr>
              <a:buFont typeface="Arial"/>
              <a:buNone/>
              <a:defRPr sz="3600" b="0" i="0" u="none" strike="noStrike" cap="none">
                <a:solidFill>
                  <a:srgbClr val="006F4B"/>
                </a:solidFill>
                <a:latin typeface="Arial"/>
                <a:ea typeface="Arial"/>
                <a:cs typeface="Arial"/>
                <a:sym typeface="Arial"/>
              </a:defRPr>
            </a:lvl1pPr>
            <a:lvl2pPr lvl="1" indent="0" rtl="0">
              <a:spcBef>
                <a:spcPts val="0"/>
              </a:spcBef>
              <a:buFont typeface="Arial"/>
              <a:buNone/>
              <a:defRPr sz="1800"/>
            </a:lvl2pPr>
            <a:lvl3pPr lvl="2" indent="0" rtl="0">
              <a:spcBef>
                <a:spcPts val="0"/>
              </a:spcBef>
              <a:buFont typeface="Arial"/>
              <a:buNone/>
              <a:defRPr sz="1800"/>
            </a:lvl3pPr>
            <a:lvl4pPr lvl="3" indent="0" rtl="0">
              <a:spcBef>
                <a:spcPts val="0"/>
              </a:spcBef>
              <a:buFont typeface="Arial"/>
              <a:buNone/>
              <a:defRPr sz="1800"/>
            </a:lvl4pPr>
            <a:lvl5pPr lvl="4" indent="0" rtl="0">
              <a:spcBef>
                <a:spcPts val="0"/>
              </a:spcBef>
              <a:buFont typeface="Arial"/>
              <a:buNone/>
              <a:defRPr sz="1800"/>
            </a:lvl5pPr>
            <a:lvl6pPr lvl="5" indent="0" rtl="0">
              <a:spcBef>
                <a:spcPts val="0"/>
              </a:spcBef>
              <a:buFont typeface="Arial"/>
              <a:buNone/>
              <a:defRPr sz="1800"/>
            </a:lvl6pPr>
            <a:lvl7pPr lvl="6" indent="0" rtl="0">
              <a:spcBef>
                <a:spcPts val="0"/>
              </a:spcBef>
              <a:buFont typeface="Arial"/>
              <a:buNone/>
              <a:defRPr sz="1800"/>
            </a:lvl7pPr>
            <a:lvl8pPr lvl="7" indent="0" rtl="0">
              <a:spcBef>
                <a:spcPts val="0"/>
              </a:spcBef>
              <a:buFont typeface="Arial"/>
              <a:buNone/>
              <a:defRPr sz="1800"/>
            </a:lvl8pPr>
            <a:lvl9pPr lvl="8" indent="0" rtl="0">
              <a:spcBef>
                <a:spcPts val="0"/>
              </a:spcBef>
              <a:buFont typeface="Arial"/>
              <a:buNone/>
              <a:defRPr sz="1800"/>
            </a:lvl9pPr>
          </a:lstStyle>
          <a:p>
            <a:endParaRPr/>
          </a:p>
        </p:txBody>
      </p:sp>
      <p:sp>
        <p:nvSpPr>
          <p:cNvPr id="53" name="Shape 53"/>
          <p:cNvSpPr txBox="1">
            <a:spLocks noGrp="1"/>
          </p:cNvSpPr>
          <p:nvPr>
            <p:ph type="body" idx="1"/>
          </p:nvPr>
        </p:nvSpPr>
        <p:spPr>
          <a:xfrm>
            <a:off x="498474" y="1981200"/>
            <a:ext cx="7556400" cy="4144800"/>
          </a:xfrm>
          <a:prstGeom prst="rect">
            <a:avLst/>
          </a:prstGeom>
          <a:noFill/>
          <a:ln>
            <a:noFill/>
          </a:ln>
        </p:spPr>
        <p:txBody>
          <a:bodyPr lIns="91425" tIns="91425" rIns="91425" bIns="91425" anchor="t" anchorCtr="0"/>
          <a:lstStyle>
            <a:lvl1pPr marL="228600" marR="0" lvl="0" indent="-44450" algn="l" rtl="0">
              <a:lnSpc>
                <a:spcPct val="100000"/>
              </a:lnSpc>
              <a:spcBef>
                <a:spcPts val="2000"/>
              </a:spcBef>
              <a:spcAft>
                <a:spcPts val="0"/>
              </a:spcAft>
              <a:buClr>
                <a:srgbClr val="493A13"/>
              </a:buClr>
              <a:buSzPct val="75000"/>
              <a:buFont typeface="Noto Sans Symbols"/>
              <a:buChar char="■"/>
              <a:defRPr sz="2000" b="0" i="0" u="none" strike="noStrike" cap="none">
                <a:solidFill>
                  <a:srgbClr val="595959"/>
                </a:solidFill>
                <a:latin typeface="Times New Roman"/>
                <a:ea typeface="Times New Roman"/>
                <a:cs typeface="Times New Roman"/>
                <a:sym typeface="Times New Roman"/>
              </a:defRPr>
            </a:lvl1pPr>
            <a:lvl2pPr marL="457200" marR="0" lvl="1" indent="-66675" algn="l" rtl="0">
              <a:lnSpc>
                <a:spcPct val="100000"/>
              </a:lnSpc>
              <a:spcBef>
                <a:spcPts val="600"/>
              </a:spcBef>
              <a:spcAft>
                <a:spcPts val="0"/>
              </a:spcAft>
              <a:buClr>
                <a:schemeClr val="accent4"/>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2pPr>
            <a:lvl3pPr marL="685800" marR="0" lvl="2" indent="-66675" algn="l" rtl="0">
              <a:lnSpc>
                <a:spcPct val="100000"/>
              </a:lnSpc>
              <a:spcBef>
                <a:spcPts val="600"/>
              </a:spcBef>
              <a:spcAft>
                <a:spcPts val="0"/>
              </a:spcAft>
              <a:buClr>
                <a:srgbClr val="493A13"/>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3pPr>
            <a:lvl4pPr marL="914400" marR="0" lvl="3" indent="-66675" algn="l" rtl="0">
              <a:lnSpc>
                <a:spcPct val="100000"/>
              </a:lnSpc>
              <a:spcBef>
                <a:spcPts val="600"/>
              </a:spcBef>
              <a:spcAft>
                <a:spcPts val="0"/>
              </a:spcAft>
              <a:buClr>
                <a:schemeClr val="accent4"/>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4pPr>
            <a:lvl5pPr marL="1143000" marR="0" lvl="4" indent="-66675" algn="l" rtl="0">
              <a:lnSpc>
                <a:spcPct val="100000"/>
              </a:lnSpc>
              <a:spcBef>
                <a:spcPts val="600"/>
              </a:spcBef>
              <a:spcAft>
                <a:spcPts val="0"/>
              </a:spcAft>
              <a:buClr>
                <a:srgbClr val="493A13"/>
              </a:buClr>
              <a:buSzPct val="75000"/>
              <a:buFont typeface="Noto Sans Symbols"/>
              <a:buChar char="■"/>
              <a:defRPr sz="1800" b="0" i="0" u="none" strike="noStrike" cap="none">
                <a:solidFill>
                  <a:srgbClr val="595959"/>
                </a:solidFill>
                <a:latin typeface="Times New Roman"/>
                <a:ea typeface="Times New Roman"/>
                <a:cs typeface="Times New Roman"/>
                <a:sym typeface="Times New Roman"/>
              </a:defRPr>
            </a:lvl5pPr>
            <a:lvl6pPr marL="2514600" marR="0" lvl="5"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6pPr>
            <a:lvl7pPr marL="2971800" marR="0" lvl="6"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7pPr>
            <a:lvl8pPr marL="3429000" marR="0" lvl="7"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8pPr>
            <a:lvl9pPr marL="3886200" marR="0" lvl="8" indent="254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54" name="Shape 54"/>
          <p:cNvSpPr txBox="1">
            <a:spLocks noGrp="1"/>
          </p:cNvSpPr>
          <p:nvPr>
            <p:ph type="dt" idx="10"/>
          </p:nvPr>
        </p:nvSpPr>
        <p:spPr>
          <a:xfrm>
            <a:off x="6795246" y="6423583"/>
            <a:ext cx="21336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5" name="Shape 55"/>
          <p:cNvSpPr txBox="1">
            <a:spLocks noGrp="1"/>
          </p:cNvSpPr>
          <p:nvPr>
            <p:ph type="ftr" idx="11"/>
          </p:nvPr>
        </p:nvSpPr>
        <p:spPr>
          <a:xfrm>
            <a:off x="201706" y="6423583"/>
            <a:ext cx="61230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595959"/>
              </a:buClr>
              <a:buFont typeface="Times New Roman"/>
              <a:buNone/>
              <a:defRPr sz="1100" b="0" i="0" u="none" strike="noStrike" cap="none">
                <a:solidFill>
                  <a:srgbClr val="595959"/>
                </a:solidFill>
                <a:latin typeface="Times New Roman"/>
                <a:ea typeface="Times New Roman"/>
                <a:cs typeface="Times New Roman"/>
                <a:sym typeface="Times New Roman"/>
              </a:defRPr>
            </a:lvl1pPr>
            <a:lvl2pPr marL="457200" marR="0" lvl="1"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2pPr>
            <a:lvl3pPr marL="914400" marR="0" lvl="2"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3pPr>
            <a:lvl4pPr marL="1371600" marR="0" lvl="3"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4pPr>
            <a:lvl5pPr marL="1828800" marR="0" lvl="4"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5pPr>
            <a:lvl6pPr marL="2286000" marR="0" lvl="5"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6pPr>
            <a:lvl7pPr marL="2743200" marR="0" lvl="6"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7pPr>
            <a:lvl8pPr marL="3200400" marR="0" lvl="7"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8pPr>
            <a:lvl9pPr marL="3657600" marR="0" lvl="8" indent="0" algn="l" rtl="0">
              <a:lnSpc>
                <a:spcPct val="100000"/>
              </a:lnSpc>
              <a:spcBef>
                <a:spcPts val="0"/>
              </a:spcBef>
              <a:spcAft>
                <a:spcPts val="0"/>
              </a:spcAft>
              <a:buClr>
                <a:schemeClr val="dk1"/>
              </a:buClr>
              <a:buFont typeface="Times New Roman"/>
              <a:buNone/>
              <a:defRPr sz="1800" b="0" i="0" u="none" strike="noStrike" cap="none">
                <a:solidFill>
                  <a:schemeClr val="dk1"/>
                </a:solidFill>
                <a:latin typeface="Times New Roman"/>
                <a:ea typeface="Times New Roman"/>
                <a:cs typeface="Times New Roman"/>
                <a:sym typeface="Times New Roman"/>
              </a:defRPr>
            </a:lvl9pPr>
          </a:lstStyle>
          <a:p>
            <a:endParaRPr/>
          </a:p>
        </p:txBody>
      </p:sp>
      <p:pic>
        <p:nvPicPr>
          <p:cNvPr id="56" name="Shape 56"/>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sp>
        <p:nvSpPr>
          <p:cNvPr id="57" name="Shape 57"/>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Times New Roman"/>
              <a:buNone/>
            </a:pPr>
            <a:r>
              <a:rPr lang="en" sz="3600" b="1" i="0" u="none" strike="noStrike" cap="none">
                <a:solidFill>
                  <a:srgbClr val="7F7F7F"/>
                </a:solidFill>
                <a:latin typeface="Times New Roman"/>
                <a:ea typeface="Times New Roman"/>
                <a:cs typeface="Times New Roman"/>
                <a:sym typeface="Times New Roman"/>
              </a:rPr>
              <a:t>+</a:t>
            </a:r>
          </a:p>
        </p:txBody>
      </p:sp>
      <p:sp>
        <p:nvSpPr>
          <p:cNvPr id="58" name="Shape 58"/>
          <p:cNvSpPr txBox="1"/>
          <p:nvPr/>
        </p:nvSpPr>
        <p:spPr>
          <a:xfrm>
            <a:off x="8166846" y="282573"/>
            <a:ext cx="685800" cy="3693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FFFFFF"/>
              </a:buClr>
              <a:buSzPct val="25000"/>
              <a:buFont typeface="Times New Roman"/>
              <a:buNone/>
            </a:pPr>
            <a:fld id="{00000000-1234-1234-1234-123412341234}" type="slidenum">
              <a:rPr lang="en" sz="1800" b="0" i="0" u="none" strike="noStrike" cap="none">
                <a:solidFill>
                  <a:srgbClr val="FFFFFF"/>
                </a:solidFill>
                <a:latin typeface="Times New Roman"/>
                <a:ea typeface="Times New Roman"/>
                <a:cs typeface="Times New Roman"/>
                <a:sym typeface="Times New Roman"/>
              </a:rPr>
              <a:t>‹#›</a:t>
            </a:fld>
            <a:endParaRPr lang="en" sz="1800" b="0" i="0" u="none" strike="noStrike" cap="none">
              <a:solidFill>
                <a:srgbClr val="FFFFFF"/>
              </a:solidFill>
              <a:latin typeface="Times New Roman"/>
              <a:ea typeface="Times New Roman"/>
              <a:cs typeface="Times New Roman"/>
              <a:sym typeface="Times New Roman"/>
            </a:endParaRPr>
          </a:p>
        </p:txBody>
      </p:sp>
      <p:pic>
        <p:nvPicPr>
          <p:cNvPr id="59" name="Shape 5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84093" y="6362934"/>
            <a:ext cx="863700" cy="318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Shape 90"/>
          <p:cNvSpPr/>
          <p:nvPr/>
        </p:nvSpPr>
        <p:spPr>
          <a:xfrm>
            <a:off x="8166846" y="282572"/>
            <a:ext cx="685800" cy="16005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91" name="Shape 91"/>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6F4B"/>
              </a:buClr>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sp>
        <p:nvSpPr>
          <p:cNvPr id="92" name="Shape 92"/>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50800" algn="l" rtl="0">
              <a:lnSpc>
                <a:spcPct val="100000"/>
              </a:lnSpc>
              <a:spcBef>
                <a:spcPts val="200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1pPr>
            <a:lvl2pPr marL="457200" marR="0" lvl="1" indent="-63500" algn="l" rtl="0">
              <a:lnSpc>
                <a:spcPct val="100000"/>
              </a:lnSpc>
              <a:spcBef>
                <a:spcPts val="600"/>
              </a:spcBef>
              <a:spcAft>
                <a:spcPts val="0"/>
              </a:spcAft>
              <a:buClr>
                <a:schemeClr val="accent4"/>
              </a:buClr>
              <a:buSzPct val="100000"/>
              <a:buFont typeface="Noto Sans Symbols"/>
              <a:buChar char="■"/>
              <a:defRPr sz="1400" b="0" i="0" u="none" strike="noStrike" cap="none">
                <a:solidFill>
                  <a:srgbClr val="000000"/>
                </a:solidFill>
                <a:latin typeface="Arial"/>
                <a:ea typeface="Arial"/>
                <a:cs typeface="Arial"/>
                <a:sym typeface="Arial"/>
              </a:defRPr>
            </a:lvl2pPr>
            <a:lvl3pPr marL="685800" marR="0" lvl="2" indent="-63500" algn="l" rtl="0">
              <a:lnSpc>
                <a:spcPct val="100000"/>
              </a:lnSpc>
              <a:spcBef>
                <a:spcPts val="60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3pPr>
            <a:lvl4pPr marL="914400" marR="0" lvl="3" indent="-63500" algn="l" rtl="0">
              <a:lnSpc>
                <a:spcPct val="100000"/>
              </a:lnSpc>
              <a:spcBef>
                <a:spcPts val="600"/>
              </a:spcBef>
              <a:spcAft>
                <a:spcPts val="0"/>
              </a:spcAft>
              <a:buClr>
                <a:schemeClr val="accent4"/>
              </a:buClr>
              <a:buSzPct val="100000"/>
              <a:buFont typeface="Noto Sans Symbols"/>
              <a:buChar char="■"/>
              <a:defRPr sz="1400" b="0" i="0" u="none" strike="noStrike" cap="none">
                <a:solidFill>
                  <a:srgbClr val="000000"/>
                </a:solidFill>
                <a:latin typeface="Arial"/>
                <a:ea typeface="Arial"/>
                <a:cs typeface="Arial"/>
                <a:sym typeface="Arial"/>
              </a:defRPr>
            </a:lvl4pPr>
            <a:lvl5pPr marL="1143000" marR="0" lvl="4" indent="-63500" algn="l" rtl="0">
              <a:lnSpc>
                <a:spcPct val="100000"/>
              </a:lnSpc>
              <a:spcBef>
                <a:spcPts val="60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5pPr>
            <a:lvl6pPr marL="2514600" marR="0" lvl="5"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3" name="Shape 93"/>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Shape 94"/>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pic>
        <p:nvPicPr>
          <p:cNvPr id="95" name="Shape 95"/>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sp>
        <p:nvSpPr>
          <p:cNvPr id="96" name="Shape 96"/>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Times New Roman"/>
              <a:buNone/>
            </a:pPr>
            <a:r>
              <a:rPr lang="en" sz="3600" b="1" i="0" u="none" strike="noStrike" cap="none">
                <a:solidFill>
                  <a:srgbClr val="7F7F7F"/>
                </a:solidFill>
                <a:latin typeface="Times New Roman"/>
                <a:ea typeface="Times New Roman"/>
                <a:cs typeface="Times New Roman"/>
                <a:sym typeface="Times New Roman"/>
              </a:rPr>
              <a:t>+</a:t>
            </a:r>
          </a:p>
        </p:txBody>
      </p:sp>
      <p:sp>
        <p:nvSpPr>
          <p:cNvPr id="97" name="Shape 97"/>
          <p:cNvSpPr txBox="1"/>
          <p:nvPr/>
        </p:nvSpPr>
        <p:spPr>
          <a:xfrm>
            <a:off x="8166846" y="282572"/>
            <a:ext cx="685800" cy="3693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FFFFFF"/>
              </a:buClr>
              <a:buSzPct val="25000"/>
              <a:buFont typeface="Times New Roman"/>
              <a:buNone/>
            </a:pPr>
            <a:fld id="{00000000-1234-1234-1234-123412341234}" type="slidenum">
              <a:rPr lang="en" sz="1800" b="0" i="0" u="none" strike="noStrike" cap="none">
                <a:solidFill>
                  <a:srgbClr val="FFFFFF"/>
                </a:solidFill>
                <a:latin typeface="Times New Roman"/>
                <a:ea typeface="Times New Roman"/>
                <a:cs typeface="Times New Roman"/>
                <a:sym typeface="Times New Roman"/>
              </a:rPr>
              <a:t>‹#›</a:t>
            </a:fld>
            <a:endParaRPr lang="en" sz="1800" b="0" i="0" u="none" strike="noStrike" cap="none">
              <a:solidFill>
                <a:srgbClr val="FFFFFF"/>
              </a:solidFill>
              <a:latin typeface="Times New Roman"/>
              <a:ea typeface="Times New Roman"/>
              <a:cs typeface="Times New Roman"/>
              <a:sym typeface="Times New Roman"/>
            </a:endParaRPr>
          </a:p>
        </p:txBody>
      </p:sp>
      <p:pic>
        <p:nvPicPr>
          <p:cNvPr id="98" name="Shape 98"/>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84093" y="6362935"/>
            <a:ext cx="863700" cy="318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Shape 134"/>
          <p:cNvSpPr/>
          <p:nvPr/>
        </p:nvSpPr>
        <p:spPr>
          <a:xfrm>
            <a:off x="8166846" y="282574"/>
            <a:ext cx="685800" cy="1600499"/>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35" name="Shape 135"/>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spcBef>
                <a:spcPts val="0"/>
              </a:spcBef>
              <a:buClr>
                <a:srgbClr val="006F4B"/>
              </a:buClr>
              <a:buFont typeface="Arial"/>
              <a:buNone/>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a:p>
        </p:txBody>
      </p:sp>
      <p:sp>
        <p:nvSpPr>
          <p:cNvPr id="136" name="Shape 136"/>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133350" algn="l" rtl="0">
              <a:spcBef>
                <a:spcPts val="2000"/>
              </a:spcBef>
              <a:buClr>
                <a:srgbClr val="493A13"/>
              </a:buClr>
              <a:buFont typeface="Noto Symbol"/>
              <a:buChar char="■"/>
              <a:defRPr/>
            </a:lvl1pPr>
            <a:lvl2pPr marL="457200" marR="0" lvl="1" indent="-142875" algn="l" rtl="0">
              <a:spcBef>
                <a:spcPts val="600"/>
              </a:spcBef>
              <a:buClr>
                <a:schemeClr val="accent4"/>
              </a:buClr>
              <a:buFont typeface="Noto Symbol"/>
              <a:buChar char="■"/>
              <a:defRPr/>
            </a:lvl2pPr>
            <a:lvl3pPr marL="685800" marR="0" lvl="2" indent="-142875" algn="l" rtl="0">
              <a:spcBef>
                <a:spcPts val="600"/>
              </a:spcBef>
              <a:buClr>
                <a:srgbClr val="493A13"/>
              </a:buClr>
              <a:buFont typeface="Noto Symbol"/>
              <a:buChar char="■"/>
              <a:defRPr/>
            </a:lvl3pPr>
            <a:lvl4pPr marL="914400" marR="0" lvl="3" indent="-142875" algn="l" rtl="0">
              <a:spcBef>
                <a:spcPts val="600"/>
              </a:spcBef>
              <a:buClr>
                <a:schemeClr val="accent4"/>
              </a:buClr>
              <a:buFont typeface="Noto Symbol"/>
              <a:buChar char="■"/>
              <a:defRPr/>
            </a:lvl4pPr>
            <a:lvl5pPr marL="1143000" marR="0" lvl="4" indent="-142875" algn="l" rtl="0">
              <a:spcBef>
                <a:spcPts val="600"/>
              </a:spcBef>
              <a:buClr>
                <a:srgbClr val="493A13"/>
              </a:buClr>
              <a:buFont typeface="Noto Symbol"/>
              <a:buChar char="■"/>
              <a:defRPr/>
            </a:lvl5pPr>
            <a:lvl6pPr marL="2514600" marR="0" lvl="5" indent="-101600" algn="l" rtl="0">
              <a:spcBef>
                <a:spcPts val="400"/>
              </a:spcBef>
              <a:buClr>
                <a:schemeClr val="dk1"/>
              </a:buClr>
              <a:buFont typeface="Arial"/>
              <a:buChar char="•"/>
              <a:defRPr/>
            </a:lvl6pPr>
            <a:lvl7pPr marL="2971800" marR="0" lvl="6" indent="-101600" algn="l" rtl="0">
              <a:spcBef>
                <a:spcPts val="400"/>
              </a:spcBef>
              <a:buClr>
                <a:schemeClr val="dk1"/>
              </a:buClr>
              <a:buFont typeface="Arial"/>
              <a:buChar char="•"/>
              <a:defRPr/>
            </a:lvl7pPr>
            <a:lvl8pPr marL="3429000" marR="0" lvl="7" indent="-101600" algn="l" rtl="0">
              <a:spcBef>
                <a:spcPts val="400"/>
              </a:spcBef>
              <a:buClr>
                <a:schemeClr val="dk1"/>
              </a:buClr>
              <a:buFont typeface="Arial"/>
              <a:buChar char="•"/>
              <a:defRPr/>
            </a:lvl8pPr>
            <a:lvl9pPr marL="3886200" marR="0" lvl="8" indent="-101600" algn="l" rtl="0">
              <a:spcBef>
                <a:spcPts val="400"/>
              </a:spcBef>
              <a:buClr>
                <a:schemeClr val="dk1"/>
              </a:buClr>
              <a:buFont typeface="Arial"/>
              <a:buChar char="•"/>
              <a:defRPr/>
            </a:lvl9pPr>
          </a:lstStyle>
          <a:p>
            <a:endParaRPr/>
          </a:p>
        </p:txBody>
      </p:sp>
      <p:sp>
        <p:nvSpPr>
          <p:cNvPr id="137" name="Shape 137"/>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38" name="Shape 138"/>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pic>
        <p:nvPicPr>
          <p:cNvPr id="139" name="Shape 139" descr="TNM_green_1line_L.pdf"/>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sp>
        <p:nvSpPr>
          <p:cNvPr id="140" name="Shape 140"/>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spcBef>
                <a:spcPts val="0"/>
              </a:spcBef>
              <a:buSzPct val="25000"/>
              <a:buNone/>
            </a:pPr>
            <a:r>
              <a:rPr lang="en" sz="3600" b="1" i="0" u="none" strike="noStrike" cap="none">
                <a:solidFill>
                  <a:srgbClr val="7F7F7F"/>
                </a:solidFill>
                <a:latin typeface="Times New Roman"/>
                <a:ea typeface="Times New Roman"/>
                <a:cs typeface="Times New Roman"/>
                <a:sym typeface="Times New Roman"/>
              </a:rPr>
              <a:t>+</a:t>
            </a:r>
          </a:p>
        </p:txBody>
      </p:sp>
      <p:sp>
        <p:nvSpPr>
          <p:cNvPr id="141" name="Shape 141"/>
          <p:cNvSpPr txBox="1"/>
          <p:nvPr/>
        </p:nvSpPr>
        <p:spPr>
          <a:xfrm>
            <a:off x="8166846" y="282574"/>
            <a:ext cx="685800" cy="3693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fld id="{00000000-1234-1234-1234-123412341234}" type="slidenum">
              <a:rPr lang="en" sz="1800" b="0" i="0" u="none" strike="noStrike" cap="none">
                <a:solidFill>
                  <a:srgbClr val="FFFFFF"/>
                </a:solidFill>
                <a:latin typeface="Times New Roman"/>
                <a:ea typeface="Times New Roman"/>
                <a:cs typeface="Times New Roman"/>
                <a:sym typeface="Times New Roman"/>
              </a:rPr>
              <a:t>‹#›</a:t>
            </a:fld>
            <a:endParaRPr lang="en" sz="1800" b="0" i="0" u="none" strike="noStrike" cap="none">
              <a:solidFill>
                <a:srgbClr val="FFFFFF"/>
              </a:solidFill>
              <a:latin typeface="Times New Roman"/>
              <a:ea typeface="Times New Roman"/>
              <a:cs typeface="Times New Roman"/>
              <a:sym typeface="Times New Roman"/>
            </a:endParaRPr>
          </a:p>
        </p:txBody>
      </p:sp>
      <p:pic>
        <p:nvPicPr>
          <p:cNvPr id="142" name="Shape 142"/>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484093" y="6362935"/>
            <a:ext cx="863700" cy="318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Shape 189"/>
          <p:cNvSpPr/>
          <p:nvPr/>
        </p:nvSpPr>
        <p:spPr>
          <a:xfrm>
            <a:off x="8166846" y="282574"/>
            <a:ext cx="685800" cy="1600499"/>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Times New Roman"/>
              <a:ea typeface="Times New Roman"/>
              <a:cs typeface="Times New Roman"/>
              <a:sym typeface="Times New Roman"/>
            </a:endParaRPr>
          </a:p>
        </p:txBody>
      </p:sp>
      <p:sp>
        <p:nvSpPr>
          <p:cNvPr id="190" name="Shape 190"/>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spcBef>
                <a:spcPts val="0"/>
              </a:spcBef>
              <a:buClr>
                <a:srgbClr val="006F4B"/>
              </a:buClr>
              <a:buFont typeface="Arial"/>
              <a:buNone/>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a:p>
        </p:txBody>
      </p:sp>
      <p:sp>
        <p:nvSpPr>
          <p:cNvPr id="191" name="Shape 191"/>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133350" algn="l" rtl="0">
              <a:spcBef>
                <a:spcPts val="2000"/>
              </a:spcBef>
              <a:buClr>
                <a:srgbClr val="493A13"/>
              </a:buClr>
              <a:buFont typeface="Noto Symbol"/>
              <a:buChar char="■"/>
              <a:defRPr/>
            </a:lvl1pPr>
            <a:lvl2pPr marL="457200" marR="0" lvl="1" indent="-142875" algn="l" rtl="0">
              <a:spcBef>
                <a:spcPts val="600"/>
              </a:spcBef>
              <a:buClr>
                <a:schemeClr val="accent4"/>
              </a:buClr>
              <a:buFont typeface="Noto Symbol"/>
              <a:buChar char="■"/>
              <a:defRPr/>
            </a:lvl2pPr>
            <a:lvl3pPr marL="685800" marR="0" lvl="2" indent="-142875" algn="l" rtl="0">
              <a:spcBef>
                <a:spcPts val="600"/>
              </a:spcBef>
              <a:buClr>
                <a:srgbClr val="493A13"/>
              </a:buClr>
              <a:buFont typeface="Noto Symbol"/>
              <a:buChar char="■"/>
              <a:defRPr/>
            </a:lvl3pPr>
            <a:lvl4pPr marL="914400" marR="0" lvl="3" indent="-142875" algn="l" rtl="0">
              <a:spcBef>
                <a:spcPts val="600"/>
              </a:spcBef>
              <a:buClr>
                <a:schemeClr val="accent4"/>
              </a:buClr>
              <a:buFont typeface="Noto Symbol"/>
              <a:buChar char="■"/>
              <a:defRPr/>
            </a:lvl4pPr>
            <a:lvl5pPr marL="1143000" marR="0" lvl="4" indent="-142875" algn="l" rtl="0">
              <a:spcBef>
                <a:spcPts val="600"/>
              </a:spcBef>
              <a:buClr>
                <a:srgbClr val="493A13"/>
              </a:buClr>
              <a:buFont typeface="Noto Symbol"/>
              <a:buChar char="■"/>
              <a:defRPr/>
            </a:lvl5pPr>
            <a:lvl6pPr marL="2514600" marR="0" lvl="5" indent="-101600" algn="l" rtl="0">
              <a:spcBef>
                <a:spcPts val="400"/>
              </a:spcBef>
              <a:buClr>
                <a:schemeClr val="dk1"/>
              </a:buClr>
              <a:buFont typeface="Arial"/>
              <a:buChar char="•"/>
              <a:defRPr/>
            </a:lvl6pPr>
            <a:lvl7pPr marL="2971800" marR="0" lvl="6" indent="-101600" algn="l" rtl="0">
              <a:spcBef>
                <a:spcPts val="400"/>
              </a:spcBef>
              <a:buClr>
                <a:schemeClr val="dk1"/>
              </a:buClr>
              <a:buFont typeface="Arial"/>
              <a:buChar char="•"/>
              <a:defRPr/>
            </a:lvl7pPr>
            <a:lvl8pPr marL="3429000" marR="0" lvl="7" indent="-101600" algn="l" rtl="0">
              <a:spcBef>
                <a:spcPts val="400"/>
              </a:spcBef>
              <a:buClr>
                <a:schemeClr val="dk1"/>
              </a:buClr>
              <a:buFont typeface="Arial"/>
              <a:buChar char="•"/>
              <a:defRPr/>
            </a:lvl8pPr>
            <a:lvl9pPr marL="3886200" marR="0" lvl="8" indent="-101600" algn="l" rtl="0">
              <a:spcBef>
                <a:spcPts val="400"/>
              </a:spcBef>
              <a:buClr>
                <a:schemeClr val="dk1"/>
              </a:buClr>
              <a:buFont typeface="Arial"/>
              <a:buChar char="•"/>
              <a:defRPr/>
            </a:lvl9pPr>
          </a:lstStyle>
          <a:p>
            <a:endParaRPr/>
          </a:p>
        </p:txBody>
      </p:sp>
      <p:sp>
        <p:nvSpPr>
          <p:cNvPr id="192" name="Shape 192"/>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sp>
        <p:nvSpPr>
          <p:cNvPr id="193" name="Shape 193"/>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spcBef>
                <a:spcPts val="0"/>
              </a:spcBef>
              <a:defRPr/>
            </a:lvl1pPr>
            <a:lvl2pPr marL="457200" marR="0" lvl="1" indent="0" algn="l" rtl="0">
              <a:spcBef>
                <a:spcPts val="0"/>
              </a:spcBef>
              <a:defRPr/>
            </a:lvl2pPr>
            <a:lvl3pPr marL="914400" marR="0" lvl="2" indent="0" algn="l" rtl="0">
              <a:spcBef>
                <a:spcPts val="0"/>
              </a:spcBef>
              <a:defRPr/>
            </a:lvl3pPr>
            <a:lvl4pPr marL="1371600" marR="0" lvl="3" indent="0" algn="l" rtl="0">
              <a:spcBef>
                <a:spcPts val="0"/>
              </a:spcBef>
              <a:defRPr/>
            </a:lvl4pPr>
            <a:lvl5pPr marL="1828800" marR="0" lvl="4" indent="0" algn="l" rtl="0">
              <a:spcBef>
                <a:spcPts val="0"/>
              </a:spcBef>
              <a:defRPr/>
            </a:lvl5pPr>
            <a:lvl6pPr marL="2286000" marR="0" lvl="5" indent="0" algn="l" rtl="0">
              <a:spcBef>
                <a:spcPts val="0"/>
              </a:spcBef>
              <a:defRPr/>
            </a:lvl6pPr>
            <a:lvl7pPr marL="2743200" marR="0" lvl="6" indent="0" algn="l" rtl="0">
              <a:spcBef>
                <a:spcPts val="0"/>
              </a:spcBef>
              <a:defRPr/>
            </a:lvl7pPr>
            <a:lvl8pPr marL="3200400" marR="0" lvl="7" indent="0" algn="l" rtl="0">
              <a:spcBef>
                <a:spcPts val="0"/>
              </a:spcBef>
              <a:defRPr/>
            </a:lvl8pPr>
            <a:lvl9pPr marL="3657600" marR="0" lvl="8" indent="0" algn="l" rtl="0">
              <a:spcBef>
                <a:spcPts val="0"/>
              </a:spcBef>
              <a:defRPr/>
            </a:lvl9pPr>
          </a:lstStyle>
          <a:p>
            <a:endParaRPr/>
          </a:p>
        </p:txBody>
      </p:sp>
      <p:pic>
        <p:nvPicPr>
          <p:cNvPr id="194" name="Shape 194" descr="TNM_green_1line_L.pdf"/>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sp>
        <p:nvSpPr>
          <p:cNvPr id="195" name="Shape 195"/>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spcBef>
                <a:spcPts val="0"/>
              </a:spcBef>
              <a:buSzPct val="25000"/>
              <a:buNone/>
            </a:pPr>
            <a:r>
              <a:rPr lang="en" sz="3600" b="1" i="0" u="none" strike="noStrike" cap="none">
                <a:solidFill>
                  <a:srgbClr val="7F7F7F"/>
                </a:solidFill>
                <a:latin typeface="Times New Roman"/>
                <a:ea typeface="Times New Roman"/>
                <a:cs typeface="Times New Roman"/>
                <a:sym typeface="Times New Roman"/>
              </a:rPr>
              <a:t>+</a:t>
            </a:r>
          </a:p>
        </p:txBody>
      </p:sp>
      <p:sp>
        <p:nvSpPr>
          <p:cNvPr id="196" name="Shape 196"/>
          <p:cNvSpPr txBox="1"/>
          <p:nvPr/>
        </p:nvSpPr>
        <p:spPr>
          <a:xfrm>
            <a:off x="8166846" y="282574"/>
            <a:ext cx="685800" cy="3693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fld id="{00000000-1234-1234-1234-123412341234}" type="slidenum">
              <a:rPr lang="en" sz="1800" b="0" i="0" u="none" strike="noStrike" cap="none">
                <a:solidFill>
                  <a:srgbClr val="FFFFFF"/>
                </a:solidFill>
                <a:latin typeface="Times New Roman"/>
                <a:ea typeface="Times New Roman"/>
                <a:cs typeface="Times New Roman"/>
                <a:sym typeface="Times New Roman"/>
              </a:rPr>
              <a:t>‹#›</a:t>
            </a:fld>
            <a:endParaRPr lang="en" sz="1800" b="0" i="0" u="none" strike="noStrike" cap="none">
              <a:solidFill>
                <a:srgbClr val="FFFFFF"/>
              </a:solidFill>
              <a:latin typeface="Times New Roman"/>
              <a:ea typeface="Times New Roman"/>
              <a:cs typeface="Times New Roman"/>
              <a:sym typeface="Times New Roman"/>
            </a:endParaRPr>
          </a:p>
        </p:txBody>
      </p:sp>
      <p:pic>
        <p:nvPicPr>
          <p:cNvPr id="197" name="Shape 197"/>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84093" y="6362935"/>
            <a:ext cx="863700" cy="318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0"/>
        <p:cNvGrpSpPr/>
        <p:nvPr/>
      </p:nvGrpSpPr>
      <p:grpSpPr>
        <a:xfrm>
          <a:off x="0" y="0"/>
          <a:ext cx="0" cy="0"/>
          <a:chOff x="0" y="0"/>
          <a:chExt cx="0" cy="0"/>
        </a:xfrm>
      </p:grpSpPr>
      <p:sp>
        <p:nvSpPr>
          <p:cNvPr id="231" name="Shape 231"/>
          <p:cNvSpPr/>
          <p:nvPr/>
        </p:nvSpPr>
        <p:spPr>
          <a:xfrm>
            <a:off x="8166846" y="282572"/>
            <a:ext cx="685800" cy="1600500"/>
          </a:xfrm>
          <a:prstGeom prst="rect">
            <a:avLst/>
          </a:prstGeom>
          <a:solidFill>
            <a:srgbClr val="006F4B"/>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232" name="Shape 232"/>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6F4B"/>
              </a:buClr>
              <a:buFont typeface="Arial"/>
              <a:buNone/>
              <a:defRPr sz="1400" b="0" i="0" u="none" strike="noStrike" cap="none">
                <a:solidFill>
                  <a:srgbClr val="000000"/>
                </a:solidFill>
                <a:latin typeface="Arial"/>
                <a:ea typeface="Arial"/>
                <a:cs typeface="Arial"/>
                <a:sym typeface="Arial"/>
              </a:defRPr>
            </a:lvl1pPr>
            <a:lvl2pPr marL="0" marR="0" lvl="1" indent="0" algn="l" rtl="0">
              <a:spcBef>
                <a:spcPts val="0"/>
              </a:spcBef>
              <a:buNone/>
              <a:defRPr sz="1800"/>
            </a:lvl2pPr>
            <a:lvl3pPr marL="0" marR="0" lvl="2" indent="0" algn="l" rtl="0">
              <a:spcBef>
                <a:spcPts val="0"/>
              </a:spcBef>
              <a:buNone/>
              <a:defRPr sz="1800"/>
            </a:lvl3pPr>
            <a:lvl4pPr marL="0" marR="0" lvl="3" indent="0" algn="l" rtl="0">
              <a:spcBef>
                <a:spcPts val="0"/>
              </a:spcBef>
              <a:buNone/>
              <a:defRPr sz="1800"/>
            </a:lvl4pPr>
            <a:lvl5pPr marL="0" marR="0" lvl="4" indent="0" algn="l" rtl="0">
              <a:spcBef>
                <a:spcPts val="0"/>
              </a:spcBef>
              <a:buNone/>
              <a:defRPr sz="1800"/>
            </a:lvl5pPr>
            <a:lvl6pPr marL="0" marR="0" lvl="5" indent="0" algn="l" rtl="0">
              <a:spcBef>
                <a:spcPts val="0"/>
              </a:spcBef>
              <a:buNone/>
              <a:defRPr sz="1800"/>
            </a:lvl6pPr>
            <a:lvl7pPr marL="0" marR="0" lvl="6" indent="0" algn="l" rtl="0">
              <a:spcBef>
                <a:spcPts val="0"/>
              </a:spcBef>
              <a:buNone/>
              <a:defRPr sz="1800"/>
            </a:lvl7pPr>
            <a:lvl8pPr marL="0" marR="0" lvl="7" indent="0" algn="l" rtl="0">
              <a:spcBef>
                <a:spcPts val="0"/>
              </a:spcBef>
              <a:buNone/>
              <a:defRPr sz="1800"/>
            </a:lvl8pPr>
            <a:lvl9pPr marL="0" marR="0" lvl="8" indent="0" algn="l" rtl="0">
              <a:spcBef>
                <a:spcPts val="0"/>
              </a:spcBef>
              <a:buNone/>
              <a:defRPr sz="1800"/>
            </a:lvl9pPr>
          </a:lstStyle>
          <a:p>
            <a:endParaRPr/>
          </a:p>
        </p:txBody>
      </p:sp>
      <p:sp>
        <p:nvSpPr>
          <p:cNvPr id="233" name="Shape 233"/>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50800" algn="l" rtl="0">
              <a:lnSpc>
                <a:spcPct val="100000"/>
              </a:lnSpc>
              <a:spcBef>
                <a:spcPts val="200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1pPr>
            <a:lvl2pPr marL="457200" marR="0" lvl="1" indent="-63500" algn="l" rtl="0">
              <a:lnSpc>
                <a:spcPct val="100000"/>
              </a:lnSpc>
              <a:spcBef>
                <a:spcPts val="600"/>
              </a:spcBef>
              <a:spcAft>
                <a:spcPts val="0"/>
              </a:spcAft>
              <a:buClr>
                <a:schemeClr val="accent4"/>
              </a:buClr>
              <a:buSzPct val="100000"/>
              <a:buFont typeface="Noto Sans Symbols"/>
              <a:buChar char="■"/>
              <a:defRPr sz="1400" b="0" i="0" u="none" strike="noStrike" cap="none">
                <a:solidFill>
                  <a:srgbClr val="000000"/>
                </a:solidFill>
                <a:latin typeface="Arial"/>
                <a:ea typeface="Arial"/>
                <a:cs typeface="Arial"/>
                <a:sym typeface="Arial"/>
              </a:defRPr>
            </a:lvl2pPr>
            <a:lvl3pPr marL="685800" marR="0" lvl="2" indent="-63500" algn="l" rtl="0">
              <a:lnSpc>
                <a:spcPct val="100000"/>
              </a:lnSpc>
              <a:spcBef>
                <a:spcPts val="60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3pPr>
            <a:lvl4pPr marL="914400" marR="0" lvl="3" indent="-63500" algn="l" rtl="0">
              <a:lnSpc>
                <a:spcPct val="100000"/>
              </a:lnSpc>
              <a:spcBef>
                <a:spcPts val="600"/>
              </a:spcBef>
              <a:spcAft>
                <a:spcPts val="0"/>
              </a:spcAft>
              <a:buClr>
                <a:schemeClr val="accent4"/>
              </a:buClr>
              <a:buSzPct val="100000"/>
              <a:buFont typeface="Noto Sans Symbols"/>
              <a:buChar char="■"/>
              <a:defRPr sz="1400" b="0" i="0" u="none" strike="noStrike" cap="none">
                <a:solidFill>
                  <a:srgbClr val="000000"/>
                </a:solidFill>
                <a:latin typeface="Arial"/>
                <a:ea typeface="Arial"/>
                <a:cs typeface="Arial"/>
                <a:sym typeface="Arial"/>
              </a:defRPr>
            </a:lvl4pPr>
            <a:lvl5pPr marL="1143000" marR="0" lvl="4" indent="-63500" algn="l" rtl="0">
              <a:lnSpc>
                <a:spcPct val="100000"/>
              </a:lnSpc>
              <a:spcBef>
                <a:spcPts val="600"/>
              </a:spcBef>
              <a:spcAft>
                <a:spcPts val="0"/>
              </a:spcAft>
              <a:buClr>
                <a:srgbClr val="493A13"/>
              </a:buClr>
              <a:buSzPct val="100000"/>
              <a:buFont typeface="Noto Sans Symbols"/>
              <a:buChar char="■"/>
              <a:defRPr sz="1400" b="0" i="0" u="none" strike="noStrike" cap="none">
                <a:solidFill>
                  <a:srgbClr val="000000"/>
                </a:solidFill>
                <a:latin typeface="Arial"/>
                <a:ea typeface="Arial"/>
                <a:cs typeface="Arial"/>
                <a:sym typeface="Arial"/>
              </a:defRPr>
            </a:lvl5pPr>
            <a:lvl6pPr marL="2514600" marR="0" lvl="5"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127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34" name="Shape 234"/>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235" name="Shape 235"/>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pic>
        <p:nvPicPr>
          <p:cNvPr id="236" name="Shape 236"/>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sp>
        <p:nvSpPr>
          <p:cNvPr id="237" name="Shape 237"/>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7F7F7F"/>
              </a:buClr>
              <a:buSzPct val="25000"/>
              <a:buFont typeface="Times New Roman"/>
              <a:buNone/>
            </a:pPr>
            <a:r>
              <a:rPr lang="en" sz="3600" b="1" i="0" u="none" strike="noStrike" cap="none">
                <a:solidFill>
                  <a:srgbClr val="7F7F7F"/>
                </a:solidFill>
                <a:latin typeface="Times New Roman"/>
                <a:ea typeface="Times New Roman"/>
                <a:cs typeface="Times New Roman"/>
                <a:sym typeface="Times New Roman"/>
              </a:rPr>
              <a:t>+</a:t>
            </a:r>
          </a:p>
        </p:txBody>
      </p:sp>
      <p:sp>
        <p:nvSpPr>
          <p:cNvPr id="238" name="Shape 238"/>
          <p:cNvSpPr txBox="1"/>
          <p:nvPr/>
        </p:nvSpPr>
        <p:spPr>
          <a:xfrm>
            <a:off x="8166846" y="282572"/>
            <a:ext cx="685800" cy="369300"/>
          </a:xfrm>
          <a:prstGeom prst="rect">
            <a:avLst/>
          </a:prstGeom>
          <a:noFill/>
          <a:ln>
            <a:noFill/>
          </a:ln>
        </p:spPr>
        <p:txBody>
          <a:bodyPr lIns="91425" tIns="45700" rIns="91425" bIns="45700" anchor="t" anchorCtr="0">
            <a:noAutofit/>
          </a:bodyPr>
          <a:lstStyle/>
          <a:p>
            <a:pPr marL="0" marR="0" lvl="0" indent="0" algn="ctr" rtl="0">
              <a:lnSpc>
                <a:spcPct val="100000"/>
              </a:lnSpc>
              <a:spcBef>
                <a:spcPts val="0"/>
              </a:spcBef>
              <a:spcAft>
                <a:spcPts val="0"/>
              </a:spcAft>
              <a:buClr>
                <a:srgbClr val="FFFFFF"/>
              </a:buClr>
              <a:buSzPct val="25000"/>
              <a:buFont typeface="Times New Roman"/>
              <a:buNone/>
            </a:pPr>
            <a:fld id="{00000000-1234-1234-1234-123412341234}" type="slidenum">
              <a:rPr lang="en" sz="1800" b="0" i="0" u="none" strike="noStrike" cap="none">
                <a:solidFill>
                  <a:srgbClr val="FFFFFF"/>
                </a:solidFill>
                <a:latin typeface="Times New Roman"/>
                <a:ea typeface="Times New Roman"/>
                <a:cs typeface="Times New Roman"/>
                <a:sym typeface="Times New Roman"/>
              </a:rPr>
              <a:t>‹#›</a:t>
            </a:fld>
            <a:endParaRPr lang="en" sz="1800" b="0" i="0" u="none" strike="noStrike" cap="none">
              <a:solidFill>
                <a:srgbClr val="FFFFFF"/>
              </a:solidFill>
              <a:latin typeface="Times New Roman"/>
              <a:ea typeface="Times New Roman"/>
              <a:cs typeface="Times New Roman"/>
              <a:sym typeface="Times New Roman"/>
            </a:endParaRPr>
          </a:p>
        </p:txBody>
      </p:sp>
      <p:pic>
        <p:nvPicPr>
          <p:cNvPr id="239" name="Shape 239"/>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84093" y="6362935"/>
            <a:ext cx="863700" cy="318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5"/>
        <p:cNvGrpSpPr/>
        <p:nvPr/>
      </p:nvGrpSpPr>
      <p:grpSpPr>
        <a:xfrm>
          <a:off x="0" y="0"/>
          <a:ext cx="0" cy="0"/>
          <a:chOff x="0" y="0"/>
          <a:chExt cx="0" cy="0"/>
        </a:xfrm>
      </p:grpSpPr>
      <p:sp>
        <p:nvSpPr>
          <p:cNvPr id="276" name="Shape 276"/>
          <p:cNvSpPr txBox="1">
            <a:spLocks noGrp="1"/>
          </p:cNvSpPr>
          <p:nvPr>
            <p:ph type="title"/>
          </p:nvPr>
        </p:nvSpPr>
        <p:spPr>
          <a:xfrm>
            <a:off x="498474" y="152400"/>
            <a:ext cx="7556400" cy="11160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8000"/>
              </a:buClr>
              <a:buSzPct val="100000"/>
              <a:buFont typeface="Tahoma"/>
              <a:buNone/>
              <a:defRPr sz="3000" b="1" i="0" u="none" strike="noStrike" cap="none">
                <a:solidFill>
                  <a:srgbClr val="008000"/>
                </a:solidFill>
                <a:latin typeface="Tahoma"/>
                <a:ea typeface="Tahoma"/>
                <a:cs typeface="Tahoma"/>
                <a:sym typeface="Tahoma"/>
              </a:defRPr>
            </a:lvl1pPr>
            <a:lvl2pPr lvl="1" indent="0" rtl="0">
              <a:spcBef>
                <a:spcPts val="0"/>
              </a:spcBef>
              <a:buClr>
                <a:srgbClr val="008000"/>
              </a:buClr>
              <a:buFont typeface="Arial"/>
              <a:buNone/>
              <a:defRPr sz="3200">
                <a:solidFill>
                  <a:srgbClr val="008000"/>
                </a:solidFill>
              </a:defRPr>
            </a:lvl2pPr>
            <a:lvl3pPr lvl="2" indent="0" rtl="0">
              <a:spcBef>
                <a:spcPts val="0"/>
              </a:spcBef>
              <a:buClr>
                <a:srgbClr val="008000"/>
              </a:buClr>
              <a:buFont typeface="Arial"/>
              <a:buNone/>
              <a:defRPr sz="3200">
                <a:solidFill>
                  <a:srgbClr val="008000"/>
                </a:solidFill>
              </a:defRPr>
            </a:lvl3pPr>
            <a:lvl4pPr lvl="3" indent="0" rtl="0">
              <a:spcBef>
                <a:spcPts val="0"/>
              </a:spcBef>
              <a:buClr>
                <a:srgbClr val="008000"/>
              </a:buClr>
              <a:buFont typeface="Arial"/>
              <a:buNone/>
              <a:defRPr sz="3200">
                <a:solidFill>
                  <a:srgbClr val="008000"/>
                </a:solidFill>
              </a:defRPr>
            </a:lvl4pPr>
            <a:lvl5pPr lvl="4" indent="0" rtl="0">
              <a:spcBef>
                <a:spcPts val="0"/>
              </a:spcBef>
              <a:buClr>
                <a:srgbClr val="008000"/>
              </a:buClr>
              <a:buFont typeface="Arial"/>
              <a:buNone/>
              <a:defRPr sz="3200">
                <a:solidFill>
                  <a:srgbClr val="008000"/>
                </a:solidFill>
              </a:defRPr>
            </a:lvl5pPr>
            <a:lvl6pPr lvl="5" indent="0" rtl="0">
              <a:spcBef>
                <a:spcPts val="0"/>
              </a:spcBef>
              <a:buClr>
                <a:srgbClr val="008000"/>
              </a:buClr>
              <a:buFont typeface="Arial"/>
              <a:buNone/>
              <a:defRPr sz="3200">
                <a:solidFill>
                  <a:srgbClr val="008000"/>
                </a:solidFill>
              </a:defRPr>
            </a:lvl6pPr>
            <a:lvl7pPr lvl="6" indent="0" rtl="0">
              <a:spcBef>
                <a:spcPts val="0"/>
              </a:spcBef>
              <a:buClr>
                <a:srgbClr val="008000"/>
              </a:buClr>
              <a:buFont typeface="Arial"/>
              <a:buNone/>
              <a:defRPr sz="3200">
                <a:solidFill>
                  <a:srgbClr val="008000"/>
                </a:solidFill>
              </a:defRPr>
            </a:lvl7pPr>
            <a:lvl8pPr lvl="7" indent="0" rtl="0">
              <a:spcBef>
                <a:spcPts val="0"/>
              </a:spcBef>
              <a:buClr>
                <a:srgbClr val="008000"/>
              </a:buClr>
              <a:buFont typeface="Arial"/>
              <a:buNone/>
              <a:defRPr sz="3200">
                <a:solidFill>
                  <a:srgbClr val="008000"/>
                </a:solidFill>
              </a:defRPr>
            </a:lvl8pPr>
            <a:lvl9pPr lvl="8" indent="0" rtl="0">
              <a:spcBef>
                <a:spcPts val="0"/>
              </a:spcBef>
              <a:buClr>
                <a:srgbClr val="008000"/>
              </a:buClr>
              <a:buFont typeface="Arial"/>
              <a:buNone/>
              <a:defRPr sz="3200">
                <a:solidFill>
                  <a:srgbClr val="008000"/>
                </a:solidFill>
              </a:defRPr>
            </a:lvl9pPr>
          </a:lstStyle>
          <a:p>
            <a:endParaRPr/>
          </a:p>
        </p:txBody>
      </p:sp>
      <p:sp>
        <p:nvSpPr>
          <p:cNvPr id="277" name="Shape 277"/>
          <p:cNvSpPr txBox="1">
            <a:spLocks noGrp="1"/>
          </p:cNvSpPr>
          <p:nvPr>
            <p:ph type="body" idx="1"/>
          </p:nvPr>
        </p:nvSpPr>
        <p:spPr>
          <a:xfrm>
            <a:off x="498475" y="1366332"/>
            <a:ext cx="7556400" cy="4760100"/>
          </a:xfrm>
          <a:prstGeom prst="rect">
            <a:avLst/>
          </a:prstGeom>
          <a:noFill/>
          <a:ln>
            <a:noFill/>
          </a:ln>
        </p:spPr>
        <p:txBody>
          <a:bodyPr lIns="91425" tIns="91425" rIns="91425" bIns="91425" anchor="t" anchorCtr="0"/>
          <a:lstStyle>
            <a:lvl1pPr marL="254000" marR="0" lvl="0" indent="38100" algn="l" rtl="0">
              <a:lnSpc>
                <a:spcPct val="100000"/>
              </a:lnSpc>
              <a:spcBef>
                <a:spcPts val="600"/>
              </a:spcBef>
              <a:spcAft>
                <a:spcPts val="600"/>
              </a:spcAft>
              <a:buClr>
                <a:srgbClr val="434343"/>
              </a:buClr>
              <a:buSzPct val="100000"/>
              <a:buFont typeface="Calibri"/>
              <a:buChar char="▪"/>
              <a:defRPr sz="2600" b="0" i="0" u="none" strike="noStrike" cap="none">
                <a:solidFill>
                  <a:srgbClr val="434343"/>
                </a:solidFill>
                <a:latin typeface="Calibri"/>
                <a:ea typeface="Calibri"/>
                <a:cs typeface="Calibri"/>
                <a:sym typeface="Calibri"/>
              </a:defRPr>
            </a:lvl1pPr>
            <a:lvl2pPr marL="342900" marR="0" lvl="1" indent="38100" algn="l" rtl="0">
              <a:lnSpc>
                <a:spcPct val="100000"/>
              </a:lnSpc>
              <a:spcBef>
                <a:spcPts val="0"/>
              </a:spcBef>
              <a:spcAft>
                <a:spcPts val="600"/>
              </a:spcAft>
              <a:buClr>
                <a:srgbClr val="666666"/>
              </a:buClr>
              <a:buSzPct val="100000"/>
              <a:buFont typeface="Calibri"/>
              <a:buChar char="○"/>
              <a:defRPr sz="2200" b="0" i="0" u="none" strike="noStrike" cap="none">
                <a:solidFill>
                  <a:srgbClr val="666666"/>
                </a:solidFill>
                <a:latin typeface="Calibri"/>
                <a:ea typeface="Calibri"/>
                <a:cs typeface="Calibri"/>
                <a:sym typeface="Calibri"/>
              </a:defRPr>
            </a:lvl2pPr>
            <a:lvl3pPr marL="520700" marR="0" lvl="2" indent="25400" algn="l" rtl="0">
              <a:lnSpc>
                <a:spcPct val="100000"/>
              </a:lnSpc>
              <a:spcBef>
                <a:spcPts val="0"/>
              </a:spcBef>
              <a:spcAft>
                <a:spcPts val="600"/>
              </a:spcAft>
              <a:buClr>
                <a:srgbClr val="7F7F7F"/>
              </a:buClr>
              <a:buSzPct val="100000"/>
              <a:buFont typeface="Calibri"/>
              <a:buChar char="•"/>
              <a:defRPr sz="1800" b="0" i="0" u="none" strike="noStrike" cap="none">
                <a:solidFill>
                  <a:srgbClr val="7F7F7F"/>
                </a:solidFill>
                <a:latin typeface="Calibri"/>
                <a:ea typeface="Calibri"/>
                <a:cs typeface="Calibri"/>
                <a:sym typeface="Calibri"/>
              </a:defRPr>
            </a:lvl3pPr>
            <a:lvl4pPr marL="685800" marR="0" lvl="3" indent="0" algn="l" rtl="0">
              <a:lnSpc>
                <a:spcPct val="100000"/>
              </a:lnSpc>
              <a:spcBef>
                <a:spcPts val="0"/>
              </a:spcBef>
              <a:spcAft>
                <a:spcPts val="600"/>
              </a:spcAft>
              <a:buClr>
                <a:srgbClr val="7F7F7F"/>
              </a:buClr>
              <a:buSzPct val="100000"/>
              <a:buFont typeface="Calibri"/>
              <a:buChar char="▪"/>
              <a:defRPr sz="1600" b="0" i="0" u="none" strike="noStrike" cap="none">
                <a:solidFill>
                  <a:srgbClr val="7F7F7F"/>
                </a:solidFill>
                <a:latin typeface="Calibri"/>
                <a:ea typeface="Calibri"/>
                <a:cs typeface="Calibri"/>
                <a:sym typeface="Calibri"/>
              </a:defRPr>
            </a:lvl4pPr>
            <a:lvl5pPr marL="863600" marR="0" lvl="4" indent="-50800" algn="l" rtl="0">
              <a:lnSpc>
                <a:spcPct val="100000"/>
              </a:lnSpc>
              <a:spcBef>
                <a:spcPts val="0"/>
              </a:spcBef>
              <a:spcAft>
                <a:spcPts val="600"/>
              </a:spcAft>
              <a:buClr>
                <a:srgbClr val="7F7F7F"/>
              </a:buClr>
              <a:buFont typeface="Calibri"/>
              <a:buChar char="○"/>
              <a:defRPr b="0" i="0" u="none" strike="noStrike" cap="none">
                <a:solidFill>
                  <a:srgbClr val="7F7F7F"/>
                </a:solidFill>
                <a:latin typeface="Calibri"/>
                <a:ea typeface="Calibri"/>
                <a:cs typeface="Calibri"/>
                <a:sym typeface="Calibri"/>
              </a:defRPr>
            </a:lvl5pPr>
            <a:lvl6pPr marL="1892300" marR="0" lvl="5" indent="-6350" algn="l" rtl="0">
              <a:lnSpc>
                <a:spcPct val="100000"/>
              </a:lnSpc>
              <a:spcBef>
                <a:spcPts val="300"/>
              </a:spcBef>
              <a:spcAft>
                <a:spcPts val="600"/>
              </a:spcAft>
              <a:buClr>
                <a:srgbClr val="7F7F7F"/>
              </a:buClr>
              <a:buSzPct val="100000"/>
              <a:buFont typeface="Calibri"/>
              <a:buChar char="•"/>
              <a:defRPr sz="1200" b="0" i="0" u="none" strike="noStrike" cap="none">
                <a:solidFill>
                  <a:srgbClr val="7F7F7F"/>
                </a:solidFill>
                <a:latin typeface="Calibri"/>
                <a:ea typeface="Calibri"/>
                <a:cs typeface="Calibri"/>
                <a:sym typeface="Calibri"/>
              </a:defRPr>
            </a:lvl6pPr>
            <a:lvl7pPr marL="2235200" marR="0" lvl="6" indent="-6350" algn="l" rtl="0">
              <a:lnSpc>
                <a:spcPct val="100000"/>
              </a:lnSpc>
              <a:spcBef>
                <a:spcPts val="300"/>
              </a:spcBef>
              <a:spcAft>
                <a:spcPts val="600"/>
              </a:spcAft>
              <a:buClr>
                <a:srgbClr val="7F7F7F"/>
              </a:buClr>
              <a:buSzPct val="100000"/>
              <a:buFont typeface="Calibri"/>
              <a:buChar char="•"/>
              <a:defRPr sz="1100" b="0" i="0" u="none" strike="noStrike" cap="none">
                <a:solidFill>
                  <a:srgbClr val="7F7F7F"/>
                </a:solidFill>
                <a:latin typeface="Calibri"/>
                <a:ea typeface="Calibri"/>
                <a:cs typeface="Calibri"/>
                <a:sym typeface="Calibri"/>
              </a:defRPr>
            </a:lvl7pPr>
            <a:lvl8pPr marL="2578100" marR="0" lvl="7" indent="-6350" algn="l" rtl="0">
              <a:lnSpc>
                <a:spcPct val="100000"/>
              </a:lnSpc>
              <a:spcBef>
                <a:spcPts val="300"/>
              </a:spcBef>
              <a:spcAft>
                <a:spcPts val="600"/>
              </a:spcAft>
              <a:buClr>
                <a:srgbClr val="7F7F7F"/>
              </a:buClr>
              <a:buSzPct val="100000"/>
              <a:buFont typeface="Calibri"/>
              <a:buChar char="•"/>
              <a:defRPr sz="1100" b="0" i="0" u="none" strike="noStrike" cap="none">
                <a:solidFill>
                  <a:srgbClr val="7F7F7F"/>
                </a:solidFill>
                <a:latin typeface="Calibri"/>
                <a:ea typeface="Calibri"/>
                <a:cs typeface="Calibri"/>
                <a:sym typeface="Calibri"/>
              </a:defRPr>
            </a:lvl8pPr>
            <a:lvl9pPr marL="2921000" marR="0" lvl="8" indent="-6350" algn="l" rtl="0">
              <a:lnSpc>
                <a:spcPct val="100000"/>
              </a:lnSpc>
              <a:spcBef>
                <a:spcPts val="300"/>
              </a:spcBef>
              <a:spcAft>
                <a:spcPts val="600"/>
              </a:spcAft>
              <a:buClr>
                <a:srgbClr val="7F7F7F"/>
              </a:buClr>
              <a:buSzPct val="100000"/>
              <a:buFont typeface="Calibri"/>
              <a:buChar char="•"/>
              <a:defRPr sz="1100" b="0" i="0" u="none" strike="noStrike" cap="none">
                <a:solidFill>
                  <a:srgbClr val="7F7F7F"/>
                </a:solidFill>
                <a:latin typeface="Calibri"/>
                <a:ea typeface="Calibri"/>
                <a:cs typeface="Calibri"/>
                <a:sym typeface="Calibri"/>
              </a:defRPr>
            </a:lvl9pPr>
          </a:lstStyle>
          <a:p>
            <a:endParaRPr/>
          </a:p>
        </p:txBody>
      </p:sp>
      <p:sp>
        <p:nvSpPr>
          <p:cNvPr id="278" name="Shape 278"/>
          <p:cNvSpPr txBox="1"/>
          <p:nvPr/>
        </p:nvSpPr>
        <p:spPr>
          <a:xfrm>
            <a:off x="8166846" y="282573"/>
            <a:ext cx="685800" cy="369300"/>
          </a:xfrm>
          <a:prstGeom prst="rect">
            <a:avLst/>
          </a:prstGeom>
          <a:noFill/>
          <a:ln>
            <a:noFill/>
          </a:ln>
        </p:spPr>
        <p:txBody>
          <a:bodyPr lIns="68575" tIns="34275" rIns="68575" bIns="34275" anchor="t" anchorCtr="0">
            <a:noAutofit/>
          </a:bodyPr>
          <a:lstStyle/>
          <a:p>
            <a:pPr marL="0" marR="0" lvl="0" indent="0" algn="ctr" rtl="0">
              <a:lnSpc>
                <a:spcPct val="100000"/>
              </a:lnSpc>
              <a:spcBef>
                <a:spcPts val="0"/>
              </a:spcBef>
              <a:spcAft>
                <a:spcPts val="0"/>
              </a:spcAft>
              <a:buClr>
                <a:srgbClr val="FFFFFF"/>
              </a:buClr>
              <a:buSzPct val="25000"/>
              <a:buFont typeface="Candara"/>
              <a:buNone/>
            </a:pPr>
            <a:fld id="{00000000-1234-1234-1234-123412341234}" type="slidenum">
              <a:rPr lang="en" sz="1400" b="0" i="0" u="none" strike="noStrike" cap="none">
                <a:solidFill>
                  <a:srgbClr val="FFFFFF"/>
                </a:solidFill>
                <a:latin typeface="Candara"/>
                <a:ea typeface="Candara"/>
                <a:cs typeface="Candara"/>
                <a:sym typeface="Candara"/>
              </a:rPr>
              <a:t>‹#›</a:t>
            </a:fld>
            <a:endParaRPr lang="en" sz="1400" b="0" i="0" u="none" strike="noStrike" cap="none">
              <a:solidFill>
                <a:srgbClr val="FFFFFF"/>
              </a:solidFill>
              <a:latin typeface="Candara"/>
              <a:ea typeface="Candara"/>
              <a:cs typeface="Candara"/>
              <a:sym typeface="Candara"/>
            </a:endParaRPr>
          </a:p>
        </p:txBody>
      </p:sp>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a:gsLst>
            <a:gs pos="0">
              <a:srgbClr val="DDEBCF"/>
            </a:gs>
            <a:gs pos="50000">
              <a:srgbClr val="9CB86E"/>
            </a:gs>
            <a:gs pos="100000">
              <a:srgbClr val="156B13"/>
            </a:gs>
          </a:gsLst>
          <a:lin ang="5400012" scaled="0"/>
        </a:gradFill>
        <a:effectLst/>
      </p:bgPr>
    </p:bg>
    <p:spTree>
      <p:nvGrpSpPr>
        <p:cNvPr id="1" name="Shape 282"/>
        <p:cNvGrpSpPr/>
        <p:nvPr/>
      </p:nvGrpSpPr>
      <p:grpSpPr>
        <a:xfrm>
          <a:off x="0" y="0"/>
          <a:ext cx="0" cy="0"/>
          <a:chOff x="0" y="0"/>
          <a:chExt cx="0" cy="0"/>
        </a:xfrm>
      </p:grpSpPr>
      <p:sp>
        <p:nvSpPr>
          <p:cNvPr id="283" name="Shape 283"/>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lvl="0" indent="0" algn="ctr" rtl="0">
              <a:spcBef>
                <a:spcPts val="0"/>
              </a:spcBef>
              <a:spcAft>
                <a:spcPts val="0"/>
              </a:spcAft>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None/>
              <a:defRPr sz="4400" b="0" i="0" u="none" strike="noStrike" cap="none">
                <a:solidFill>
                  <a:schemeClr val="dk1"/>
                </a:solidFill>
                <a:latin typeface="Calibri"/>
                <a:ea typeface="Calibri"/>
                <a:cs typeface="Calibri"/>
                <a:sym typeface="Calibri"/>
              </a:defRPr>
            </a:lvl9pPr>
          </a:lstStyle>
          <a:p>
            <a:endParaRPr/>
          </a:p>
        </p:txBody>
      </p:sp>
      <p:sp>
        <p:nvSpPr>
          <p:cNvPr id="284" name="Shape 284"/>
          <p:cNvSpPr txBox="1">
            <a:spLocks noGrp="1"/>
          </p:cNvSpPr>
          <p:nvPr>
            <p:ph type="body" idx="1"/>
          </p:nvPr>
        </p:nvSpPr>
        <p:spPr>
          <a:xfrm>
            <a:off x="457200" y="1600200"/>
            <a:ext cx="8229600" cy="4526100"/>
          </a:xfrm>
          <a:prstGeom prst="rect">
            <a:avLst/>
          </a:prstGeom>
          <a:noFill/>
          <a:ln>
            <a:noFill/>
          </a:ln>
        </p:spPr>
        <p:txBody>
          <a:bodyPr lIns="91425" tIns="91425" rIns="91425" bIns="91425" anchor="t" anchorCtr="0"/>
          <a:lstStyle>
            <a:lvl1pPr marL="342900" marR="0" lvl="0" indent="-139700" algn="l" rtl="0">
              <a:spcBef>
                <a:spcPts val="640"/>
              </a:spcBef>
              <a:spcAft>
                <a:spcPts val="0"/>
              </a:spcAft>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742950" marR="0" lvl="1" indent="-107950" algn="l" rtl="0">
              <a:spcBef>
                <a:spcPts val="560"/>
              </a:spcBef>
              <a:spcAft>
                <a:spcPts val="0"/>
              </a:spcAft>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spcBef>
                <a:spcPts val="480"/>
              </a:spcBef>
              <a:spcAft>
                <a:spcPts val="0"/>
              </a:spcAft>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5" name="Shape 285"/>
          <p:cNvSpPr txBox="1">
            <a:spLocks noGrp="1"/>
          </p:cNvSpPr>
          <p:nvPr>
            <p:ph type="dt" idx="10"/>
          </p:nvPr>
        </p:nvSpPr>
        <p:spPr>
          <a:xfrm>
            <a:off x="457200" y="6356350"/>
            <a:ext cx="2133600" cy="365100"/>
          </a:xfrm>
          <a:prstGeom prst="rect">
            <a:avLst/>
          </a:prstGeom>
          <a:noFill/>
          <a:ln>
            <a:noFill/>
          </a:ln>
        </p:spPr>
        <p:txBody>
          <a:bodyPr lIns="91425" tIns="91425" rIns="91425" bIns="91425" anchor="ctr" anchorCtr="0"/>
          <a:lstStyle>
            <a:lvl1pPr marL="0" marR="0" lvl="0" indent="0" algn="l"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86" name="Shape 286"/>
          <p:cNvSpPr txBox="1">
            <a:spLocks noGrp="1"/>
          </p:cNvSpPr>
          <p:nvPr>
            <p:ph type="ftr" idx="11"/>
          </p:nvPr>
        </p:nvSpPr>
        <p:spPr>
          <a:xfrm>
            <a:off x="3124200" y="6356350"/>
            <a:ext cx="2895600" cy="365100"/>
          </a:xfrm>
          <a:prstGeom prst="rect">
            <a:avLst/>
          </a:prstGeom>
          <a:noFill/>
          <a:ln>
            <a:noFill/>
          </a:ln>
        </p:spPr>
        <p:txBody>
          <a:bodyPr lIns="91425" tIns="91425" rIns="91425" bIns="91425" anchor="ctr" anchorCtr="0"/>
          <a:lstStyle>
            <a:lvl1pPr marL="0" marR="0" lvl="0" indent="0" algn="ctr" rtl="0">
              <a:spcBef>
                <a:spcPts val="0"/>
              </a:spcBef>
              <a:buNone/>
              <a:defRPr sz="1200" b="0">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87" name="Shape 287"/>
          <p:cNvSpPr txBox="1">
            <a:spLocks noGrp="1"/>
          </p:cNvSpPr>
          <p:nvPr>
            <p:ph type="sldNum" idx="12"/>
          </p:nvPr>
        </p:nvSpPr>
        <p:spPr>
          <a:xfrm>
            <a:off x="6553200" y="6356350"/>
            <a:ext cx="2133600" cy="365100"/>
          </a:xfrm>
          <a:prstGeom prst="rect">
            <a:avLst/>
          </a:prstGeom>
          <a:noFill/>
          <a:ln>
            <a:noFill/>
          </a:ln>
        </p:spPr>
        <p:txBody>
          <a:bodyPr lIns="91425" tIns="45700" rIns="91425" bIns="45700" anchor="ctr" anchorCtr="0">
            <a:noAutofit/>
          </a:bodyPr>
          <a:lstStyle/>
          <a:p>
            <a:pPr marL="0" marR="0" lvl="0" indent="0" algn="r" rtl="0">
              <a:spcBef>
                <a:spcPts val="0"/>
              </a:spcBef>
              <a:spcAft>
                <a:spcPts val="0"/>
              </a:spcAft>
              <a:buSzPct val="25000"/>
              <a:buNone/>
            </a:pPr>
            <a:fld id="{00000000-1234-1234-1234-123412341234}" type="slidenum">
              <a:rPr lang="en" sz="1200" b="0">
                <a:solidFill>
                  <a:srgbClr val="888888"/>
                </a:solidFill>
                <a:latin typeface="Arial"/>
                <a:ea typeface="Arial"/>
                <a:cs typeface="Arial"/>
                <a:sym typeface="Arial"/>
              </a:rPr>
              <a:t>‹#›</a:t>
            </a:fld>
            <a:endParaRPr lang="en" sz="1200" b="0">
              <a:solidFill>
                <a:srgbClr val="888888"/>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8"/>
        <p:cNvGrpSpPr/>
        <p:nvPr/>
      </p:nvGrpSpPr>
      <p:grpSpPr>
        <a:xfrm>
          <a:off x="0" y="0"/>
          <a:ext cx="0" cy="0"/>
          <a:chOff x="0" y="0"/>
          <a:chExt cx="0" cy="0"/>
        </a:xfrm>
      </p:grpSpPr>
      <p:sp>
        <p:nvSpPr>
          <p:cNvPr id="369" name="Shape 369"/>
          <p:cNvSpPr txBox="1">
            <a:spLocks noGrp="1"/>
          </p:cNvSpPr>
          <p:nvPr>
            <p:ph type="title"/>
          </p:nvPr>
        </p:nvSpPr>
        <p:spPr>
          <a:xfrm>
            <a:off x="628650" y="365125"/>
            <a:ext cx="7886700" cy="132570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Arial"/>
              <a:buNone/>
              <a:defRPr sz="4400" b="0" i="0" u="none" strike="noStrike" cap="none">
                <a:solidFill>
                  <a:schemeClr val="dk1"/>
                </a:solidFill>
                <a:latin typeface="Arial"/>
                <a:ea typeface="Arial"/>
                <a:cs typeface="Arial"/>
                <a:sym typeface="Arial"/>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370" name="Shape 370"/>
          <p:cNvSpPr txBox="1">
            <a:spLocks noGrp="1"/>
          </p:cNvSpPr>
          <p:nvPr>
            <p:ph type="body" idx="1"/>
          </p:nvPr>
        </p:nvSpPr>
        <p:spPr>
          <a:xfrm>
            <a:off x="628650" y="1825625"/>
            <a:ext cx="7886700" cy="4351200"/>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Noto Sans Symbols"/>
              <a:buChar char="❖"/>
              <a:defRPr sz="2800" b="0" i="0" u="none" strike="noStrike" cap="none">
                <a:solidFill>
                  <a:schemeClr val="dk1"/>
                </a:solidFill>
                <a:latin typeface="Arial"/>
                <a:ea typeface="Arial"/>
                <a:cs typeface="Arial"/>
                <a:sym typeface="Arial"/>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Arial"/>
                <a:ea typeface="Arial"/>
                <a:cs typeface="Arial"/>
                <a:sym typeface="Arial"/>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Arial"/>
                <a:ea typeface="Arial"/>
                <a:cs typeface="Arial"/>
                <a:sym typeface="Arial"/>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Arial"/>
                <a:ea typeface="Arial"/>
                <a:cs typeface="Arial"/>
                <a:sym typeface="Arial"/>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1" name="Shape 371"/>
          <p:cNvSpPr txBox="1">
            <a:spLocks noGrp="1"/>
          </p:cNvSpPr>
          <p:nvPr>
            <p:ph type="dt" idx="10"/>
          </p:nvPr>
        </p:nvSpPr>
        <p:spPr>
          <a:xfrm>
            <a:off x="628650" y="6356351"/>
            <a:ext cx="2057400" cy="36509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72" name="Shape 372"/>
          <p:cNvSpPr txBox="1">
            <a:spLocks noGrp="1"/>
          </p:cNvSpPr>
          <p:nvPr>
            <p:ph type="ftr" idx="11"/>
          </p:nvPr>
        </p:nvSpPr>
        <p:spPr>
          <a:xfrm>
            <a:off x="3028950" y="6356351"/>
            <a:ext cx="3086100" cy="365099"/>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73" name="Shape 373"/>
          <p:cNvSpPr txBox="1">
            <a:spLocks noGrp="1"/>
          </p:cNvSpPr>
          <p:nvPr>
            <p:ph type="sldNum" idx="12"/>
          </p:nvPr>
        </p:nvSpPr>
        <p:spPr>
          <a:xfrm>
            <a:off x="6457950" y="6356351"/>
            <a:ext cx="2057400" cy="36509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 sz="1200" b="0" i="0" u="none" strike="noStrike" cap="none">
                <a:solidFill>
                  <a:srgbClr val="888888"/>
                </a:solidFill>
                <a:latin typeface="Calibri"/>
                <a:ea typeface="Calibri"/>
                <a:cs typeface="Calibri"/>
                <a:sym typeface="Calibri"/>
              </a:rPr>
              <a:t>‹#›</a:t>
            </a:fld>
            <a:endParaRPr lang="en"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Shape 426"/>
          <p:cNvSpPr txBox="1">
            <a:spLocks noGrp="1"/>
          </p:cNvSpPr>
          <p:nvPr>
            <p:ph type="title"/>
          </p:nvPr>
        </p:nvSpPr>
        <p:spPr>
          <a:xfrm>
            <a:off x="457200" y="274637"/>
            <a:ext cx="8229600" cy="1143300"/>
          </a:xfrm>
          <a:prstGeom prst="rect">
            <a:avLst/>
          </a:prstGeom>
          <a:noFill/>
          <a:ln>
            <a:noFill/>
          </a:ln>
        </p:spPr>
        <p:txBody>
          <a:bodyPr lIns="91425" tIns="91425" rIns="91425" bIns="91425" anchor="b" anchorCtr="0"/>
          <a:lstStyle>
            <a:lvl1pPr lvl="0" rtl="0">
              <a:spcBef>
                <a:spcPts val="0"/>
              </a:spcBef>
              <a:buClr>
                <a:schemeClr val="dk1"/>
              </a:buClr>
              <a:buSzPct val="100000"/>
              <a:buNone/>
              <a:defRPr sz="3600" b="1">
                <a:solidFill>
                  <a:schemeClr val="dk1"/>
                </a:solidFill>
              </a:defRPr>
            </a:lvl1pPr>
            <a:lvl2pPr lvl="1" rtl="0">
              <a:spcBef>
                <a:spcPts val="0"/>
              </a:spcBef>
              <a:buClr>
                <a:schemeClr val="dk1"/>
              </a:buClr>
              <a:buSzPct val="100000"/>
              <a:buNone/>
              <a:defRPr sz="3600" b="1">
                <a:solidFill>
                  <a:schemeClr val="dk1"/>
                </a:solidFill>
              </a:defRPr>
            </a:lvl2pPr>
            <a:lvl3pPr lvl="2" rtl="0">
              <a:spcBef>
                <a:spcPts val="0"/>
              </a:spcBef>
              <a:buClr>
                <a:schemeClr val="dk1"/>
              </a:buClr>
              <a:buSzPct val="100000"/>
              <a:buNone/>
              <a:defRPr sz="3600" b="1">
                <a:solidFill>
                  <a:schemeClr val="dk1"/>
                </a:solidFill>
              </a:defRPr>
            </a:lvl3pPr>
            <a:lvl4pPr lvl="3" rtl="0">
              <a:spcBef>
                <a:spcPts val="0"/>
              </a:spcBef>
              <a:buClr>
                <a:schemeClr val="dk1"/>
              </a:buClr>
              <a:buSzPct val="100000"/>
              <a:buNone/>
              <a:defRPr sz="3600" b="1">
                <a:solidFill>
                  <a:schemeClr val="dk1"/>
                </a:solidFill>
              </a:defRPr>
            </a:lvl4pPr>
            <a:lvl5pPr lvl="4" rtl="0">
              <a:spcBef>
                <a:spcPts val="0"/>
              </a:spcBef>
              <a:buClr>
                <a:schemeClr val="dk1"/>
              </a:buClr>
              <a:buSzPct val="100000"/>
              <a:buNone/>
              <a:defRPr sz="3600" b="1">
                <a:solidFill>
                  <a:schemeClr val="dk1"/>
                </a:solidFill>
              </a:defRPr>
            </a:lvl5pPr>
            <a:lvl6pPr lvl="5" rtl="0">
              <a:spcBef>
                <a:spcPts val="0"/>
              </a:spcBef>
              <a:buClr>
                <a:schemeClr val="dk1"/>
              </a:buClr>
              <a:buSzPct val="100000"/>
              <a:buNone/>
              <a:defRPr sz="3600" b="1">
                <a:solidFill>
                  <a:schemeClr val="dk1"/>
                </a:solidFill>
              </a:defRPr>
            </a:lvl6pPr>
            <a:lvl7pPr lvl="6" rtl="0">
              <a:spcBef>
                <a:spcPts val="0"/>
              </a:spcBef>
              <a:buClr>
                <a:schemeClr val="dk1"/>
              </a:buClr>
              <a:buSzPct val="100000"/>
              <a:buNone/>
              <a:defRPr sz="3600" b="1">
                <a:solidFill>
                  <a:schemeClr val="dk1"/>
                </a:solidFill>
              </a:defRPr>
            </a:lvl7pPr>
            <a:lvl8pPr lvl="7" rtl="0">
              <a:spcBef>
                <a:spcPts val="0"/>
              </a:spcBef>
              <a:buClr>
                <a:schemeClr val="dk1"/>
              </a:buClr>
              <a:buSzPct val="100000"/>
              <a:buNone/>
              <a:defRPr sz="3600" b="1">
                <a:solidFill>
                  <a:schemeClr val="dk1"/>
                </a:solidFill>
              </a:defRPr>
            </a:lvl8pPr>
            <a:lvl9pPr lvl="8" rtl="0">
              <a:spcBef>
                <a:spcPts val="0"/>
              </a:spcBef>
              <a:buClr>
                <a:schemeClr val="dk1"/>
              </a:buClr>
              <a:buSzPct val="100000"/>
              <a:buNone/>
              <a:defRPr sz="3600" b="1">
                <a:solidFill>
                  <a:schemeClr val="dk1"/>
                </a:solidFill>
              </a:defRPr>
            </a:lvl9pPr>
          </a:lstStyle>
          <a:p>
            <a:endParaRPr/>
          </a:p>
        </p:txBody>
      </p:sp>
      <p:sp>
        <p:nvSpPr>
          <p:cNvPr id="427" name="Shape 427"/>
          <p:cNvSpPr txBox="1">
            <a:spLocks noGrp="1"/>
          </p:cNvSpPr>
          <p:nvPr>
            <p:ph type="body" idx="1"/>
          </p:nvPr>
        </p:nvSpPr>
        <p:spPr>
          <a:xfrm>
            <a:off x="457200" y="1600200"/>
            <a:ext cx="8229600" cy="4967700"/>
          </a:xfrm>
          <a:prstGeom prst="rect">
            <a:avLst/>
          </a:prstGeom>
          <a:noFill/>
          <a:ln>
            <a:noFill/>
          </a:ln>
        </p:spPr>
        <p:txBody>
          <a:bodyPr lIns="91425" tIns="91425" rIns="91425" bIns="91425" anchor="t" anchorCtr="0"/>
          <a:lstStyle>
            <a:lvl1pPr lvl="0" rtl="0">
              <a:spcBef>
                <a:spcPts val="600"/>
              </a:spcBef>
              <a:buClr>
                <a:schemeClr val="dk1"/>
              </a:buClr>
              <a:buSzPct val="100000"/>
              <a:defRPr sz="3000">
                <a:solidFill>
                  <a:schemeClr val="dk1"/>
                </a:solidFill>
              </a:defRPr>
            </a:lvl1pPr>
            <a:lvl2pPr lvl="1" rtl="0">
              <a:spcBef>
                <a:spcPts val="480"/>
              </a:spcBef>
              <a:buClr>
                <a:schemeClr val="dk1"/>
              </a:buClr>
              <a:buSzPct val="100000"/>
              <a:defRPr sz="2400">
                <a:solidFill>
                  <a:schemeClr val="dk1"/>
                </a:solidFill>
              </a:defRPr>
            </a:lvl2pPr>
            <a:lvl3pPr lvl="2" rtl="0">
              <a:spcBef>
                <a:spcPts val="480"/>
              </a:spcBef>
              <a:buClr>
                <a:schemeClr val="dk1"/>
              </a:buClr>
              <a:buSzPct val="100000"/>
              <a:defRPr sz="2400">
                <a:solidFill>
                  <a:schemeClr val="dk1"/>
                </a:solidFill>
              </a:defRPr>
            </a:lvl3pPr>
            <a:lvl4pPr lvl="3" rtl="0">
              <a:spcBef>
                <a:spcPts val="360"/>
              </a:spcBef>
              <a:buClr>
                <a:schemeClr val="dk1"/>
              </a:buClr>
              <a:buSzPct val="100000"/>
              <a:defRPr sz="1800">
                <a:solidFill>
                  <a:schemeClr val="dk1"/>
                </a:solidFill>
              </a:defRPr>
            </a:lvl4pPr>
            <a:lvl5pPr lvl="4" rtl="0">
              <a:spcBef>
                <a:spcPts val="360"/>
              </a:spcBef>
              <a:buClr>
                <a:schemeClr val="dk1"/>
              </a:buClr>
              <a:buSzPct val="100000"/>
              <a:defRPr sz="1800">
                <a:solidFill>
                  <a:schemeClr val="dk1"/>
                </a:solidFill>
              </a:defRPr>
            </a:lvl5pPr>
            <a:lvl6pPr lvl="5" rtl="0">
              <a:spcBef>
                <a:spcPts val="360"/>
              </a:spcBef>
              <a:buClr>
                <a:schemeClr val="dk1"/>
              </a:buClr>
              <a:buSzPct val="100000"/>
              <a:defRPr sz="1800">
                <a:solidFill>
                  <a:schemeClr val="dk1"/>
                </a:solidFill>
              </a:defRPr>
            </a:lvl6pPr>
            <a:lvl7pPr lvl="6" rtl="0">
              <a:spcBef>
                <a:spcPts val="360"/>
              </a:spcBef>
              <a:buClr>
                <a:schemeClr val="dk1"/>
              </a:buClr>
              <a:buSzPct val="100000"/>
              <a:defRPr sz="1800">
                <a:solidFill>
                  <a:schemeClr val="dk1"/>
                </a:solidFill>
              </a:defRPr>
            </a:lvl7pPr>
            <a:lvl8pPr lvl="7" rtl="0">
              <a:spcBef>
                <a:spcPts val="360"/>
              </a:spcBef>
              <a:buClr>
                <a:schemeClr val="dk1"/>
              </a:buClr>
              <a:buSzPct val="100000"/>
              <a:defRPr sz="1800">
                <a:solidFill>
                  <a:schemeClr val="dk1"/>
                </a:solidFill>
              </a:defRPr>
            </a:lvl8pPr>
            <a:lvl9pPr lvl="8" rtl="0">
              <a:spcBef>
                <a:spcPts val="360"/>
              </a:spcBef>
              <a:buClr>
                <a:schemeClr val="dk1"/>
              </a:buClr>
              <a:buSzPct val="100000"/>
              <a:defRPr sz="1800">
                <a:solidFill>
                  <a:schemeClr val="dk1"/>
                </a:solidFill>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3"/>
        <p:cNvGrpSpPr/>
        <p:nvPr/>
      </p:nvGrpSpPr>
      <p:grpSpPr>
        <a:xfrm>
          <a:off x="0" y="0"/>
          <a:ext cx="0" cy="0"/>
          <a:chOff x="0" y="0"/>
          <a:chExt cx="0" cy="0"/>
        </a:xfrm>
      </p:grpSpPr>
      <p:sp>
        <p:nvSpPr>
          <p:cNvPr id="444" name="Shape 444"/>
          <p:cNvSpPr/>
          <p:nvPr/>
        </p:nvSpPr>
        <p:spPr>
          <a:xfrm>
            <a:off x="8166846" y="282574"/>
            <a:ext cx="685800" cy="1600199"/>
          </a:xfrm>
          <a:prstGeom prst="rect">
            <a:avLst/>
          </a:prstGeom>
          <a:solidFill>
            <a:srgbClr val="006F4B"/>
          </a:solidFill>
          <a:ln>
            <a:noFill/>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445" name="Shape 445"/>
          <p:cNvSpPr txBox="1">
            <a:spLocks noGrp="1"/>
          </p:cNvSpPr>
          <p:nvPr>
            <p:ph type="title"/>
          </p:nvPr>
        </p:nvSpPr>
        <p:spPr>
          <a:xfrm>
            <a:off x="498474" y="484093"/>
            <a:ext cx="7556400" cy="1116000"/>
          </a:xfrm>
          <a:prstGeom prst="rect">
            <a:avLst/>
          </a:prstGeom>
          <a:noFill/>
          <a:ln>
            <a:noFill/>
          </a:ln>
        </p:spPr>
        <p:txBody>
          <a:bodyPr lIns="91425" tIns="91425" rIns="91425" bIns="91425" anchor="t" anchorCtr="0"/>
          <a:lstStyle>
            <a:lvl1pPr marL="0" marR="0" lvl="0" indent="0" algn="l" rtl="0">
              <a:spcBef>
                <a:spcPts val="0"/>
              </a:spcBef>
              <a:buClr>
                <a:srgbClr val="006F4B"/>
              </a:buClr>
              <a:buFont typeface="Arial"/>
              <a:buNone/>
              <a:defRPr sz="3600" b="0" i="0" u="none" strike="noStrike" cap="none">
                <a:solidFill>
                  <a:srgbClr val="006F4B"/>
                </a:solidFill>
                <a:latin typeface="Arial"/>
                <a:ea typeface="Arial"/>
                <a:cs typeface="Arial"/>
                <a:sym typeface="Arial"/>
              </a:defRPr>
            </a:lvl1pPr>
            <a:lvl2pPr lvl="1" indent="0" rtl="0">
              <a:spcBef>
                <a:spcPts val="0"/>
              </a:spcBef>
              <a:buNone/>
              <a:defRPr sz="1800"/>
            </a:lvl2pPr>
            <a:lvl3pPr lvl="2" indent="0" rtl="0">
              <a:spcBef>
                <a:spcPts val="0"/>
              </a:spcBef>
              <a:buNone/>
              <a:defRPr sz="1800"/>
            </a:lvl3pPr>
            <a:lvl4pPr lvl="3" indent="0" rtl="0">
              <a:spcBef>
                <a:spcPts val="0"/>
              </a:spcBef>
              <a:buNone/>
              <a:defRPr sz="1800"/>
            </a:lvl4pPr>
            <a:lvl5pPr lvl="4" indent="0" rtl="0">
              <a:spcBef>
                <a:spcPts val="0"/>
              </a:spcBef>
              <a:buNone/>
              <a:defRPr sz="1800"/>
            </a:lvl5pPr>
            <a:lvl6pPr lvl="5" indent="0" rtl="0">
              <a:spcBef>
                <a:spcPts val="0"/>
              </a:spcBef>
              <a:buNone/>
              <a:defRPr sz="1800"/>
            </a:lvl6pPr>
            <a:lvl7pPr lvl="6" indent="0" rtl="0">
              <a:spcBef>
                <a:spcPts val="0"/>
              </a:spcBef>
              <a:buNone/>
              <a:defRPr sz="1800"/>
            </a:lvl7pPr>
            <a:lvl8pPr lvl="7" indent="0" rtl="0">
              <a:spcBef>
                <a:spcPts val="0"/>
              </a:spcBef>
              <a:buNone/>
              <a:defRPr sz="1800"/>
            </a:lvl8pPr>
            <a:lvl9pPr lvl="8" indent="0" rtl="0">
              <a:spcBef>
                <a:spcPts val="0"/>
              </a:spcBef>
              <a:buNone/>
              <a:defRPr sz="1800"/>
            </a:lvl9pPr>
          </a:lstStyle>
          <a:p>
            <a:endParaRPr/>
          </a:p>
        </p:txBody>
      </p:sp>
      <p:sp>
        <p:nvSpPr>
          <p:cNvPr id="446" name="Shape 446"/>
          <p:cNvSpPr txBox="1">
            <a:spLocks noGrp="1"/>
          </p:cNvSpPr>
          <p:nvPr>
            <p:ph type="body" idx="1"/>
          </p:nvPr>
        </p:nvSpPr>
        <p:spPr>
          <a:xfrm>
            <a:off x="498474" y="1981200"/>
            <a:ext cx="7556400" cy="4145100"/>
          </a:xfrm>
          <a:prstGeom prst="rect">
            <a:avLst/>
          </a:prstGeom>
          <a:noFill/>
          <a:ln>
            <a:noFill/>
          </a:ln>
        </p:spPr>
        <p:txBody>
          <a:bodyPr lIns="91425" tIns="91425" rIns="91425" bIns="91425" anchor="t" anchorCtr="0"/>
          <a:lstStyle>
            <a:lvl1pPr marL="228600" marR="0" lvl="0" indent="-133350" algn="l" rtl="0">
              <a:spcBef>
                <a:spcPts val="2000"/>
              </a:spcBef>
              <a:buClr>
                <a:srgbClr val="493A13"/>
              </a:buClr>
              <a:buSzPct val="75000"/>
              <a:buFont typeface="Noto Sans Symbols"/>
              <a:buChar char="■"/>
              <a:defRPr sz="2000" b="0" i="0" u="none" strike="noStrike" cap="none">
                <a:solidFill>
                  <a:srgbClr val="595959"/>
                </a:solidFill>
                <a:latin typeface="Arial"/>
                <a:ea typeface="Arial"/>
                <a:cs typeface="Arial"/>
                <a:sym typeface="Arial"/>
              </a:defRPr>
            </a:lvl1pPr>
            <a:lvl2pPr marL="457200" marR="0" lvl="1" indent="-142875" algn="l" rtl="0">
              <a:spcBef>
                <a:spcPts val="600"/>
              </a:spcBef>
              <a:buClr>
                <a:schemeClr val="accent4"/>
              </a:buClr>
              <a:buSzPct val="75000"/>
              <a:buFont typeface="Noto Sans Symbols"/>
              <a:buChar char="■"/>
              <a:defRPr sz="1800" b="0" i="0" u="none" strike="noStrike" cap="none">
                <a:solidFill>
                  <a:srgbClr val="595959"/>
                </a:solidFill>
                <a:latin typeface="Arial"/>
                <a:ea typeface="Arial"/>
                <a:cs typeface="Arial"/>
                <a:sym typeface="Arial"/>
              </a:defRPr>
            </a:lvl2pPr>
            <a:lvl3pPr marL="685800" marR="0" lvl="2" indent="-142875" algn="l" rtl="0">
              <a:spcBef>
                <a:spcPts val="600"/>
              </a:spcBef>
              <a:buClr>
                <a:srgbClr val="493A13"/>
              </a:buClr>
              <a:buSzPct val="75000"/>
              <a:buFont typeface="Noto Sans Symbols"/>
              <a:buChar char="■"/>
              <a:defRPr sz="1800" b="0" i="0" u="none" strike="noStrike" cap="none">
                <a:solidFill>
                  <a:srgbClr val="595959"/>
                </a:solidFill>
                <a:latin typeface="Arial"/>
                <a:ea typeface="Arial"/>
                <a:cs typeface="Arial"/>
                <a:sym typeface="Arial"/>
              </a:defRPr>
            </a:lvl3pPr>
            <a:lvl4pPr marL="914400" marR="0" lvl="3" indent="-142875" algn="l" rtl="0">
              <a:spcBef>
                <a:spcPts val="600"/>
              </a:spcBef>
              <a:buClr>
                <a:schemeClr val="accent4"/>
              </a:buClr>
              <a:buSzPct val="75000"/>
              <a:buFont typeface="Noto Sans Symbols"/>
              <a:buChar char="■"/>
              <a:defRPr sz="1800" b="0" i="0" u="none" strike="noStrike" cap="none">
                <a:solidFill>
                  <a:srgbClr val="595959"/>
                </a:solidFill>
                <a:latin typeface="Arial"/>
                <a:ea typeface="Arial"/>
                <a:cs typeface="Arial"/>
                <a:sym typeface="Arial"/>
              </a:defRPr>
            </a:lvl4pPr>
            <a:lvl5pPr marL="1143000" marR="0" lvl="4" indent="-142875" algn="l" rtl="0">
              <a:spcBef>
                <a:spcPts val="600"/>
              </a:spcBef>
              <a:buClr>
                <a:srgbClr val="493A13"/>
              </a:buClr>
              <a:buSzPct val="75000"/>
              <a:buFont typeface="Noto Sans Symbols"/>
              <a:buChar char="■"/>
              <a:defRPr sz="1800" b="0" i="0" u="none" strike="noStrike" cap="none">
                <a:solidFill>
                  <a:srgbClr val="595959"/>
                </a:solidFill>
                <a:latin typeface="Arial"/>
                <a:ea typeface="Arial"/>
                <a:cs typeface="Arial"/>
                <a:sym typeface="Arial"/>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47" name="Shape 447"/>
          <p:cNvSpPr txBox="1">
            <a:spLocks noGrp="1"/>
          </p:cNvSpPr>
          <p:nvPr>
            <p:ph type="dt" idx="10"/>
          </p:nvPr>
        </p:nvSpPr>
        <p:spPr>
          <a:xfrm>
            <a:off x="6795246" y="6423585"/>
            <a:ext cx="2133600" cy="365100"/>
          </a:xfrm>
          <a:prstGeom prst="rect">
            <a:avLst/>
          </a:prstGeom>
          <a:noFill/>
          <a:ln>
            <a:noFill/>
          </a:ln>
        </p:spPr>
        <p:txBody>
          <a:bodyPr lIns="91425" tIns="91425" rIns="91425" bIns="91425" anchor="ctr" anchorCtr="0"/>
          <a:lstStyle>
            <a:lvl1pPr marL="0" marR="0" lvl="0" indent="76835" algn="r" rtl="0">
              <a:spcBef>
                <a:spcPts val="220"/>
              </a:spcBef>
              <a:spcAft>
                <a:spcPts val="0"/>
              </a:spcAft>
              <a:buClr>
                <a:schemeClr val="hlink"/>
              </a:buClr>
              <a:buSzPct val="110000"/>
              <a:buFont typeface="Noto Sans Symbols"/>
              <a:buChar char="•"/>
              <a:defRPr sz="1100" b="0" i="0" u="none" strike="noStrike" cap="none">
                <a:solidFill>
                  <a:srgbClr val="595959"/>
                </a:solidFill>
                <a:latin typeface="Tahoma"/>
                <a:ea typeface="Tahoma"/>
                <a:cs typeface="Tahoma"/>
                <a:sym typeface="Tahoma"/>
              </a:defRPr>
            </a:lvl1pPr>
            <a:lvl2pPr marL="457200" marR="0" lvl="1"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2pPr>
            <a:lvl3pPr marL="914400" marR="0" lvl="2"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3pPr>
            <a:lvl4pPr marL="1371600" marR="0" lvl="3"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4pPr>
            <a:lvl5pPr marL="1828800" marR="0" lvl="4" indent="223520"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5pPr>
            <a:lvl6pPr marL="2286000" marR="0" lvl="5" indent="0" algn="l" rtl="0">
              <a:spcBef>
                <a:spcPts val="0"/>
              </a:spcBef>
              <a:buNone/>
              <a:defRPr sz="3200" b="0" i="0" u="none" strike="noStrike" cap="none">
                <a:solidFill>
                  <a:schemeClr val="dk1"/>
                </a:solidFill>
                <a:latin typeface="Tahoma"/>
                <a:ea typeface="Tahoma"/>
                <a:cs typeface="Tahoma"/>
                <a:sym typeface="Tahoma"/>
              </a:defRPr>
            </a:lvl6pPr>
            <a:lvl7pPr marL="2743200" marR="0" lvl="6" indent="0" algn="l" rtl="0">
              <a:spcBef>
                <a:spcPts val="0"/>
              </a:spcBef>
              <a:buNone/>
              <a:defRPr sz="3200" b="0" i="0" u="none" strike="noStrike" cap="none">
                <a:solidFill>
                  <a:schemeClr val="dk1"/>
                </a:solidFill>
                <a:latin typeface="Tahoma"/>
                <a:ea typeface="Tahoma"/>
                <a:cs typeface="Tahoma"/>
                <a:sym typeface="Tahoma"/>
              </a:defRPr>
            </a:lvl7pPr>
            <a:lvl8pPr marL="3200400" marR="0" lvl="7" indent="0" algn="l" rtl="0">
              <a:spcBef>
                <a:spcPts val="0"/>
              </a:spcBef>
              <a:buNone/>
              <a:defRPr sz="3200" b="0" i="0" u="none" strike="noStrike" cap="none">
                <a:solidFill>
                  <a:schemeClr val="dk1"/>
                </a:solidFill>
                <a:latin typeface="Tahoma"/>
                <a:ea typeface="Tahoma"/>
                <a:cs typeface="Tahoma"/>
                <a:sym typeface="Tahoma"/>
              </a:defRPr>
            </a:lvl8pPr>
            <a:lvl9pPr marL="3657600" marR="0" lvl="8" indent="0" algn="l" rtl="0">
              <a:spcBef>
                <a:spcPts val="0"/>
              </a:spcBef>
              <a:buNone/>
              <a:defRPr sz="3200" b="0" i="0" u="none" strike="noStrike" cap="none">
                <a:solidFill>
                  <a:schemeClr val="dk1"/>
                </a:solidFill>
                <a:latin typeface="Tahoma"/>
                <a:ea typeface="Tahoma"/>
                <a:cs typeface="Tahoma"/>
                <a:sym typeface="Tahoma"/>
              </a:defRPr>
            </a:lvl9pPr>
          </a:lstStyle>
          <a:p>
            <a:endParaRPr/>
          </a:p>
        </p:txBody>
      </p:sp>
      <p:sp>
        <p:nvSpPr>
          <p:cNvPr id="448" name="Shape 448"/>
          <p:cNvSpPr txBox="1">
            <a:spLocks noGrp="1"/>
          </p:cNvSpPr>
          <p:nvPr>
            <p:ph type="ftr" idx="11"/>
          </p:nvPr>
        </p:nvSpPr>
        <p:spPr>
          <a:xfrm>
            <a:off x="201706" y="6423585"/>
            <a:ext cx="6123000" cy="365100"/>
          </a:xfrm>
          <a:prstGeom prst="rect">
            <a:avLst/>
          </a:prstGeom>
          <a:noFill/>
          <a:ln>
            <a:noFill/>
          </a:ln>
        </p:spPr>
        <p:txBody>
          <a:bodyPr lIns="91425" tIns="91425" rIns="91425" bIns="91425" anchor="ctr" anchorCtr="0"/>
          <a:lstStyle>
            <a:lvl1pPr marL="0" marR="0" lvl="0" indent="76835" algn="l" rtl="0">
              <a:spcBef>
                <a:spcPts val="220"/>
              </a:spcBef>
              <a:spcAft>
                <a:spcPts val="0"/>
              </a:spcAft>
              <a:buClr>
                <a:schemeClr val="hlink"/>
              </a:buClr>
              <a:buSzPct val="110000"/>
              <a:buFont typeface="Noto Sans Symbols"/>
              <a:buChar char="•"/>
              <a:defRPr sz="1100" b="0" i="0" u="none" strike="noStrike" cap="none">
                <a:solidFill>
                  <a:srgbClr val="595959"/>
                </a:solidFill>
                <a:latin typeface="Tahoma"/>
                <a:ea typeface="Tahoma"/>
                <a:cs typeface="Tahoma"/>
                <a:sym typeface="Tahoma"/>
              </a:defRPr>
            </a:lvl1pPr>
            <a:lvl2pPr marL="457200" marR="0" lvl="1"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2pPr>
            <a:lvl3pPr marL="914400" marR="0" lvl="2"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3pPr>
            <a:lvl4pPr marL="1371600" marR="0" lvl="3" indent="223519"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4pPr>
            <a:lvl5pPr marL="1828800" marR="0" lvl="4" indent="223520" algn="l" rtl="0">
              <a:spcBef>
                <a:spcPts val="640"/>
              </a:spcBef>
              <a:spcAft>
                <a:spcPts val="0"/>
              </a:spcAft>
              <a:buClr>
                <a:schemeClr val="hlink"/>
              </a:buClr>
              <a:buSzPct val="110000"/>
              <a:buFont typeface="Noto Sans Symbols"/>
              <a:buChar char="•"/>
              <a:defRPr sz="3200" b="0" i="0" u="none" strike="noStrike" cap="none">
                <a:solidFill>
                  <a:schemeClr val="dk1"/>
                </a:solidFill>
                <a:latin typeface="Tahoma"/>
                <a:ea typeface="Tahoma"/>
                <a:cs typeface="Tahoma"/>
                <a:sym typeface="Tahoma"/>
              </a:defRPr>
            </a:lvl5pPr>
            <a:lvl6pPr marL="2286000" marR="0" lvl="5" indent="0" algn="l" rtl="0">
              <a:spcBef>
                <a:spcPts val="0"/>
              </a:spcBef>
              <a:buNone/>
              <a:defRPr sz="3200" b="0" i="0" u="none" strike="noStrike" cap="none">
                <a:solidFill>
                  <a:schemeClr val="dk1"/>
                </a:solidFill>
                <a:latin typeface="Tahoma"/>
                <a:ea typeface="Tahoma"/>
                <a:cs typeface="Tahoma"/>
                <a:sym typeface="Tahoma"/>
              </a:defRPr>
            </a:lvl6pPr>
            <a:lvl7pPr marL="2743200" marR="0" lvl="6" indent="0" algn="l" rtl="0">
              <a:spcBef>
                <a:spcPts val="0"/>
              </a:spcBef>
              <a:buNone/>
              <a:defRPr sz="3200" b="0" i="0" u="none" strike="noStrike" cap="none">
                <a:solidFill>
                  <a:schemeClr val="dk1"/>
                </a:solidFill>
                <a:latin typeface="Tahoma"/>
                <a:ea typeface="Tahoma"/>
                <a:cs typeface="Tahoma"/>
                <a:sym typeface="Tahoma"/>
              </a:defRPr>
            </a:lvl7pPr>
            <a:lvl8pPr marL="3200400" marR="0" lvl="7" indent="0" algn="l" rtl="0">
              <a:spcBef>
                <a:spcPts val="0"/>
              </a:spcBef>
              <a:buNone/>
              <a:defRPr sz="3200" b="0" i="0" u="none" strike="noStrike" cap="none">
                <a:solidFill>
                  <a:schemeClr val="dk1"/>
                </a:solidFill>
                <a:latin typeface="Tahoma"/>
                <a:ea typeface="Tahoma"/>
                <a:cs typeface="Tahoma"/>
                <a:sym typeface="Tahoma"/>
              </a:defRPr>
            </a:lvl8pPr>
            <a:lvl9pPr marL="3657600" marR="0" lvl="8" indent="0" algn="l" rtl="0">
              <a:spcBef>
                <a:spcPts val="0"/>
              </a:spcBef>
              <a:buNone/>
              <a:defRPr sz="3200" b="0" i="0" u="none" strike="noStrike" cap="none">
                <a:solidFill>
                  <a:schemeClr val="dk1"/>
                </a:solidFill>
                <a:latin typeface="Tahoma"/>
                <a:ea typeface="Tahoma"/>
                <a:cs typeface="Tahoma"/>
                <a:sym typeface="Tahoma"/>
              </a:defRPr>
            </a:lvl9pPr>
          </a:lstStyle>
          <a:p>
            <a:endParaRPr/>
          </a:p>
        </p:txBody>
      </p:sp>
      <p:pic>
        <p:nvPicPr>
          <p:cNvPr id="449" name="Shape 449" descr="TNM_green_1line_L.pdf"/>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1455287" y="6312810"/>
            <a:ext cx="2380800" cy="1785600"/>
          </a:xfrm>
          <a:prstGeom prst="rect">
            <a:avLst/>
          </a:prstGeom>
          <a:noFill/>
          <a:ln>
            <a:noFill/>
          </a:ln>
        </p:spPr>
      </p:pic>
      <p:sp>
        <p:nvSpPr>
          <p:cNvPr id="450" name="Shape 450"/>
          <p:cNvSpPr txBox="1"/>
          <p:nvPr/>
        </p:nvSpPr>
        <p:spPr>
          <a:xfrm>
            <a:off x="223185" y="228600"/>
            <a:ext cx="260999" cy="1107900"/>
          </a:xfrm>
          <a:prstGeom prst="rect">
            <a:avLst/>
          </a:prstGeom>
          <a:noFill/>
          <a:ln>
            <a:noFill/>
          </a:ln>
        </p:spPr>
        <p:txBody>
          <a:bodyPr lIns="0" tIns="0" rIns="0" bIns="0" anchor="t" anchorCtr="0">
            <a:noAutofit/>
          </a:bodyPr>
          <a:lstStyle/>
          <a:p>
            <a:pPr marL="0" marR="0" lvl="0" indent="0" algn="l" rtl="0">
              <a:spcBef>
                <a:spcPts val="0"/>
              </a:spcBef>
              <a:spcAft>
                <a:spcPts val="0"/>
              </a:spcAft>
              <a:buClr>
                <a:srgbClr val="7F7F7F"/>
              </a:buClr>
              <a:buSzPct val="25000"/>
              <a:buFont typeface="Noto Sans Symbols"/>
              <a:buNone/>
            </a:pPr>
            <a:r>
              <a:rPr lang="en" sz="3600" b="1" i="0" u="none" strike="noStrike" cap="none">
                <a:solidFill>
                  <a:srgbClr val="7F7F7F"/>
                </a:solidFill>
                <a:latin typeface="Times New Roman"/>
                <a:ea typeface="Times New Roman"/>
                <a:cs typeface="Times New Roman"/>
                <a:sym typeface="Times New Roman"/>
              </a:rPr>
              <a:t>+</a:t>
            </a:r>
          </a:p>
        </p:txBody>
      </p:sp>
      <p:sp>
        <p:nvSpPr>
          <p:cNvPr id="451" name="Shape 451"/>
          <p:cNvSpPr txBox="1"/>
          <p:nvPr/>
        </p:nvSpPr>
        <p:spPr>
          <a:xfrm>
            <a:off x="8166846" y="282574"/>
            <a:ext cx="685800" cy="369300"/>
          </a:xfrm>
          <a:prstGeom prst="rect">
            <a:avLst/>
          </a:prstGeom>
          <a:noFill/>
          <a:ln>
            <a:noFill/>
          </a:ln>
        </p:spPr>
        <p:txBody>
          <a:bodyPr lIns="91425" tIns="45700" rIns="91425" bIns="45700" anchor="t" anchorCtr="0">
            <a:noAutofit/>
          </a:bodyPr>
          <a:lstStyle/>
          <a:p>
            <a:pPr marL="0" marR="0" lvl="0" indent="0" algn="ctr" rtl="0">
              <a:spcBef>
                <a:spcPts val="0"/>
              </a:spcBef>
              <a:spcAft>
                <a:spcPts val="0"/>
              </a:spcAft>
              <a:buClr>
                <a:srgbClr val="FFFFFF"/>
              </a:buClr>
              <a:buSzPct val="25000"/>
              <a:buFont typeface="Noto Sans Symbols"/>
              <a:buNone/>
            </a:pPr>
            <a:fld id="{00000000-1234-1234-1234-123412341234}" type="slidenum">
              <a:rPr lang="en" sz="1800" b="0" i="0" u="none" strike="noStrike" cap="none">
                <a:solidFill>
                  <a:srgbClr val="FFFFFF"/>
                </a:solidFill>
                <a:latin typeface="Arial"/>
                <a:ea typeface="Arial"/>
                <a:cs typeface="Arial"/>
                <a:sym typeface="Arial"/>
              </a:rPr>
              <a:t>‹#›</a:t>
            </a:fld>
            <a:endParaRPr lang="en" sz="1800" b="0" i="0" u="none" strike="noStrike" cap="none">
              <a:solidFill>
                <a:srgbClr val="FFFFFF"/>
              </a:solidFill>
              <a:latin typeface="Arial"/>
              <a:ea typeface="Arial"/>
              <a:cs typeface="Arial"/>
              <a:sym typeface="Arial"/>
            </a:endParaRPr>
          </a:p>
        </p:txBody>
      </p:sp>
      <p:pic>
        <p:nvPicPr>
          <p:cNvPr id="452" name="Shape 452"/>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484093" y="6362935"/>
            <a:ext cx="863700" cy="318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7.jpg"/><Relationship Id="rId4" Type="http://schemas.openxmlformats.org/officeDocument/2006/relationships/image" Target="../media/image18.png"/><Relationship Id="rId1" Type="http://schemas.openxmlformats.org/officeDocument/2006/relationships/slideLayout" Target="../slideLayouts/slideLayout6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png"/><Relationship Id="rId1" Type="http://schemas.openxmlformats.org/officeDocument/2006/relationships/slideLayout" Target="../slideLayouts/slideLayout6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png"/><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4" Type="http://schemas.openxmlformats.org/officeDocument/2006/relationships/image" Target="../media/image25.png"/><Relationship Id="rId1" Type="http://schemas.openxmlformats.org/officeDocument/2006/relationships/slideLayout" Target="../slideLayouts/slideLayout6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1" Type="http://schemas.openxmlformats.org/officeDocument/2006/relationships/slideLayout" Target="../slideLayouts/slideLayout6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4.xml"/><Relationship Id="rId3" Type="http://schemas.openxmlformats.org/officeDocument/2006/relationships/hyperlink" Target="mailto:mdtinker@usgs.gov"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5.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1" Type="http://schemas.openxmlformats.org/officeDocument/2006/relationships/slideLayout" Target="../slideLayouts/slideLayout6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arcg.is/2cRsjgK" TargetMode="External"/><Relationship Id="rId4" Type="http://schemas.openxmlformats.org/officeDocument/2006/relationships/hyperlink" Target="https://www.epa.gov/waterdata/nhdplus-national-data" TargetMode="External"/><Relationship Id="rId5" Type="http://schemas.openxmlformats.org/officeDocument/2006/relationships/hyperlink" Target="https://nhd.usgs.gov/NHDPlus_HR.html" TargetMode="External"/><Relationship Id="rId6" Type="http://schemas.openxmlformats.org/officeDocument/2006/relationships/hyperlink" Target="https://cida.usgs.gov/nldi/about" TargetMode="External"/><Relationship Id="rId7" Type="http://schemas.openxmlformats.org/officeDocument/2006/relationships/hyperlink" Target="https://owi.usgs.gov/blog/nldi-intro/" TargetMode="External"/><Relationship Id="rId8" Type="http://schemas.openxmlformats.org/officeDocument/2006/relationships/hyperlink" Target="https://www.waterqualitydata.us/" TargetMode="External"/><Relationship Id="rId1" Type="http://schemas.openxmlformats.org/officeDocument/2006/relationships/slideLayout" Target="../slideLayouts/slideLayout6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4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4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4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6.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7.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4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4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hyperlink" Target="https://cida.usgs.gov/nldi/nwissite/USGS-02465000/navigate/UT" TargetMode="External"/><Relationship Id="rId6" Type="http://schemas.openxmlformats.org/officeDocument/2006/relationships/hyperlink" Target="https://cida.usgs.gov/nldi/nwissite/USGS-02465000/navigate/UT/wqp" TargetMode="External"/><Relationship Id="rId7" Type="http://schemas.openxmlformats.org/officeDocument/2006/relationships/hyperlink" Target="https://cida.usgs.gov/nldi/nwissite/USGS-02465000/basin" TargetMode="External"/><Relationship Id="rId8" Type="http://schemas.openxmlformats.org/officeDocument/2006/relationships/hyperlink" Target="https://cida.usgs.gov/nldi/nwissite/USGS-02465000/navigate/DM" TargetMode="External"/><Relationship Id="rId9" Type="http://schemas.openxmlformats.org/officeDocument/2006/relationships/image" Target="../media/image53.png"/><Relationship Id="rId1" Type="http://schemas.openxmlformats.org/officeDocument/2006/relationships/slideLayout" Target="../slideLayouts/slideLayout6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1" Type="http://schemas.openxmlformats.org/officeDocument/2006/relationships/slideLayout" Target="../slideLayouts/slideLayout5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4" Type="http://schemas.openxmlformats.org/officeDocument/2006/relationships/image" Target="../media/image58.png"/><Relationship Id="rId1" Type="http://schemas.openxmlformats.org/officeDocument/2006/relationships/slideLayout" Target="../slideLayouts/slideLayout5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6.xml"/><Relationship Id="rId3"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Shape 526"/>
          <p:cNvSpPr txBox="1">
            <a:spLocks noGrp="1"/>
          </p:cNvSpPr>
          <p:nvPr>
            <p:ph type="subTitle" idx="1"/>
          </p:nvPr>
        </p:nvSpPr>
        <p:spPr>
          <a:xfrm>
            <a:off x="4800600" y="4745776"/>
            <a:ext cx="4038600" cy="1565700"/>
          </a:xfrm>
          <a:prstGeom prst="rect">
            <a:avLst/>
          </a:prstGeom>
          <a:noFill/>
          <a:ln>
            <a:noFill/>
          </a:ln>
        </p:spPr>
        <p:txBody>
          <a:bodyPr lIns="91425" tIns="45700" rIns="91425" bIns="45700" anchor="t" anchorCtr="0">
            <a:noAutofit/>
          </a:bodyPr>
          <a:lstStyle/>
          <a:p>
            <a:pPr marL="0" lvl="0" indent="0" rtl="0">
              <a:spcBef>
                <a:spcPts val="320"/>
              </a:spcBef>
              <a:buClr>
                <a:srgbClr val="FAFD00"/>
              </a:buClr>
              <a:buSzPct val="25000"/>
              <a:buFont typeface="Arial"/>
              <a:buNone/>
            </a:pPr>
            <a:r>
              <a:rPr lang="en" sz="1800" b="1">
                <a:solidFill>
                  <a:schemeClr val="dk1"/>
                </a:solidFill>
              </a:rPr>
              <a:t>Al Rea</a:t>
            </a:r>
          </a:p>
          <a:p>
            <a:pPr marL="0" lvl="0" indent="0" rtl="0">
              <a:spcBef>
                <a:spcPts val="320"/>
              </a:spcBef>
              <a:buClr>
                <a:srgbClr val="FAFD00"/>
              </a:buClr>
              <a:buSzPct val="25000"/>
              <a:buFont typeface="Arial"/>
              <a:buNone/>
            </a:pPr>
            <a:r>
              <a:rPr lang="en" sz="1800" b="1">
                <a:solidFill>
                  <a:schemeClr val="dk1"/>
                </a:solidFill>
              </a:rPr>
              <a:t>Dave Blodgett</a:t>
            </a:r>
          </a:p>
          <a:p>
            <a:pPr marL="0" lvl="0" indent="0" rtl="0">
              <a:spcBef>
                <a:spcPts val="320"/>
              </a:spcBef>
              <a:buClr>
                <a:srgbClr val="FAFD00"/>
              </a:buClr>
              <a:buSzPct val="25000"/>
              <a:buFont typeface="Arial"/>
              <a:buNone/>
            </a:pPr>
            <a:endParaRPr sz="1800" b="1">
              <a:solidFill>
                <a:schemeClr val="dk1"/>
              </a:solidFill>
            </a:endParaRPr>
          </a:p>
          <a:p>
            <a:pPr marL="0" lvl="0" indent="0" rtl="0">
              <a:spcBef>
                <a:spcPts val="320"/>
              </a:spcBef>
              <a:buClr>
                <a:srgbClr val="FAFD00"/>
              </a:buClr>
              <a:buSzPct val="25000"/>
              <a:buFont typeface="Arial"/>
              <a:buNone/>
            </a:pPr>
            <a:r>
              <a:rPr lang="en" sz="1800" b="1">
                <a:solidFill>
                  <a:schemeClr val="dk1"/>
                </a:solidFill>
              </a:rPr>
              <a:t>June 15, 2017</a:t>
            </a:r>
          </a:p>
          <a:p>
            <a:pPr marL="0" lvl="0" indent="0" rtl="0">
              <a:spcBef>
                <a:spcPts val="320"/>
              </a:spcBef>
              <a:buClr>
                <a:srgbClr val="FAFD00"/>
              </a:buClr>
              <a:buSzPct val="25000"/>
              <a:buFont typeface="Arial"/>
              <a:buNone/>
            </a:pPr>
            <a:endParaRPr sz="1800" b="1">
              <a:solidFill>
                <a:schemeClr val="dk1"/>
              </a:solidFill>
            </a:endParaRPr>
          </a:p>
          <a:p>
            <a:pPr lvl="0" rtl="0">
              <a:lnSpc>
                <a:spcPct val="90000"/>
              </a:lnSpc>
              <a:spcBef>
                <a:spcPts val="0"/>
              </a:spcBef>
              <a:buClr>
                <a:srgbClr val="493A13"/>
              </a:buClr>
              <a:buSzPct val="25000"/>
              <a:buFont typeface="Noto Symbol"/>
              <a:buNone/>
            </a:pPr>
            <a:endParaRPr sz="1300">
              <a:solidFill>
                <a:srgbClr val="888888"/>
              </a:solidFill>
            </a:endParaRPr>
          </a:p>
        </p:txBody>
      </p:sp>
      <p:sp>
        <p:nvSpPr>
          <p:cNvPr id="527" name="Shape 527"/>
          <p:cNvSpPr txBox="1">
            <a:spLocks noGrp="1"/>
          </p:cNvSpPr>
          <p:nvPr>
            <p:ph type="ctrTitle"/>
          </p:nvPr>
        </p:nvSpPr>
        <p:spPr>
          <a:xfrm>
            <a:off x="365621" y="1591732"/>
            <a:ext cx="4038600" cy="2641500"/>
          </a:xfrm>
          <a:prstGeom prst="rect">
            <a:avLst/>
          </a:prstGeom>
          <a:noFill/>
          <a:ln>
            <a:noFill/>
          </a:ln>
        </p:spPr>
        <p:txBody>
          <a:bodyPr lIns="91425" tIns="45700" rIns="91425" bIns="45700" anchor="b" anchorCtr="0">
            <a:noAutofit/>
          </a:bodyPr>
          <a:lstStyle/>
          <a:p>
            <a:pPr marL="0" marR="0" lvl="0" indent="0" algn="l" rtl="0">
              <a:spcBef>
                <a:spcPts val="0"/>
              </a:spcBef>
              <a:buClr>
                <a:srgbClr val="FFFFFF"/>
              </a:buClr>
              <a:buSzPct val="25000"/>
              <a:buFont typeface="Arial"/>
              <a:buNone/>
            </a:pPr>
            <a:r>
              <a:rPr lang="en" sz="3000">
                <a:solidFill>
                  <a:srgbClr val="FFFFFF"/>
                </a:solidFill>
              </a:rPr>
              <a:t> </a:t>
            </a:r>
          </a:p>
          <a:p>
            <a:pPr marL="0" marR="0" lvl="0" indent="0" algn="l" rtl="0">
              <a:spcBef>
                <a:spcPts val="0"/>
              </a:spcBef>
              <a:buClr>
                <a:srgbClr val="FFFFFF"/>
              </a:buClr>
              <a:buSzPct val="25000"/>
              <a:buFont typeface="Arial"/>
              <a:buNone/>
            </a:pPr>
            <a:endParaRPr sz="3000">
              <a:solidFill>
                <a:srgbClr val="FFFFFF"/>
              </a:solidFill>
            </a:endParaRPr>
          </a:p>
          <a:p>
            <a:pPr marL="0" marR="0" lvl="0" indent="0" algn="l" rtl="0">
              <a:spcBef>
                <a:spcPts val="0"/>
              </a:spcBef>
              <a:buClr>
                <a:srgbClr val="FFFFFF"/>
              </a:buClr>
              <a:buSzPct val="25000"/>
              <a:buFont typeface="Arial"/>
              <a:buNone/>
            </a:pPr>
            <a:r>
              <a:rPr lang="en" sz="3600">
                <a:solidFill>
                  <a:srgbClr val="FFFFFF"/>
                </a:solidFill>
              </a:rPr>
              <a:t>Building a Water Intelligence Network Using Hydro Network Linked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Shape 533"/>
          <p:cNvSpPr txBox="1">
            <a:spLocks noGrp="1"/>
          </p:cNvSpPr>
          <p:nvPr>
            <p:ph type="title"/>
          </p:nvPr>
        </p:nvSpPr>
        <p:spPr>
          <a:xfrm>
            <a:off x="381000" y="152400"/>
            <a:ext cx="8229600" cy="11433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6F4B"/>
              </a:buClr>
              <a:buSzPct val="25000"/>
              <a:buFont typeface="Arial"/>
              <a:buNone/>
            </a:pPr>
            <a:r>
              <a:rPr lang="en" sz="3000" b="1">
                <a:solidFill>
                  <a:srgbClr val="6AA84F"/>
                </a:solidFill>
              </a:rPr>
              <a:t>Overview</a:t>
            </a:r>
          </a:p>
        </p:txBody>
      </p:sp>
      <p:sp>
        <p:nvSpPr>
          <p:cNvPr id="534" name="Shape 534"/>
          <p:cNvSpPr txBox="1">
            <a:spLocks noGrp="1"/>
          </p:cNvSpPr>
          <p:nvPr>
            <p:ph type="body" idx="1"/>
          </p:nvPr>
        </p:nvSpPr>
        <p:spPr>
          <a:xfrm>
            <a:off x="381000" y="1371600"/>
            <a:ext cx="8843100" cy="4759200"/>
          </a:xfrm>
          <a:prstGeom prst="rect">
            <a:avLst/>
          </a:prstGeom>
          <a:noFill/>
          <a:ln>
            <a:noFill/>
          </a:ln>
        </p:spPr>
        <p:txBody>
          <a:bodyPr lIns="91425" tIns="91425" rIns="91425" bIns="91425" anchor="t" anchorCtr="0">
            <a:noAutofit/>
          </a:bodyPr>
          <a:lstStyle/>
          <a:p>
            <a:pPr marL="457200" lvl="0" indent="-419100" rtl="0">
              <a:lnSpc>
                <a:spcPct val="115000"/>
              </a:lnSpc>
              <a:spcBef>
                <a:spcPts val="0"/>
              </a:spcBef>
              <a:buClr>
                <a:srgbClr val="000000"/>
              </a:buClr>
              <a:buSzPct val="100000"/>
              <a:buFont typeface="Arial"/>
              <a:buChar char="▪"/>
            </a:pPr>
            <a:r>
              <a:rPr lang="en" sz="3000" b="1">
                <a:solidFill>
                  <a:schemeClr val="dk1"/>
                </a:solidFill>
              </a:rPr>
              <a:t>NHDPlus V2 (Medium Resolution)</a:t>
            </a:r>
          </a:p>
          <a:p>
            <a:pPr marL="457200" lvl="0" indent="-419100" rtl="0">
              <a:lnSpc>
                <a:spcPct val="115000"/>
              </a:lnSpc>
              <a:spcBef>
                <a:spcPts val="0"/>
              </a:spcBef>
              <a:buClr>
                <a:srgbClr val="000000"/>
              </a:buClr>
              <a:buSzPct val="100000"/>
              <a:buFont typeface="Arial"/>
              <a:buChar char="▪"/>
            </a:pPr>
            <a:r>
              <a:rPr lang="en" sz="3000" b="1">
                <a:solidFill>
                  <a:schemeClr val="dk1"/>
                </a:solidFill>
              </a:rPr>
              <a:t>NHDPlus HR</a:t>
            </a:r>
          </a:p>
          <a:p>
            <a:pPr marL="457200" lvl="0" indent="-419100" rtl="0">
              <a:lnSpc>
                <a:spcPct val="115000"/>
              </a:lnSpc>
              <a:spcBef>
                <a:spcPts val="0"/>
              </a:spcBef>
              <a:buClr>
                <a:srgbClr val="000000"/>
              </a:buClr>
              <a:buSzPct val="100000"/>
              <a:buFont typeface="Arial"/>
              <a:buChar char="▪"/>
            </a:pPr>
            <a:r>
              <a:rPr lang="en" sz="3000" b="1">
                <a:solidFill>
                  <a:schemeClr val="dk1"/>
                </a:solidFill>
              </a:rPr>
              <a:t>HydroLink, HEM, and ScienceBase</a:t>
            </a:r>
          </a:p>
          <a:p>
            <a:pPr marL="457200" lvl="0" indent="-419100" rtl="0">
              <a:lnSpc>
                <a:spcPct val="115000"/>
              </a:lnSpc>
              <a:spcBef>
                <a:spcPts val="0"/>
              </a:spcBef>
              <a:buClr>
                <a:srgbClr val="000000"/>
              </a:buClr>
              <a:buSzPct val="100000"/>
              <a:buFont typeface="Arial"/>
              <a:buChar char="▪"/>
            </a:pPr>
            <a:r>
              <a:rPr lang="en" sz="3000" b="1">
                <a:solidFill>
                  <a:schemeClr val="dk1"/>
                </a:solidFill>
              </a:rPr>
              <a:t>Services for network-based search (NLDI)</a:t>
            </a:r>
          </a:p>
          <a:p>
            <a:pPr marL="457200" lvl="0" indent="0" rtl="0">
              <a:spcBef>
                <a:spcPts val="0"/>
              </a:spcBef>
              <a:buNone/>
            </a:pPr>
            <a:endParaRPr sz="3000" b="1">
              <a:solidFill>
                <a:schemeClr val="dk1"/>
              </a:solidFill>
            </a:endParaRPr>
          </a:p>
          <a:p>
            <a:pPr marL="0" lvl="0" indent="0" rtl="0">
              <a:spcBef>
                <a:spcPts val="0"/>
              </a:spcBef>
              <a:buNone/>
            </a:pPr>
            <a:endParaRPr sz="3000" b="1"/>
          </a:p>
          <a:p>
            <a:pPr marL="0" lvl="0" indent="0" rtl="0">
              <a:lnSpc>
                <a:spcPct val="115000"/>
              </a:lnSpc>
              <a:spcBef>
                <a:spcPts val="0"/>
              </a:spcBef>
              <a:buNone/>
            </a:pPr>
            <a:endParaRPr sz="800" b="1"/>
          </a:p>
          <a:p>
            <a:pPr marL="0" marR="0" lvl="0" indent="0" algn="l" rtl="0">
              <a:lnSpc>
                <a:spcPct val="115000"/>
              </a:lnSpc>
              <a:spcBef>
                <a:spcPts val="0"/>
              </a:spcBef>
              <a:spcAft>
                <a:spcPts val="0"/>
              </a:spcAft>
              <a:buNone/>
            </a:pPr>
            <a:endParaRPr sz="2400" b="1" i="0" u="none" strike="noStrike" cap="none">
              <a:latin typeface="Arial"/>
              <a:ea typeface="Arial"/>
              <a:cs typeface="Arial"/>
              <a:sym typeface="Arial"/>
            </a:endParaRPr>
          </a:p>
          <a:p>
            <a:pPr marL="857250" marR="0" lvl="1" indent="-412750" algn="l" rtl="0">
              <a:lnSpc>
                <a:spcPct val="115000"/>
              </a:lnSpc>
              <a:spcBef>
                <a:spcPts val="0"/>
              </a:spcBef>
              <a:spcAft>
                <a:spcPts val="0"/>
              </a:spcAft>
              <a:buClr>
                <a:srgbClr val="000000"/>
              </a:buClr>
              <a:buSzPct val="100000"/>
              <a:buFont typeface="Arial"/>
              <a:buNone/>
            </a:pPr>
            <a:endParaRPr sz="2800" b="1" i="0" u="none" strike="noStrike" cap="none">
              <a:solidFill>
                <a:srgbClr val="000000"/>
              </a:solidFill>
              <a:latin typeface="Arial"/>
              <a:ea typeface="Arial"/>
              <a:cs typeface="Arial"/>
              <a:sym typeface="Arial"/>
            </a:endParaRPr>
          </a:p>
          <a:p>
            <a:pPr marL="457200" marR="0" lvl="0" indent="0" algn="l" rtl="0">
              <a:lnSpc>
                <a:spcPct val="115000"/>
              </a:lnSpc>
              <a:spcBef>
                <a:spcPts val="0"/>
              </a:spcBef>
              <a:spcAft>
                <a:spcPts val="0"/>
              </a:spcAft>
              <a:buClr>
                <a:srgbClr val="FAFD00"/>
              </a:buClr>
              <a:buSzPct val="250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AFD00"/>
              </a:buClr>
              <a:buSzPct val="25000"/>
              <a:buFont typeface="Arial"/>
              <a:buNone/>
            </a:pP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Shape 539"/>
          <p:cNvSpPr txBox="1">
            <a:spLocks noGrp="1"/>
          </p:cNvSpPr>
          <p:nvPr>
            <p:ph type="body" idx="2"/>
          </p:nvPr>
        </p:nvSpPr>
        <p:spPr>
          <a:xfrm>
            <a:off x="498518" y="1129553"/>
            <a:ext cx="7559100" cy="774599"/>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493A13"/>
              </a:buClr>
              <a:buSzPct val="25000"/>
              <a:buFont typeface="Noto Sans Symbols"/>
              <a:buNone/>
            </a:pPr>
            <a:r>
              <a:rPr lang="en" sz="1800" b="0" i="0" u="none" strike="noStrike" cap="none">
                <a:solidFill>
                  <a:srgbClr val="493A13"/>
                </a:solidFill>
                <a:latin typeface="Arial"/>
                <a:ea typeface="Arial"/>
                <a:cs typeface="Arial"/>
                <a:sym typeface="Arial"/>
              </a:rPr>
              <a:t>Medium Resolution created for CONUS</a:t>
            </a:r>
          </a:p>
          <a:p>
            <a:pPr marL="0" marR="0" lvl="0" indent="0" algn="l" rtl="0">
              <a:spcBef>
                <a:spcPts val="600"/>
              </a:spcBef>
              <a:buClr>
                <a:srgbClr val="493A13"/>
              </a:buClr>
              <a:buSzPct val="25000"/>
              <a:buFont typeface="Noto Sans Symbols"/>
              <a:buNone/>
            </a:pPr>
            <a:r>
              <a:rPr lang="en" sz="1800" b="0" i="0" u="none" strike="noStrike" cap="none">
                <a:solidFill>
                  <a:srgbClr val="493A13"/>
                </a:solidFill>
                <a:latin typeface="Arial"/>
                <a:ea typeface="Arial"/>
                <a:cs typeface="Arial"/>
                <a:sym typeface="Arial"/>
              </a:rPr>
              <a:t>High Resolution in work for CONUS and AK</a:t>
            </a:r>
          </a:p>
        </p:txBody>
      </p:sp>
      <p:sp>
        <p:nvSpPr>
          <p:cNvPr id="540" name="Shape 540"/>
          <p:cNvSpPr txBox="1"/>
          <p:nvPr/>
        </p:nvSpPr>
        <p:spPr>
          <a:xfrm>
            <a:off x="5433144" y="5139994"/>
            <a:ext cx="2445600" cy="1706700"/>
          </a:xfrm>
          <a:prstGeom prst="rect">
            <a:avLst/>
          </a:prstGeom>
          <a:noFill/>
          <a:ln>
            <a:noFill/>
          </a:ln>
        </p:spPr>
        <p:txBody>
          <a:bodyPr lIns="90475" tIns="44450" rIns="90475" bIns="44450" anchor="t" anchorCtr="0">
            <a:noAutofit/>
          </a:bodyPr>
          <a:lstStyle/>
          <a:p>
            <a:pPr marL="0" marR="0" lvl="0" indent="0" algn="l" rtl="0">
              <a:lnSpc>
                <a:spcPct val="80000"/>
              </a:lnSpc>
              <a:spcBef>
                <a:spcPts val="0"/>
              </a:spcBef>
              <a:spcAft>
                <a:spcPts val="0"/>
              </a:spcAft>
              <a:buClr>
                <a:srgbClr val="FFFFFF"/>
              </a:buClr>
              <a:buSzPct val="25000"/>
              <a:buFont typeface="Calibri"/>
              <a:buNone/>
            </a:pPr>
            <a:r>
              <a:rPr lang="en" sz="2400" b="1" i="0" u="none" strike="noStrike" cap="none">
                <a:solidFill>
                  <a:srgbClr val="006F4B"/>
                </a:solidFill>
                <a:latin typeface="Calibri"/>
                <a:ea typeface="Calibri"/>
                <a:cs typeface="Calibri"/>
                <a:sym typeface="Calibri"/>
              </a:rPr>
              <a:t>Incorporates</a:t>
            </a:r>
          </a:p>
          <a:p>
            <a:pPr marL="463550" marR="0" lvl="1" indent="-247650" algn="l" rtl="0">
              <a:lnSpc>
                <a:spcPct val="100000"/>
              </a:lnSpc>
              <a:spcBef>
                <a:spcPts val="400"/>
              </a:spcBef>
              <a:spcAft>
                <a:spcPts val="0"/>
              </a:spcAft>
              <a:buClr>
                <a:srgbClr val="00B050"/>
              </a:buClr>
              <a:buSzPct val="100000"/>
              <a:buFont typeface="Noto Sans Symbols"/>
              <a:buChar char="▪"/>
            </a:pPr>
            <a:r>
              <a:rPr lang="en" sz="2400" b="0" i="0" u="none" strike="noStrike" cap="none">
                <a:solidFill>
                  <a:srgbClr val="006F4B"/>
                </a:solidFill>
                <a:latin typeface="Calibri"/>
                <a:ea typeface="Calibri"/>
                <a:cs typeface="Calibri"/>
                <a:sym typeface="Calibri"/>
              </a:rPr>
              <a:t>Hydrography</a:t>
            </a:r>
          </a:p>
          <a:p>
            <a:pPr marL="463550" marR="0" lvl="1" indent="-247650" algn="l" rtl="0">
              <a:lnSpc>
                <a:spcPct val="100000"/>
              </a:lnSpc>
              <a:spcBef>
                <a:spcPts val="400"/>
              </a:spcBef>
              <a:spcAft>
                <a:spcPts val="0"/>
              </a:spcAft>
              <a:buClr>
                <a:srgbClr val="00B050"/>
              </a:buClr>
              <a:buSzPct val="100000"/>
              <a:buFont typeface="Noto Sans Symbols"/>
              <a:buChar char="▪"/>
            </a:pPr>
            <a:r>
              <a:rPr lang="en" sz="2400" b="0" i="0" u="none" strike="noStrike" cap="none">
                <a:solidFill>
                  <a:srgbClr val="006F4B"/>
                </a:solidFill>
                <a:latin typeface="Calibri"/>
                <a:ea typeface="Calibri"/>
                <a:cs typeface="Calibri"/>
                <a:sym typeface="Calibri"/>
              </a:rPr>
              <a:t>Boundaries </a:t>
            </a:r>
          </a:p>
          <a:p>
            <a:pPr marL="463550" marR="0" lvl="1" indent="-247650" algn="l" rtl="0">
              <a:lnSpc>
                <a:spcPct val="100000"/>
              </a:lnSpc>
              <a:spcBef>
                <a:spcPts val="400"/>
              </a:spcBef>
              <a:spcAft>
                <a:spcPts val="0"/>
              </a:spcAft>
              <a:buClr>
                <a:srgbClr val="00B050"/>
              </a:buClr>
              <a:buSzPct val="100000"/>
              <a:buFont typeface="Noto Sans Symbols"/>
              <a:buChar char="▪"/>
            </a:pPr>
            <a:r>
              <a:rPr lang="en" sz="2400" b="0" i="0" u="none" strike="noStrike" cap="none">
                <a:solidFill>
                  <a:srgbClr val="006F4B"/>
                </a:solidFill>
                <a:latin typeface="Calibri"/>
                <a:ea typeface="Calibri"/>
                <a:cs typeface="Calibri"/>
                <a:sym typeface="Calibri"/>
              </a:rPr>
              <a:t>Elevation</a:t>
            </a:r>
          </a:p>
          <a:p>
            <a:pPr marL="342900" marR="0" lvl="0" indent="-342900" algn="l" rtl="0">
              <a:lnSpc>
                <a:spcPct val="80000"/>
              </a:lnSpc>
              <a:spcBef>
                <a:spcPts val="480"/>
              </a:spcBef>
              <a:spcAft>
                <a:spcPts val="0"/>
              </a:spcAft>
              <a:buClr>
                <a:srgbClr val="FFFFFF"/>
              </a:buClr>
              <a:buFont typeface="Noto Sans Symbols"/>
              <a:buNone/>
            </a:pPr>
            <a:endParaRPr sz="1400" b="1" i="0" u="none" strike="noStrike" cap="none">
              <a:solidFill>
                <a:srgbClr val="006F4B"/>
              </a:solidFill>
              <a:latin typeface="Calibri"/>
              <a:ea typeface="Calibri"/>
              <a:cs typeface="Calibri"/>
              <a:sym typeface="Calibri"/>
            </a:endParaRPr>
          </a:p>
          <a:p>
            <a:pPr marL="0" marR="0" lvl="0" indent="0" algn="l" rtl="0">
              <a:lnSpc>
                <a:spcPct val="100000"/>
              </a:lnSpc>
              <a:spcBef>
                <a:spcPts val="560"/>
              </a:spcBef>
              <a:spcAft>
                <a:spcPts val="0"/>
              </a:spcAft>
              <a:buClr>
                <a:srgbClr val="FAFD00"/>
              </a:buClr>
              <a:buFont typeface="Calibri"/>
              <a:buNone/>
            </a:pPr>
            <a:endParaRPr sz="3200" b="1" i="0" u="none" strike="noStrike" cap="none">
              <a:solidFill>
                <a:srgbClr val="006F4B"/>
              </a:solidFill>
              <a:latin typeface="Calibri"/>
              <a:ea typeface="Calibri"/>
              <a:cs typeface="Calibri"/>
              <a:sym typeface="Calibri"/>
            </a:endParaRPr>
          </a:p>
        </p:txBody>
      </p:sp>
      <p:grpSp>
        <p:nvGrpSpPr>
          <p:cNvPr id="541" name="Shape 541"/>
          <p:cNvGrpSpPr/>
          <p:nvPr/>
        </p:nvGrpSpPr>
        <p:grpSpPr>
          <a:xfrm>
            <a:off x="762012" y="2143931"/>
            <a:ext cx="4267218" cy="3910855"/>
            <a:chOff x="1991883" y="4041253"/>
            <a:chExt cx="2885400" cy="2629500"/>
          </a:xfrm>
        </p:grpSpPr>
        <p:pic>
          <p:nvPicPr>
            <p:cNvPr id="542" name="Shape 54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991883" y="4041253"/>
              <a:ext cx="2885400" cy="2629500"/>
            </a:xfrm>
            <a:prstGeom prst="rect">
              <a:avLst/>
            </a:prstGeom>
            <a:noFill/>
            <a:ln>
              <a:noFill/>
            </a:ln>
            <a:effectLst>
              <a:outerShdw blurRad="292100" dist="139700" dir="2700000" algn="tl" rotWithShape="0">
                <a:srgbClr val="333333">
                  <a:alpha val="64709"/>
                </a:srgbClr>
              </a:outerShdw>
            </a:effectLst>
          </p:spPr>
        </p:pic>
        <p:sp>
          <p:nvSpPr>
            <p:cNvPr id="543" name="Shape 543"/>
            <p:cNvSpPr txBox="1"/>
            <p:nvPr/>
          </p:nvSpPr>
          <p:spPr>
            <a:xfrm>
              <a:off x="2133600" y="4114800"/>
              <a:ext cx="676800" cy="400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4B70FC"/>
                </a:buClr>
                <a:buSzPct val="25000"/>
                <a:buFont typeface="Calibri"/>
                <a:buNone/>
              </a:pPr>
              <a:r>
                <a:rPr lang="en" sz="2000" b="1" i="0" u="none" strike="noStrike" cap="none">
                  <a:solidFill>
                    <a:srgbClr val="4B70FC"/>
                  </a:solidFill>
                  <a:latin typeface="Calibri"/>
                  <a:ea typeface="Calibri"/>
                  <a:cs typeface="Calibri"/>
                  <a:sym typeface="Calibri"/>
                </a:rPr>
                <a:t>NHD</a:t>
              </a:r>
            </a:p>
          </p:txBody>
        </p:sp>
        <p:sp>
          <p:nvSpPr>
            <p:cNvPr id="544" name="Shape 544"/>
            <p:cNvSpPr txBox="1"/>
            <p:nvPr/>
          </p:nvSpPr>
          <p:spPr>
            <a:xfrm>
              <a:off x="2002917" y="5562600"/>
              <a:ext cx="723300" cy="400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C00000"/>
                </a:buClr>
                <a:buSzPct val="25000"/>
                <a:buFont typeface="Calibri"/>
                <a:buNone/>
              </a:pPr>
              <a:r>
                <a:rPr lang="en" sz="2000" b="1" i="0" u="none" strike="noStrike" cap="none">
                  <a:solidFill>
                    <a:srgbClr val="C00000"/>
                  </a:solidFill>
                  <a:latin typeface="Calibri"/>
                  <a:ea typeface="Calibri"/>
                  <a:cs typeface="Calibri"/>
                  <a:sym typeface="Calibri"/>
                </a:rPr>
                <a:t>WBD</a:t>
              </a:r>
            </a:p>
          </p:txBody>
        </p:sp>
        <p:sp>
          <p:nvSpPr>
            <p:cNvPr id="545" name="Shape 545"/>
            <p:cNvSpPr txBox="1"/>
            <p:nvPr/>
          </p:nvSpPr>
          <p:spPr>
            <a:xfrm>
              <a:off x="3707312" y="6229289"/>
              <a:ext cx="1169400" cy="400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D8D8D8"/>
                </a:buClr>
                <a:buSzPct val="25000"/>
                <a:buFont typeface="Calibri"/>
                <a:buNone/>
              </a:pPr>
              <a:r>
                <a:rPr lang="en" sz="2000" b="1" i="0" u="none" strike="noStrike" cap="none">
                  <a:solidFill>
                    <a:srgbClr val="D8D8D8"/>
                  </a:solidFill>
                  <a:latin typeface="Calibri"/>
                  <a:ea typeface="Calibri"/>
                  <a:cs typeface="Calibri"/>
                  <a:sym typeface="Calibri"/>
                </a:rPr>
                <a:t>Elevation</a:t>
              </a:r>
            </a:p>
          </p:txBody>
        </p:sp>
      </p:grpSp>
      <p:sp>
        <p:nvSpPr>
          <p:cNvPr id="546" name="Shape 546"/>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2800" b="0" i="0" u="none" strike="noStrike" cap="none">
                <a:solidFill>
                  <a:srgbClr val="006F4B"/>
                </a:solidFill>
                <a:latin typeface="Arial"/>
                <a:ea typeface="Arial"/>
                <a:cs typeface="Arial"/>
                <a:sym typeface="Arial"/>
              </a:rPr>
              <a:t>National Hydrography Dataset Plus - NHDPlus</a:t>
            </a:r>
          </a:p>
        </p:txBody>
      </p:sp>
      <p:pic>
        <p:nvPicPr>
          <p:cNvPr id="547" name="Shape 547"/>
          <p:cNvPicPr preferRelativeResize="0"/>
          <p:nvPr/>
        </p:nvPicPr>
        <p:blipFill rotWithShape="1">
          <a:blip r:embed="rId4">
            <a:alphaModFix/>
          </a:blip>
          <a:srcRect/>
          <a:stretch/>
        </p:blipFill>
        <p:spPr>
          <a:xfrm>
            <a:off x="5445978" y="1232280"/>
            <a:ext cx="3183000" cy="3769500"/>
          </a:xfrm>
          <a:prstGeom prst="rect">
            <a:avLst/>
          </a:prstGeom>
          <a:noFill/>
          <a:ln>
            <a:noFill/>
          </a:ln>
          <a:effectLst>
            <a:outerShdw blurRad="292100" dist="139700" dir="2700000" algn="tl" rotWithShape="0">
              <a:srgbClr val="333333">
                <a:alpha val="64709"/>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553" name="Shape 55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221188" y="868195"/>
            <a:ext cx="7833600" cy="5594100"/>
          </a:xfrm>
          <a:prstGeom prst="rect">
            <a:avLst/>
          </a:prstGeom>
          <a:noFill/>
          <a:ln>
            <a:noFill/>
          </a:ln>
        </p:spPr>
      </p:pic>
      <p:pic>
        <p:nvPicPr>
          <p:cNvPr id="554" name="Shape 554"/>
          <p:cNvPicPr preferRelativeResize="0"/>
          <p:nvPr/>
        </p:nvPicPr>
        <p:blipFill rotWithShape="1">
          <a:blip r:embed="rId4">
            <a:alphaModFix/>
          </a:blip>
          <a:srcRect/>
          <a:stretch/>
        </p:blipFill>
        <p:spPr>
          <a:xfrm>
            <a:off x="0" y="6228987"/>
            <a:ext cx="3505200" cy="466799"/>
          </a:xfrm>
          <a:prstGeom prst="rect">
            <a:avLst/>
          </a:prstGeom>
          <a:noFill/>
          <a:ln>
            <a:noFill/>
          </a:ln>
        </p:spPr>
      </p:pic>
      <p:sp>
        <p:nvSpPr>
          <p:cNvPr id="555" name="Shape 555"/>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3600" b="0" i="0" u="none" strike="noStrike" cap="none">
                <a:solidFill>
                  <a:srgbClr val="006F4B"/>
                </a:solidFill>
                <a:latin typeface="Arial"/>
                <a:ea typeface="Arial"/>
                <a:cs typeface="Arial"/>
                <a:sym typeface="Arial"/>
              </a:rPr>
              <a:t>Catchments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Shape 560"/>
          <p:cNvSpPr txBox="1">
            <a:spLocks noGrp="1"/>
          </p:cNvSpPr>
          <p:nvPr>
            <p:ph type="body" idx="1"/>
          </p:nvPr>
        </p:nvSpPr>
        <p:spPr>
          <a:xfrm>
            <a:off x="990600" y="2133599"/>
            <a:ext cx="3505200" cy="4145100"/>
          </a:xfrm>
          <a:prstGeom prst="rect">
            <a:avLst/>
          </a:prstGeom>
          <a:noFill/>
          <a:ln>
            <a:noFill/>
          </a:ln>
        </p:spPr>
        <p:txBody>
          <a:bodyPr lIns="91425" tIns="45700" rIns="91425" bIns="45700" anchor="t" anchorCtr="0">
            <a:noAutofit/>
          </a:bodyPr>
          <a:lstStyle/>
          <a:p>
            <a:pPr marL="0" marR="0" lvl="0" indent="0" algn="r" rtl="0">
              <a:spcBef>
                <a:spcPts val="0"/>
              </a:spcBef>
              <a:spcAft>
                <a:spcPts val="0"/>
              </a:spcAft>
              <a:buClr>
                <a:srgbClr val="493A13"/>
              </a:buClr>
              <a:buSzPct val="25000"/>
              <a:buFont typeface="Noto Sans Symbols"/>
              <a:buNone/>
            </a:pPr>
            <a:r>
              <a:rPr lang="en" sz="2400" b="0" i="0" u="none" strike="noStrike" cap="none">
                <a:solidFill>
                  <a:srgbClr val="40458C"/>
                </a:solidFill>
                <a:latin typeface="Arial"/>
                <a:ea typeface="Arial"/>
                <a:cs typeface="Arial"/>
                <a:sym typeface="Arial"/>
              </a:rPr>
              <a:t>The best of 24K+ data and NHDPlus</a:t>
            </a:r>
          </a:p>
          <a:p>
            <a:pPr marL="0" marR="0" lvl="0" indent="0" algn="r" rtl="0">
              <a:spcBef>
                <a:spcPts val="2000"/>
              </a:spcBef>
              <a:spcAft>
                <a:spcPts val="0"/>
              </a:spcAft>
              <a:buClr>
                <a:srgbClr val="493A13"/>
              </a:buClr>
              <a:buSzPct val="25000"/>
              <a:buFont typeface="Noto Sans Symbols"/>
              <a:buNone/>
            </a:pPr>
            <a:r>
              <a:rPr lang="en" sz="2400" b="0" i="0" u="none" strike="noStrike" cap="none">
                <a:solidFill>
                  <a:srgbClr val="40458C"/>
                </a:solidFill>
                <a:latin typeface="Arial"/>
                <a:ea typeface="Arial"/>
                <a:cs typeface="Arial"/>
                <a:sym typeface="Arial"/>
              </a:rPr>
              <a:t>Addresses the need for a single hydrographic frame of reference</a:t>
            </a:r>
          </a:p>
          <a:p>
            <a:pPr marL="0" marR="0" lvl="0" indent="0" algn="r" rtl="0">
              <a:spcBef>
                <a:spcPts val="2000"/>
              </a:spcBef>
              <a:buClr>
                <a:srgbClr val="493A13"/>
              </a:buClr>
              <a:buSzPct val="25000"/>
              <a:buFont typeface="Noto Sans Symbols"/>
              <a:buNone/>
            </a:pPr>
            <a:r>
              <a:rPr lang="en" sz="2400" b="0" i="0" u="none" strike="noStrike" cap="none">
                <a:solidFill>
                  <a:srgbClr val="40458C"/>
                </a:solidFill>
                <a:latin typeface="Arial"/>
                <a:ea typeface="Arial"/>
                <a:cs typeface="Arial"/>
                <a:sym typeface="Arial"/>
              </a:rPr>
              <a:t>Link data to one network and generalize to many different scales</a:t>
            </a:r>
          </a:p>
        </p:txBody>
      </p:sp>
      <p:sp>
        <p:nvSpPr>
          <p:cNvPr id="561" name="Shape 561"/>
          <p:cNvSpPr txBox="1">
            <a:spLocks noGrp="1"/>
          </p:cNvSpPr>
          <p:nvPr>
            <p:ph type="body" idx="2"/>
          </p:nvPr>
        </p:nvSpPr>
        <p:spPr>
          <a:xfrm>
            <a:off x="498518" y="1129553"/>
            <a:ext cx="7559100" cy="774599"/>
          </a:xfrm>
          <a:prstGeom prst="rect">
            <a:avLst/>
          </a:prstGeom>
          <a:noFill/>
          <a:ln>
            <a:noFill/>
          </a:ln>
        </p:spPr>
        <p:txBody>
          <a:bodyPr lIns="91425" tIns="45700" rIns="91425" bIns="45700" anchor="t" anchorCtr="0">
            <a:noAutofit/>
          </a:bodyPr>
          <a:lstStyle/>
          <a:p>
            <a:pPr marL="0" marR="0" lvl="0" indent="0" algn="l" rtl="0">
              <a:spcBef>
                <a:spcPts val="0"/>
              </a:spcBef>
              <a:buClr>
                <a:srgbClr val="493A13"/>
              </a:buClr>
              <a:buSzPct val="25000"/>
              <a:buFont typeface="Noto Sans Symbols"/>
              <a:buNone/>
            </a:pPr>
            <a:r>
              <a:rPr lang="en" sz="2400" b="0" i="0" u="none" strike="noStrike" cap="none">
                <a:solidFill>
                  <a:srgbClr val="493A13"/>
                </a:solidFill>
                <a:latin typeface="Arial"/>
                <a:ea typeface="Arial"/>
                <a:cs typeface="Arial"/>
                <a:sym typeface="Arial"/>
              </a:rPr>
              <a:t>Taking NHDPlus v2 (MedRes) to a new level</a:t>
            </a:r>
          </a:p>
        </p:txBody>
      </p:sp>
      <p:sp>
        <p:nvSpPr>
          <p:cNvPr id="562" name="Shape 562"/>
          <p:cNvSpPr/>
          <p:nvPr/>
        </p:nvSpPr>
        <p:spPr>
          <a:xfrm>
            <a:off x="5867401" y="1752599"/>
            <a:ext cx="1066799" cy="762000"/>
          </a:xfrm>
          <a:prstGeom prst="rect">
            <a:avLst/>
          </a:prstGeom>
          <a:solidFill>
            <a:srgbClr val="9FC5E8"/>
          </a:solidFill>
          <a:ln>
            <a:noFill/>
          </a:ln>
          <a:effectLst>
            <a:outerShdw blurRad="44450" dist="27939" dir="5400000" algn="ctr">
              <a:srgbClr val="000000">
                <a:alpha val="31370"/>
              </a:srgbClr>
            </a:outerShdw>
          </a:effectLst>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Calibri"/>
              <a:buNone/>
            </a:pPr>
            <a:r>
              <a:rPr lang="en" sz="1600" b="1" i="0" u="none" strike="noStrike" cap="none">
                <a:solidFill>
                  <a:srgbClr val="000000"/>
                </a:solidFill>
                <a:latin typeface="Calibri"/>
                <a:ea typeface="Calibri"/>
                <a:cs typeface="Calibri"/>
                <a:sym typeface="Calibri"/>
              </a:rPr>
              <a:t>NHD </a:t>
            </a:r>
          </a:p>
          <a:p>
            <a:pPr marL="0" marR="0" lvl="0" indent="0" algn="ctr" rtl="0">
              <a:lnSpc>
                <a:spcPct val="100000"/>
              </a:lnSpc>
              <a:spcBef>
                <a:spcPts val="0"/>
              </a:spcBef>
              <a:spcAft>
                <a:spcPts val="0"/>
              </a:spcAft>
              <a:buClr>
                <a:srgbClr val="000000"/>
              </a:buClr>
              <a:buSzPct val="25000"/>
              <a:buFont typeface="Calibri"/>
              <a:buNone/>
            </a:pPr>
            <a:r>
              <a:rPr lang="en" sz="1600" b="1" i="0" u="none" strike="noStrike" cap="none">
                <a:solidFill>
                  <a:srgbClr val="000000"/>
                </a:solidFill>
                <a:latin typeface="Calibri"/>
                <a:ea typeface="Calibri"/>
                <a:cs typeface="Calibri"/>
                <a:sym typeface="Calibri"/>
              </a:rPr>
              <a:t>100K </a:t>
            </a:r>
          </a:p>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2000</a:t>
            </a:r>
          </a:p>
        </p:txBody>
      </p:sp>
      <p:sp>
        <p:nvSpPr>
          <p:cNvPr id="563" name="Shape 563"/>
          <p:cNvSpPr/>
          <p:nvPr/>
        </p:nvSpPr>
        <p:spPr>
          <a:xfrm>
            <a:off x="4800601" y="2994101"/>
            <a:ext cx="1524000" cy="1444199"/>
          </a:xfrm>
          <a:prstGeom prst="rect">
            <a:avLst/>
          </a:prstGeom>
          <a:solidFill>
            <a:srgbClr val="9FC5E8"/>
          </a:solidFill>
          <a:ln>
            <a:noFill/>
          </a:ln>
          <a:effectLst>
            <a:outerShdw blurRad="44450" dist="27939" dir="5400000" algn="ctr">
              <a:srgbClr val="000000">
                <a:alpha val="31370"/>
              </a:srgbClr>
            </a:outerShdw>
          </a:effectLst>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NHD </a:t>
            </a:r>
            <a:r>
              <a:rPr lang="en" sz="1400" b="1" i="0" u="none" strike="noStrike" cap="none">
                <a:solidFill>
                  <a:schemeClr val="dk1"/>
                </a:solidFill>
                <a:latin typeface="Calibri"/>
                <a:ea typeface="Calibri"/>
                <a:cs typeface="Calibri"/>
                <a:sym typeface="Calibri"/>
              </a:rPr>
              <a:t>HR</a:t>
            </a:r>
          </a:p>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24K</a:t>
            </a:r>
          </a:p>
          <a:p>
            <a:pPr marL="0" marR="0" lvl="0" indent="0" algn="ctr" rtl="0">
              <a:lnSpc>
                <a:spcPct val="100000"/>
              </a:lnSpc>
              <a:spcBef>
                <a:spcPts val="0"/>
              </a:spcBef>
              <a:spcAft>
                <a:spcPts val="0"/>
              </a:spcAft>
              <a:buClr>
                <a:srgbClr val="000000"/>
              </a:buClr>
              <a:buSzPct val="25000"/>
              <a:buFont typeface="Calibri"/>
              <a:buNone/>
            </a:pPr>
            <a:r>
              <a:rPr lang="en" sz="1400" b="0" i="0" u="none" strike="noStrike" cap="none">
                <a:solidFill>
                  <a:srgbClr val="000000"/>
                </a:solidFill>
                <a:latin typeface="Calibri"/>
                <a:ea typeface="Calibri"/>
                <a:cs typeface="Calibri"/>
                <a:sym typeface="Calibri"/>
              </a:rPr>
              <a:t>Local/State</a:t>
            </a:r>
          </a:p>
          <a:p>
            <a:pPr marL="0" marR="0" lvl="0" indent="0" algn="ctr" rtl="0">
              <a:lnSpc>
                <a:spcPct val="100000"/>
              </a:lnSpc>
              <a:spcBef>
                <a:spcPts val="0"/>
              </a:spcBef>
              <a:spcAft>
                <a:spcPts val="0"/>
              </a:spcAft>
              <a:buClr>
                <a:srgbClr val="000000"/>
              </a:buClr>
              <a:buSzPct val="25000"/>
              <a:buFont typeface="Calibri"/>
              <a:buNone/>
            </a:pPr>
            <a:r>
              <a:rPr lang="en" sz="1400" b="0" i="0" u="none" strike="noStrike" cap="none">
                <a:solidFill>
                  <a:srgbClr val="000000"/>
                </a:solidFill>
                <a:latin typeface="Calibri"/>
                <a:ea typeface="Calibri"/>
                <a:cs typeface="Calibri"/>
                <a:sym typeface="Calibri"/>
              </a:rPr>
              <a:t>applications </a:t>
            </a:r>
          </a:p>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2007</a:t>
            </a:r>
          </a:p>
          <a:p>
            <a:pPr marL="0" marR="0" lvl="0" indent="0" algn="ctr" rtl="0">
              <a:lnSpc>
                <a:spcPct val="100000"/>
              </a:lnSpc>
              <a:spcBef>
                <a:spcPts val="0"/>
              </a:spcBef>
              <a:spcAft>
                <a:spcPts val="0"/>
              </a:spcAft>
              <a:buClr>
                <a:srgbClr val="000000"/>
              </a:buClr>
              <a:buSzPct val="25000"/>
              <a:buFont typeface="Calibri"/>
              <a:buNone/>
            </a:pPr>
            <a:r>
              <a:rPr lang="en" sz="1600" b="1" i="0" u="none" strike="noStrike" cap="none">
                <a:solidFill>
                  <a:srgbClr val="000000"/>
                </a:solidFill>
                <a:latin typeface="Calibri"/>
                <a:ea typeface="Calibri"/>
                <a:cs typeface="Calibri"/>
                <a:sym typeface="Calibri"/>
              </a:rPr>
              <a:t>	</a:t>
            </a:r>
          </a:p>
        </p:txBody>
      </p:sp>
      <p:sp>
        <p:nvSpPr>
          <p:cNvPr id="564" name="Shape 564"/>
          <p:cNvSpPr/>
          <p:nvPr/>
        </p:nvSpPr>
        <p:spPr>
          <a:xfrm>
            <a:off x="5558612" y="4724400"/>
            <a:ext cx="1836900" cy="1828800"/>
          </a:xfrm>
          <a:prstGeom prst="rect">
            <a:avLst/>
          </a:prstGeom>
          <a:solidFill>
            <a:srgbClr val="9FC5E8"/>
          </a:solidFill>
          <a:ln>
            <a:noFill/>
          </a:ln>
          <a:effectLst>
            <a:outerShdw blurRad="44450" dist="27939" dir="5400000" algn="ctr">
              <a:srgbClr val="000000">
                <a:alpha val="31370"/>
              </a:srgbClr>
            </a:outerShdw>
          </a:effectLst>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Calibri"/>
              <a:buNone/>
            </a:pPr>
            <a:r>
              <a:rPr lang="en" sz="1600" b="1" i="0" u="none" strike="noStrike" cap="none">
                <a:solidFill>
                  <a:srgbClr val="000000"/>
                </a:solidFill>
                <a:latin typeface="Calibri"/>
                <a:ea typeface="Calibri"/>
                <a:cs typeface="Calibri"/>
                <a:sym typeface="Calibri"/>
              </a:rPr>
              <a:t>NHDPlus </a:t>
            </a:r>
          </a:p>
          <a:p>
            <a:pPr marL="0" marR="0" lvl="0" indent="0" algn="ctr" rtl="0">
              <a:lnSpc>
                <a:spcPct val="100000"/>
              </a:lnSpc>
              <a:spcBef>
                <a:spcPts val="0"/>
              </a:spcBef>
              <a:spcAft>
                <a:spcPts val="0"/>
              </a:spcAft>
              <a:buClr>
                <a:srgbClr val="000000"/>
              </a:buClr>
              <a:buSzPct val="25000"/>
              <a:buFont typeface="Calibri"/>
              <a:buNone/>
            </a:pPr>
            <a:r>
              <a:rPr lang="en" sz="1600" b="1" i="0" u="none" strike="noStrike" cap="none">
                <a:solidFill>
                  <a:srgbClr val="000000"/>
                </a:solidFill>
                <a:latin typeface="Calibri"/>
                <a:ea typeface="Calibri"/>
                <a:cs typeface="Calibri"/>
                <a:sym typeface="Calibri"/>
              </a:rPr>
              <a:t>High Resolution</a:t>
            </a:r>
          </a:p>
          <a:p>
            <a:pPr marL="0" marR="0" lvl="0" indent="0" algn="ctr" rtl="0">
              <a:lnSpc>
                <a:spcPct val="100000"/>
              </a:lnSpc>
              <a:spcBef>
                <a:spcPts val="0"/>
              </a:spcBef>
              <a:spcAft>
                <a:spcPts val="0"/>
              </a:spcAft>
              <a:buClr>
                <a:srgbClr val="000000"/>
              </a:buClr>
              <a:buSzPct val="25000"/>
              <a:buFont typeface="Calibri"/>
              <a:buNone/>
            </a:pPr>
            <a:r>
              <a:rPr lang="en" sz="1600" b="0" i="0" u="none" strike="noStrike" cap="none">
                <a:solidFill>
                  <a:srgbClr val="000000"/>
                </a:solidFill>
                <a:latin typeface="Calibri"/>
                <a:ea typeface="Calibri"/>
                <a:cs typeface="Calibri"/>
                <a:sym typeface="Calibri"/>
              </a:rPr>
              <a:t>Local/State applications AND scalable applications</a:t>
            </a:r>
          </a:p>
          <a:p>
            <a:pPr marL="0" marR="0" lvl="0" indent="0" algn="ctr" rtl="0">
              <a:lnSpc>
                <a:spcPct val="100000"/>
              </a:lnSpc>
              <a:spcBef>
                <a:spcPts val="0"/>
              </a:spcBef>
              <a:spcAft>
                <a:spcPts val="0"/>
              </a:spcAft>
              <a:buClr>
                <a:srgbClr val="000000"/>
              </a:buClr>
              <a:buSzPct val="25000"/>
              <a:buFont typeface="Calibri"/>
              <a:buNone/>
            </a:pPr>
            <a:r>
              <a:rPr lang="en" sz="1600" b="1" i="0" u="none" strike="noStrike" cap="none">
                <a:solidFill>
                  <a:srgbClr val="000000"/>
                </a:solidFill>
                <a:latin typeface="Calibri"/>
                <a:ea typeface="Calibri"/>
                <a:cs typeface="Calibri"/>
                <a:sym typeface="Calibri"/>
              </a:rPr>
              <a:t>Started 2015</a:t>
            </a:r>
          </a:p>
          <a:p>
            <a:pPr marL="0" marR="0" lvl="0" indent="0" algn="ctr" rtl="0">
              <a:lnSpc>
                <a:spcPct val="100000"/>
              </a:lnSpc>
              <a:spcBef>
                <a:spcPts val="0"/>
              </a:spcBef>
              <a:spcAft>
                <a:spcPts val="0"/>
              </a:spcAft>
              <a:buClr>
                <a:srgbClr val="000000"/>
              </a:buClr>
              <a:buFont typeface="Arial"/>
              <a:buNone/>
            </a:pPr>
            <a:endParaRPr sz="1600" b="1" i="0" u="none" strike="noStrike" cap="none">
              <a:solidFill>
                <a:srgbClr val="000000"/>
              </a:solidFill>
              <a:latin typeface="Calibri"/>
              <a:ea typeface="Calibri"/>
              <a:cs typeface="Calibri"/>
              <a:sym typeface="Calibri"/>
            </a:endParaRPr>
          </a:p>
        </p:txBody>
      </p:sp>
      <p:sp>
        <p:nvSpPr>
          <p:cNvPr id="565" name="Shape 565"/>
          <p:cNvSpPr/>
          <p:nvPr/>
        </p:nvSpPr>
        <p:spPr>
          <a:xfrm>
            <a:off x="6477001" y="2994101"/>
            <a:ext cx="1523999" cy="1444199"/>
          </a:xfrm>
          <a:prstGeom prst="rect">
            <a:avLst/>
          </a:prstGeom>
          <a:solidFill>
            <a:srgbClr val="9FC5E8"/>
          </a:solidFill>
          <a:ln>
            <a:noFill/>
          </a:ln>
          <a:effectLst>
            <a:outerShdw blurRad="44450" dist="27939" dir="5400000" algn="ctr">
              <a:srgbClr val="000000">
                <a:alpha val="31370"/>
              </a:srgbClr>
            </a:outerShdw>
          </a:effectLst>
        </p:spPr>
        <p:txBody>
          <a:bodyPr lIns="91425" tIns="45700" rIns="91425" bIns="45700" anchor="t" anchorCtr="0">
            <a:noAutofit/>
          </a:bodyPr>
          <a:lstStyle/>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NHDPlus</a:t>
            </a:r>
          </a:p>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100K</a:t>
            </a:r>
          </a:p>
          <a:p>
            <a:pPr marL="0" marR="0" lvl="0" indent="0" algn="ctr" rtl="0">
              <a:lnSpc>
                <a:spcPct val="100000"/>
              </a:lnSpc>
              <a:spcBef>
                <a:spcPts val="0"/>
              </a:spcBef>
              <a:spcAft>
                <a:spcPts val="0"/>
              </a:spcAft>
              <a:buClr>
                <a:srgbClr val="000000"/>
              </a:buClr>
              <a:buSzPct val="25000"/>
              <a:buFont typeface="Calibri"/>
              <a:buNone/>
            </a:pPr>
            <a:r>
              <a:rPr lang="en" sz="1400" b="0" i="0" u="none" strike="noStrike" cap="none">
                <a:solidFill>
                  <a:srgbClr val="000000"/>
                </a:solidFill>
                <a:latin typeface="Calibri"/>
                <a:ea typeface="Calibri"/>
                <a:cs typeface="Calibri"/>
                <a:sym typeface="Calibri"/>
              </a:rPr>
              <a:t>Regional/National applications </a:t>
            </a:r>
          </a:p>
          <a:p>
            <a:pPr marL="0" marR="0" lvl="0" indent="0" algn="ctr" rtl="0">
              <a:lnSpc>
                <a:spcPct val="100000"/>
              </a:lnSpc>
              <a:spcBef>
                <a:spcPts val="0"/>
              </a:spcBef>
              <a:spcAft>
                <a:spcPts val="0"/>
              </a:spcAft>
              <a:buClr>
                <a:srgbClr val="000000"/>
              </a:buClr>
              <a:buSzPct val="25000"/>
              <a:buFont typeface="Calibri"/>
              <a:buNone/>
            </a:pPr>
            <a:r>
              <a:rPr lang="en" sz="1400" b="1" i="0" u="none" strike="noStrike" cap="none">
                <a:solidFill>
                  <a:srgbClr val="000000"/>
                </a:solidFill>
                <a:latin typeface="Calibri"/>
                <a:ea typeface="Calibri"/>
                <a:cs typeface="Calibri"/>
                <a:sym typeface="Calibri"/>
              </a:rPr>
              <a:t>2006</a:t>
            </a:r>
          </a:p>
        </p:txBody>
      </p:sp>
      <p:cxnSp>
        <p:nvCxnSpPr>
          <p:cNvPr id="566" name="Shape 566"/>
          <p:cNvCxnSpPr/>
          <p:nvPr/>
        </p:nvCxnSpPr>
        <p:spPr>
          <a:xfrm flipH="1">
            <a:off x="5562601" y="2514600"/>
            <a:ext cx="838200" cy="479400"/>
          </a:xfrm>
          <a:prstGeom prst="straightConnector1">
            <a:avLst/>
          </a:prstGeom>
          <a:solidFill>
            <a:schemeClr val="accent1"/>
          </a:solidFill>
          <a:ln w="19050" cap="flat" cmpd="sng">
            <a:solidFill>
              <a:schemeClr val="dk1"/>
            </a:solidFill>
            <a:prstDash val="solid"/>
            <a:round/>
            <a:headEnd type="none" w="med" len="med"/>
            <a:tailEnd type="stealth" w="lg" len="lg"/>
          </a:ln>
        </p:spPr>
      </p:cxnSp>
      <p:cxnSp>
        <p:nvCxnSpPr>
          <p:cNvPr id="567" name="Shape 567"/>
          <p:cNvCxnSpPr/>
          <p:nvPr/>
        </p:nvCxnSpPr>
        <p:spPr>
          <a:xfrm>
            <a:off x="6400801" y="2514600"/>
            <a:ext cx="838199" cy="479400"/>
          </a:xfrm>
          <a:prstGeom prst="straightConnector1">
            <a:avLst/>
          </a:prstGeom>
          <a:solidFill>
            <a:schemeClr val="accent1"/>
          </a:solidFill>
          <a:ln w="19050" cap="flat" cmpd="sng">
            <a:solidFill>
              <a:schemeClr val="dk1"/>
            </a:solidFill>
            <a:prstDash val="solid"/>
            <a:round/>
            <a:headEnd type="none" w="med" len="med"/>
            <a:tailEnd type="stealth" w="lg" len="lg"/>
          </a:ln>
        </p:spPr>
      </p:cxnSp>
      <p:cxnSp>
        <p:nvCxnSpPr>
          <p:cNvPr id="568" name="Shape 568"/>
          <p:cNvCxnSpPr>
            <a:stCxn id="563" idx="2"/>
          </p:cNvCxnSpPr>
          <p:nvPr/>
        </p:nvCxnSpPr>
        <p:spPr>
          <a:xfrm>
            <a:off x="5562601" y="4438301"/>
            <a:ext cx="914400" cy="285900"/>
          </a:xfrm>
          <a:prstGeom prst="straightConnector1">
            <a:avLst/>
          </a:prstGeom>
          <a:solidFill>
            <a:schemeClr val="accent1"/>
          </a:solidFill>
          <a:ln w="19050" cap="flat" cmpd="sng">
            <a:solidFill>
              <a:schemeClr val="dk1"/>
            </a:solidFill>
            <a:prstDash val="solid"/>
            <a:round/>
            <a:headEnd type="none" w="med" len="med"/>
            <a:tailEnd type="stealth" w="lg" len="lg"/>
          </a:ln>
        </p:spPr>
      </p:cxnSp>
      <p:cxnSp>
        <p:nvCxnSpPr>
          <p:cNvPr id="569" name="Shape 569"/>
          <p:cNvCxnSpPr>
            <a:stCxn id="565" idx="2"/>
          </p:cNvCxnSpPr>
          <p:nvPr/>
        </p:nvCxnSpPr>
        <p:spPr>
          <a:xfrm flipH="1">
            <a:off x="6477001" y="4438301"/>
            <a:ext cx="762000" cy="285900"/>
          </a:xfrm>
          <a:prstGeom prst="straightConnector1">
            <a:avLst/>
          </a:prstGeom>
          <a:solidFill>
            <a:schemeClr val="accent1"/>
          </a:solidFill>
          <a:ln w="19050" cap="flat" cmpd="sng">
            <a:solidFill>
              <a:schemeClr val="dk1"/>
            </a:solidFill>
            <a:prstDash val="solid"/>
            <a:round/>
            <a:headEnd type="none" w="med" len="med"/>
            <a:tailEnd type="stealth" w="lg" len="lg"/>
          </a:ln>
        </p:spPr>
      </p:cxnSp>
      <p:sp>
        <p:nvSpPr>
          <p:cNvPr id="570" name="Shape 570"/>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3600" b="0" i="0" u="none" strike="noStrike" cap="none">
                <a:solidFill>
                  <a:srgbClr val="006F4B"/>
                </a:solidFill>
                <a:latin typeface="Arial"/>
                <a:ea typeface="Arial"/>
                <a:cs typeface="Arial"/>
                <a:sym typeface="Arial"/>
              </a:rPr>
              <a:t>NHDPlusHR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graphicFrame>
        <p:nvGraphicFramePr>
          <p:cNvPr id="576" name="Shape 576"/>
          <p:cNvGraphicFramePr/>
          <p:nvPr/>
        </p:nvGraphicFramePr>
        <p:xfrm>
          <a:off x="964058" y="2438400"/>
          <a:ext cx="3000000" cy="3000000"/>
        </p:xfrm>
        <a:graphic>
          <a:graphicData uri="http://schemas.openxmlformats.org/drawingml/2006/table">
            <a:tbl>
              <a:tblPr>
                <a:noFill/>
                <a:tableStyleId>{7D17B811-4927-49CC-B876-88113160933A}</a:tableStyleId>
              </a:tblPr>
              <a:tblGrid>
                <a:gridCol w="2240650"/>
                <a:gridCol w="2473600"/>
                <a:gridCol w="2865950"/>
              </a:tblGrid>
              <a:tr h="396275">
                <a:tc>
                  <a:txBody>
                    <a:bodyPr/>
                    <a:lstStyle/>
                    <a:p>
                      <a:pPr marL="0" marR="0" lvl="0" indent="0" algn="l" rtl="0">
                        <a:lnSpc>
                          <a:spcPct val="100000"/>
                        </a:lnSpc>
                        <a:spcBef>
                          <a:spcPts val="0"/>
                        </a:spcBef>
                        <a:spcAft>
                          <a:spcPts val="0"/>
                        </a:spcAft>
                        <a:buClr>
                          <a:srgbClr val="000000"/>
                        </a:buClr>
                        <a:buSzPct val="25000"/>
                        <a:buFont typeface="Arial"/>
                        <a:buNone/>
                      </a:pPr>
                      <a:endParaRPr sz="1600" u="none" strike="noStrike" cap="none">
                        <a:latin typeface="Arial"/>
                        <a:ea typeface="Arial"/>
                        <a:cs typeface="Arial"/>
                        <a:sym typeface="Arial"/>
                      </a:endParaRPr>
                    </a:p>
                  </a:txBody>
                  <a:tcPr marL="91425" marR="91425" marT="68575" marB="68575">
                    <a:solidFill>
                      <a:srgbClr val="EFEFEF"/>
                    </a:solidFill>
                  </a:tcPr>
                </a:tc>
                <a:tc>
                  <a:txBody>
                    <a:bodyPr/>
                    <a:lstStyle/>
                    <a:p>
                      <a:pPr marL="0" marR="0" lvl="0" indent="0" algn="l" rtl="0">
                        <a:lnSpc>
                          <a:spcPct val="100000"/>
                        </a:lnSpc>
                        <a:spcBef>
                          <a:spcPts val="0"/>
                        </a:spcBef>
                        <a:spcAft>
                          <a:spcPts val="0"/>
                        </a:spcAft>
                        <a:buClr>
                          <a:srgbClr val="000000"/>
                        </a:buClr>
                        <a:buSzPct val="25000"/>
                        <a:buFont typeface="Arial"/>
                        <a:buNone/>
                      </a:pPr>
                      <a:r>
                        <a:rPr lang="en" sz="1600" b="1" u="none" strike="noStrike" cap="none">
                          <a:latin typeface="Arial"/>
                          <a:ea typeface="Arial"/>
                          <a:cs typeface="Arial"/>
                          <a:sym typeface="Arial"/>
                        </a:rPr>
                        <a:t>NHDPlus v2 (Med Res)</a:t>
                      </a:r>
                    </a:p>
                  </a:txBody>
                  <a:tcPr marL="91425" marR="91425" marT="68575" marB="68575">
                    <a:solidFill>
                      <a:srgbClr val="EFEFEF"/>
                    </a:solidFill>
                  </a:tcPr>
                </a:tc>
                <a:tc>
                  <a:txBody>
                    <a:bodyPr/>
                    <a:lstStyle/>
                    <a:p>
                      <a:pPr marL="0" marR="0" lvl="0" indent="0" algn="l" rtl="0">
                        <a:lnSpc>
                          <a:spcPct val="100000"/>
                        </a:lnSpc>
                        <a:spcBef>
                          <a:spcPts val="0"/>
                        </a:spcBef>
                        <a:spcAft>
                          <a:spcPts val="0"/>
                        </a:spcAft>
                        <a:buClr>
                          <a:srgbClr val="000000"/>
                        </a:buClr>
                        <a:buSzPct val="25000"/>
                        <a:buFont typeface="Arial"/>
                        <a:buNone/>
                      </a:pPr>
                      <a:r>
                        <a:rPr lang="en" sz="1600" b="1" u="none" strike="noStrike" cap="none">
                          <a:latin typeface="Arial"/>
                          <a:ea typeface="Arial"/>
                          <a:cs typeface="Arial"/>
                          <a:sym typeface="Arial"/>
                        </a:rPr>
                        <a:t>NHDPlus - High Res</a:t>
                      </a:r>
                    </a:p>
                  </a:txBody>
                  <a:tcPr marL="91425" marR="91425" marT="68575" marB="68575">
                    <a:solidFill>
                      <a:srgbClr val="EFEFEF"/>
                    </a:solidFill>
                  </a:tcPr>
                </a:tc>
              </a:tr>
              <a:tr h="371525">
                <a:tc>
                  <a:txBody>
                    <a:bodyPr/>
                    <a:lstStyle/>
                    <a:p>
                      <a:pPr marL="0" marR="0" lvl="0" indent="0" algn="l" rtl="0">
                        <a:lnSpc>
                          <a:spcPct val="100000"/>
                        </a:lnSpc>
                        <a:spcBef>
                          <a:spcPts val="0"/>
                        </a:spcBef>
                        <a:spcAft>
                          <a:spcPts val="0"/>
                        </a:spcAft>
                        <a:buClr>
                          <a:srgbClr val="000000"/>
                        </a:buClr>
                        <a:buSzPct val="25000"/>
                        <a:buFont typeface="Arial"/>
                        <a:buNone/>
                      </a:pPr>
                      <a:r>
                        <a:rPr lang="en" sz="1200" b="1" u="none" strike="noStrike" cap="none">
                          <a:latin typeface="Arial"/>
                          <a:ea typeface="Arial"/>
                          <a:cs typeface="Arial"/>
                          <a:sym typeface="Arial"/>
                        </a:rPr>
                        <a:t>Number of features</a:t>
                      </a:r>
                    </a:p>
                  </a:txBody>
                  <a:tcPr marL="91425" marR="91425" marT="68575" marB="68575" anchor="ctr"/>
                </a:tc>
                <a:tc>
                  <a:txBody>
                    <a:bodyPr/>
                    <a:lstStyle/>
                    <a:p>
                      <a:pPr marL="0" marR="0" lvl="0" indent="0" algn="l" rtl="0">
                        <a:lnSpc>
                          <a:spcPct val="80000"/>
                        </a:lnSpc>
                        <a:spcBef>
                          <a:spcPts val="0"/>
                        </a:spcBef>
                        <a:spcAft>
                          <a:spcPts val="0"/>
                        </a:spcAft>
                        <a:buClr>
                          <a:schemeClr val="dk1"/>
                        </a:buClr>
                        <a:buSzPct val="25000"/>
                        <a:buFont typeface="Arial"/>
                        <a:buNone/>
                      </a:pPr>
                      <a:r>
                        <a:rPr lang="en" sz="1200" u="none" strike="noStrike" cap="none">
                          <a:solidFill>
                            <a:schemeClr val="dk1"/>
                          </a:solidFill>
                          <a:latin typeface="Arial"/>
                          <a:ea typeface="Arial"/>
                          <a:cs typeface="Arial"/>
                          <a:sym typeface="Arial"/>
                        </a:rPr>
                        <a:t>3 Million nationally</a:t>
                      </a:r>
                    </a:p>
                  </a:txBody>
                  <a:tcPr marL="91425" marR="91425" marT="68575" marB="68575" anchor="ctr"/>
                </a:tc>
                <a:tc>
                  <a:txBody>
                    <a:bodyPr/>
                    <a:lstStyle/>
                    <a:p>
                      <a:pPr marL="0" marR="0" lvl="0" indent="0" algn="l" rtl="0">
                        <a:lnSpc>
                          <a:spcPct val="100000"/>
                        </a:lnSpc>
                        <a:spcBef>
                          <a:spcPts val="0"/>
                        </a:spcBef>
                        <a:spcAft>
                          <a:spcPts val="0"/>
                        </a:spcAft>
                        <a:buClr>
                          <a:srgbClr val="000000"/>
                        </a:buClr>
                        <a:buSzPct val="25000"/>
                        <a:buFont typeface="Arial"/>
                        <a:buNone/>
                      </a:pPr>
                      <a:r>
                        <a:rPr lang="en" sz="1200"/>
                        <a:t>26 </a:t>
                      </a:r>
                      <a:r>
                        <a:rPr lang="en" sz="1200" u="none" strike="noStrike" cap="none">
                          <a:latin typeface="Arial"/>
                          <a:ea typeface="Arial"/>
                          <a:cs typeface="Arial"/>
                          <a:sym typeface="Arial"/>
                        </a:rPr>
                        <a:t>Million nationally</a:t>
                      </a:r>
                    </a:p>
                  </a:txBody>
                  <a:tcPr marL="91425" marR="91425" marT="68575" marB="68575" anchor="ctr"/>
                </a:tc>
              </a:tr>
              <a:tr h="608275">
                <a:tc>
                  <a:txBody>
                    <a:bodyPr/>
                    <a:lstStyle/>
                    <a:p>
                      <a:pPr marL="0" marR="0" lvl="0" indent="0" algn="l" rtl="0">
                        <a:lnSpc>
                          <a:spcPct val="100000"/>
                        </a:lnSpc>
                        <a:spcBef>
                          <a:spcPts val="0"/>
                        </a:spcBef>
                        <a:spcAft>
                          <a:spcPts val="0"/>
                        </a:spcAft>
                        <a:buClr>
                          <a:srgbClr val="000000"/>
                        </a:buClr>
                        <a:buSzPct val="25000"/>
                        <a:buFont typeface="Arial"/>
                        <a:buNone/>
                      </a:pPr>
                      <a:r>
                        <a:rPr lang="en" sz="1200" b="1" u="none" strike="noStrike" cap="none">
                          <a:latin typeface="Arial"/>
                          <a:ea typeface="Arial"/>
                          <a:cs typeface="Arial"/>
                          <a:sym typeface="Arial"/>
                        </a:rPr>
                        <a:t>Elevation Input</a:t>
                      </a:r>
                    </a:p>
                  </a:txBody>
                  <a:tcPr marL="91425" marR="91425" marT="68575" marB="68575" anchor="ctr">
                    <a:solidFill>
                      <a:srgbClr val="00B0F0">
                        <a:alpha val="26670"/>
                      </a:srgbClr>
                    </a:solidFill>
                  </a:tcPr>
                </a:tc>
                <a:tc>
                  <a:txBody>
                    <a:bodyPr/>
                    <a:lstStyle/>
                    <a:p>
                      <a:pPr marL="0" marR="0" lvl="0" indent="0" algn="l" rtl="0">
                        <a:lnSpc>
                          <a:spcPct val="80000"/>
                        </a:lnSpc>
                        <a:spcBef>
                          <a:spcPts val="0"/>
                        </a:spcBef>
                        <a:spcAft>
                          <a:spcPts val="0"/>
                        </a:spcAft>
                        <a:buClr>
                          <a:schemeClr val="dk1"/>
                        </a:buClr>
                        <a:buSzPct val="25000"/>
                        <a:buFont typeface="Arial"/>
                        <a:buNone/>
                      </a:pPr>
                      <a:r>
                        <a:rPr lang="en" sz="1200" u="none" strike="noStrike" cap="none">
                          <a:solidFill>
                            <a:schemeClr val="dk1"/>
                          </a:solidFill>
                          <a:latin typeface="Arial"/>
                          <a:ea typeface="Arial"/>
                          <a:cs typeface="Arial"/>
                          <a:sym typeface="Arial"/>
                        </a:rPr>
                        <a:t>National 1 Arc-Second Seamless DEM  </a:t>
                      </a:r>
                    </a:p>
                    <a:p>
                      <a:pPr marL="0" marR="0" lvl="0" indent="0" algn="l" rtl="0">
                        <a:lnSpc>
                          <a:spcPct val="80000"/>
                        </a:lnSpc>
                        <a:spcBef>
                          <a:spcPts val="300"/>
                        </a:spcBef>
                        <a:spcAft>
                          <a:spcPts val="0"/>
                        </a:spcAft>
                        <a:buClr>
                          <a:schemeClr val="dk1"/>
                        </a:buClr>
                        <a:buSzPct val="25000"/>
                        <a:buFont typeface="Arial"/>
                        <a:buNone/>
                      </a:pPr>
                      <a:r>
                        <a:rPr lang="en" sz="1200" u="none" strike="noStrike" cap="none">
                          <a:solidFill>
                            <a:schemeClr val="dk1"/>
                          </a:solidFill>
                          <a:latin typeface="Arial"/>
                          <a:ea typeface="Arial"/>
                          <a:cs typeface="Arial"/>
                          <a:sym typeface="Arial"/>
                        </a:rPr>
                        <a:t>(30 meters)</a:t>
                      </a:r>
                    </a:p>
                  </a:txBody>
                  <a:tcPr marL="91425" marR="91425" marT="68575" marB="68575" anchor="ctr">
                    <a:solidFill>
                      <a:srgbClr val="00B0F0">
                        <a:alpha val="26670"/>
                      </a:srgbClr>
                    </a:solidFill>
                  </a:tcPr>
                </a:tc>
                <a:tc>
                  <a:txBody>
                    <a:bodyPr/>
                    <a:lstStyle/>
                    <a:p>
                      <a:pPr marL="0" marR="0" lvl="0" indent="0" algn="l" rtl="0">
                        <a:lnSpc>
                          <a:spcPct val="80000"/>
                        </a:lnSpc>
                        <a:spcBef>
                          <a:spcPts val="0"/>
                        </a:spcBef>
                        <a:spcAft>
                          <a:spcPts val="0"/>
                        </a:spcAft>
                        <a:buClr>
                          <a:schemeClr val="dk1"/>
                        </a:buClr>
                        <a:buSzPct val="25000"/>
                        <a:buFont typeface="Arial"/>
                        <a:buNone/>
                      </a:pPr>
                      <a:r>
                        <a:rPr lang="en" sz="1200" u="none" strike="noStrike" cap="none">
                          <a:solidFill>
                            <a:schemeClr val="dk1"/>
                          </a:solidFill>
                          <a:latin typeface="Arial"/>
                          <a:ea typeface="Arial"/>
                          <a:cs typeface="Arial"/>
                          <a:sym typeface="Arial"/>
                        </a:rPr>
                        <a:t>National 1/3 Arc-Second Seamless DEM</a:t>
                      </a:r>
                    </a:p>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(10 meters)</a:t>
                      </a:r>
                    </a:p>
                  </a:txBody>
                  <a:tcPr marL="91425" marR="91425" marT="68575" marB="68575" anchor="ctr">
                    <a:solidFill>
                      <a:srgbClr val="00B0F0">
                        <a:alpha val="26670"/>
                      </a:srgbClr>
                    </a:solidFill>
                  </a:tcPr>
                </a:tc>
              </a:tr>
              <a:tr h="495350">
                <a:tc>
                  <a:txBody>
                    <a:bodyPr/>
                    <a:lstStyle/>
                    <a:p>
                      <a:pPr marL="0" marR="0" lvl="0" indent="0" algn="l" rtl="0">
                        <a:lnSpc>
                          <a:spcPct val="100000"/>
                        </a:lnSpc>
                        <a:spcBef>
                          <a:spcPts val="0"/>
                        </a:spcBef>
                        <a:spcAft>
                          <a:spcPts val="0"/>
                        </a:spcAft>
                        <a:buClr>
                          <a:srgbClr val="000000"/>
                        </a:buClr>
                        <a:buSzPct val="25000"/>
                        <a:buFont typeface="Arial"/>
                        <a:buNone/>
                      </a:pPr>
                      <a:r>
                        <a:rPr lang="en" sz="1200" b="1" u="none" strike="noStrike" cap="none">
                          <a:latin typeface="Arial"/>
                          <a:ea typeface="Arial"/>
                          <a:cs typeface="Arial"/>
                          <a:sym typeface="Arial"/>
                        </a:rPr>
                        <a:t>NHD Input</a:t>
                      </a:r>
                    </a:p>
                  </a:txBody>
                  <a:tcPr marL="91425" marR="91425" marT="68575" marB="68575" anchor="ctr">
                    <a:solidFill>
                      <a:srgbClr val="00B0F0">
                        <a:alpha val="26670"/>
                      </a:srgbClr>
                    </a:solidFill>
                  </a:tcPr>
                </a:tc>
                <a:tc>
                  <a:txBody>
                    <a:bodyPr/>
                    <a:lstStyle/>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Medium Resolution NHD</a:t>
                      </a:r>
                    </a:p>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100K</a:t>
                      </a:r>
                    </a:p>
                  </a:txBody>
                  <a:tcPr marL="91425" marR="91425" marT="68575" marB="68575" anchor="ctr">
                    <a:solidFill>
                      <a:srgbClr val="00B0F0">
                        <a:alpha val="26670"/>
                      </a:srgbClr>
                    </a:solidFill>
                  </a:tcPr>
                </a:tc>
                <a:tc>
                  <a:txBody>
                    <a:bodyPr/>
                    <a:lstStyle/>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High Resolution NHD</a:t>
                      </a:r>
                    </a:p>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24K - Local</a:t>
                      </a:r>
                    </a:p>
                  </a:txBody>
                  <a:tcPr marL="91425" marR="91425" marT="68575" marB="68575" anchor="ctr">
                    <a:solidFill>
                      <a:srgbClr val="00B0F0">
                        <a:alpha val="26670"/>
                      </a:srgbClr>
                    </a:solidFill>
                  </a:tcPr>
                </a:tc>
              </a:tr>
              <a:tr h="484575">
                <a:tc>
                  <a:txBody>
                    <a:bodyPr/>
                    <a:lstStyle/>
                    <a:p>
                      <a:pPr marL="0" marR="0" lvl="0" indent="0" algn="l" rtl="0">
                        <a:lnSpc>
                          <a:spcPct val="100000"/>
                        </a:lnSpc>
                        <a:spcBef>
                          <a:spcPts val="0"/>
                        </a:spcBef>
                        <a:spcAft>
                          <a:spcPts val="0"/>
                        </a:spcAft>
                        <a:buClr>
                          <a:schemeClr val="dk1"/>
                        </a:buClr>
                        <a:buSzPct val="25000"/>
                        <a:buFont typeface="Arial"/>
                        <a:buNone/>
                      </a:pPr>
                      <a:r>
                        <a:rPr lang="en" sz="1200" b="1" u="none" strike="noStrike" cap="none">
                          <a:solidFill>
                            <a:schemeClr val="dk1"/>
                          </a:solidFill>
                          <a:latin typeface="Arial"/>
                          <a:ea typeface="Arial"/>
                          <a:cs typeface="Arial"/>
                          <a:sym typeface="Arial"/>
                        </a:rPr>
                        <a:t>WBD Input</a:t>
                      </a:r>
                    </a:p>
                  </a:txBody>
                  <a:tcPr marL="91425" marR="91425" marT="68575" marB="68575" anchor="ctr">
                    <a:solidFill>
                      <a:srgbClr val="00B0F0">
                        <a:alpha val="26670"/>
                      </a:srgbClr>
                    </a:solidFill>
                  </a:tcPr>
                </a:tc>
                <a:tc>
                  <a:txBody>
                    <a:bodyPr/>
                    <a:lstStyle/>
                    <a:p>
                      <a:pPr marL="0" marR="0" lvl="0" indent="0" algn="l" rtl="0">
                        <a:lnSpc>
                          <a:spcPct val="100000"/>
                        </a:lnSpc>
                        <a:spcBef>
                          <a:spcPts val="0"/>
                        </a:spcBef>
                        <a:spcAft>
                          <a:spcPts val="0"/>
                        </a:spcAft>
                        <a:buClr>
                          <a:schemeClr val="dk1"/>
                        </a:buClr>
                        <a:buSzPct val="25000"/>
                        <a:buFont typeface="Arial"/>
                        <a:buNone/>
                      </a:pPr>
                      <a:r>
                        <a:rPr lang="en" sz="1200" u="none" strike="noStrike" cap="none">
                          <a:solidFill>
                            <a:schemeClr val="dk1"/>
                          </a:solidFill>
                          <a:latin typeface="Arial"/>
                          <a:ea typeface="Arial"/>
                          <a:cs typeface="Arial"/>
                          <a:sym typeface="Arial"/>
                        </a:rPr>
                        <a:t>Composite 2010-2012 </a:t>
                      </a:r>
                    </a:p>
                  </a:txBody>
                  <a:tcPr marL="91425" marR="91425" marT="68575" marB="68575" anchor="ctr">
                    <a:solidFill>
                      <a:srgbClr val="00B0F0">
                        <a:alpha val="26670"/>
                      </a:srgbClr>
                    </a:solidFill>
                  </a:tcPr>
                </a:tc>
                <a:tc>
                  <a:txBody>
                    <a:bodyPr/>
                    <a:lstStyle/>
                    <a:p>
                      <a:pPr marL="0" marR="0" lvl="0" indent="0" algn="l" rtl="0">
                        <a:lnSpc>
                          <a:spcPct val="100000"/>
                        </a:lnSpc>
                        <a:spcBef>
                          <a:spcPts val="0"/>
                        </a:spcBef>
                        <a:spcAft>
                          <a:spcPts val="0"/>
                        </a:spcAft>
                        <a:buClr>
                          <a:schemeClr val="dk1"/>
                        </a:buClr>
                        <a:buSzPct val="25000"/>
                        <a:buFont typeface="Arial"/>
                        <a:buNone/>
                      </a:pPr>
                      <a:r>
                        <a:rPr lang="en" sz="1200" u="none" strike="noStrike" cap="none">
                          <a:solidFill>
                            <a:schemeClr val="dk1"/>
                          </a:solidFill>
                          <a:latin typeface="Arial"/>
                          <a:ea typeface="Arial"/>
                          <a:cs typeface="Arial"/>
                          <a:sym typeface="Arial"/>
                        </a:rPr>
                        <a:t>Updated WBD </a:t>
                      </a:r>
                    </a:p>
                  </a:txBody>
                  <a:tcPr marL="91425" marR="91425" marT="68575" marB="68575" anchor="ctr">
                    <a:solidFill>
                      <a:srgbClr val="00B0F0">
                        <a:alpha val="26670"/>
                      </a:srgbClr>
                    </a:solidFill>
                  </a:tcPr>
                </a:tc>
              </a:tr>
              <a:tr h="495350">
                <a:tc>
                  <a:txBody>
                    <a:bodyPr/>
                    <a:lstStyle/>
                    <a:p>
                      <a:pPr marL="0" marR="0" lvl="0" indent="0" algn="l" rtl="0">
                        <a:lnSpc>
                          <a:spcPct val="100000"/>
                        </a:lnSpc>
                        <a:spcBef>
                          <a:spcPts val="0"/>
                        </a:spcBef>
                        <a:spcAft>
                          <a:spcPts val="0"/>
                        </a:spcAft>
                        <a:buClr>
                          <a:srgbClr val="000000"/>
                        </a:buClr>
                        <a:buSzPct val="25000"/>
                        <a:buFont typeface="Arial"/>
                        <a:buNone/>
                      </a:pPr>
                      <a:r>
                        <a:rPr lang="en" sz="1200" b="1" u="none" strike="noStrike" cap="none">
                          <a:latin typeface="Arial"/>
                          <a:ea typeface="Arial"/>
                          <a:cs typeface="Arial"/>
                          <a:sym typeface="Arial"/>
                        </a:rPr>
                        <a:t>Tile size</a:t>
                      </a:r>
                    </a:p>
                  </a:txBody>
                  <a:tcPr marL="91425" marR="91425" marT="68575" marB="68575" anchor="ctr"/>
                </a:tc>
                <a:tc>
                  <a:txBody>
                    <a:bodyPr/>
                    <a:lstStyle/>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HUC-2 (with exceptions)</a:t>
                      </a:r>
                    </a:p>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(avg. XX square miles)</a:t>
                      </a:r>
                    </a:p>
                  </a:txBody>
                  <a:tcPr marL="91425" marR="91425" marT="68575" marB="68575" anchor="ctr"/>
                </a:tc>
                <a:tc>
                  <a:txBody>
                    <a:bodyPr/>
                    <a:lstStyle/>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HUC-4</a:t>
                      </a:r>
                    </a:p>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(avg. XX square miles)</a:t>
                      </a:r>
                    </a:p>
                  </a:txBody>
                  <a:tcPr marL="91425" marR="91425" marT="68575" marB="68575" anchor="ctr"/>
                </a:tc>
              </a:tr>
              <a:tr h="653850">
                <a:tc>
                  <a:txBody>
                    <a:bodyPr/>
                    <a:lstStyle/>
                    <a:p>
                      <a:pPr marL="0" marR="0" lvl="0" indent="0" algn="l" rtl="0">
                        <a:lnSpc>
                          <a:spcPct val="100000"/>
                        </a:lnSpc>
                        <a:spcBef>
                          <a:spcPts val="0"/>
                        </a:spcBef>
                        <a:spcAft>
                          <a:spcPts val="0"/>
                        </a:spcAft>
                        <a:buClr>
                          <a:srgbClr val="000000"/>
                        </a:buClr>
                        <a:buSzPct val="25000"/>
                        <a:buFont typeface="Arial"/>
                        <a:buNone/>
                      </a:pPr>
                      <a:r>
                        <a:rPr lang="en" sz="1200" b="1" u="none" strike="noStrike" cap="none">
                          <a:latin typeface="Arial"/>
                          <a:ea typeface="Arial"/>
                          <a:cs typeface="Arial"/>
                          <a:sym typeface="Arial"/>
                        </a:rPr>
                        <a:t>Flow estimates</a:t>
                      </a:r>
                    </a:p>
                  </a:txBody>
                  <a:tcPr marL="91425" marR="91425" marT="68575" marB="68575" anchor="ctr"/>
                </a:tc>
                <a:tc>
                  <a:txBody>
                    <a:bodyPr/>
                    <a:lstStyle/>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Mean annual, mean monthly</a:t>
                      </a:r>
                    </a:p>
                  </a:txBody>
                  <a:tcPr marL="91425" marR="91425" marT="68575" marB="68575" anchor="ctr"/>
                </a:tc>
                <a:tc>
                  <a:txBody>
                    <a:bodyPr/>
                    <a:lstStyle/>
                    <a:p>
                      <a:pPr marL="0" marR="0" lvl="0" indent="0" algn="l" rtl="0">
                        <a:lnSpc>
                          <a:spcPct val="100000"/>
                        </a:lnSpc>
                        <a:spcBef>
                          <a:spcPts val="0"/>
                        </a:spcBef>
                        <a:spcAft>
                          <a:spcPts val="0"/>
                        </a:spcAft>
                        <a:buClr>
                          <a:srgbClr val="000000"/>
                        </a:buClr>
                        <a:buSzPct val="25000"/>
                        <a:buFont typeface="Arial"/>
                        <a:buNone/>
                      </a:pPr>
                      <a:r>
                        <a:rPr lang="en" sz="1200" u="none" strike="noStrike" cap="none">
                          <a:latin typeface="Arial"/>
                          <a:ea typeface="Arial"/>
                          <a:cs typeface="Arial"/>
                          <a:sym typeface="Arial"/>
                        </a:rPr>
                        <a:t>Mean annual</a:t>
                      </a:r>
                    </a:p>
                  </a:txBody>
                  <a:tcPr marL="91425" marR="91425" marT="68575" marB="68575" anchor="ctr"/>
                </a:tc>
              </a:tr>
            </a:tbl>
          </a:graphicData>
        </a:graphic>
      </p:graphicFrame>
      <p:grpSp>
        <p:nvGrpSpPr>
          <p:cNvPr id="577" name="Shape 577"/>
          <p:cNvGrpSpPr/>
          <p:nvPr/>
        </p:nvGrpSpPr>
        <p:grpSpPr>
          <a:xfrm>
            <a:off x="308644" y="3200609"/>
            <a:ext cx="8225933" cy="1698125"/>
            <a:chOff x="-9524" y="2959869"/>
            <a:chExt cx="7943924" cy="1535930"/>
          </a:xfrm>
        </p:grpSpPr>
        <p:sp>
          <p:nvSpPr>
            <p:cNvPr id="578" name="Shape 578"/>
            <p:cNvSpPr/>
            <p:nvPr/>
          </p:nvSpPr>
          <p:spPr>
            <a:xfrm>
              <a:off x="0" y="2971800"/>
              <a:ext cx="7934400" cy="1524000"/>
            </a:xfrm>
            <a:prstGeom prst="rect">
              <a:avLst/>
            </a:prstGeom>
            <a:noFill/>
            <a:ln w="25400" cap="flat" cmpd="sng">
              <a:solidFill>
                <a:schemeClr val="dk1"/>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rgbClr val="000000"/>
                </a:buClr>
                <a:buFont typeface="Noto Sans Symbols"/>
                <a:buNone/>
              </a:pPr>
              <a:endParaRPr sz="1400" b="0" i="0" u="none" strike="noStrike" cap="none">
                <a:solidFill>
                  <a:schemeClr val="lt1"/>
                </a:solidFill>
                <a:latin typeface="Arial"/>
                <a:ea typeface="Arial"/>
                <a:cs typeface="Arial"/>
                <a:sym typeface="Arial"/>
              </a:endParaRPr>
            </a:p>
          </p:txBody>
        </p:sp>
        <p:sp>
          <p:nvSpPr>
            <p:cNvPr id="579" name="Shape 579"/>
            <p:cNvSpPr txBox="1"/>
            <p:nvPr/>
          </p:nvSpPr>
          <p:spPr>
            <a:xfrm rot="-5400000">
              <a:off x="-648974" y="3599319"/>
              <a:ext cx="1532700" cy="2538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Noto Sans Symbols"/>
                <a:buNone/>
              </a:pPr>
              <a:r>
                <a:rPr lang="en" sz="1600" b="1" i="0" u="none" strike="noStrike" cap="none">
                  <a:solidFill>
                    <a:srgbClr val="000000"/>
                  </a:solidFill>
                  <a:latin typeface="Arial"/>
                  <a:ea typeface="Arial"/>
                  <a:cs typeface="Arial"/>
                  <a:sym typeface="Arial"/>
                </a:rPr>
                <a:t>Component Datasets</a:t>
              </a:r>
            </a:p>
          </p:txBody>
        </p:sp>
      </p:grpSp>
      <p:sp>
        <p:nvSpPr>
          <p:cNvPr id="580" name="Shape 580"/>
          <p:cNvSpPr txBox="1"/>
          <p:nvPr/>
        </p:nvSpPr>
        <p:spPr>
          <a:xfrm>
            <a:off x="308645" y="1139604"/>
            <a:ext cx="7539900" cy="1186200"/>
          </a:xfrm>
          <a:prstGeom prst="rect">
            <a:avLst/>
          </a:prstGeom>
          <a:noFill/>
          <a:ln>
            <a:noFill/>
          </a:ln>
        </p:spPr>
        <p:txBody>
          <a:bodyPr lIns="91425" tIns="45700" rIns="91425" bIns="45700" anchor="t" anchorCtr="0">
            <a:noAutofit/>
          </a:bodyPr>
          <a:lstStyle/>
          <a:p>
            <a:pPr marL="285750" marR="0" lvl="0" indent="-285750" algn="l" rtl="0">
              <a:spcBef>
                <a:spcPts val="0"/>
              </a:spcBef>
              <a:spcAft>
                <a:spcPts val="0"/>
              </a:spcAft>
              <a:buClr>
                <a:schemeClr val="dk1"/>
              </a:buClr>
              <a:buSzPct val="100000"/>
              <a:buFont typeface="Arial"/>
              <a:buChar char="•"/>
            </a:pPr>
            <a:r>
              <a:rPr lang="en" sz="1800" b="0" i="0" u="none" strike="noStrike" cap="none">
                <a:solidFill>
                  <a:schemeClr val="dk1"/>
                </a:solidFill>
                <a:latin typeface="Arial"/>
                <a:ea typeface="Arial"/>
                <a:cs typeface="Arial"/>
                <a:sym typeface="Arial"/>
              </a:rPr>
              <a:t>NHDPlus (both resolutions) is made from the combination of elevation data, hydrography data (NHD), and watershed boundaries (WBD)</a:t>
            </a:r>
            <a:br>
              <a:rPr lang="en" sz="1800" b="0" i="0" u="none" strike="noStrike" cap="none">
                <a:solidFill>
                  <a:schemeClr val="dk1"/>
                </a:solidFill>
                <a:latin typeface="Arial"/>
                <a:ea typeface="Arial"/>
                <a:cs typeface="Arial"/>
                <a:sym typeface="Arial"/>
              </a:rPr>
            </a:br>
            <a:endParaRPr lang="en" sz="1800" b="0" i="0" u="none" strike="noStrike" cap="none">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ct val="100000"/>
              <a:buFont typeface="Arial"/>
              <a:buChar char="•"/>
            </a:pPr>
            <a:r>
              <a:rPr lang="en" sz="1800" b="0" i="0" u="none" strike="noStrike" cap="none">
                <a:solidFill>
                  <a:schemeClr val="dk1"/>
                </a:solidFill>
                <a:latin typeface="Arial"/>
                <a:ea typeface="Arial"/>
                <a:cs typeface="Arial"/>
                <a:sym typeface="Arial"/>
              </a:rPr>
              <a:t>NHDPlusHR uses higher resolution input data</a:t>
            </a:r>
          </a:p>
        </p:txBody>
      </p:sp>
      <p:sp>
        <p:nvSpPr>
          <p:cNvPr id="581" name="Shape 581"/>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3600" b="0" i="0" u="none" strike="noStrike" cap="none">
                <a:solidFill>
                  <a:srgbClr val="006F4B"/>
                </a:solidFill>
                <a:latin typeface="Arial"/>
                <a:ea typeface="Arial"/>
                <a:cs typeface="Arial"/>
                <a:sym typeface="Arial"/>
              </a:rPr>
              <a:t>NHD Data Suite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Shape 587"/>
          <p:cNvSpPr txBox="1">
            <a:spLocks noGrp="1"/>
          </p:cNvSpPr>
          <p:nvPr>
            <p:ph type="title"/>
          </p:nvPr>
        </p:nvSpPr>
        <p:spPr>
          <a:xfrm>
            <a:off x="381000" y="152400"/>
            <a:ext cx="8229600" cy="1143300"/>
          </a:xfrm>
          <a:prstGeom prst="rect">
            <a:avLst/>
          </a:prstGeom>
        </p:spPr>
        <p:txBody>
          <a:bodyPr lIns="91425" tIns="91425" rIns="91425" bIns="91425" anchor="ctr" anchorCtr="0">
            <a:noAutofit/>
          </a:bodyPr>
          <a:lstStyle/>
          <a:p>
            <a:pPr lvl="0" rtl="0">
              <a:spcBef>
                <a:spcPts val="0"/>
              </a:spcBef>
              <a:buNone/>
            </a:pPr>
            <a:endParaRPr/>
          </a:p>
        </p:txBody>
      </p:sp>
      <p:sp>
        <p:nvSpPr>
          <p:cNvPr id="588" name="Shape 588"/>
          <p:cNvSpPr txBox="1">
            <a:spLocks noGrp="1"/>
          </p:cNvSpPr>
          <p:nvPr>
            <p:ph type="body" idx="1"/>
          </p:nvPr>
        </p:nvSpPr>
        <p:spPr>
          <a:xfrm>
            <a:off x="381000" y="1371600"/>
            <a:ext cx="8305800" cy="4114800"/>
          </a:xfrm>
          <a:prstGeom prst="rect">
            <a:avLst/>
          </a:prstGeom>
        </p:spPr>
        <p:txBody>
          <a:bodyPr lIns="91425" tIns="91425" rIns="91425" bIns="91425" anchor="t" anchorCtr="0">
            <a:noAutofit/>
          </a:bodyPr>
          <a:lstStyle/>
          <a:p>
            <a:pPr lvl="0" rtl="0">
              <a:spcBef>
                <a:spcPts val="0"/>
              </a:spcBef>
              <a:buNone/>
            </a:pPr>
            <a:endParaRPr/>
          </a:p>
        </p:txBody>
      </p:sp>
      <p:pic>
        <p:nvPicPr>
          <p:cNvPr id="589" name="Shape 58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34470" y="0"/>
            <a:ext cx="8875059"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Shape 595"/>
          <p:cNvSpPr/>
          <p:nvPr/>
        </p:nvSpPr>
        <p:spPr>
          <a:xfrm>
            <a:off x="7797225" y="152400"/>
            <a:ext cx="1309800" cy="2259900"/>
          </a:xfrm>
          <a:prstGeom prst="rect">
            <a:avLst/>
          </a:prstGeom>
          <a:solidFill>
            <a:srgbClr val="FFFFFF"/>
          </a:solidFill>
          <a:ln w="9525" cap="flat"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596" name="Shape 596"/>
          <p:cNvSpPr txBox="1">
            <a:spLocks noGrp="1"/>
          </p:cNvSpPr>
          <p:nvPr>
            <p:ph type="title"/>
          </p:nvPr>
        </p:nvSpPr>
        <p:spPr>
          <a:xfrm>
            <a:off x="538500" y="76200"/>
            <a:ext cx="8493600" cy="457200"/>
          </a:xfrm>
          <a:prstGeom prst="rect">
            <a:avLst/>
          </a:prstGeom>
        </p:spPr>
        <p:txBody>
          <a:bodyPr lIns="91425" tIns="91425" rIns="91425" bIns="91425" anchor="t" anchorCtr="0">
            <a:noAutofit/>
          </a:bodyPr>
          <a:lstStyle/>
          <a:p>
            <a:pPr lvl="0" rtl="0">
              <a:spcBef>
                <a:spcPts val="0"/>
              </a:spcBef>
              <a:buNone/>
            </a:pPr>
            <a:r>
              <a:rPr lang="en" sz="2800" b="1">
                <a:solidFill>
                  <a:srgbClr val="6AA84F"/>
                </a:solidFill>
              </a:rPr>
              <a:t>NHD</a:t>
            </a:r>
            <a:r>
              <a:rPr lang="en" sz="2800" b="1" i="1">
                <a:solidFill>
                  <a:srgbClr val="6AA84F"/>
                </a:solidFill>
              </a:rPr>
              <a:t>PlusHR</a:t>
            </a:r>
            <a:r>
              <a:rPr lang="en" sz="2800" b="1">
                <a:solidFill>
                  <a:srgbClr val="6AA84F"/>
                </a:solidFill>
              </a:rPr>
              <a:t> Current Processing Order </a:t>
            </a:r>
            <a:r>
              <a:rPr lang="en" sz="2800" b="1">
                <a:solidFill>
                  <a:srgbClr val="FF0000"/>
                </a:solidFill>
              </a:rPr>
              <a:t> </a:t>
            </a:r>
          </a:p>
          <a:p>
            <a:pPr lvl="0" rtl="0">
              <a:spcBef>
                <a:spcPts val="0"/>
              </a:spcBef>
              <a:buNone/>
            </a:pPr>
            <a:r>
              <a:rPr lang="en" sz="2800" b="1">
                <a:solidFill>
                  <a:srgbClr val="FF0000"/>
                </a:solidFill>
              </a:rPr>
              <a:t> </a:t>
            </a:r>
          </a:p>
          <a:p>
            <a:pPr lvl="0" rtl="0">
              <a:spcBef>
                <a:spcPts val="0"/>
              </a:spcBef>
              <a:buNone/>
            </a:pPr>
            <a:endParaRPr sz="2800" b="1">
              <a:solidFill>
                <a:srgbClr val="6AA84F"/>
              </a:solidFill>
            </a:endParaRPr>
          </a:p>
        </p:txBody>
      </p:sp>
      <p:sp>
        <p:nvSpPr>
          <p:cNvPr id="597" name="Shape 597"/>
          <p:cNvSpPr/>
          <p:nvPr/>
        </p:nvSpPr>
        <p:spPr>
          <a:xfrm>
            <a:off x="1439625" y="6105425"/>
            <a:ext cx="1873800" cy="752700"/>
          </a:xfrm>
          <a:prstGeom prst="rect">
            <a:avLst/>
          </a:prstGeom>
          <a:solidFill>
            <a:srgbClr val="FFFFFF"/>
          </a:solidFill>
          <a:ln w="9525" cap="flat" cmpd="sng">
            <a:solidFill>
              <a:srgbClr val="FFFFFF"/>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aphicFrame>
        <p:nvGraphicFramePr>
          <p:cNvPr id="598" name="Shape 598"/>
          <p:cNvGraphicFramePr/>
          <p:nvPr/>
        </p:nvGraphicFramePr>
        <p:xfrm>
          <a:off x="1815850" y="711175"/>
          <a:ext cx="3000000" cy="3000000"/>
        </p:xfrm>
        <a:graphic>
          <a:graphicData uri="http://schemas.openxmlformats.org/drawingml/2006/table">
            <a:tbl>
              <a:tblPr>
                <a:noFill/>
                <a:tableStyleId>{A4C53464-ADF8-440F-A5E7-F81C8E9FC5AC}</a:tableStyleId>
              </a:tblPr>
              <a:tblGrid>
                <a:gridCol w="1354575"/>
                <a:gridCol w="1741400"/>
                <a:gridCol w="1870600"/>
                <a:gridCol w="564025"/>
              </a:tblGrid>
              <a:tr h="279875">
                <a:tc>
                  <a:txBody>
                    <a:bodyPr/>
                    <a:lstStyle/>
                    <a:p>
                      <a:pPr lvl="0" algn="ctr" rtl="0">
                        <a:lnSpc>
                          <a:spcPct val="115000"/>
                        </a:lnSpc>
                        <a:spcBef>
                          <a:spcPts val="0"/>
                        </a:spcBef>
                        <a:buNone/>
                      </a:pPr>
                      <a:r>
                        <a:rPr lang="en" sz="1200" b="1"/>
                        <a:t>WBD</a:t>
                      </a:r>
                    </a:p>
                    <a:p>
                      <a:pPr lvl="0" algn="ctr" rtl="0">
                        <a:lnSpc>
                          <a:spcPct val="115000"/>
                        </a:lnSpc>
                        <a:spcBef>
                          <a:spcPts val="0"/>
                        </a:spcBef>
                        <a:buNone/>
                      </a:pPr>
                      <a:r>
                        <a:rPr lang="en" sz="1200" b="1"/>
                        <a:t>HU2, HU4, or HU6</a:t>
                      </a:r>
                    </a:p>
                  </a:txBody>
                  <a:tcPr marL="28575" marR="28575" marT="25400" marB="25400" anchor="ctr"/>
                </a:tc>
                <a:tc>
                  <a:txBody>
                    <a:bodyPr/>
                    <a:lstStyle/>
                    <a:p>
                      <a:pPr lvl="0" rtl="0">
                        <a:lnSpc>
                          <a:spcPct val="115000"/>
                        </a:lnSpc>
                        <a:spcBef>
                          <a:spcPts val="0"/>
                        </a:spcBef>
                        <a:buNone/>
                      </a:pPr>
                      <a:r>
                        <a:rPr lang="en" sz="1200" b="1"/>
                        <a:t>Hydrologic Region</a:t>
                      </a:r>
                    </a:p>
                  </a:txBody>
                  <a:tcPr marL="28575" marR="28575" marT="25400" marB="25400" anchor="ctr"/>
                </a:tc>
                <a:tc>
                  <a:txBody>
                    <a:bodyPr/>
                    <a:lstStyle/>
                    <a:p>
                      <a:pPr lvl="0" algn="ctr" rtl="0">
                        <a:lnSpc>
                          <a:spcPct val="115000"/>
                        </a:lnSpc>
                        <a:spcBef>
                          <a:spcPts val="0"/>
                        </a:spcBef>
                        <a:buNone/>
                      </a:pPr>
                      <a:r>
                        <a:rPr lang="en" sz="1200" b="1"/>
                        <a:t>Additional Information</a:t>
                      </a:r>
                    </a:p>
                  </a:txBody>
                  <a:tcPr marL="28575" marR="28575" marT="25400" marB="25400" anchor="ctr"/>
                </a:tc>
                <a:tc>
                  <a:txBody>
                    <a:bodyPr/>
                    <a:lstStyle/>
                    <a:p>
                      <a:pPr lvl="0" algn="ctr" rtl="0">
                        <a:lnSpc>
                          <a:spcPct val="115000"/>
                        </a:lnSpc>
                        <a:spcBef>
                          <a:spcPts val="0"/>
                        </a:spcBef>
                        <a:buNone/>
                      </a:pPr>
                      <a:r>
                        <a:rPr lang="en" sz="1200" b="1"/>
                        <a:t># of HU4s</a:t>
                      </a:r>
                    </a:p>
                  </a:txBody>
                  <a:tcPr marL="28575" marR="28575" marT="25400" marB="25400" anchor="ctr"/>
                </a:tc>
              </a:tr>
              <a:tr h="202475">
                <a:tc>
                  <a:txBody>
                    <a:bodyPr/>
                    <a:lstStyle/>
                    <a:p>
                      <a:pPr lvl="0" algn="ctr" rtl="0">
                        <a:lnSpc>
                          <a:spcPct val="100000"/>
                        </a:lnSpc>
                        <a:spcBef>
                          <a:spcPts val="0"/>
                        </a:spcBef>
                        <a:buNone/>
                      </a:pPr>
                      <a:r>
                        <a:rPr lang="en" sz="1100"/>
                        <a:t>06</a:t>
                      </a:r>
                    </a:p>
                  </a:txBody>
                  <a:tcPr marL="28575" marR="28575" marT="25400" marB="25400" anchor="ctr">
                    <a:solidFill>
                      <a:srgbClr val="CFE2F3"/>
                    </a:solidFill>
                  </a:tcPr>
                </a:tc>
                <a:tc>
                  <a:txBody>
                    <a:bodyPr/>
                    <a:lstStyle/>
                    <a:p>
                      <a:pPr lvl="0" rtl="0">
                        <a:lnSpc>
                          <a:spcPct val="100000"/>
                        </a:lnSpc>
                        <a:spcBef>
                          <a:spcPts val="0"/>
                        </a:spcBef>
                        <a:buNone/>
                      </a:pPr>
                      <a:r>
                        <a:rPr lang="en" sz="1100"/>
                        <a:t>Tennessee</a:t>
                      </a:r>
                    </a:p>
                  </a:txBody>
                  <a:tcPr marL="28575" marR="28575" marT="25400" marB="25400" anchor="ctr">
                    <a:solidFill>
                      <a:srgbClr val="CFE2F3"/>
                    </a:solidFill>
                  </a:tcPr>
                </a:tc>
                <a:tc>
                  <a:txBody>
                    <a:bodyPr/>
                    <a:lstStyle/>
                    <a:p>
                      <a:pPr lvl="0" algn="ctr" rtl="0">
                        <a:lnSpc>
                          <a:spcPct val="100000"/>
                        </a:lnSpc>
                        <a:spcBef>
                          <a:spcPts val="0"/>
                        </a:spcBef>
                        <a:buNone/>
                      </a:pPr>
                      <a:r>
                        <a:rPr lang="en" sz="1100"/>
                        <a:t>Mississippi 1 of 6</a:t>
                      </a:r>
                    </a:p>
                  </a:txBody>
                  <a:tcPr marL="28575" marR="28575" marT="25400" marB="25400" anchor="ctr">
                    <a:solidFill>
                      <a:srgbClr val="CFE2F3"/>
                    </a:solidFill>
                  </a:tcPr>
                </a:tc>
                <a:tc>
                  <a:txBody>
                    <a:bodyPr/>
                    <a:lstStyle/>
                    <a:p>
                      <a:pPr lvl="0" algn="ctr" rtl="0">
                        <a:lnSpc>
                          <a:spcPct val="100000"/>
                        </a:lnSpc>
                        <a:spcBef>
                          <a:spcPts val="0"/>
                        </a:spcBef>
                        <a:buNone/>
                      </a:pPr>
                      <a:r>
                        <a:rPr lang="en" sz="1100"/>
                        <a:t>4</a:t>
                      </a:r>
                    </a:p>
                  </a:txBody>
                  <a:tcPr marL="28575" marR="28575" marT="25400" marB="25400" anchor="ctr">
                    <a:solidFill>
                      <a:srgbClr val="CFE2F3"/>
                    </a:solidFill>
                  </a:tcPr>
                </a:tc>
              </a:tr>
              <a:tr h="212975">
                <a:tc>
                  <a:txBody>
                    <a:bodyPr/>
                    <a:lstStyle/>
                    <a:p>
                      <a:pPr lvl="0" algn="ctr" rtl="0">
                        <a:lnSpc>
                          <a:spcPct val="100000"/>
                        </a:lnSpc>
                        <a:spcBef>
                          <a:spcPts val="0"/>
                        </a:spcBef>
                        <a:buNone/>
                      </a:pPr>
                      <a:r>
                        <a:rPr lang="en" sz="1100"/>
                        <a:t>01</a:t>
                      </a:r>
                    </a:p>
                  </a:txBody>
                  <a:tcPr marL="28575" marR="28575" marT="25400" marB="25400" anchor="ctr">
                    <a:solidFill>
                      <a:srgbClr val="CFE2F3"/>
                    </a:solidFill>
                  </a:tcPr>
                </a:tc>
                <a:tc>
                  <a:txBody>
                    <a:bodyPr/>
                    <a:lstStyle/>
                    <a:p>
                      <a:pPr lvl="0" rtl="0">
                        <a:lnSpc>
                          <a:spcPct val="100000"/>
                        </a:lnSpc>
                        <a:spcBef>
                          <a:spcPts val="0"/>
                        </a:spcBef>
                        <a:buNone/>
                      </a:pPr>
                      <a:r>
                        <a:rPr lang="en" sz="1100"/>
                        <a:t>Northeast</a:t>
                      </a:r>
                    </a:p>
                  </a:txBody>
                  <a:tcPr marL="28575" marR="28575" marT="25400" marB="25400" anchor="ctr">
                    <a:solidFill>
                      <a:srgbClr val="CFE2F3"/>
                    </a:solidFill>
                  </a:tcPr>
                </a:tc>
                <a:tc>
                  <a:txBody>
                    <a:bodyPr/>
                    <a:lstStyle/>
                    <a:p>
                      <a:pPr lvl="0" rtl="0">
                        <a:lnSpc>
                          <a:spcPct val="100000"/>
                        </a:lnSpc>
                        <a:spcBef>
                          <a:spcPts val="0"/>
                        </a:spcBef>
                        <a:buNone/>
                      </a:pPr>
                      <a:endParaRPr sz="1100"/>
                    </a:p>
                  </a:txBody>
                  <a:tcPr marL="28575" marR="28575" marT="25400" marB="25400" anchor="ctr">
                    <a:solidFill>
                      <a:srgbClr val="CFE2F3"/>
                    </a:solidFill>
                  </a:tcPr>
                </a:tc>
                <a:tc>
                  <a:txBody>
                    <a:bodyPr/>
                    <a:lstStyle/>
                    <a:p>
                      <a:pPr lvl="0" algn="ctr" rtl="0">
                        <a:lnSpc>
                          <a:spcPct val="100000"/>
                        </a:lnSpc>
                        <a:spcBef>
                          <a:spcPts val="0"/>
                        </a:spcBef>
                        <a:buNone/>
                      </a:pPr>
                      <a:r>
                        <a:rPr lang="en" sz="1100"/>
                        <a:t>10</a:t>
                      </a:r>
                    </a:p>
                  </a:txBody>
                  <a:tcPr marL="28575" marR="28575" marT="25400" marB="25400" anchor="ctr">
                    <a:solidFill>
                      <a:srgbClr val="CFE2F3"/>
                    </a:solidFill>
                  </a:tcPr>
                </a:tc>
              </a:tr>
              <a:tr h="145600">
                <a:tc>
                  <a:txBody>
                    <a:bodyPr/>
                    <a:lstStyle/>
                    <a:p>
                      <a:pPr lvl="0" algn="ctr" rtl="0">
                        <a:lnSpc>
                          <a:spcPct val="100000"/>
                        </a:lnSpc>
                        <a:spcBef>
                          <a:spcPts val="0"/>
                        </a:spcBef>
                        <a:buNone/>
                      </a:pPr>
                      <a:r>
                        <a:rPr lang="en" sz="1100"/>
                        <a:t>12</a:t>
                      </a:r>
                    </a:p>
                  </a:txBody>
                  <a:tcPr marL="28575" marR="28575" marT="25400" marB="25400" anchor="ctr">
                    <a:solidFill>
                      <a:srgbClr val="CFE2F3"/>
                    </a:solidFill>
                  </a:tcPr>
                </a:tc>
                <a:tc>
                  <a:txBody>
                    <a:bodyPr/>
                    <a:lstStyle/>
                    <a:p>
                      <a:pPr lvl="0" rtl="0">
                        <a:lnSpc>
                          <a:spcPct val="100000"/>
                        </a:lnSpc>
                        <a:spcBef>
                          <a:spcPts val="0"/>
                        </a:spcBef>
                        <a:buNone/>
                      </a:pPr>
                      <a:r>
                        <a:rPr lang="en" sz="1100"/>
                        <a:t>Texas</a:t>
                      </a:r>
                    </a:p>
                  </a:txBody>
                  <a:tcPr marL="28575" marR="28575" marT="25400" marB="25400" anchor="ctr">
                    <a:solidFill>
                      <a:srgbClr val="CFE2F3"/>
                    </a:solidFill>
                  </a:tcPr>
                </a:tc>
                <a:tc>
                  <a:txBody>
                    <a:bodyPr/>
                    <a:lstStyle/>
                    <a:p>
                      <a:pPr lvl="0" rtl="0">
                        <a:lnSpc>
                          <a:spcPct val="100000"/>
                        </a:lnSpc>
                        <a:spcBef>
                          <a:spcPts val="0"/>
                        </a:spcBef>
                        <a:buNone/>
                      </a:pPr>
                      <a:endParaRPr sz="1100"/>
                    </a:p>
                  </a:txBody>
                  <a:tcPr marL="28575" marR="28575" marT="25400" marB="25400" anchor="ctr">
                    <a:solidFill>
                      <a:srgbClr val="CFE2F3"/>
                    </a:solidFill>
                  </a:tcPr>
                </a:tc>
                <a:tc>
                  <a:txBody>
                    <a:bodyPr/>
                    <a:lstStyle/>
                    <a:p>
                      <a:pPr lvl="0" algn="ctr" rtl="0">
                        <a:lnSpc>
                          <a:spcPct val="100000"/>
                        </a:lnSpc>
                        <a:spcBef>
                          <a:spcPts val="0"/>
                        </a:spcBef>
                        <a:buNone/>
                      </a:pPr>
                      <a:r>
                        <a:rPr lang="en" sz="1100"/>
                        <a:t>11</a:t>
                      </a:r>
                    </a:p>
                  </a:txBody>
                  <a:tcPr marL="28575" marR="28575" marT="25400" marB="25400" anchor="ctr">
                    <a:solidFill>
                      <a:srgbClr val="CFE2F3"/>
                    </a:solidFill>
                  </a:tcPr>
                </a:tc>
              </a:tr>
              <a:tr h="223475">
                <a:tc>
                  <a:txBody>
                    <a:bodyPr/>
                    <a:lstStyle/>
                    <a:p>
                      <a:pPr lvl="0" algn="ctr" rtl="0">
                        <a:lnSpc>
                          <a:spcPct val="100000"/>
                        </a:lnSpc>
                        <a:spcBef>
                          <a:spcPts val="0"/>
                        </a:spcBef>
                        <a:buNone/>
                      </a:pPr>
                      <a:r>
                        <a:rPr lang="en" sz="1100"/>
                        <a:t>14</a:t>
                      </a:r>
                    </a:p>
                  </a:txBody>
                  <a:tcPr marL="28575" marR="28575" marT="25400" marB="25400" anchor="ctr">
                    <a:solidFill>
                      <a:srgbClr val="CFE2F3"/>
                    </a:solidFill>
                  </a:tcPr>
                </a:tc>
                <a:tc>
                  <a:txBody>
                    <a:bodyPr/>
                    <a:lstStyle/>
                    <a:p>
                      <a:pPr lvl="0" rtl="0">
                        <a:lnSpc>
                          <a:spcPct val="100000"/>
                        </a:lnSpc>
                        <a:spcBef>
                          <a:spcPts val="0"/>
                        </a:spcBef>
                        <a:buNone/>
                      </a:pPr>
                      <a:r>
                        <a:rPr lang="en" sz="1100"/>
                        <a:t>Upper Colorado</a:t>
                      </a:r>
                    </a:p>
                  </a:txBody>
                  <a:tcPr marL="28575" marR="28575" marT="25400" marB="25400" anchor="ctr">
                    <a:solidFill>
                      <a:srgbClr val="CFE2F3"/>
                    </a:solidFill>
                  </a:tcPr>
                </a:tc>
                <a:tc>
                  <a:txBody>
                    <a:bodyPr/>
                    <a:lstStyle/>
                    <a:p>
                      <a:pPr lvl="0" algn="ctr" rtl="0">
                        <a:lnSpc>
                          <a:spcPct val="100000"/>
                        </a:lnSpc>
                        <a:spcBef>
                          <a:spcPts val="0"/>
                        </a:spcBef>
                        <a:buNone/>
                      </a:pPr>
                      <a:r>
                        <a:rPr lang="en" sz="1100"/>
                        <a:t>Colorado 1 of 2</a:t>
                      </a:r>
                    </a:p>
                  </a:txBody>
                  <a:tcPr marL="28575" marR="28575" marT="25400" marB="25400" anchor="ctr">
                    <a:solidFill>
                      <a:srgbClr val="CFE2F3"/>
                    </a:solidFill>
                  </a:tcPr>
                </a:tc>
                <a:tc>
                  <a:txBody>
                    <a:bodyPr/>
                    <a:lstStyle/>
                    <a:p>
                      <a:pPr lvl="0" algn="ctr" rtl="0">
                        <a:lnSpc>
                          <a:spcPct val="100000"/>
                        </a:lnSpc>
                        <a:spcBef>
                          <a:spcPts val="0"/>
                        </a:spcBef>
                        <a:buNone/>
                      </a:pPr>
                      <a:r>
                        <a:rPr lang="en" sz="1100"/>
                        <a:t>8</a:t>
                      </a:r>
                    </a:p>
                  </a:txBody>
                  <a:tcPr marL="28575" marR="28575" marT="25400" marB="25400" anchor="ctr">
                    <a:solidFill>
                      <a:srgbClr val="CFE2F3"/>
                    </a:solidFill>
                  </a:tcPr>
                </a:tc>
              </a:tr>
              <a:tr h="223475">
                <a:tc>
                  <a:txBody>
                    <a:bodyPr/>
                    <a:lstStyle/>
                    <a:p>
                      <a:pPr lvl="0" algn="ctr" rtl="0">
                        <a:lnSpc>
                          <a:spcPct val="100000"/>
                        </a:lnSpc>
                        <a:spcBef>
                          <a:spcPts val="0"/>
                        </a:spcBef>
                        <a:buNone/>
                      </a:pPr>
                      <a:r>
                        <a:rPr lang="en" sz="1100"/>
                        <a:t>15</a:t>
                      </a:r>
                    </a:p>
                  </a:txBody>
                  <a:tcPr marL="28575" marR="28575" marT="25400" marB="25400" anchor="ctr">
                    <a:solidFill>
                      <a:srgbClr val="CFE2F3"/>
                    </a:solidFill>
                  </a:tcPr>
                </a:tc>
                <a:tc>
                  <a:txBody>
                    <a:bodyPr/>
                    <a:lstStyle/>
                    <a:p>
                      <a:pPr lvl="0" rtl="0">
                        <a:lnSpc>
                          <a:spcPct val="100000"/>
                        </a:lnSpc>
                        <a:spcBef>
                          <a:spcPts val="0"/>
                        </a:spcBef>
                        <a:buNone/>
                      </a:pPr>
                      <a:r>
                        <a:rPr lang="en" sz="1100"/>
                        <a:t>Lower Colorado</a:t>
                      </a:r>
                    </a:p>
                  </a:txBody>
                  <a:tcPr marL="28575" marR="28575" marT="25400" marB="25400" anchor="ctr">
                    <a:solidFill>
                      <a:srgbClr val="CFE2F3"/>
                    </a:solidFill>
                  </a:tcPr>
                </a:tc>
                <a:tc>
                  <a:txBody>
                    <a:bodyPr/>
                    <a:lstStyle/>
                    <a:p>
                      <a:pPr lvl="0" algn="ctr" rtl="0">
                        <a:lnSpc>
                          <a:spcPct val="100000"/>
                        </a:lnSpc>
                        <a:spcBef>
                          <a:spcPts val="0"/>
                        </a:spcBef>
                        <a:buNone/>
                      </a:pPr>
                      <a:r>
                        <a:rPr lang="en" sz="1100"/>
                        <a:t>Colorado 2 of 2</a:t>
                      </a:r>
                    </a:p>
                  </a:txBody>
                  <a:tcPr marL="28575" marR="28575" marT="25400" marB="25400" anchor="ctr">
                    <a:solidFill>
                      <a:srgbClr val="CFE2F3"/>
                    </a:solidFill>
                  </a:tcPr>
                </a:tc>
                <a:tc>
                  <a:txBody>
                    <a:bodyPr/>
                    <a:lstStyle/>
                    <a:p>
                      <a:pPr lvl="0" algn="ctr" rtl="0">
                        <a:lnSpc>
                          <a:spcPct val="100000"/>
                        </a:lnSpc>
                        <a:spcBef>
                          <a:spcPts val="0"/>
                        </a:spcBef>
                        <a:buNone/>
                      </a:pPr>
                      <a:r>
                        <a:rPr lang="en" sz="1100"/>
                        <a:t>8</a:t>
                      </a:r>
                    </a:p>
                  </a:txBody>
                  <a:tcPr marL="28575" marR="28575" marT="25400" marB="25400" anchor="ctr">
                    <a:solidFill>
                      <a:srgbClr val="CFE2F3"/>
                    </a:solidFill>
                  </a:tcPr>
                </a:tc>
              </a:tr>
              <a:tr h="223475">
                <a:tc>
                  <a:txBody>
                    <a:bodyPr/>
                    <a:lstStyle/>
                    <a:p>
                      <a:pPr lvl="0" algn="ctr" rtl="0">
                        <a:lnSpc>
                          <a:spcPct val="100000"/>
                        </a:lnSpc>
                        <a:spcBef>
                          <a:spcPts val="0"/>
                        </a:spcBef>
                        <a:buNone/>
                      </a:pPr>
                      <a:r>
                        <a:rPr lang="en" sz="1100"/>
                        <a:t>02</a:t>
                      </a:r>
                    </a:p>
                  </a:txBody>
                  <a:tcPr marL="28575" marR="28575" marT="25400" marB="25400" anchor="ctr">
                    <a:solidFill>
                      <a:srgbClr val="CFE2F3"/>
                    </a:solidFill>
                  </a:tcPr>
                </a:tc>
                <a:tc>
                  <a:txBody>
                    <a:bodyPr/>
                    <a:lstStyle/>
                    <a:p>
                      <a:pPr lvl="0" rtl="0">
                        <a:lnSpc>
                          <a:spcPct val="100000"/>
                        </a:lnSpc>
                        <a:spcBef>
                          <a:spcPts val="0"/>
                        </a:spcBef>
                        <a:buNone/>
                      </a:pPr>
                      <a:r>
                        <a:rPr lang="en" sz="1100"/>
                        <a:t>Mid-Atlantic</a:t>
                      </a:r>
                    </a:p>
                  </a:txBody>
                  <a:tcPr marL="28575" marR="28575" marT="25400" marB="25400" anchor="ctr">
                    <a:solidFill>
                      <a:srgbClr val="CFE2F3"/>
                    </a:solidFill>
                  </a:tcPr>
                </a:tc>
                <a:tc>
                  <a:txBody>
                    <a:bodyPr/>
                    <a:lstStyle/>
                    <a:p>
                      <a:pPr lvl="0" rtl="0">
                        <a:lnSpc>
                          <a:spcPct val="100000"/>
                        </a:lnSpc>
                        <a:spcBef>
                          <a:spcPts val="0"/>
                        </a:spcBef>
                        <a:buNone/>
                      </a:pPr>
                      <a:endParaRPr sz="1100"/>
                    </a:p>
                  </a:txBody>
                  <a:tcPr marL="28575" marR="28575" marT="25400" marB="25400" anchor="ctr">
                    <a:solidFill>
                      <a:srgbClr val="CFE2F3"/>
                    </a:solidFill>
                  </a:tcPr>
                </a:tc>
                <a:tc>
                  <a:txBody>
                    <a:bodyPr/>
                    <a:lstStyle/>
                    <a:p>
                      <a:pPr lvl="0" algn="ctr" rtl="0">
                        <a:lnSpc>
                          <a:spcPct val="100000"/>
                        </a:lnSpc>
                        <a:spcBef>
                          <a:spcPts val="0"/>
                        </a:spcBef>
                        <a:buNone/>
                      </a:pPr>
                      <a:r>
                        <a:rPr lang="en" sz="1100"/>
                        <a:t>6</a:t>
                      </a:r>
                    </a:p>
                  </a:txBody>
                  <a:tcPr marL="28575" marR="28575" marT="25400" marB="25400" anchor="ctr">
                    <a:solidFill>
                      <a:srgbClr val="CFE2F3"/>
                    </a:solidFill>
                  </a:tcPr>
                </a:tc>
              </a:tr>
              <a:tr h="100000">
                <a:tc>
                  <a:txBody>
                    <a:bodyPr/>
                    <a:lstStyle/>
                    <a:p>
                      <a:pPr lvl="0" algn="ctr" rtl="0">
                        <a:lnSpc>
                          <a:spcPct val="100000"/>
                        </a:lnSpc>
                        <a:spcBef>
                          <a:spcPts val="0"/>
                        </a:spcBef>
                        <a:buNone/>
                      </a:pPr>
                      <a:r>
                        <a:rPr lang="en" sz="1100"/>
                        <a:t>16</a:t>
                      </a:r>
                    </a:p>
                  </a:txBody>
                  <a:tcPr marL="28575" marR="28575" marT="25400" marB="25400" anchor="ctr">
                    <a:solidFill>
                      <a:srgbClr val="CFE2F3"/>
                    </a:solidFill>
                  </a:tcPr>
                </a:tc>
                <a:tc>
                  <a:txBody>
                    <a:bodyPr/>
                    <a:lstStyle/>
                    <a:p>
                      <a:pPr lvl="0" rtl="0">
                        <a:lnSpc>
                          <a:spcPct val="100000"/>
                        </a:lnSpc>
                        <a:spcBef>
                          <a:spcPts val="0"/>
                        </a:spcBef>
                        <a:buNone/>
                      </a:pPr>
                      <a:r>
                        <a:rPr lang="en" sz="1100"/>
                        <a:t>Great Basin</a:t>
                      </a:r>
                    </a:p>
                  </a:txBody>
                  <a:tcPr marL="28575" marR="28575" marT="25400" marB="25400" anchor="ctr">
                    <a:solidFill>
                      <a:srgbClr val="CFE2F3"/>
                    </a:solidFill>
                  </a:tcPr>
                </a:tc>
                <a:tc>
                  <a:txBody>
                    <a:bodyPr/>
                    <a:lstStyle/>
                    <a:p>
                      <a:pPr lvl="0" rtl="0">
                        <a:lnSpc>
                          <a:spcPct val="100000"/>
                        </a:lnSpc>
                        <a:spcBef>
                          <a:spcPts val="0"/>
                        </a:spcBef>
                        <a:buNone/>
                      </a:pPr>
                      <a:endParaRPr sz="1100"/>
                    </a:p>
                  </a:txBody>
                  <a:tcPr marL="28575" marR="28575" marT="25400" marB="25400" anchor="ctr">
                    <a:solidFill>
                      <a:srgbClr val="CFE2F3"/>
                    </a:solidFill>
                  </a:tcPr>
                </a:tc>
                <a:tc>
                  <a:txBody>
                    <a:bodyPr/>
                    <a:lstStyle/>
                    <a:p>
                      <a:pPr lvl="0" algn="ctr" rtl="0">
                        <a:lnSpc>
                          <a:spcPct val="100000"/>
                        </a:lnSpc>
                        <a:spcBef>
                          <a:spcPts val="0"/>
                        </a:spcBef>
                        <a:buNone/>
                      </a:pPr>
                      <a:r>
                        <a:rPr lang="en" sz="1100"/>
                        <a:t>6</a:t>
                      </a:r>
                    </a:p>
                  </a:txBody>
                  <a:tcPr marL="28575" marR="28575" marT="25400" marB="25400" anchor="ctr">
                    <a:solidFill>
                      <a:srgbClr val="CFE2F3"/>
                    </a:solidFill>
                  </a:tcPr>
                </a:tc>
              </a:tr>
              <a:tr h="100000">
                <a:tc>
                  <a:txBody>
                    <a:bodyPr/>
                    <a:lstStyle/>
                    <a:p>
                      <a:pPr lvl="0" algn="ctr" rtl="0">
                        <a:lnSpc>
                          <a:spcPct val="100000"/>
                        </a:lnSpc>
                        <a:spcBef>
                          <a:spcPts val="0"/>
                        </a:spcBef>
                        <a:buNone/>
                      </a:pPr>
                      <a:r>
                        <a:rPr lang="en" sz="1100" i="1"/>
                        <a:t>0903</a:t>
                      </a:r>
                    </a:p>
                  </a:txBody>
                  <a:tcPr marL="28575" marR="28575" marT="25400" marB="25400" anchor="ctr">
                    <a:solidFill>
                      <a:srgbClr val="FCE5CD"/>
                    </a:solidFill>
                  </a:tcPr>
                </a:tc>
                <a:tc>
                  <a:txBody>
                    <a:bodyPr/>
                    <a:lstStyle/>
                    <a:p>
                      <a:pPr lvl="0" rtl="0">
                        <a:lnSpc>
                          <a:spcPct val="100000"/>
                        </a:lnSpc>
                        <a:spcBef>
                          <a:spcPts val="0"/>
                        </a:spcBef>
                        <a:buNone/>
                      </a:pPr>
                      <a:r>
                        <a:rPr lang="en" sz="1100" i="1"/>
                        <a:t>Canadian Pilot (0903)</a:t>
                      </a:r>
                    </a:p>
                  </a:txBody>
                  <a:tcPr marL="28575" marR="28575" marT="25400" marB="25400" anchor="ctr">
                    <a:solidFill>
                      <a:srgbClr val="FCE5CD"/>
                    </a:solidFill>
                  </a:tcPr>
                </a:tc>
                <a:tc>
                  <a:txBody>
                    <a:bodyPr/>
                    <a:lstStyle/>
                    <a:p>
                      <a:pPr lvl="0" algn="ctr" rtl="0">
                        <a:lnSpc>
                          <a:spcPct val="100000"/>
                        </a:lnSpc>
                        <a:spcBef>
                          <a:spcPts val="0"/>
                        </a:spcBef>
                        <a:buNone/>
                      </a:pPr>
                      <a:r>
                        <a:rPr lang="en" sz="1100" i="1"/>
                        <a:t>Pilot (Rainy River Lake of the Woods)</a:t>
                      </a:r>
                    </a:p>
                  </a:txBody>
                  <a:tcPr marL="28575" marR="28575" marT="25400" marB="25400" anchor="ctr">
                    <a:solidFill>
                      <a:srgbClr val="FCE5CD"/>
                    </a:solidFill>
                  </a:tcPr>
                </a:tc>
                <a:tc>
                  <a:txBody>
                    <a:bodyPr/>
                    <a:lstStyle/>
                    <a:p>
                      <a:pPr lvl="0" algn="ctr" rtl="0">
                        <a:lnSpc>
                          <a:spcPct val="100000"/>
                        </a:lnSpc>
                        <a:spcBef>
                          <a:spcPts val="0"/>
                        </a:spcBef>
                        <a:buNone/>
                      </a:pPr>
                      <a:r>
                        <a:rPr lang="en" sz="1100"/>
                        <a:t>1</a:t>
                      </a:r>
                    </a:p>
                  </a:txBody>
                  <a:tcPr marL="28575" marR="28575" marT="25400" marB="25400" anchor="ctr">
                    <a:solidFill>
                      <a:srgbClr val="FCE5CD"/>
                    </a:solidFill>
                  </a:tcPr>
                </a:tc>
              </a:tr>
              <a:tr h="100000">
                <a:tc>
                  <a:txBody>
                    <a:bodyPr/>
                    <a:lstStyle/>
                    <a:p>
                      <a:pPr lvl="0" algn="ctr" rtl="0">
                        <a:lnSpc>
                          <a:spcPct val="100000"/>
                        </a:lnSpc>
                        <a:spcBef>
                          <a:spcPts val="0"/>
                        </a:spcBef>
                        <a:buNone/>
                      </a:pPr>
                      <a:r>
                        <a:rPr lang="en" sz="1100"/>
                        <a:t>10</a:t>
                      </a:r>
                    </a:p>
                  </a:txBody>
                  <a:tcPr marL="28575" marR="28575" marT="25400" marB="25400" anchor="ctr">
                    <a:solidFill>
                      <a:srgbClr val="FCE5CD"/>
                    </a:solidFill>
                  </a:tcPr>
                </a:tc>
                <a:tc>
                  <a:txBody>
                    <a:bodyPr/>
                    <a:lstStyle/>
                    <a:p>
                      <a:pPr lvl="0" rtl="0">
                        <a:lnSpc>
                          <a:spcPct val="100000"/>
                        </a:lnSpc>
                        <a:spcBef>
                          <a:spcPts val="0"/>
                        </a:spcBef>
                        <a:buNone/>
                      </a:pPr>
                      <a:r>
                        <a:rPr lang="en" sz="1100"/>
                        <a:t>Missouri</a:t>
                      </a:r>
                    </a:p>
                  </a:txBody>
                  <a:tcPr marL="28575" marR="28575" marT="25400" marB="25400" anchor="ctr">
                    <a:solidFill>
                      <a:srgbClr val="FCE5CD"/>
                    </a:solidFill>
                  </a:tcPr>
                </a:tc>
                <a:tc>
                  <a:txBody>
                    <a:bodyPr/>
                    <a:lstStyle/>
                    <a:p>
                      <a:pPr lvl="0" algn="ctr" rtl="0">
                        <a:lnSpc>
                          <a:spcPct val="100000"/>
                        </a:lnSpc>
                        <a:spcBef>
                          <a:spcPts val="0"/>
                        </a:spcBef>
                        <a:buNone/>
                      </a:pPr>
                      <a:r>
                        <a:rPr lang="en" sz="1100"/>
                        <a:t>Mississippi 2 of 6</a:t>
                      </a:r>
                    </a:p>
                  </a:txBody>
                  <a:tcPr marL="28575" marR="28575" marT="25400" marB="25400" anchor="ctr">
                    <a:solidFill>
                      <a:srgbClr val="FCE5CD"/>
                    </a:solidFill>
                  </a:tcPr>
                </a:tc>
                <a:tc>
                  <a:txBody>
                    <a:bodyPr/>
                    <a:lstStyle/>
                    <a:p>
                      <a:pPr lvl="0" algn="ctr" rtl="0">
                        <a:lnSpc>
                          <a:spcPct val="100000"/>
                        </a:lnSpc>
                        <a:spcBef>
                          <a:spcPts val="0"/>
                        </a:spcBef>
                        <a:buNone/>
                      </a:pPr>
                      <a:r>
                        <a:rPr lang="en" sz="1100"/>
                        <a:t>29</a:t>
                      </a:r>
                    </a:p>
                  </a:txBody>
                  <a:tcPr marL="28575" marR="28575" marT="25400" marB="25400" anchor="ctr">
                    <a:solidFill>
                      <a:srgbClr val="FCE5CD"/>
                    </a:solidFill>
                  </a:tcPr>
                </a:tc>
              </a:tr>
              <a:tr h="100000">
                <a:tc>
                  <a:txBody>
                    <a:bodyPr/>
                    <a:lstStyle/>
                    <a:p>
                      <a:pPr lvl="0" algn="ctr" rtl="0">
                        <a:lnSpc>
                          <a:spcPct val="100000"/>
                        </a:lnSpc>
                        <a:spcBef>
                          <a:spcPts val="0"/>
                        </a:spcBef>
                        <a:buNone/>
                      </a:pPr>
                      <a:r>
                        <a:rPr lang="en" sz="1100"/>
                        <a:t>07</a:t>
                      </a:r>
                    </a:p>
                  </a:txBody>
                  <a:tcPr marL="28575" marR="28575" marT="25400" marB="25400" anchor="ctr">
                    <a:solidFill>
                      <a:srgbClr val="FCE5CD"/>
                    </a:solidFill>
                  </a:tcPr>
                </a:tc>
                <a:tc>
                  <a:txBody>
                    <a:bodyPr/>
                    <a:lstStyle/>
                    <a:p>
                      <a:pPr lvl="0" rtl="0">
                        <a:lnSpc>
                          <a:spcPct val="100000"/>
                        </a:lnSpc>
                        <a:spcBef>
                          <a:spcPts val="0"/>
                        </a:spcBef>
                        <a:buNone/>
                      </a:pPr>
                      <a:r>
                        <a:rPr lang="en" sz="1100"/>
                        <a:t>Upper Mississippi</a:t>
                      </a:r>
                    </a:p>
                  </a:txBody>
                  <a:tcPr marL="28575" marR="28575" marT="25400" marB="25400" anchor="ctr">
                    <a:solidFill>
                      <a:srgbClr val="FCE5CD"/>
                    </a:solidFill>
                  </a:tcPr>
                </a:tc>
                <a:tc>
                  <a:txBody>
                    <a:bodyPr/>
                    <a:lstStyle/>
                    <a:p>
                      <a:pPr lvl="0" algn="ctr" rtl="0">
                        <a:lnSpc>
                          <a:spcPct val="100000"/>
                        </a:lnSpc>
                        <a:spcBef>
                          <a:spcPts val="0"/>
                        </a:spcBef>
                        <a:buNone/>
                      </a:pPr>
                      <a:r>
                        <a:rPr lang="en" sz="1100"/>
                        <a:t>Mississippi 3 of 6</a:t>
                      </a:r>
                    </a:p>
                  </a:txBody>
                  <a:tcPr marL="28575" marR="28575" marT="25400" marB="25400" anchor="ctr">
                    <a:solidFill>
                      <a:srgbClr val="FCE5CD"/>
                    </a:solidFill>
                  </a:tcPr>
                </a:tc>
                <a:tc>
                  <a:txBody>
                    <a:bodyPr/>
                    <a:lstStyle/>
                    <a:p>
                      <a:pPr lvl="0" algn="ctr" rtl="0">
                        <a:lnSpc>
                          <a:spcPct val="100000"/>
                        </a:lnSpc>
                        <a:spcBef>
                          <a:spcPts val="0"/>
                        </a:spcBef>
                        <a:buNone/>
                      </a:pPr>
                      <a:r>
                        <a:rPr lang="en" sz="1100"/>
                        <a:t>14</a:t>
                      </a:r>
                    </a:p>
                  </a:txBody>
                  <a:tcPr marL="28575" marR="28575" marT="25400" marB="25400" anchor="ctr">
                    <a:solidFill>
                      <a:srgbClr val="FCE5CD"/>
                    </a:solidFill>
                  </a:tcPr>
                </a:tc>
              </a:tr>
              <a:tr h="100000">
                <a:tc>
                  <a:txBody>
                    <a:bodyPr/>
                    <a:lstStyle/>
                    <a:p>
                      <a:pPr lvl="0" algn="ctr" rtl="0">
                        <a:lnSpc>
                          <a:spcPct val="100000"/>
                        </a:lnSpc>
                        <a:spcBef>
                          <a:spcPts val="0"/>
                        </a:spcBef>
                        <a:buNone/>
                      </a:pPr>
                      <a:r>
                        <a:rPr lang="en" sz="1100" i="1">
                          <a:solidFill>
                            <a:srgbClr val="222222"/>
                          </a:solidFill>
                        </a:rPr>
                        <a:t>041504</a:t>
                      </a:r>
                    </a:p>
                  </a:txBody>
                  <a:tcPr marL="28575" marR="28575" marT="25400" marB="25400" anchor="ctr">
                    <a:solidFill>
                      <a:srgbClr val="F9CB9C"/>
                    </a:solidFill>
                  </a:tcPr>
                </a:tc>
                <a:tc>
                  <a:txBody>
                    <a:bodyPr/>
                    <a:lstStyle/>
                    <a:p>
                      <a:pPr lvl="0" rtl="0">
                        <a:lnSpc>
                          <a:spcPct val="100000"/>
                        </a:lnSpc>
                        <a:spcBef>
                          <a:spcPts val="0"/>
                        </a:spcBef>
                        <a:buNone/>
                      </a:pPr>
                      <a:r>
                        <a:rPr lang="en" sz="1100" i="1"/>
                        <a:t>Canadian Pilot (041504)</a:t>
                      </a:r>
                    </a:p>
                  </a:txBody>
                  <a:tcPr marL="28575" marR="28575" marT="25400" marB="25400" anchor="ctr">
                    <a:solidFill>
                      <a:srgbClr val="F9CB9C"/>
                    </a:solidFill>
                  </a:tcPr>
                </a:tc>
                <a:tc>
                  <a:txBody>
                    <a:bodyPr/>
                    <a:lstStyle/>
                    <a:p>
                      <a:pPr lvl="0" algn="ctr" rtl="0">
                        <a:lnSpc>
                          <a:spcPct val="100000"/>
                        </a:lnSpc>
                        <a:spcBef>
                          <a:spcPts val="0"/>
                        </a:spcBef>
                        <a:buNone/>
                      </a:pPr>
                      <a:r>
                        <a:rPr lang="en" sz="1100" i="1"/>
                        <a:t>Pilot (Lake Champlain)</a:t>
                      </a:r>
                    </a:p>
                  </a:txBody>
                  <a:tcPr marL="28575" marR="28575" marT="25400" marB="25400" anchor="ctr">
                    <a:solidFill>
                      <a:srgbClr val="F9CB9C"/>
                    </a:solidFill>
                  </a:tcPr>
                </a:tc>
                <a:tc>
                  <a:txBody>
                    <a:bodyPr/>
                    <a:lstStyle/>
                    <a:p>
                      <a:pPr lvl="0" algn="ctr" rtl="0">
                        <a:lnSpc>
                          <a:spcPct val="100000"/>
                        </a:lnSpc>
                        <a:spcBef>
                          <a:spcPts val="0"/>
                        </a:spcBef>
                        <a:buNone/>
                      </a:pPr>
                      <a:r>
                        <a:rPr lang="en" sz="1100"/>
                        <a:t>1</a:t>
                      </a:r>
                    </a:p>
                  </a:txBody>
                  <a:tcPr marL="28575" marR="28575" marT="25400" marB="25400" anchor="ctr">
                    <a:solidFill>
                      <a:srgbClr val="F9CB9C"/>
                    </a:solidFill>
                  </a:tcPr>
                </a:tc>
              </a:tr>
              <a:tr h="100000">
                <a:tc>
                  <a:txBody>
                    <a:bodyPr/>
                    <a:lstStyle/>
                    <a:p>
                      <a:pPr lvl="0" algn="ctr" rtl="0">
                        <a:lnSpc>
                          <a:spcPct val="100000"/>
                        </a:lnSpc>
                        <a:spcBef>
                          <a:spcPts val="0"/>
                        </a:spcBef>
                        <a:buNone/>
                      </a:pPr>
                      <a:r>
                        <a:rPr lang="en" sz="1100"/>
                        <a:t>05</a:t>
                      </a:r>
                    </a:p>
                  </a:txBody>
                  <a:tcPr marL="28575" marR="28575" marT="25400" marB="25400" anchor="ctr">
                    <a:solidFill>
                      <a:srgbClr val="F9CB9C"/>
                    </a:solidFill>
                  </a:tcPr>
                </a:tc>
                <a:tc>
                  <a:txBody>
                    <a:bodyPr/>
                    <a:lstStyle/>
                    <a:p>
                      <a:pPr lvl="0" rtl="0">
                        <a:lnSpc>
                          <a:spcPct val="100000"/>
                        </a:lnSpc>
                        <a:spcBef>
                          <a:spcPts val="0"/>
                        </a:spcBef>
                        <a:buNone/>
                      </a:pPr>
                      <a:r>
                        <a:rPr lang="en" sz="1100"/>
                        <a:t>Ohio</a:t>
                      </a:r>
                    </a:p>
                  </a:txBody>
                  <a:tcPr marL="28575" marR="28575" marT="25400" marB="25400" anchor="ctr">
                    <a:solidFill>
                      <a:srgbClr val="F9CB9C"/>
                    </a:solidFill>
                  </a:tcPr>
                </a:tc>
                <a:tc>
                  <a:txBody>
                    <a:bodyPr/>
                    <a:lstStyle/>
                    <a:p>
                      <a:pPr lvl="0" algn="ctr" rtl="0">
                        <a:lnSpc>
                          <a:spcPct val="100000"/>
                        </a:lnSpc>
                        <a:spcBef>
                          <a:spcPts val="0"/>
                        </a:spcBef>
                        <a:buNone/>
                      </a:pPr>
                      <a:r>
                        <a:rPr lang="en" sz="1100"/>
                        <a:t>Mississippi 4 of 6</a:t>
                      </a:r>
                    </a:p>
                  </a:txBody>
                  <a:tcPr marL="28575" marR="28575" marT="25400" marB="25400" anchor="ctr">
                    <a:solidFill>
                      <a:srgbClr val="F9CB9C"/>
                    </a:solidFill>
                  </a:tcPr>
                </a:tc>
                <a:tc>
                  <a:txBody>
                    <a:bodyPr/>
                    <a:lstStyle/>
                    <a:p>
                      <a:pPr lvl="0" algn="ctr" rtl="0">
                        <a:lnSpc>
                          <a:spcPct val="100000"/>
                        </a:lnSpc>
                        <a:spcBef>
                          <a:spcPts val="0"/>
                        </a:spcBef>
                        <a:buNone/>
                      </a:pPr>
                      <a:r>
                        <a:rPr lang="en" sz="1100"/>
                        <a:t>14</a:t>
                      </a:r>
                    </a:p>
                  </a:txBody>
                  <a:tcPr marL="28575" marR="28575" marT="25400" marB="25400" anchor="ctr">
                    <a:solidFill>
                      <a:srgbClr val="F9CB9C"/>
                    </a:solidFill>
                  </a:tcPr>
                </a:tc>
              </a:tr>
              <a:tr h="100000">
                <a:tc>
                  <a:txBody>
                    <a:bodyPr/>
                    <a:lstStyle/>
                    <a:p>
                      <a:pPr lvl="0" algn="ctr" rtl="0">
                        <a:lnSpc>
                          <a:spcPct val="100000"/>
                        </a:lnSpc>
                        <a:spcBef>
                          <a:spcPts val="0"/>
                        </a:spcBef>
                        <a:buNone/>
                      </a:pPr>
                      <a:r>
                        <a:rPr lang="en" sz="1100"/>
                        <a:t>09</a:t>
                      </a:r>
                    </a:p>
                  </a:txBody>
                  <a:tcPr marL="28575" marR="28575" marT="25400" marB="25400" anchor="ctr">
                    <a:solidFill>
                      <a:srgbClr val="F9CB9C"/>
                    </a:solidFill>
                  </a:tcPr>
                </a:tc>
                <a:tc>
                  <a:txBody>
                    <a:bodyPr/>
                    <a:lstStyle/>
                    <a:p>
                      <a:pPr lvl="0" rtl="0">
                        <a:lnSpc>
                          <a:spcPct val="100000"/>
                        </a:lnSpc>
                        <a:spcBef>
                          <a:spcPts val="0"/>
                        </a:spcBef>
                        <a:buNone/>
                      </a:pPr>
                      <a:r>
                        <a:rPr lang="en" sz="1100"/>
                        <a:t>Souris, Red, Rainy</a:t>
                      </a:r>
                    </a:p>
                  </a:txBody>
                  <a:tcPr marL="28575" marR="28575" marT="25400" marB="25400" anchor="ctr">
                    <a:solidFill>
                      <a:srgbClr val="F9CB9C"/>
                    </a:solidFill>
                  </a:tcPr>
                </a:tc>
                <a:tc>
                  <a:txBody>
                    <a:bodyPr/>
                    <a:lstStyle/>
                    <a:p>
                      <a:pPr lvl="0" algn="ctr" rtl="0">
                        <a:lnSpc>
                          <a:spcPct val="100000"/>
                        </a:lnSpc>
                        <a:spcBef>
                          <a:spcPts val="0"/>
                        </a:spcBef>
                        <a:buNone/>
                      </a:pPr>
                      <a:r>
                        <a:rPr lang="en" sz="1100"/>
                        <a:t>Souris, Red, Rainy (less pilot)</a:t>
                      </a:r>
                    </a:p>
                  </a:txBody>
                  <a:tcPr marL="28575" marR="28575" marT="25400" marB="25400" anchor="ctr">
                    <a:solidFill>
                      <a:srgbClr val="F9CB9C"/>
                    </a:solidFill>
                  </a:tcPr>
                </a:tc>
                <a:tc>
                  <a:txBody>
                    <a:bodyPr/>
                    <a:lstStyle/>
                    <a:p>
                      <a:pPr lvl="0" algn="ctr" rtl="0">
                        <a:lnSpc>
                          <a:spcPct val="100000"/>
                        </a:lnSpc>
                        <a:spcBef>
                          <a:spcPts val="0"/>
                        </a:spcBef>
                        <a:buNone/>
                      </a:pPr>
                      <a:r>
                        <a:rPr lang="en" sz="1100"/>
                        <a:t>3</a:t>
                      </a:r>
                    </a:p>
                  </a:txBody>
                  <a:tcPr marL="28575" marR="28575" marT="25400" marB="25400" anchor="ctr">
                    <a:solidFill>
                      <a:srgbClr val="F9CB9C"/>
                    </a:solidFill>
                  </a:tcPr>
                </a:tc>
              </a:tr>
              <a:tr h="100000">
                <a:tc>
                  <a:txBody>
                    <a:bodyPr/>
                    <a:lstStyle/>
                    <a:p>
                      <a:pPr lvl="0" algn="ctr" rtl="0">
                        <a:lnSpc>
                          <a:spcPct val="100000"/>
                        </a:lnSpc>
                        <a:spcBef>
                          <a:spcPts val="0"/>
                        </a:spcBef>
                        <a:buNone/>
                      </a:pPr>
                      <a:r>
                        <a:rPr lang="en" sz="1100" i="1"/>
                        <a:t>1902</a:t>
                      </a:r>
                    </a:p>
                  </a:txBody>
                  <a:tcPr marL="28575" marR="28575" marT="25400" marB="25400" anchor="ctr">
                    <a:solidFill>
                      <a:srgbClr val="F9CB9C"/>
                    </a:solidFill>
                  </a:tcPr>
                </a:tc>
                <a:tc>
                  <a:txBody>
                    <a:bodyPr/>
                    <a:lstStyle/>
                    <a:p>
                      <a:pPr lvl="0" rtl="0">
                        <a:lnSpc>
                          <a:spcPct val="100000"/>
                        </a:lnSpc>
                        <a:spcBef>
                          <a:spcPts val="0"/>
                        </a:spcBef>
                        <a:buNone/>
                      </a:pPr>
                      <a:r>
                        <a:rPr lang="en" sz="1100" i="1"/>
                        <a:t>Alaska Pilot (1902)</a:t>
                      </a:r>
                    </a:p>
                  </a:txBody>
                  <a:tcPr marL="28575" marR="28575" marT="25400" marB="25400" anchor="ctr">
                    <a:solidFill>
                      <a:srgbClr val="F9CB9C"/>
                    </a:solidFill>
                  </a:tcPr>
                </a:tc>
                <a:tc>
                  <a:txBody>
                    <a:bodyPr/>
                    <a:lstStyle/>
                    <a:p>
                      <a:pPr lvl="0" algn="ctr" rtl="0">
                        <a:lnSpc>
                          <a:spcPct val="100000"/>
                        </a:lnSpc>
                        <a:spcBef>
                          <a:spcPts val="0"/>
                        </a:spcBef>
                        <a:buNone/>
                      </a:pPr>
                      <a:r>
                        <a:rPr lang="en" sz="1100"/>
                        <a:t>Pilot (MatSu)</a:t>
                      </a:r>
                    </a:p>
                  </a:txBody>
                  <a:tcPr marL="28575" marR="28575" marT="25400" marB="25400" anchor="ctr">
                    <a:solidFill>
                      <a:srgbClr val="F9CB9C"/>
                    </a:solidFill>
                  </a:tcPr>
                </a:tc>
                <a:tc>
                  <a:txBody>
                    <a:bodyPr/>
                    <a:lstStyle/>
                    <a:p>
                      <a:pPr lvl="0" algn="ctr" rtl="0">
                        <a:lnSpc>
                          <a:spcPct val="100000"/>
                        </a:lnSpc>
                        <a:spcBef>
                          <a:spcPts val="0"/>
                        </a:spcBef>
                        <a:buNone/>
                      </a:pPr>
                      <a:r>
                        <a:rPr lang="en" sz="1100"/>
                        <a:t>1</a:t>
                      </a:r>
                    </a:p>
                  </a:txBody>
                  <a:tcPr marL="28575" marR="28575" marT="25400" marB="25400" anchor="ctr">
                    <a:solidFill>
                      <a:srgbClr val="F9CB9C"/>
                    </a:solidFill>
                  </a:tcPr>
                </a:tc>
              </a:tr>
              <a:tr h="100000">
                <a:tc>
                  <a:txBody>
                    <a:bodyPr/>
                    <a:lstStyle/>
                    <a:p>
                      <a:pPr lvl="0" algn="ctr" rtl="0">
                        <a:lnSpc>
                          <a:spcPct val="100000"/>
                        </a:lnSpc>
                        <a:spcBef>
                          <a:spcPts val="0"/>
                        </a:spcBef>
                        <a:buNone/>
                      </a:pPr>
                      <a:r>
                        <a:rPr lang="en" sz="1100"/>
                        <a:t>11</a:t>
                      </a:r>
                    </a:p>
                  </a:txBody>
                  <a:tcPr marL="28575" marR="28575" marT="25400" marB="25400" anchor="ctr">
                    <a:solidFill>
                      <a:srgbClr val="F9CB9C"/>
                    </a:solidFill>
                  </a:tcPr>
                </a:tc>
                <a:tc>
                  <a:txBody>
                    <a:bodyPr/>
                    <a:lstStyle/>
                    <a:p>
                      <a:pPr lvl="0" rtl="0">
                        <a:lnSpc>
                          <a:spcPct val="100000"/>
                        </a:lnSpc>
                        <a:spcBef>
                          <a:spcPts val="0"/>
                        </a:spcBef>
                        <a:buNone/>
                      </a:pPr>
                      <a:r>
                        <a:rPr lang="en" sz="1100"/>
                        <a:t>Arkansas, Red, White</a:t>
                      </a:r>
                    </a:p>
                  </a:txBody>
                  <a:tcPr marL="28575" marR="28575" marT="25400" marB="25400" anchor="ctr">
                    <a:solidFill>
                      <a:srgbClr val="F9CB9C"/>
                    </a:solidFill>
                  </a:tcPr>
                </a:tc>
                <a:tc>
                  <a:txBody>
                    <a:bodyPr/>
                    <a:lstStyle/>
                    <a:p>
                      <a:pPr lvl="0" algn="ctr" rtl="0">
                        <a:lnSpc>
                          <a:spcPct val="100000"/>
                        </a:lnSpc>
                        <a:spcBef>
                          <a:spcPts val="0"/>
                        </a:spcBef>
                        <a:buNone/>
                      </a:pPr>
                      <a:r>
                        <a:rPr lang="en" sz="1100"/>
                        <a:t>Mississippi 5 of 6</a:t>
                      </a:r>
                    </a:p>
                  </a:txBody>
                  <a:tcPr marL="28575" marR="28575" marT="25400" marB="25400" anchor="ctr">
                    <a:solidFill>
                      <a:srgbClr val="F9CB9C"/>
                    </a:solidFill>
                  </a:tcPr>
                </a:tc>
                <a:tc>
                  <a:txBody>
                    <a:bodyPr/>
                    <a:lstStyle/>
                    <a:p>
                      <a:pPr lvl="0" algn="ctr" rtl="0">
                        <a:lnSpc>
                          <a:spcPct val="100000"/>
                        </a:lnSpc>
                        <a:spcBef>
                          <a:spcPts val="0"/>
                        </a:spcBef>
                        <a:buNone/>
                      </a:pPr>
                      <a:r>
                        <a:rPr lang="en" sz="1100"/>
                        <a:t>14</a:t>
                      </a:r>
                    </a:p>
                  </a:txBody>
                  <a:tcPr marL="28575" marR="28575" marT="25400" marB="25400" anchor="ctr">
                    <a:solidFill>
                      <a:srgbClr val="F9CB9C"/>
                    </a:solidFill>
                  </a:tcPr>
                </a:tc>
              </a:tr>
              <a:tr h="100000">
                <a:tc>
                  <a:txBody>
                    <a:bodyPr/>
                    <a:lstStyle/>
                    <a:p>
                      <a:pPr lvl="0" algn="ctr" rtl="0">
                        <a:lnSpc>
                          <a:spcPct val="100000"/>
                        </a:lnSpc>
                        <a:spcBef>
                          <a:spcPts val="0"/>
                        </a:spcBef>
                        <a:buNone/>
                      </a:pPr>
                      <a:r>
                        <a:rPr lang="en" sz="1100" i="1"/>
                        <a:t>1801</a:t>
                      </a:r>
                    </a:p>
                  </a:txBody>
                  <a:tcPr marL="28575" marR="28575" marT="25400" marB="25400" anchor="ctr">
                    <a:solidFill>
                      <a:srgbClr val="D9EAD3"/>
                    </a:solidFill>
                  </a:tcPr>
                </a:tc>
                <a:tc>
                  <a:txBody>
                    <a:bodyPr/>
                    <a:lstStyle/>
                    <a:p>
                      <a:pPr lvl="0" rtl="0">
                        <a:lnSpc>
                          <a:spcPct val="100000"/>
                        </a:lnSpc>
                        <a:spcBef>
                          <a:spcPts val="0"/>
                        </a:spcBef>
                        <a:buNone/>
                      </a:pPr>
                      <a:r>
                        <a:rPr lang="en" sz="1100" i="1"/>
                        <a:t>Klamath River Basin</a:t>
                      </a:r>
                    </a:p>
                  </a:txBody>
                  <a:tcPr marL="28575" marR="28575" marT="25400" marB="25400" anchor="ctr">
                    <a:solidFill>
                      <a:srgbClr val="D9EAD3"/>
                    </a:solidFill>
                  </a:tcPr>
                </a:tc>
                <a:tc>
                  <a:txBody>
                    <a:bodyPr/>
                    <a:lstStyle/>
                    <a:p>
                      <a:pPr lvl="0" algn="ctr" rtl="0">
                        <a:lnSpc>
                          <a:spcPct val="100000"/>
                        </a:lnSpc>
                        <a:spcBef>
                          <a:spcPts val="0"/>
                        </a:spcBef>
                        <a:buNone/>
                      </a:pPr>
                      <a:r>
                        <a:rPr lang="en" sz="1100" i="1"/>
                        <a:t>Klamath Dam Removal Project</a:t>
                      </a:r>
                    </a:p>
                  </a:txBody>
                  <a:tcPr marL="28575" marR="28575" marT="25400" marB="25400" anchor="ctr">
                    <a:solidFill>
                      <a:srgbClr val="D9EAD3"/>
                    </a:solidFill>
                  </a:tcPr>
                </a:tc>
                <a:tc>
                  <a:txBody>
                    <a:bodyPr/>
                    <a:lstStyle/>
                    <a:p>
                      <a:pPr lvl="0" algn="ctr" rtl="0">
                        <a:lnSpc>
                          <a:spcPct val="100000"/>
                        </a:lnSpc>
                        <a:spcBef>
                          <a:spcPts val="0"/>
                        </a:spcBef>
                        <a:buNone/>
                      </a:pPr>
                      <a:r>
                        <a:rPr lang="en" sz="1100"/>
                        <a:t>1</a:t>
                      </a:r>
                    </a:p>
                  </a:txBody>
                  <a:tcPr marL="28575" marR="28575" marT="25400" marB="25400" anchor="ctr">
                    <a:solidFill>
                      <a:srgbClr val="D9EAD3"/>
                    </a:solidFill>
                  </a:tcPr>
                </a:tc>
              </a:tr>
              <a:tr h="100000">
                <a:tc>
                  <a:txBody>
                    <a:bodyPr/>
                    <a:lstStyle/>
                    <a:p>
                      <a:pPr lvl="0" algn="ctr" rtl="0">
                        <a:lnSpc>
                          <a:spcPct val="100000"/>
                        </a:lnSpc>
                        <a:spcBef>
                          <a:spcPts val="0"/>
                        </a:spcBef>
                        <a:buNone/>
                      </a:pPr>
                      <a:r>
                        <a:rPr lang="en" sz="1100"/>
                        <a:t>3</a:t>
                      </a:r>
                    </a:p>
                  </a:txBody>
                  <a:tcPr marL="28575" marR="28575" marT="25400" marB="25400" anchor="ctr">
                    <a:solidFill>
                      <a:srgbClr val="D9EAD3"/>
                    </a:solidFill>
                  </a:tcPr>
                </a:tc>
                <a:tc>
                  <a:txBody>
                    <a:bodyPr/>
                    <a:lstStyle/>
                    <a:p>
                      <a:pPr lvl="0" rtl="0">
                        <a:lnSpc>
                          <a:spcPct val="100000"/>
                        </a:lnSpc>
                        <a:spcBef>
                          <a:spcPts val="0"/>
                        </a:spcBef>
                        <a:buNone/>
                      </a:pPr>
                      <a:r>
                        <a:rPr lang="en" sz="1100"/>
                        <a:t>South Atlantic</a:t>
                      </a:r>
                    </a:p>
                  </a:txBody>
                  <a:tcPr marL="28575" marR="28575" marT="25400" marB="25400" anchor="ctr">
                    <a:solidFill>
                      <a:srgbClr val="D9EAD3"/>
                    </a:solidFill>
                  </a:tcPr>
                </a:tc>
                <a:tc>
                  <a:txBody>
                    <a:bodyPr/>
                    <a:lstStyle/>
                    <a:p>
                      <a:pPr lvl="0" rtl="0">
                        <a:lnSpc>
                          <a:spcPct val="100000"/>
                        </a:lnSpc>
                        <a:spcBef>
                          <a:spcPts val="0"/>
                        </a:spcBef>
                        <a:buNone/>
                      </a:pPr>
                      <a:endParaRPr sz="1100"/>
                    </a:p>
                  </a:txBody>
                  <a:tcPr marL="28575" marR="28575" marT="25400" marB="25400" anchor="ctr">
                    <a:solidFill>
                      <a:srgbClr val="D9EAD3"/>
                    </a:solidFill>
                  </a:tcPr>
                </a:tc>
                <a:tc>
                  <a:txBody>
                    <a:bodyPr/>
                    <a:lstStyle/>
                    <a:p>
                      <a:pPr lvl="0" algn="ctr" rtl="0">
                        <a:lnSpc>
                          <a:spcPct val="100000"/>
                        </a:lnSpc>
                        <a:spcBef>
                          <a:spcPts val="0"/>
                        </a:spcBef>
                        <a:buNone/>
                      </a:pPr>
                      <a:r>
                        <a:rPr lang="en" sz="1100"/>
                        <a:t>18</a:t>
                      </a:r>
                    </a:p>
                  </a:txBody>
                  <a:tcPr marL="28575" marR="28575" marT="25400" marB="25400" anchor="ctr">
                    <a:solidFill>
                      <a:srgbClr val="D9EAD3"/>
                    </a:solidFill>
                  </a:tcPr>
                </a:tc>
              </a:tr>
              <a:tr h="100000">
                <a:tc>
                  <a:txBody>
                    <a:bodyPr/>
                    <a:lstStyle/>
                    <a:p>
                      <a:pPr lvl="0" algn="ctr" rtl="0">
                        <a:lnSpc>
                          <a:spcPct val="100000"/>
                        </a:lnSpc>
                        <a:spcBef>
                          <a:spcPts val="0"/>
                        </a:spcBef>
                        <a:buNone/>
                      </a:pPr>
                      <a:r>
                        <a:rPr lang="en" sz="1100"/>
                        <a:t>17</a:t>
                      </a:r>
                    </a:p>
                  </a:txBody>
                  <a:tcPr marL="28575" marR="28575" marT="25400" marB="25400" anchor="ctr">
                    <a:solidFill>
                      <a:srgbClr val="D9EAD3"/>
                    </a:solidFill>
                  </a:tcPr>
                </a:tc>
                <a:tc>
                  <a:txBody>
                    <a:bodyPr/>
                    <a:lstStyle/>
                    <a:p>
                      <a:pPr lvl="0" rtl="0">
                        <a:lnSpc>
                          <a:spcPct val="100000"/>
                        </a:lnSpc>
                        <a:spcBef>
                          <a:spcPts val="0"/>
                        </a:spcBef>
                        <a:buNone/>
                      </a:pPr>
                      <a:r>
                        <a:rPr lang="en" sz="1100"/>
                        <a:t>Pacific Northwest</a:t>
                      </a:r>
                    </a:p>
                  </a:txBody>
                  <a:tcPr marL="28575" marR="28575" marT="25400" marB="25400" anchor="ctr">
                    <a:solidFill>
                      <a:srgbClr val="D9EAD3"/>
                    </a:solidFill>
                  </a:tcPr>
                </a:tc>
                <a:tc>
                  <a:txBody>
                    <a:bodyPr/>
                    <a:lstStyle/>
                    <a:p>
                      <a:pPr lvl="0" algn="ctr" rtl="0">
                        <a:lnSpc>
                          <a:spcPct val="100000"/>
                        </a:lnSpc>
                        <a:spcBef>
                          <a:spcPts val="0"/>
                        </a:spcBef>
                        <a:buNone/>
                      </a:pPr>
                      <a:r>
                        <a:rPr lang="en" sz="1100"/>
                        <a:t>Pacific Northwest</a:t>
                      </a:r>
                    </a:p>
                  </a:txBody>
                  <a:tcPr marL="28575" marR="28575" marT="25400" marB="25400" anchor="ctr">
                    <a:solidFill>
                      <a:srgbClr val="D9EAD3"/>
                    </a:solidFill>
                  </a:tcPr>
                </a:tc>
                <a:tc>
                  <a:txBody>
                    <a:bodyPr/>
                    <a:lstStyle/>
                    <a:p>
                      <a:pPr lvl="0" algn="ctr" rtl="0">
                        <a:lnSpc>
                          <a:spcPct val="100000"/>
                        </a:lnSpc>
                        <a:spcBef>
                          <a:spcPts val="0"/>
                        </a:spcBef>
                        <a:buNone/>
                      </a:pPr>
                      <a:r>
                        <a:rPr lang="en" sz="1100"/>
                        <a:t>12</a:t>
                      </a:r>
                    </a:p>
                  </a:txBody>
                  <a:tcPr marL="28575" marR="28575" marT="25400" marB="25400" anchor="ctr">
                    <a:solidFill>
                      <a:srgbClr val="D9EAD3"/>
                    </a:solidFill>
                  </a:tcPr>
                </a:tc>
              </a:tr>
              <a:tr h="170975">
                <a:tc>
                  <a:txBody>
                    <a:bodyPr/>
                    <a:lstStyle/>
                    <a:p>
                      <a:pPr lvl="0" algn="ctr" rtl="0">
                        <a:lnSpc>
                          <a:spcPct val="100000"/>
                        </a:lnSpc>
                        <a:spcBef>
                          <a:spcPts val="0"/>
                        </a:spcBef>
                        <a:buNone/>
                      </a:pPr>
                      <a:r>
                        <a:rPr lang="en" sz="1100"/>
                        <a:t>13</a:t>
                      </a:r>
                    </a:p>
                  </a:txBody>
                  <a:tcPr marL="28575" marR="28575" marT="25400" marB="25400" anchor="ctr">
                    <a:solidFill>
                      <a:srgbClr val="D9EAD3"/>
                    </a:solidFill>
                  </a:tcPr>
                </a:tc>
                <a:tc>
                  <a:txBody>
                    <a:bodyPr/>
                    <a:lstStyle/>
                    <a:p>
                      <a:pPr lvl="0" rtl="0">
                        <a:lnSpc>
                          <a:spcPct val="100000"/>
                        </a:lnSpc>
                        <a:spcBef>
                          <a:spcPts val="0"/>
                        </a:spcBef>
                        <a:buNone/>
                      </a:pPr>
                      <a:r>
                        <a:rPr lang="en" sz="1100"/>
                        <a:t>Rio Grande</a:t>
                      </a:r>
                    </a:p>
                  </a:txBody>
                  <a:tcPr marL="28575" marR="28575" marT="25400" marB="25400" anchor="ctr">
                    <a:solidFill>
                      <a:srgbClr val="D9EAD3"/>
                    </a:solidFill>
                  </a:tcPr>
                </a:tc>
                <a:tc>
                  <a:txBody>
                    <a:bodyPr/>
                    <a:lstStyle/>
                    <a:p>
                      <a:pPr lvl="0" rtl="0">
                        <a:lnSpc>
                          <a:spcPct val="100000"/>
                        </a:lnSpc>
                        <a:spcBef>
                          <a:spcPts val="0"/>
                        </a:spcBef>
                        <a:buNone/>
                      </a:pPr>
                      <a:endParaRPr sz="1100"/>
                    </a:p>
                  </a:txBody>
                  <a:tcPr marL="28575" marR="28575" marT="25400" marB="25400" anchor="ctr">
                    <a:solidFill>
                      <a:srgbClr val="D9EAD3"/>
                    </a:solidFill>
                  </a:tcPr>
                </a:tc>
                <a:tc>
                  <a:txBody>
                    <a:bodyPr/>
                    <a:lstStyle/>
                    <a:p>
                      <a:pPr lvl="0" algn="ctr" rtl="0">
                        <a:lnSpc>
                          <a:spcPct val="100000"/>
                        </a:lnSpc>
                        <a:spcBef>
                          <a:spcPts val="0"/>
                        </a:spcBef>
                        <a:buNone/>
                      </a:pPr>
                      <a:r>
                        <a:rPr lang="en" sz="1100"/>
                        <a:t>9</a:t>
                      </a:r>
                    </a:p>
                  </a:txBody>
                  <a:tcPr marL="28575" marR="28575" marT="25400" marB="25400" anchor="ctr">
                    <a:solidFill>
                      <a:srgbClr val="D9EAD3"/>
                    </a:solidFill>
                  </a:tcPr>
                </a:tc>
              </a:tr>
              <a:tr h="170975">
                <a:tc>
                  <a:txBody>
                    <a:bodyPr/>
                    <a:lstStyle/>
                    <a:p>
                      <a:pPr lvl="0" algn="ctr" rtl="0">
                        <a:lnSpc>
                          <a:spcPct val="100000"/>
                        </a:lnSpc>
                        <a:spcBef>
                          <a:spcPts val="0"/>
                        </a:spcBef>
                        <a:buNone/>
                      </a:pPr>
                      <a:r>
                        <a:rPr lang="en" sz="1100"/>
                        <a:t>4</a:t>
                      </a:r>
                    </a:p>
                  </a:txBody>
                  <a:tcPr marL="28575" marR="28575" marT="25400" marB="25400" anchor="ctr">
                    <a:solidFill>
                      <a:srgbClr val="D9EAD3"/>
                    </a:solidFill>
                  </a:tcPr>
                </a:tc>
                <a:tc>
                  <a:txBody>
                    <a:bodyPr/>
                    <a:lstStyle/>
                    <a:p>
                      <a:pPr lvl="0" rtl="0">
                        <a:lnSpc>
                          <a:spcPct val="100000"/>
                        </a:lnSpc>
                        <a:spcBef>
                          <a:spcPts val="0"/>
                        </a:spcBef>
                        <a:buNone/>
                      </a:pPr>
                      <a:r>
                        <a:rPr lang="en" sz="1100"/>
                        <a:t>Great Lakes</a:t>
                      </a:r>
                    </a:p>
                  </a:txBody>
                  <a:tcPr marL="28575" marR="28575" marT="25400" marB="25400" anchor="ctr">
                    <a:solidFill>
                      <a:srgbClr val="D9EAD3"/>
                    </a:solidFill>
                  </a:tcPr>
                </a:tc>
                <a:tc>
                  <a:txBody>
                    <a:bodyPr/>
                    <a:lstStyle/>
                    <a:p>
                      <a:pPr lvl="0" algn="ctr" rtl="0">
                        <a:lnSpc>
                          <a:spcPct val="100000"/>
                        </a:lnSpc>
                        <a:spcBef>
                          <a:spcPts val="0"/>
                        </a:spcBef>
                        <a:buNone/>
                      </a:pPr>
                      <a:r>
                        <a:rPr lang="en" sz="1100"/>
                        <a:t>Complete Drainage Area (less pilot)</a:t>
                      </a:r>
                    </a:p>
                  </a:txBody>
                  <a:tcPr marL="28575" marR="28575" marT="25400" marB="25400" anchor="ctr">
                    <a:solidFill>
                      <a:srgbClr val="D9EAD3"/>
                    </a:solidFill>
                  </a:tcPr>
                </a:tc>
                <a:tc>
                  <a:txBody>
                    <a:bodyPr/>
                    <a:lstStyle/>
                    <a:p>
                      <a:pPr lvl="0" algn="ctr" rtl="0">
                        <a:lnSpc>
                          <a:spcPct val="100000"/>
                        </a:lnSpc>
                        <a:spcBef>
                          <a:spcPts val="0"/>
                        </a:spcBef>
                        <a:buNone/>
                      </a:pPr>
                      <a:r>
                        <a:rPr lang="en" sz="1100"/>
                        <a:t>15</a:t>
                      </a:r>
                    </a:p>
                  </a:txBody>
                  <a:tcPr marL="28575" marR="28575" marT="25400" marB="25400" anchor="ctr">
                    <a:solidFill>
                      <a:srgbClr val="D9EAD3"/>
                    </a:solidFill>
                  </a:tcPr>
                </a:tc>
              </a:tr>
              <a:tr h="170975">
                <a:tc>
                  <a:txBody>
                    <a:bodyPr/>
                    <a:lstStyle/>
                    <a:p>
                      <a:pPr lvl="0" algn="ctr" rtl="0">
                        <a:lnSpc>
                          <a:spcPct val="100000"/>
                        </a:lnSpc>
                        <a:spcBef>
                          <a:spcPts val="0"/>
                        </a:spcBef>
                        <a:buNone/>
                      </a:pPr>
                      <a:r>
                        <a:rPr lang="en" sz="1100"/>
                        <a:t>8</a:t>
                      </a:r>
                    </a:p>
                  </a:txBody>
                  <a:tcPr marL="28575" marR="28575" marT="25400" marB="25400" anchor="ctr">
                    <a:solidFill>
                      <a:srgbClr val="D9EAD3"/>
                    </a:solidFill>
                  </a:tcPr>
                </a:tc>
                <a:tc>
                  <a:txBody>
                    <a:bodyPr/>
                    <a:lstStyle/>
                    <a:p>
                      <a:pPr lvl="0" rtl="0">
                        <a:lnSpc>
                          <a:spcPct val="100000"/>
                        </a:lnSpc>
                        <a:spcBef>
                          <a:spcPts val="0"/>
                        </a:spcBef>
                        <a:buNone/>
                      </a:pPr>
                      <a:r>
                        <a:rPr lang="en" sz="1100"/>
                        <a:t>Mississippi</a:t>
                      </a:r>
                    </a:p>
                  </a:txBody>
                  <a:tcPr marL="28575" marR="28575" marT="25400" marB="25400" anchor="ctr">
                    <a:solidFill>
                      <a:srgbClr val="D9EAD3"/>
                    </a:solidFill>
                  </a:tcPr>
                </a:tc>
                <a:tc>
                  <a:txBody>
                    <a:bodyPr/>
                    <a:lstStyle/>
                    <a:p>
                      <a:pPr lvl="0" algn="ctr" rtl="0">
                        <a:lnSpc>
                          <a:spcPct val="100000"/>
                        </a:lnSpc>
                        <a:spcBef>
                          <a:spcPts val="0"/>
                        </a:spcBef>
                        <a:buNone/>
                      </a:pPr>
                      <a:r>
                        <a:rPr lang="en" sz="1100"/>
                        <a:t>Mississippi 6 of 6</a:t>
                      </a:r>
                    </a:p>
                  </a:txBody>
                  <a:tcPr marL="28575" marR="28575" marT="25400" marB="25400" anchor="ctr">
                    <a:solidFill>
                      <a:srgbClr val="D9EAD3"/>
                    </a:solidFill>
                  </a:tcPr>
                </a:tc>
                <a:tc>
                  <a:txBody>
                    <a:bodyPr/>
                    <a:lstStyle/>
                    <a:p>
                      <a:pPr lvl="0" algn="ctr" rtl="0">
                        <a:lnSpc>
                          <a:spcPct val="100000"/>
                        </a:lnSpc>
                        <a:spcBef>
                          <a:spcPts val="0"/>
                        </a:spcBef>
                        <a:buNone/>
                      </a:pPr>
                      <a:r>
                        <a:rPr lang="en" sz="1100"/>
                        <a:t>9</a:t>
                      </a:r>
                    </a:p>
                  </a:txBody>
                  <a:tcPr marL="28575" marR="28575" marT="25400" marB="25400" anchor="ctr">
                    <a:solidFill>
                      <a:srgbClr val="D9EAD3"/>
                    </a:solidFill>
                  </a:tcPr>
                </a:tc>
              </a:tr>
              <a:tr h="170975">
                <a:tc>
                  <a:txBody>
                    <a:bodyPr/>
                    <a:lstStyle/>
                    <a:p>
                      <a:pPr lvl="0" algn="ctr" rtl="0">
                        <a:lnSpc>
                          <a:spcPct val="100000"/>
                        </a:lnSpc>
                        <a:spcBef>
                          <a:spcPts val="0"/>
                        </a:spcBef>
                        <a:buNone/>
                      </a:pPr>
                      <a:r>
                        <a:rPr lang="en" sz="1100"/>
                        <a:t>18</a:t>
                      </a:r>
                    </a:p>
                  </a:txBody>
                  <a:tcPr marL="28575" marR="28575" marT="25400" marB="25400" anchor="ctr">
                    <a:solidFill>
                      <a:srgbClr val="D9EAD3"/>
                    </a:solidFill>
                  </a:tcPr>
                </a:tc>
                <a:tc>
                  <a:txBody>
                    <a:bodyPr/>
                    <a:lstStyle/>
                    <a:p>
                      <a:pPr lvl="0" rtl="0">
                        <a:lnSpc>
                          <a:spcPct val="100000"/>
                        </a:lnSpc>
                        <a:spcBef>
                          <a:spcPts val="0"/>
                        </a:spcBef>
                        <a:buNone/>
                      </a:pPr>
                      <a:r>
                        <a:rPr lang="en" sz="1100"/>
                        <a:t>California</a:t>
                      </a:r>
                    </a:p>
                  </a:txBody>
                  <a:tcPr marL="28575" marR="28575" marT="25400" marB="25400" anchor="ctr">
                    <a:solidFill>
                      <a:srgbClr val="D9EAD3"/>
                    </a:solidFill>
                  </a:tcPr>
                </a:tc>
                <a:tc>
                  <a:txBody>
                    <a:bodyPr/>
                    <a:lstStyle/>
                    <a:p>
                      <a:pPr lvl="0" algn="ctr" rtl="0">
                        <a:lnSpc>
                          <a:spcPct val="100000"/>
                        </a:lnSpc>
                        <a:spcBef>
                          <a:spcPts val="0"/>
                        </a:spcBef>
                        <a:buNone/>
                      </a:pPr>
                      <a:r>
                        <a:rPr lang="en" sz="1100"/>
                        <a:t>California (less Klamath Priority)</a:t>
                      </a:r>
                    </a:p>
                  </a:txBody>
                  <a:tcPr marL="28575" marR="28575" marT="25400" marB="25400" anchor="ctr">
                    <a:solidFill>
                      <a:srgbClr val="D9EAD3"/>
                    </a:solidFill>
                  </a:tcPr>
                </a:tc>
                <a:tc>
                  <a:txBody>
                    <a:bodyPr/>
                    <a:lstStyle/>
                    <a:p>
                      <a:pPr lvl="0" algn="ctr" rtl="0">
                        <a:lnSpc>
                          <a:spcPct val="100000"/>
                        </a:lnSpc>
                        <a:spcBef>
                          <a:spcPts val="0"/>
                        </a:spcBef>
                        <a:buNone/>
                      </a:pPr>
                      <a:r>
                        <a:rPr lang="en" sz="1100"/>
                        <a:t>9</a:t>
                      </a:r>
                    </a:p>
                  </a:txBody>
                  <a:tcPr marL="28575" marR="28575" marT="25400" marB="25400" anchor="ctr">
                    <a:solidFill>
                      <a:srgbClr val="D9EAD3"/>
                    </a:solidFill>
                  </a:tcPr>
                </a:tc>
              </a:tr>
              <a:tr h="170975">
                <a:tc>
                  <a:txBody>
                    <a:bodyPr/>
                    <a:lstStyle/>
                    <a:p>
                      <a:pPr lvl="0" algn="ctr" rtl="0">
                        <a:lnSpc>
                          <a:spcPct val="100000"/>
                        </a:lnSpc>
                        <a:spcBef>
                          <a:spcPts val="0"/>
                        </a:spcBef>
                        <a:buNone/>
                      </a:pPr>
                      <a:r>
                        <a:rPr lang="en" sz="1100"/>
                        <a:t>19</a:t>
                      </a:r>
                    </a:p>
                  </a:txBody>
                  <a:tcPr marL="28575" marR="28575" marT="25400" marB="25400" anchor="ctr">
                    <a:solidFill>
                      <a:srgbClr val="D9EAD3"/>
                    </a:solidFill>
                  </a:tcPr>
                </a:tc>
                <a:tc>
                  <a:txBody>
                    <a:bodyPr/>
                    <a:lstStyle/>
                    <a:p>
                      <a:pPr lvl="0" rtl="0">
                        <a:lnSpc>
                          <a:spcPct val="100000"/>
                        </a:lnSpc>
                        <a:spcBef>
                          <a:spcPts val="0"/>
                        </a:spcBef>
                        <a:buNone/>
                      </a:pPr>
                      <a:r>
                        <a:rPr lang="en" sz="1100"/>
                        <a:t>Alaska</a:t>
                      </a:r>
                    </a:p>
                  </a:txBody>
                  <a:tcPr marL="28575" marR="28575" marT="25400" marB="25400" anchor="ctr">
                    <a:solidFill>
                      <a:srgbClr val="D9EAD3"/>
                    </a:solidFill>
                  </a:tcPr>
                </a:tc>
                <a:tc>
                  <a:txBody>
                    <a:bodyPr/>
                    <a:lstStyle/>
                    <a:p>
                      <a:pPr lvl="0" algn="ctr" rtl="0">
                        <a:lnSpc>
                          <a:spcPct val="100000"/>
                        </a:lnSpc>
                        <a:spcBef>
                          <a:spcPts val="0"/>
                        </a:spcBef>
                        <a:buNone/>
                      </a:pPr>
                      <a:r>
                        <a:rPr lang="en" sz="1100"/>
                        <a:t>Alaska (less MatSu Pilot)</a:t>
                      </a:r>
                    </a:p>
                  </a:txBody>
                  <a:tcPr marL="28575" marR="28575" marT="25400" marB="25400" anchor="ctr">
                    <a:solidFill>
                      <a:srgbClr val="D9EAD3"/>
                    </a:solidFill>
                  </a:tcPr>
                </a:tc>
                <a:tc>
                  <a:txBody>
                    <a:bodyPr/>
                    <a:lstStyle/>
                    <a:p>
                      <a:pPr lvl="0" algn="ctr" rtl="0">
                        <a:lnSpc>
                          <a:spcPct val="100000"/>
                        </a:lnSpc>
                        <a:spcBef>
                          <a:spcPts val="0"/>
                        </a:spcBef>
                        <a:buNone/>
                      </a:pPr>
                      <a:r>
                        <a:rPr lang="en" sz="1100"/>
                        <a:t>-</a:t>
                      </a:r>
                    </a:p>
                  </a:txBody>
                  <a:tcPr marL="28575" marR="28575" marT="25400" marB="25400" anchor="b">
                    <a:solidFill>
                      <a:srgbClr val="D9EAD3"/>
                    </a:solidFill>
                  </a:tcPr>
                </a:tc>
              </a:tr>
              <a:tr h="170975">
                <a:tc>
                  <a:txBody>
                    <a:bodyPr/>
                    <a:lstStyle/>
                    <a:p>
                      <a:pPr lvl="0" algn="ctr" rtl="0">
                        <a:lnSpc>
                          <a:spcPct val="100000"/>
                        </a:lnSpc>
                        <a:spcBef>
                          <a:spcPts val="0"/>
                        </a:spcBef>
                        <a:buNone/>
                      </a:pPr>
                      <a:r>
                        <a:rPr lang="en" sz="1100"/>
                        <a:t>20</a:t>
                      </a:r>
                    </a:p>
                  </a:txBody>
                  <a:tcPr marL="28575" marR="28575" marT="25400" marB="25400" anchor="ctr">
                    <a:solidFill>
                      <a:srgbClr val="D9EAD3"/>
                    </a:solidFill>
                  </a:tcPr>
                </a:tc>
                <a:tc>
                  <a:txBody>
                    <a:bodyPr/>
                    <a:lstStyle/>
                    <a:p>
                      <a:pPr lvl="0" rtl="0">
                        <a:lnSpc>
                          <a:spcPct val="100000"/>
                        </a:lnSpc>
                        <a:spcBef>
                          <a:spcPts val="0"/>
                        </a:spcBef>
                        <a:buNone/>
                      </a:pPr>
                      <a:r>
                        <a:rPr lang="en" sz="1100"/>
                        <a:t>Hawaii</a:t>
                      </a:r>
                    </a:p>
                  </a:txBody>
                  <a:tcPr marL="28575" marR="28575" marT="25400" marB="25400" anchor="ctr">
                    <a:solidFill>
                      <a:srgbClr val="D9EAD3"/>
                    </a:solidFill>
                  </a:tcPr>
                </a:tc>
                <a:tc>
                  <a:txBody>
                    <a:bodyPr/>
                    <a:lstStyle/>
                    <a:p>
                      <a:pPr lvl="0" algn="ctr" rtl="0">
                        <a:lnSpc>
                          <a:spcPct val="100000"/>
                        </a:lnSpc>
                        <a:spcBef>
                          <a:spcPts val="0"/>
                        </a:spcBef>
                        <a:buNone/>
                      </a:pPr>
                      <a:r>
                        <a:rPr lang="en" sz="1100"/>
                        <a:t>-</a:t>
                      </a:r>
                    </a:p>
                  </a:txBody>
                  <a:tcPr marL="28575" marR="28575" marT="25400" marB="25400" anchor="ctr">
                    <a:solidFill>
                      <a:srgbClr val="D9EAD3"/>
                    </a:solidFill>
                  </a:tcPr>
                </a:tc>
                <a:tc>
                  <a:txBody>
                    <a:bodyPr/>
                    <a:lstStyle/>
                    <a:p>
                      <a:pPr lvl="0" algn="ctr" rtl="0">
                        <a:lnSpc>
                          <a:spcPct val="100000"/>
                        </a:lnSpc>
                        <a:spcBef>
                          <a:spcPts val="0"/>
                        </a:spcBef>
                        <a:buNone/>
                      </a:pPr>
                      <a:r>
                        <a:rPr lang="en" sz="1100"/>
                        <a:t>-</a:t>
                      </a:r>
                    </a:p>
                  </a:txBody>
                  <a:tcPr marL="28575" marR="28575" marT="25400" marB="25400" anchor="b">
                    <a:solidFill>
                      <a:srgbClr val="D9EAD3"/>
                    </a:solidFill>
                  </a:tcPr>
                </a:tc>
              </a:tr>
              <a:tr h="170975">
                <a:tc>
                  <a:txBody>
                    <a:bodyPr/>
                    <a:lstStyle/>
                    <a:p>
                      <a:pPr lvl="0" algn="ctr" rtl="0">
                        <a:lnSpc>
                          <a:spcPct val="100000"/>
                        </a:lnSpc>
                        <a:spcBef>
                          <a:spcPts val="0"/>
                        </a:spcBef>
                        <a:buNone/>
                      </a:pPr>
                      <a:r>
                        <a:rPr lang="en" sz="1100"/>
                        <a:t>21 &amp; 22</a:t>
                      </a:r>
                    </a:p>
                  </a:txBody>
                  <a:tcPr marL="28575" marR="28575" marT="25400" marB="25400" anchor="ctr">
                    <a:solidFill>
                      <a:srgbClr val="D9EAD3"/>
                    </a:solidFill>
                  </a:tcPr>
                </a:tc>
                <a:tc>
                  <a:txBody>
                    <a:bodyPr/>
                    <a:lstStyle/>
                    <a:p>
                      <a:pPr lvl="0" rtl="0">
                        <a:lnSpc>
                          <a:spcPct val="100000"/>
                        </a:lnSpc>
                        <a:spcBef>
                          <a:spcPts val="0"/>
                        </a:spcBef>
                        <a:buNone/>
                      </a:pPr>
                      <a:r>
                        <a:rPr lang="en" sz="1100"/>
                        <a:t>Virgin Islands &amp; Puerto Rico</a:t>
                      </a:r>
                    </a:p>
                  </a:txBody>
                  <a:tcPr marL="28575" marR="28575" marT="25400" marB="25400" anchor="ctr">
                    <a:solidFill>
                      <a:srgbClr val="D9EAD3"/>
                    </a:solidFill>
                  </a:tcPr>
                </a:tc>
                <a:tc>
                  <a:txBody>
                    <a:bodyPr/>
                    <a:lstStyle/>
                    <a:p>
                      <a:pPr lvl="0" algn="ctr" rtl="0">
                        <a:lnSpc>
                          <a:spcPct val="100000"/>
                        </a:lnSpc>
                        <a:spcBef>
                          <a:spcPts val="0"/>
                        </a:spcBef>
                        <a:buNone/>
                      </a:pPr>
                      <a:r>
                        <a:rPr lang="en" sz="1100"/>
                        <a:t>-</a:t>
                      </a:r>
                    </a:p>
                  </a:txBody>
                  <a:tcPr marL="28575" marR="28575" marT="25400" marB="25400" anchor="ctr">
                    <a:solidFill>
                      <a:srgbClr val="D9EAD3"/>
                    </a:solidFill>
                  </a:tcPr>
                </a:tc>
                <a:tc>
                  <a:txBody>
                    <a:bodyPr/>
                    <a:lstStyle/>
                    <a:p>
                      <a:pPr lvl="0" algn="ctr" rtl="0">
                        <a:lnSpc>
                          <a:spcPct val="100000"/>
                        </a:lnSpc>
                        <a:spcBef>
                          <a:spcPts val="0"/>
                        </a:spcBef>
                        <a:buNone/>
                      </a:pPr>
                      <a:r>
                        <a:rPr lang="en" sz="1100"/>
                        <a:t>-</a:t>
                      </a:r>
                    </a:p>
                  </a:txBody>
                  <a:tcPr marL="28575" marR="28575" marT="25400" marB="25400" anchor="b">
                    <a:solidFill>
                      <a:srgbClr val="D9EAD3"/>
                    </a:solidFill>
                  </a:tcPr>
                </a:tc>
              </a:tr>
              <a:tr h="170975">
                <a:tc gridSpan="4">
                  <a:txBody>
                    <a:bodyPr/>
                    <a:lstStyle/>
                    <a:p>
                      <a:pPr lvl="0" algn="ctr" rtl="0">
                        <a:lnSpc>
                          <a:spcPct val="115000"/>
                        </a:lnSpc>
                        <a:spcBef>
                          <a:spcPts val="0"/>
                        </a:spcBef>
                        <a:buNone/>
                      </a:pPr>
                      <a:r>
                        <a:rPr lang="en" sz="1100" i="1"/>
                        <a:t>Italicized text indicates partial subregion (HU4).</a:t>
                      </a:r>
                    </a:p>
                  </a:txBody>
                  <a:tcPr marL="28575" marR="28575" marT="25400" marB="25400" anchor="b"/>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Shape 604"/>
          <p:cNvSpPr txBox="1">
            <a:spLocks noGrp="1"/>
          </p:cNvSpPr>
          <p:nvPr>
            <p:ph type="title"/>
          </p:nvPr>
        </p:nvSpPr>
        <p:spPr>
          <a:xfrm>
            <a:off x="391875" y="39700"/>
            <a:ext cx="3322200" cy="907500"/>
          </a:xfrm>
          <a:prstGeom prst="rect">
            <a:avLst/>
          </a:prstGeom>
        </p:spPr>
        <p:txBody>
          <a:bodyPr lIns="91425" tIns="91425" rIns="91425" bIns="91425" anchor="ctr" anchorCtr="0">
            <a:noAutofit/>
          </a:bodyPr>
          <a:lstStyle/>
          <a:p>
            <a:pPr lvl="0" algn="l" rtl="0">
              <a:spcBef>
                <a:spcPts val="0"/>
              </a:spcBef>
              <a:buNone/>
            </a:pPr>
            <a:r>
              <a:rPr lang="en" sz="2800">
                <a:solidFill>
                  <a:srgbClr val="6AA84F"/>
                </a:solidFill>
                <a:latin typeface="Arial"/>
                <a:ea typeface="Arial"/>
                <a:cs typeface="Arial"/>
                <a:sym typeface="Arial"/>
              </a:rPr>
              <a:t>Markup Application</a:t>
            </a:r>
          </a:p>
        </p:txBody>
      </p:sp>
      <p:pic>
        <p:nvPicPr>
          <p:cNvPr id="605" name="Shape 60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44275" y="1903750"/>
            <a:ext cx="2555531" cy="1802250"/>
          </a:xfrm>
          <a:prstGeom prst="rect">
            <a:avLst/>
          </a:prstGeom>
          <a:noFill/>
          <a:ln>
            <a:noFill/>
          </a:ln>
        </p:spPr>
      </p:pic>
      <p:pic>
        <p:nvPicPr>
          <p:cNvPr id="606" name="Shape 60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81749" y="1446549"/>
            <a:ext cx="2041068" cy="2600381"/>
          </a:xfrm>
          <a:prstGeom prst="rect">
            <a:avLst/>
          </a:prstGeom>
          <a:noFill/>
          <a:ln>
            <a:noFill/>
          </a:ln>
        </p:spPr>
      </p:pic>
      <p:sp>
        <p:nvSpPr>
          <p:cNvPr id="607" name="Shape 607"/>
          <p:cNvSpPr/>
          <p:nvPr/>
        </p:nvSpPr>
        <p:spPr>
          <a:xfrm>
            <a:off x="3525775" y="2941875"/>
            <a:ext cx="1230000" cy="326700"/>
          </a:xfrm>
          <a:prstGeom prst="leftRightArrow">
            <a:avLst>
              <a:gd name="adj1" fmla="val 50000"/>
              <a:gd name="adj2" fmla="val 50000"/>
            </a:avLst>
          </a:prstGeom>
          <a:solidFill>
            <a:srgbClr val="FFD966"/>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608" name="Shape 608"/>
          <p:cNvSpPr txBox="1"/>
          <p:nvPr/>
        </p:nvSpPr>
        <p:spPr>
          <a:xfrm>
            <a:off x="1088675" y="1452700"/>
            <a:ext cx="2416500" cy="250500"/>
          </a:xfrm>
          <a:prstGeom prst="rect">
            <a:avLst/>
          </a:prstGeom>
          <a:noFill/>
          <a:ln>
            <a:noFill/>
          </a:ln>
        </p:spPr>
        <p:txBody>
          <a:bodyPr lIns="91425" tIns="91425" rIns="91425" bIns="91425" anchor="t" anchorCtr="0">
            <a:noAutofit/>
          </a:bodyPr>
          <a:lstStyle/>
          <a:p>
            <a:pPr lvl="0" rtl="0">
              <a:spcBef>
                <a:spcPts val="0"/>
              </a:spcBef>
              <a:buNone/>
            </a:pPr>
            <a:r>
              <a:rPr lang="en" sz="1800" b="1"/>
              <a:t>Web Application</a:t>
            </a:r>
          </a:p>
        </p:txBody>
      </p:sp>
      <p:sp>
        <p:nvSpPr>
          <p:cNvPr id="609" name="Shape 609"/>
          <p:cNvSpPr txBox="1"/>
          <p:nvPr/>
        </p:nvSpPr>
        <p:spPr>
          <a:xfrm>
            <a:off x="5181750" y="435466"/>
            <a:ext cx="2634300" cy="326700"/>
          </a:xfrm>
          <a:prstGeom prst="rect">
            <a:avLst/>
          </a:prstGeom>
          <a:noFill/>
          <a:ln>
            <a:noFill/>
          </a:ln>
        </p:spPr>
        <p:txBody>
          <a:bodyPr lIns="91425" tIns="91425" rIns="91425" bIns="91425" anchor="t" anchorCtr="0">
            <a:noAutofit/>
          </a:bodyPr>
          <a:lstStyle/>
          <a:p>
            <a:pPr lvl="0" algn="ctr" rtl="0">
              <a:spcBef>
                <a:spcPts val="0"/>
              </a:spcBef>
              <a:buNone/>
            </a:pPr>
            <a:r>
              <a:rPr lang="en" sz="1800" b="1"/>
              <a:t>Desktop Application - ArcGIS Add-on</a:t>
            </a:r>
          </a:p>
        </p:txBody>
      </p:sp>
      <p:sp>
        <p:nvSpPr>
          <p:cNvPr id="610" name="Shape 610"/>
          <p:cNvSpPr txBox="1"/>
          <p:nvPr/>
        </p:nvSpPr>
        <p:spPr>
          <a:xfrm>
            <a:off x="517025" y="4457150"/>
            <a:ext cx="3559800" cy="2070900"/>
          </a:xfrm>
          <a:prstGeom prst="rect">
            <a:avLst/>
          </a:prstGeom>
          <a:noFill/>
          <a:ln>
            <a:noFill/>
          </a:ln>
        </p:spPr>
        <p:txBody>
          <a:bodyPr lIns="91425" tIns="91425" rIns="91425" bIns="91425" anchor="t" anchorCtr="0">
            <a:noAutofit/>
          </a:bodyPr>
          <a:lstStyle/>
          <a:p>
            <a:pPr lvl="0" rtl="0">
              <a:spcBef>
                <a:spcPts val="0"/>
              </a:spcBef>
              <a:buNone/>
            </a:pPr>
            <a:r>
              <a:rPr lang="en" sz="1200" b="1"/>
              <a:t>Users: public, non-trained NHD and WBD editors, academia, etc.</a:t>
            </a:r>
          </a:p>
          <a:p>
            <a:pPr lvl="0" rtl="0">
              <a:spcBef>
                <a:spcPts val="0"/>
              </a:spcBef>
              <a:buNone/>
            </a:pPr>
            <a:endParaRPr sz="1200" b="1"/>
          </a:p>
          <a:p>
            <a:pPr lvl="0" rtl="0">
              <a:spcBef>
                <a:spcPts val="0"/>
              </a:spcBef>
              <a:buNone/>
            </a:pPr>
            <a:r>
              <a:rPr lang="en" sz="1200" b="1"/>
              <a:t>Purpose: </a:t>
            </a:r>
          </a:p>
          <a:p>
            <a:pPr marL="457200" lvl="0" indent="-304800" rtl="0">
              <a:spcBef>
                <a:spcPts val="0"/>
              </a:spcBef>
              <a:buSzPct val="100000"/>
              <a:buChar char="-"/>
            </a:pPr>
            <a:r>
              <a:rPr lang="en" sz="1200" b="1"/>
              <a:t>Viewing NHD and WBD layers, and submitting markups</a:t>
            </a:r>
          </a:p>
          <a:p>
            <a:pPr marL="457200" lvl="0" indent="-304800" rtl="0">
              <a:spcBef>
                <a:spcPts val="0"/>
              </a:spcBef>
              <a:buSzPct val="100000"/>
              <a:buChar char="-"/>
            </a:pPr>
            <a:r>
              <a:rPr lang="en" sz="1200" b="1"/>
              <a:t>Creating new markups</a:t>
            </a:r>
          </a:p>
        </p:txBody>
      </p:sp>
      <p:sp>
        <p:nvSpPr>
          <p:cNvPr id="611" name="Shape 611"/>
          <p:cNvSpPr txBox="1"/>
          <p:nvPr/>
        </p:nvSpPr>
        <p:spPr>
          <a:xfrm>
            <a:off x="4980175" y="4913725"/>
            <a:ext cx="4011600" cy="1614000"/>
          </a:xfrm>
          <a:prstGeom prst="rect">
            <a:avLst/>
          </a:prstGeom>
          <a:noFill/>
          <a:ln>
            <a:noFill/>
          </a:ln>
        </p:spPr>
        <p:txBody>
          <a:bodyPr lIns="91425" tIns="91425" rIns="91425" bIns="91425" anchor="t" anchorCtr="0">
            <a:noAutofit/>
          </a:bodyPr>
          <a:lstStyle/>
          <a:p>
            <a:pPr lvl="0" rtl="0">
              <a:spcBef>
                <a:spcPts val="0"/>
              </a:spcBef>
              <a:buNone/>
            </a:pPr>
            <a:r>
              <a:rPr lang="en" sz="1200" b="1"/>
              <a:t>Users: Internal NGTOC editors, trained NHD and WBD partners only</a:t>
            </a:r>
          </a:p>
          <a:p>
            <a:pPr lvl="0" rtl="0">
              <a:spcBef>
                <a:spcPts val="0"/>
              </a:spcBef>
              <a:buNone/>
            </a:pPr>
            <a:endParaRPr sz="1200" b="1"/>
          </a:p>
          <a:p>
            <a:pPr lvl="0" rtl="0">
              <a:spcBef>
                <a:spcPts val="0"/>
              </a:spcBef>
              <a:buNone/>
            </a:pPr>
            <a:r>
              <a:rPr lang="en" sz="1200" b="1"/>
              <a:t>Purpose: </a:t>
            </a:r>
          </a:p>
          <a:p>
            <a:pPr marL="457200" lvl="0" indent="-304800" rtl="0">
              <a:spcBef>
                <a:spcPts val="0"/>
              </a:spcBef>
              <a:buSzPct val="100000"/>
              <a:buChar char="-"/>
            </a:pPr>
            <a:r>
              <a:rPr lang="en" sz="1200" b="1"/>
              <a:t>View markups submitted through web application</a:t>
            </a:r>
          </a:p>
          <a:p>
            <a:pPr marL="457200" lvl="0" indent="-304800" rtl="0">
              <a:spcBef>
                <a:spcPts val="0"/>
              </a:spcBef>
              <a:buSzPct val="100000"/>
              <a:buChar char="-"/>
            </a:pPr>
            <a:r>
              <a:rPr lang="en" sz="1200" b="1"/>
              <a:t>Update markup status: resolved, won’t fix, in progress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Shape 616"/>
          <p:cNvSpPr/>
          <p:nvPr/>
        </p:nvSpPr>
        <p:spPr>
          <a:xfrm>
            <a:off x="847225" y="381450"/>
            <a:ext cx="7354200" cy="1313100"/>
          </a:xfrm>
          <a:prstGeom prst="leftRightArrow">
            <a:avLst>
              <a:gd name="adj1" fmla="val 50000"/>
              <a:gd name="adj2" fmla="val 50000"/>
            </a:avLst>
          </a:prstGeom>
          <a:gradFill>
            <a:gsLst>
              <a:gs pos="0">
                <a:srgbClr val="9FC3FF"/>
              </a:gs>
              <a:gs pos="35000">
                <a:srgbClr val="BDD5FF"/>
              </a:gs>
              <a:gs pos="100000">
                <a:srgbClr val="E4EEFF"/>
              </a:gs>
            </a:gsLst>
            <a:lin ang="16200038" scaled="0"/>
          </a:gra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a:solidFill>
                <a:srgbClr val="FFFFFF"/>
              </a:solidFill>
              <a:latin typeface="Calibri"/>
              <a:ea typeface="Calibri"/>
              <a:cs typeface="Calibri"/>
              <a:sym typeface="Calibri"/>
            </a:endParaRPr>
          </a:p>
        </p:txBody>
      </p:sp>
      <p:sp>
        <p:nvSpPr>
          <p:cNvPr id="617" name="Shape 617"/>
          <p:cNvSpPr/>
          <p:nvPr/>
        </p:nvSpPr>
        <p:spPr>
          <a:xfrm>
            <a:off x="2328301" y="3119120"/>
            <a:ext cx="1373581" cy="1597944"/>
          </a:xfrm>
          <a:prstGeom prst="flowChartMagneticDisk">
            <a:avLst/>
          </a:prstGeom>
          <a:solidFill>
            <a:srgbClr val="538CD5"/>
          </a:solidFill>
          <a:ln w="9525" cap="flat" cmpd="sng">
            <a:solidFill>
              <a:srgbClr val="000000"/>
            </a:solidFill>
            <a:prstDash val="solid"/>
            <a:round/>
            <a:headEnd type="none" w="med" len="med"/>
            <a:tailEnd type="none" w="med" len="med"/>
          </a:ln>
          <a:effectLst>
            <a:outerShdw blurRad="39999" dist="20000" dir="5400000" rotWithShape="0">
              <a:srgbClr val="000000">
                <a:alpha val="37650"/>
              </a:srgbClr>
            </a:outerShdw>
          </a:effectLst>
        </p:spPr>
        <p:txBody>
          <a:bodyPr lIns="91425" tIns="45700" rIns="91425" bIns="45700" anchor="ctr" anchorCtr="0">
            <a:noAutofit/>
          </a:bodyPr>
          <a:lstStyle/>
          <a:p>
            <a:pPr marL="0" marR="0" lvl="0" indent="0" algn="ctr" rtl="0">
              <a:spcBef>
                <a:spcPts val="0"/>
              </a:spcBef>
              <a:buSzPct val="25000"/>
              <a:buNone/>
            </a:pPr>
            <a:r>
              <a:rPr lang="en" sz="1800" b="1">
                <a:solidFill>
                  <a:srgbClr val="000000"/>
                </a:solidFill>
                <a:latin typeface="Calibri"/>
                <a:ea typeface="Calibri"/>
                <a:cs typeface="Calibri"/>
                <a:sym typeface="Calibri"/>
              </a:rPr>
              <a:t>NHD</a:t>
            </a:r>
            <a:r>
              <a:rPr lang="en" sz="1800" b="1" i="1">
                <a:solidFill>
                  <a:srgbClr val="000000"/>
                </a:solidFill>
                <a:latin typeface="Calibri"/>
                <a:ea typeface="Calibri"/>
                <a:cs typeface="Calibri"/>
                <a:sym typeface="Calibri"/>
              </a:rPr>
              <a:t>Plus</a:t>
            </a:r>
          </a:p>
        </p:txBody>
      </p:sp>
      <p:sp>
        <p:nvSpPr>
          <p:cNvPr id="618" name="Shape 618"/>
          <p:cNvSpPr/>
          <p:nvPr/>
        </p:nvSpPr>
        <p:spPr>
          <a:xfrm>
            <a:off x="847217" y="2790971"/>
            <a:ext cx="1011000" cy="581099"/>
          </a:xfrm>
          <a:prstGeom prst="roundRect">
            <a:avLst>
              <a:gd name="adj" fmla="val 16667"/>
            </a:avLst>
          </a:prstGeom>
          <a:solidFill>
            <a:srgbClr val="93B3D7"/>
          </a:soli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b="1">
                <a:latin typeface="Calibri"/>
                <a:ea typeface="Calibri"/>
                <a:cs typeface="Calibri"/>
                <a:sym typeface="Calibri"/>
              </a:rPr>
              <a:t>NHD</a:t>
            </a:r>
          </a:p>
        </p:txBody>
      </p:sp>
      <p:sp>
        <p:nvSpPr>
          <p:cNvPr id="619" name="Shape 619"/>
          <p:cNvSpPr/>
          <p:nvPr/>
        </p:nvSpPr>
        <p:spPr>
          <a:xfrm>
            <a:off x="847217" y="3627089"/>
            <a:ext cx="1011000" cy="581100"/>
          </a:xfrm>
          <a:prstGeom prst="roundRect">
            <a:avLst>
              <a:gd name="adj" fmla="val 16667"/>
            </a:avLst>
          </a:prstGeom>
          <a:solidFill>
            <a:srgbClr val="93B3D7"/>
          </a:soli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b="1">
                <a:latin typeface="Calibri"/>
                <a:ea typeface="Calibri"/>
                <a:cs typeface="Calibri"/>
                <a:sym typeface="Calibri"/>
              </a:rPr>
              <a:t>WBD</a:t>
            </a:r>
          </a:p>
        </p:txBody>
      </p:sp>
      <p:sp>
        <p:nvSpPr>
          <p:cNvPr id="620" name="Shape 620"/>
          <p:cNvSpPr/>
          <p:nvPr/>
        </p:nvSpPr>
        <p:spPr>
          <a:xfrm>
            <a:off x="847217" y="4461550"/>
            <a:ext cx="1011000" cy="581100"/>
          </a:xfrm>
          <a:prstGeom prst="roundRect">
            <a:avLst>
              <a:gd name="adj" fmla="val 16667"/>
            </a:avLst>
          </a:prstGeom>
          <a:solidFill>
            <a:srgbClr val="93B3D7"/>
          </a:soli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b="1">
                <a:latin typeface="Calibri"/>
                <a:ea typeface="Calibri"/>
                <a:cs typeface="Calibri"/>
                <a:sym typeface="Calibri"/>
              </a:rPr>
              <a:t>3DEP</a:t>
            </a:r>
          </a:p>
        </p:txBody>
      </p:sp>
      <p:sp>
        <p:nvSpPr>
          <p:cNvPr id="621" name="Shape 621"/>
          <p:cNvSpPr/>
          <p:nvPr/>
        </p:nvSpPr>
        <p:spPr>
          <a:xfrm>
            <a:off x="6057536" y="3281610"/>
            <a:ext cx="806100" cy="581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App</a:t>
            </a:r>
          </a:p>
        </p:txBody>
      </p:sp>
      <p:sp>
        <p:nvSpPr>
          <p:cNvPr id="622" name="Shape 622"/>
          <p:cNvSpPr/>
          <p:nvPr/>
        </p:nvSpPr>
        <p:spPr>
          <a:xfrm>
            <a:off x="5570601" y="4938108"/>
            <a:ext cx="1092000" cy="1313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Water Quality Portal</a:t>
            </a:r>
          </a:p>
        </p:txBody>
      </p:sp>
      <p:sp>
        <p:nvSpPr>
          <p:cNvPr id="623" name="Shape 623"/>
          <p:cNvSpPr/>
          <p:nvPr/>
        </p:nvSpPr>
        <p:spPr>
          <a:xfrm>
            <a:off x="4885695" y="1606399"/>
            <a:ext cx="1138200" cy="5283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HydroLink</a:t>
            </a:r>
          </a:p>
        </p:txBody>
      </p:sp>
      <p:cxnSp>
        <p:nvCxnSpPr>
          <p:cNvPr id="624" name="Shape 624"/>
          <p:cNvCxnSpPr>
            <a:stCxn id="620" idx="3"/>
            <a:endCxn id="617" idx="2"/>
          </p:cNvCxnSpPr>
          <p:nvPr/>
        </p:nvCxnSpPr>
        <p:spPr>
          <a:xfrm rot="10800000" flipH="1">
            <a:off x="1858217" y="3918100"/>
            <a:ext cx="470100" cy="834000"/>
          </a:xfrm>
          <a:prstGeom prst="straightConnector1">
            <a:avLst/>
          </a:prstGeom>
          <a:noFill/>
          <a:ln w="12700" cap="flat" cmpd="sng">
            <a:solidFill>
              <a:srgbClr val="000000"/>
            </a:solidFill>
            <a:prstDash val="solid"/>
            <a:round/>
            <a:headEnd type="none" w="med" len="med"/>
            <a:tailEnd type="triangle" w="lg" len="lg"/>
          </a:ln>
        </p:spPr>
      </p:cxnSp>
      <p:cxnSp>
        <p:nvCxnSpPr>
          <p:cNvPr id="625" name="Shape 625"/>
          <p:cNvCxnSpPr>
            <a:stCxn id="619" idx="3"/>
            <a:endCxn id="617" idx="2"/>
          </p:cNvCxnSpPr>
          <p:nvPr/>
        </p:nvCxnSpPr>
        <p:spPr>
          <a:xfrm>
            <a:off x="1858217" y="3917639"/>
            <a:ext cx="470100" cy="600"/>
          </a:xfrm>
          <a:prstGeom prst="straightConnector1">
            <a:avLst/>
          </a:prstGeom>
          <a:noFill/>
          <a:ln w="12700" cap="flat" cmpd="sng">
            <a:solidFill>
              <a:srgbClr val="000000"/>
            </a:solidFill>
            <a:prstDash val="solid"/>
            <a:round/>
            <a:headEnd type="none" w="med" len="med"/>
            <a:tailEnd type="triangle" w="lg" len="lg"/>
          </a:ln>
        </p:spPr>
      </p:cxnSp>
      <p:cxnSp>
        <p:nvCxnSpPr>
          <p:cNvPr id="626" name="Shape 626"/>
          <p:cNvCxnSpPr>
            <a:stCxn id="618" idx="3"/>
            <a:endCxn id="617" idx="2"/>
          </p:cNvCxnSpPr>
          <p:nvPr/>
        </p:nvCxnSpPr>
        <p:spPr>
          <a:xfrm>
            <a:off x="1858217" y="3081521"/>
            <a:ext cx="470100" cy="836699"/>
          </a:xfrm>
          <a:prstGeom prst="straightConnector1">
            <a:avLst/>
          </a:prstGeom>
          <a:noFill/>
          <a:ln w="12700" cap="flat" cmpd="sng">
            <a:solidFill>
              <a:srgbClr val="000000"/>
            </a:solidFill>
            <a:prstDash val="solid"/>
            <a:round/>
            <a:headEnd type="none" w="med" len="med"/>
            <a:tailEnd type="triangle" w="lg" len="lg"/>
          </a:ln>
        </p:spPr>
      </p:cxnSp>
      <p:cxnSp>
        <p:nvCxnSpPr>
          <p:cNvPr id="627" name="Shape 627"/>
          <p:cNvCxnSpPr>
            <a:endCxn id="621" idx="1"/>
          </p:cNvCxnSpPr>
          <p:nvPr/>
        </p:nvCxnSpPr>
        <p:spPr>
          <a:xfrm rot="10800000" flipH="1">
            <a:off x="5441936" y="3572160"/>
            <a:ext cx="615600" cy="7500"/>
          </a:xfrm>
          <a:prstGeom prst="straightConnector1">
            <a:avLst/>
          </a:prstGeom>
          <a:noFill/>
          <a:ln w="12700" cap="flat" cmpd="sng">
            <a:solidFill>
              <a:srgbClr val="000000"/>
            </a:solidFill>
            <a:prstDash val="solid"/>
            <a:round/>
            <a:headEnd type="none" w="med" len="med"/>
            <a:tailEnd type="triangle" w="lg" len="lg"/>
          </a:ln>
        </p:spPr>
      </p:cxnSp>
      <p:sp>
        <p:nvSpPr>
          <p:cNvPr id="628" name="Shape 628"/>
          <p:cNvSpPr/>
          <p:nvPr/>
        </p:nvSpPr>
        <p:spPr>
          <a:xfrm>
            <a:off x="5824484" y="2453356"/>
            <a:ext cx="806399" cy="581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App</a:t>
            </a:r>
          </a:p>
        </p:txBody>
      </p:sp>
      <p:cxnSp>
        <p:nvCxnSpPr>
          <p:cNvPr id="629" name="Shape 629"/>
          <p:cNvCxnSpPr>
            <a:stCxn id="628" idx="1"/>
          </p:cNvCxnSpPr>
          <p:nvPr/>
        </p:nvCxnSpPr>
        <p:spPr>
          <a:xfrm flipH="1">
            <a:off x="5384984" y="2743906"/>
            <a:ext cx="439500" cy="301500"/>
          </a:xfrm>
          <a:prstGeom prst="straightConnector1">
            <a:avLst/>
          </a:prstGeom>
          <a:noFill/>
          <a:ln w="12700" cap="flat" cmpd="sng">
            <a:solidFill>
              <a:srgbClr val="000000"/>
            </a:solidFill>
            <a:prstDash val="solid"/>
            <a:round/>
            <a:headEnd type="none" w="med" len="med"/>
            <a:tailEnd type="triangle" w="lg" len="lg"/>
          </a:ln>
        </p:spPr>
      </p:cxnSp>
      <p:cxnSp>
        <p:nvCxnSpPr>
          <p:cNvPr id="630" name="Shape 630"/>
          <p:cNvCxnSpPr/>
          <p:nvPr/>
        </p:nvCxnSpPr>
        <p:spPr>
          <a:xfrm rot="10800000" flipH="1">
            <a:off x="5486300" y="4308294"/>
            <a:ext cx="443700" cy="5700"/>
          </a:xfrm>
          <a:prstGeom prst="straightConnector1">
            <a:avLst/>
          </a:prstGeom>
          <a:noFill/>
          <a:ln w="12700" cap="flat" cmpd="sng">
            <a:solidFill>
              <a:srgbClr val="000000"/>
            </a:solidFill>
            <a:prstDash val="solid"/>
            <a:round/>
            <a:headEnd type="none" w="med" len="med"/>
            <a:tailEnd type="triangle" w="lg" len="lg"/>
          </a:ln>
        </p:spPr>
      </p:cxnSp>
      <p:cxnSp>
        <p:nvCxnSpPr>
          <p:cNvPr id="631" name="Shape 631"/>
          <p:cNvCxnSpPr/>
          <p:nvPr/>
        </p:nvCxnSpPr>
        <p:spPr>
          <a:xfrm rot="10800000">
            <a:off x="5450757" y="4556477"/>
            <a:ext cx="579900" cy="0"/>
          </a:xfrm>
          <a:prstGeom prst="straightConnector1">
            <a:avLst/>
          </a:prstGeom>
          <a:noFill/>
          <a:ln w="12700" cap="flat" cmpd="sng">
            <a:solidFill>
              <a:srgbClr val="000000"/>
            </a:solidFill>
            <a:prstDash val="solid"/>
            <a:round/>
            <a:headEnd type="none" w="med" len="med"/>
            <a:tailEnd type="triangle" w="lg" len="lg"/>
          </a:ln>
        </p:spPr>
      </p:cxnSp>
      <p:sp>
        <p:nvSpPr>
          <p:cNvPr id="632" name="Shape 632"/>
          <p:cNvSpPr txBox="1"/>
          <p:nvPr/>
        </p:nvSpPr>
        <p:spPr>
          <a:xfrm>
            <a:off x="2206875" y="678645"/>
            <a:ext cx="4700700" cy="678000"/>
          </a:xfrm>
          <a:prstGeom prst="rect">
            <a:avLst/>
          </a:prstGeom>
          <a:noFill/>
          <a:ln>
            <a:noFill/>
          </a:ln>
        </p:spPr>
        <p:txBody>
          <a:bodyPr lIns="91425" tIns="45700" rIns="91425" bIns="45700" anchor="ctr" anchorCtr="0">
            <a:noAutofit/>
          </a:bodyPr>
          <a:lstStyle/>
          <a:p>
            <a:pPr marL="0" marR="0" lvl="0" indent="0" algn="ctr" rtl="0">
              <a:spcBef>
                <a:spcPts val="0"/>
              </a:spcBef>
              <a:buSzPct val="25000"/>
              <a:buNone/>
            </a:pPr>
            <a:r>
              <a:rPr lang="en" sz="1900" b="1">
                <a:solidFill>
                  <a:srgbClr val="0B5394"/>
                </a:solidFill>
                <a:latin typeface="Calibri"/>
                <a:ea typeface="Calibri"/>
                <a:cs typeface="Calibri"/>
                <a:sym typeface="Calibri"/>
              </a:rPr>
              <a:t>Water Intelligence Network System (WINS)</a:t>
            </a:r>
          </a:p>
        </p:txBody>
      </p:sp>
      <p:sp>
        <p:nvSpPr>
          <p:cNvPr id="633" name="Shape 633"/>
          <p:cNvSpPr txBox="1"/>
          <p:nvPr/>
        </p:nvSpPr>
        <p:spPr>
          <a:xfrm>
            <a:off x="7025625" y="2638575"/>
            <a:ext cx="1175700" cy="3299700"/>
          </a:xfrm>
          <a:prstGeom prst="rect">
            <a:avLst/>
          </a:prstGeom>
          <a:solidFill>
            <a:srgbClr val="FCE5CD"/>
          </a:solidFill>
          <a:ln>
            <a:noFill/>
          </a:ln>
        </p:spPr>
        <p:txBody>
          <a:bodyPr lIns="91425" tIns="91425" rIns="91425" bIns="91425" anchor="t" anchorCtr="0">
            <a:noAutofit/>
          </a:bodyPr>
          <a:lstStyle/>
          <a:p>
            <a:pPr lvl="0" algn="ctr" rtl="0">
              <a:spcBef>
                <a:spcPts val="0"/>
              </a:spcBef>
              <a:buNone/>
            </a:pPr>
            <a:r>
              <a:rPr lang="en" b="1">
                <a:solidFill>
                  <a:srgbClr val="7F6000"/>
                </a:solidFill>
                <a:latin typeface="Calibri"/>
                <a:ea typeface="Calibri"/>
                <a:cs typeface="Calibri"/>
                <a:sym typeface="Calibri"/>
              </a:rPr>
              <a:t>Example Apps:</a:t>
            </a:r>
            <a:r>
              <a:rPr lang="en" sz="1200" b="1">
                <a:solidFill>
                  <a:srgbClr val="7F6000"/>
                </a:solidFill>
                <a:latin typeface="Calibri"/>
                <a:ea typeface="Calibri"/>
                <a:cs typeface="Calibri"/>
                <a:sym typeface="Calibri"/>
              </a:rPr>
              <a:t> </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National Water Model</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HydroLink</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SPARROW </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StreamStats</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Clr>
                <a:schemeClr val="dk1"/>
              </a:buClr>
              <a:buSzPct val="91666"/>
              <a:buFont typeface="Arial"/>
              <a:buNone/>
            </a:pPr>
            <a:r>
              <a:rPr lang="en" sz="1200" b="1">
                <a:solidFill>
                  <a:srgbClr val="7F6000"/>
                </a:solidFill>
                <a:latin typeface="Calibri"/>
                <a:ea typeface="Calibri"/>
                <a:cs typeface="Calibri"/>
                <a:sym typeface="Calibri"/>
              </a:rPr>
              <a:t>National Water Census</a:t>
            </a:r>
          </a:p>
          <a:p>
            <a:pPr lvl="0" algn="ctr" rtl="0">
              <a:spcBef>
                <a:spcPts val="0"/>
              </a:spcBef>
              <a:buClr>
                <a:schemeClr val="dk1"/>
              </a:buClr>
              <a:buFont typeface="Arial"/>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etc.</a:t>
            </a:r>
          </a:p>
          <a:p>
            <a:pPr lvl="0" algn="ctr" rtl="0">
              <a:spcBef>
                <a:spcPts val="0"/>
              </a:spcBef>
              <a:buNone/>
            </a:pPr>
            <a:endParaRPr sz="1200">
              <a:solidFill>
                <a:srgbClr val="7F6000"/>
              </a:solidFill>
              <a:latin typeface="Calibri"/>
              <a:ea typeface="Calibri"/>
              <a:cs typeface="Calibri"/>
              <a:sym typeface="Calibri"/>
            </a:endParaRPr>
          </a:p>
        </p:txBody>
      </p:sp>
      <p:sp>
        <p:nvSpPr>
          <p:cNvPr id="634" name="Shape 634"/>
          <p:cNvSpPr/>
          <p:nvPr/>
        </p:nvSpPr>
        <p:spPr>
          <a:xfrm rot="5400000">
            <a:off x="1060675" y="1862075"/>
            <a:ext cx="4765200" cy="4125300"/>
          </a:xfrm>
          <a:prstGeom prst="blockArc">
            <a:avLst>
              <a:gd name="adj1" fmla="val 10800000"/>
              <a:gd name="adj2" fmla="val 0"/>
              <a:gd name="adj3" fmla="val 25000"/>
            </a:avLst>
          </a:prstGeom>
          <a:solidFill>
            <a:srgbClr val="B6D7A8"/>
          </a:solidFill>
          <a:ln w="9525" cap="flat" cmpd="sng">
            <a:solidFill>
              <a:srgbClr val="4A7DBA"/>
            </a:solidFill>
            <a:prstDash val="solid"/>
            <a:round/>
            <a:headEnd type="none" w="med" len="med"/>
            <a:tailEnd type="none" w="med" len="med"/>
          </a:ln>
          <a:effectLst>
            <a:outerShdw blurRad="39999" dist="20000" dir="5400000" rotWithShape="0">
              <a:srgbClr val="000000">
                <a:alpha val="37650"/>
              </a:srgbClr>
            </a:outerShdw>
          </a:effectLst>
        </p:spPr>
        <p:txBody>
          <a:bodyPr lIns="91425" tIns="91425" rIns="91425" bIns="91425" anchor="ctr" anchorCtr="0">
            <a:noAutofit/>
          </a:bodyPr>
          <a:lstStyle/>
          <a:p>
            <a:pPr lvl="0">
              <a:spcBef>
                <a:spcPts val="0"/>
              </a:spcBef>
              <a:buNone/>
            </a:pPr>
            <a:endParaRPr/>
          </a:p>
        </p:txBody>
      </p:sp>
      <p:sp>
        <p:nvSpPr>
          <p:cNvPr id="635" name="Shape 635"/>
          <p:cNvSpPr txBox="1"/>
          <p:nvPr/>
        </p:nvSpPr>
        <p:spPr>
          <a:xfrm>
            <a:off x="3569750" y="1810201"/>
            <a:ext cx="1062600" cy="3753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38761D"/>
                </a:solidFill>
                <a:latin typeface="Calibri"/>
                <a:ea typeface="Calibri"/>
                <a:cs typeface="Calibri"/>
                <a:sym typeface="Calibri"/>
              </a:rPr>
              <a:t>Wetlands</a:t>
            </a:r>
          </a:p>
          <a:p>
            <a:pPr lvl="0" rtl="0">
              <a:spcBef>
                <a:spcPts val="0"/>
              </a:spcBef>
              <a:buNone/>
            </a:pPr>
            <a:endParaRPr>
              <a:solidFill>
                <a:srgbClr val="38761D"/>
              </a:solidFill>
              <a:latin typeface="Calibri"/>
              <a:ea typeface="Calibri"/>
              <a:cs typeface="Calibri"/>
              <a:sym typeface="Calibri"/>
            </a:endParaRPr>
          </a:p>
          <a:p>
            <a:pPr lvl="0" rtl="0">
              <a:spcBef>
                <a:spcPts val="0"/>
              </a:spcBef>
              <a:buNone/>
            </a:pPr>
            <a:endParaRPr>
              <a:solidFill>
                <a:srgbClr val="38761D"/>
              </a:solidFill>
              <a:latin typeface="Calibri"/>
              <a:ea typeface="Calibri"/>
              <a:cs typeface="Calibri"/>
              <a:sym typeface="Calibri"/>
            </a:endParaRPr>
          </a:p>
          <a:p>
            <a:pPr lvl="0" rtl="0">
              <a:spcBef>
                <a:spcPts val="0"/>
              </a:spcBef>
              <a:buNone/>
            </a:pPr>
            <a:endParaRPr>
              <a:solidFill>
                <a:srgbClr val="38761D"/>
              </a:solidFill>
              <a:latin typeface="Calibri"/>
              <a:ea typeface="Calibri"/>
              <a:cs typeface="Calibri"/>
              <a:sym typeface="Calibri"/>
            </a:endParaRPr>
          </a:p>
        </p:txBody>
      </p:sp>
      <p:sp>
        <p:nvSpPr>
          <p:cNvPr id="636" name="Shape 636"/>
          <p:cNvSpPr/>
          <p:nvPr/>
        </p:nvSpPr>
        <p:spPr>
          <a:xfrm rot="5400000">
            <a:off x="2088950" y="2896475"/>
            <a:ext cx="2701500" cy="2054400"/>
          </a:xfrm>
          <a:prstGeom prst="blockArc">
            <a:avLst>
              <a:gd name="adj1" fmla="val 10800948"/>
              <a:gd name="adj2" fmla="val 21595239"/>
              <a:gd name="adj3" fmla="val 27283"/>
            </a:avLst>
          </a:prstGeom>
          <a:gradFill>
            <a:gsLst>
              <a:gs pos="0">
                <a:srgbClr val="9FC3FF"/>
              </a:gs>
              <a:gs pos="35000">
                <a:srgbClr val="BDD5FF"/>
              </a:gs>
              <a:gs pos="100000">
                <a:srgbClr val="E4EEFF"/>
              </a:gs>
            </a:gsLst>
            <a:lin ang="16200038" scaled="0"/>
          </a:gradFill>
          <a:ln w="9525" cap="flat" cmpd="sng">
            <a:solidFill>
              <a:srgbClr val="4A7DBA"/>
            </a:solidFill>
            <a:prstDash val="solid"/>
            <a:round/>
            <a:headEnd type="none" w="med" len="med"/>
            <a:tailEnd type="none" w="med" len="med"/>
          </a:ln>
          <a:effectLst>
            <a:outerShdw blurRad="39999" dist="20000" dir="5400000" rotWithShape="0">
              <a:srgbClr val="000000">
                <a:alpha val="37650"/>
              </a:srgbClr>
            </a:outerShdw>
          </a:effectLst>
        </p:spPr>
        <p:txBody>
          <a:bodyPr lIns="91425" tIns="91425" rIns="91425" bIns="91425" anchor="ctr" anchorCtr="0">
            <a:noAutofit/>
          </a:bodyPr>
          <a:lstStyle/>
          <a:p>
            <a:pPr lvl="0">
              <a:spcBef>
                <a:spcPts val="0"/>
              </a:spcBef>
              <a:buNone/>
            </a:pPr>
            <a:endParaRPr/>
          </a:p>
        </p:txBody>
      </p:sp>
      <p:sp>
        <p:nvSpPr>
          <p:cNvPr id="637" name="Shape 637"/>
          <p:cNvSpPr txBox="1"/>
          <p:nvPr/>
        </p:nvSpPr>
        <p:spPr>
          <a:xfrm>
            <a:off x="3760787" y="3350150"/>
            <a:ext cx="776700" cy="1376400"/>
          </a:xfrm>
          <a:prstGeom prst="rect">
            <a:avLst/>
          </a:prstGeom>
          <a:noFill/>
          <a:ln>
            <a:noFill/>
          </a:ln>
        </p:spPr>
        <p:txBody>
          <a:bodyPr lIns="91425" tIns="91425" rIns="91425" bIns="91425" anchor="t" anchorCtr="0">
            <a:noAutofit/>
          </a:bodyPr>
          <a:lstStyle/>
          <a:p>
            <a:pPr lvl="0" algn="ctr" rtl="0">
              <a:spcBef>
                <a:spcPts val="0"/>
              </a:spcBef>
              <a:buNone/>
            </a:pPr>
            <a:r>
              <a:rPr lang="en" sz="1600" b="1">
                <a:latin typeface="Calibri"/>
                <a:ea typeface="Calibri"/>
                <a:cs typeface="Calibri"/>
                <a:sym typeface="Calibri"/>
              </a:rPr>
              <a:t>net-</a:t>
            </a:r>
          </a:p>
          <a:p>
            <a:pPr lvl="0" algn="ctr" rtl="0">
              <a:spcBef>
                <a:spcPts val="0"/>
              </a:spcBef>
              <a:buNone/>
            </a:pPr>
            <a:r>
              <a:rPr lang="en" sz="1600" b="1">
                <a:latin typeface="Calibri"/>
                <a:ea typeface="Calibri"/>
                <a:cs typeface="Calibri"/>
                <a:sym typeface="Calibri"/>
              </a:rPr>
              <a:t>work navi-</a:t>
            </a:r>
          </a:p>
          <a:p>
            <a:pPr lvl="0" algn="ctr" rtl="0">
              <a:spcBef>
                <a:spcPts val="0"/>
              </a:spcBef>
              <a:buNone/>
            </a:pPr>
            <a:r>
              <a:rPr lang="en" sz="1600" b="1">
                <a:latin typeface="Calibri"/>
                <a:ea typeface="Calibri"/>
                <a:cs typeface="Calibri"/>
                <a:sym typeface="Calibri"/>
              </a:rPr>
              <a:t>gation </a:t>
            </a:r>
          </a:p>
        </p:txBody>
      </p:sp>
      <p:sp>
        <p:nvSpPr>
          <p:cNvPr id="638" name="Shape 638"/>
          <p:cNvSpPr txBox="1"/>
          <p:nvPr/>
        </p:nvSpPr>
        <p:spPr>
          <a:xfrm>
            <a:off x="4411775" y="3612037"/>
            <a:ext cx="1175700" cy="834000"/>
          </a:xfrm>
          <a:prstGeom prst="rect">
            <a:avLst/>
          </a:prstGeom>
          <a:noFill/>
          <a:ln>
            <a:noFill/>
          </a:ln>
        </p:spPr>
        <p:txBody>
          <a:bodyPr lIns="91425" tIns="91425" rIns="91425" bIns="91425" anchor="ctr" anchorCtr="0">
            <a:noAutofit/>
          </a:bodyPr>
          <a:lstStyle/>
          <a:p>
            <a:pPr lvl="0" algn="ctr" rtl="0">
              <a:spcBef>
                <a:spcPts val="0"/>
              </a:spcBef>
              <a:buNone/>
            </a:pPr>
            <a:r>
              <a:rPr lang="en" sz="1800" b="1">
                <a:solidFill>
                  <a:schemeClr val="dk1"/>
                </a:solidFill>
                <a:latin typeface="Calibri"/>
                <a:ea typeface="Calibri"/>
                <a:cs typeface="Calibri"/>
                <a:sym typeface="Calibri"/>
              </a:rPr>
              <a:t>Linked Data</a:t>
            </a:r>
          </a:p>
          <a:p>
            <a:pPr lvl="0" algn="ctr" rtl="0">
              <a:spcBef>
                <a:spcPts val="0"/>
              </a:spcBef>
              <a:buNone/>
            </a:pPr>
            <a:r>
              <a:rPr lang="en" sz="1800" b="1">
                <a:solidFill>
                  <a:schemeClr val="dk1"/>
                </a:solidFill>
                <a:latin typeface="Calibri"/>
                <a:ea typeface="Calibri"/>
                <a:cs typeface="Calibri"/>
                <a:sym typeface="Calibri"/>
              </a:rPr>
              <a:t>Registry</a:t>
            </a:r>
          </a:p>
        </p:txBody>
      </p:sp>
      <p:sp>
        <p:nvSpPr>
          <p:cNvPr id="639" name="Shape 639"/>
          <p:cNvSpPr txBox="1"/>
          <p:nvPr/>
        </p:nvSpPr>
        <p:spPr>
          <a:xfrm>
            <a:off x="3512025" y="5914875"/>
            <a:ext cx="530700" cy="3015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etc.</a:t>
            </a:r>
          </a:p>
        </p:txBody>
      </p:sp>
      <p:cxnSp>
        <p:nvCxnSpPr>
          <p:cNvPr id="640" name="Shape 640"/>
          <p:cNvCxnSpPr>
            <a:stCxn id="623" idx="1"/>
          </p:cNvCxnSpPr>
          <p:nvPr/>
        </p:nvCxnSpPr>
        <p:spPr>
          <a:xfrm flipH="1">
            <a:off x="3763695" y="1870549"/>
            <a:ext cx="1122000" cy="1108500"/>
          </a:xfrm>
          <a:prstGeom prst="straightConnector1">
            <a:avLst/>
          </a:prstGeom>
          <a:noFill/>
          <a:ln w="12700" cap="flat" cmpd="sng">
            <a:solidFill>
              <a:srgbClr val="000000"/>
            </a:solidFill>
            <a:prstDash val="solid"/>
            <a:round/>
            <a:headEnd type="none" w="med" len="med"/>
            <a:tailEnd type="triangle" w="lg" len="lg"/>
          </a:ln>
        </p:spPr>
      </p:cxnSp>
      <p:sp>
        <p:nvSpPr>
          <p:cNvPr id="641" name="Shape 641"/>
          <p:cNvSpPr/>
          <p:nvPr/>
        </p:nvSpPr>
        <p:spPr>
          <a:xfrm>
            <a:off x="5929988" y="4109844"/>
            <a:ext cx="806100" cy="581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App</a:t>
            </a:r>
          </a:p>
        </p:txBody>
      </p:sp>
      <p:sp>
        <p:nvSpPr>
          <p:cNvPr id="642" name="Shape 642"/>
          <p:cNvSpPr txBox="1"/>
          <p:nvPr/>
        </p:nvSpPr>
        <p:spPr>
          <a:xfrm>
            <a:off x="4596425" y="3251362"/>
            <a:ext cx="806400" cy="4443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38761D"/>
                </a:solidFill>
                <a:latin typeface="Calibri"/>
                <a:ea typeface="Calibri"/>
                <a:cs typeface="Calibri"/>
                <a:sym typeface="Calibri"/>
              </a:rPr>
              <a:t>Levees</a:t>
            </a:r>
          </a:p>
          <a:p>
            <a:pPr lvl="0" rtl="0">
              <a:spcBef>
                <a:spcPts val="0"/>
              </a:spcBef>
              <a:buNone/>
            </a:pPr>
            <a:endParaRPr>
              <a:solidFill>
                <a:srgbClr val="38761D"/>
              </a:solidFill>
              <a:latin typeface="Calibri"/>
              <a:ea typeface="Calibri"/>
              <a:cs typeface="Calibri"/>
              <a:sym typeface="Calibri"/>
            </a:endParaRPr>
          </a:p>
        </p:txBody>
      </p:sp>
      <p:sp>
        <p:nvSpPr>
          <p:cNvPr id="643" name="Shape 643"/>
          <p:cNvSpPr txBox="1"/>
          <p:nvPr/>
        </p:nvSpPr>
        <p:spPr>
          <a:xfrm>
            <a:off x="4537587" y="2889937"/>
            <a:ext cx="776700" cy="3753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38761D"/>
                </a:solidFill>
                <a:latin typeface="Calibri"/>
                <a:ea typeface="Calibri"/>
                <a:cs typeface="Calibri"/>
                <a:sym typeface="Calibri"/>
              </a:rPr>
              <a:t>Dams</a:t>
            </a:r>
          </a:p>
          <a:p>
            <a:pPr lvl="0" rtl="0">
              <a:spcBef>
                <a:spcPts val="0"/>
              </a:spcBef>
              <a:buNone/>
            </a:pPr>
            <a:endParaRPr>
              <a:solidFill>
                <a:srgbClr val="38761D"/>
              </a:solidFill>
              <a:latin typeface="Calibri"/>
              <a:ea typeface="Calibri"/>
              <a:cs typeface="Calibri"/>
              <a:sym typeface="Calibri"/>
            </a:endParaRPr>
          </a:p>
        </p:txBody>
      </p:sp>
      <p:sp>
        <p:nvSpPr>
          <p:cNvPr id="644" name="Shape 644"/>
          <p:cNvSpPr txBox="1"/>
          <p:nvPr/>
        </p:nvSpPr>
        <p:spPr>
          <a:xfrm>
            <a:off x="3913850" y="5097950"/>
            <a:ext cx="745800" cy="4989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Water Quality</a:t>
            </a:r>
          </a:p>
        </p:txBody>
      </p:sp>
      <p:sp>
        <p:nvSpPr>
          <p:cNvPr id="645" name="Shape 645"/>
          <p:cNvSpPr txBox="1"/>
          <p:nvPr/>
        </p:nvSpPr>
        <p:spPr>
          <a:xfrm>
            <a:off x="3512025" y="5602575"/>
            <a:ext cx="776700" cy="3753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STORET</a:t>
            </a:r>
          </a:p>
        </p:txBody>
      </p:sp>
      <p:sp>
        <p:nvSpPr>
          <p:cNvPr id="646" name="Shape 646"/>
          <p:cNvSpPr txBox="1"/>
          <p:nvPr/>
        </p:nvSpPr>
        <p:spPr>
          <a:xfrm>
            <a:off x="4522900" y="4478425"/>
            <a:ext cx="615600" cy="3015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NWIS</a:t>
            </a:r>
          </a:p>
          <a:p>
            <a:pPr lvl="0" rtl="0">
              <a:spcBef>
                <a:spcPts val="0"/>
              </a:spcBef>
              <a:buNone/>
            </a:pPr>
            <a:endParaRPr>
              <a:solidFill>
                <a:srgbClr val="38761D"/>
              </a:solidFill>
              <a:latin typeface="Calibri"/>
              <a:ea typeface="Calibri"/>
              <a:cs typeface="Calibri"/>
              <a:sym typeface="Calibri"/>
            </a:endParaRPr>
          </a:p>
        </p:txBody>
      </p:sp>
      <p:sp>
        <p:nvSpPr>
          <p:cNvPr id="647" name="Shape 647"/>
          <p:cNvSpPr txBox="1"/>
          <p:nvPr/>
        </p:nvSpPr>
        <p:spPr>
          <a:xfrm>
            <a:off x="4306650" y="2496012"/>
            <a:ext cx="530700" cy="3753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Fish</a:t>
            </a:r>
          </a:p>
        </p:txBody>
      </p:sp>
      <p:cxnSp>
        <p:nvCxnSpPr>
          <p:cNvPr id="648" name="Shape 648"/>
          <p:cNvCxnSpPr/>
          <p:nvPr/>
        </p:nvCxnSpPr>
        <p:spPr>
          <a:xfrm rot="10800000">
            <a:off x="3788075" y="4969500"/>
            <a:ext cx="1847400" cy="473100"/>
          </a:xfrm>
          <a:prstGeom prst="straightConnector1">
            <a:avLst/>
          </a:prstGeom>
          <a:noFill/>
          <a:ln w="12700" cap="flat" cmpd="sng">
            <a:solidFill>
              <a:srgbClr val="000000"/>
            </a:solidFill>
            <a:prstDash val="solid"/>
            <a:round/>
            <a:headEnd type="none" w="med" len="med"/>
            <a:tailEnd type="triangle" w="lg" len="lg"/>
          </a:ln>
        </p:spPr>
      </p:cxnSp>
      <p:cxnSp>
        <p:nvCxnSpPr>
          <p:cNvPr id="649" name="Shape 649"/>
          <p:cNvCxnSpPr>
            <a:stCxn id="645" idx="3"/>
            <a:endCxn id="622" idx="1"/>
          </p:cNvCxnSpPr>
          <p:nvPr/>
        </p:nvCxnSpPr>
        <p:spPr>
          <a:xfrm rot="10800000" flipH="1">
            <a:off x="4288725" y="5594625"/>
            <a:ext cx="1281900" cy="195600"/>
          </a:xfrm>
          <a:prstGeom prst="straightConnector1">
            <a:avLst/>
          </a:prstGeom>
          <a:noFill/>
          <a:ln w="12700" cap="flat" cmpd="sng">
            <a:solidFill>
              <a:srgbClr val="000000"/>
            </a:solidFill>
            <a:prstDash val="solid"/>
            <a:round/>
            <a:headEnd type="none" w="med" len="med"/>
            <a:tailEnd type="triangle" w="lg" len="lg"/>
          </a:ln>
        </p:spPr>
      </p:cxnSp>
      <p:cxnSp>
        <p:nvCxnSpPr>
          <p:cNvPr id="650" name="Shape 650"/>
          <p:cNvCxnSpPr>
            <a:stCxn id="644" idx="3"/>
            <a:endCxn id="622" idx="1"/>
          </p:cNvCxnSpPr>
          <p:nvPr/>
        </p:nvCxnSpPr>
        <p:spPr>
          <a:xfrm>
            <a:off x="4659650" y="5347400"/>
            <a:ext cx="911100" cy="247200"/>
          </a:xfrm>
          <a:prstGeom prst="straightConnector1">
            <a:avLst/>
          </a:prstGeom>
          <a:noFill/>
          <a:ln w="12700" cap="flat" cmpd="sng">
            <a:solidFill>
              <a:srgbClr val="000000"/>
            </a:solidFill>
            <a:prstDash val="solid"/>
            <a:round/>
            <a:headEnd type="none" w="med" len="med"/>
            <a:tailEnd type="triangle" w="lg" len="lg"/>
          </a:ln>
        </p:spPr>
      </p:cxnSp>
      <p:cxnSp>
        <p:nvCxnSpPr>
          <p:cNvPr id="651" name="Shape 651"/>
          <p:cNvCxnSpPr>
            <a:stCxn id="646" idx="2"/>
          </p:cNvCxnSpPr>
          <p:nvPr/>
        </p:nvCxnSpPr>
        <p:spPr>
          <a:xfrm>
            <a:off x="4830700" y="4779925"/>
            <a:ext cx="745800" cy="521700"/>
          </a:xfrm>
          <a:prstGeom prst="straightConnector1">
            <a:avLst/>
          </a:prstGeom>
          <a:noFill/>
          <a:ln w="12700" cap="flat" cmpd="sng">
            <a:solidFill>
              <a:srgbClr val="000000"/>
            </a:solidFill>
            <a:prstDash val="solid"/>
            <a:round/>
            <a:headEnd type="none" w="med" len="med"/>
            <a:tailEnd type="triangle" w="lg" len="lg"/>
          </a:ln>
        </p:spPr>
      </p:cxnSp>
      <p:cxnSp>
        <p:nvCxnSpPr>
          <p:cNvPr id="652" name="Shape 652"/>
          <p:cNvCxnSpPr>
            <a:stCxn id="623" idx="2"/>
          </p:cNvCxnSpPr>
          <p:nvPr/>
        </p:nvCxnSpPr>
        <p:spPr>
          <a:xfrm flipH="1">
            <a:off x="4702395" y="2134699"/>
            <a:ext cx="752400" cy="498900"/>
          </a:xfrm>
          <a:prstGeom prst="straightConnector1">
            <a:avLst/>
          </a:prstGeom>
          <a:noFill/>
          <a:ln w="12700" cap="flat" cmpd="sng">
            <a:solidFill>
              <a:srgbClr val="000000"/>
            </a:solidFill>
            <a:prstDash val="solid"/>
            <a:round/>
            <a:headEnd type="none" w="med" len="med"/>
            <a:tailEnd type="triangle" w="lg" len="lg"/>
          </a:ln>
        </p:spPr>
      </p:cxnSp>
      <p:cxnSp>
        <p:nvCxnSpPr>
          <p:cNvPr id="653" name="Shape 653"/>
          <p:cNvCxnSpPr>
            <a:stCxn id="654" idx="1"/>
            <a:endCxn id="623" idx="3"/>
          </p:cNvCxnSpPr>
          <p:nvPr/>
        </p:nvCxnSpPr>
        <p:spPr>
          <a:xfrm flipH="1">
            <a:off x="6023775" y="1867200"/>
            <a:ext cx="353100" cy="3300"/>
          </a:xfrm>
          <a:prstGeom prst="straightConnector1">
            <a:avLst/>
          </a:prstGeom>
          <a:noFill/>
          <a:ln w="12700" cap="flat" cmpd="sng">
            <a:solidFill>
              <a:srgbClr val="000000"/>
            </a:solidFill>
            <a:prstDash val="solid"/>
            <a:round/>
            <a:headEnd type="none" w="med" len="med"/>
            <a:tailEnd type="triangle" w="lg" len="lg"/>
          </a:ln>
        </p:spPr>
      </p:cxnSp>
      <p:sp>
        <p:nvSpPr>
          <p:cNvPr id="654" name="Shape 654"/>
          <p:cNvSpPr txBox="1"/>
          <p:nvPr/>
        </p:nvSpPr>
        <p:spPr>
          <a:xfrm>
            <a:off x="6376875" y="1528200"/>
            <a:ext cx="919800" cy="678000"/>
          </a:xfrm>
          <a:prstGeom prst="rect">
            <a:avLst/>
          </a:prstGeom>
          <a:solidFill>
            <a:srgbClr val="D9D2E9"/>
          </a:solidFill>
          <a:ln w="9525" cap="flat" cmpd="sng">
            <a:solidFill>
              <a:srgbClr val="008000"/>
            </a:solidFill>
            <a:prstDash val="solid"/>
            <a:round/>
            <a:headEnd type="none" w="med" len="med"/>
            <a:tailEnd type="none" w="med" len="med"/>
          </a:ln>
        </p:spPr>
        <p:txBody>
          <a:bodyPr lIns="91425" tIns="91425" rIns="91425" bIns="91425" anchor="t" anchorCtr="0">
            <a:noAutofit/>
          </a:bodyPr>
          <a:lstStyle/>
          <a:p>
            <a:pPr lvl="0" algn="ctr" rtl="0">
              <a:spcBef>
                <a:spcPts val="0"/>
              </a:spcBef>
              <a:buClr>
                <a:schemeClr val="dk1"/>
              </a:buClr>
              <a:buFont typeface="Arial"/>
              <a:buNone/>
            </a:pPr>
            <a:r>
              <a:rPr lang="en" b="1">
                <a:solidFill>
                  <a:srgbClr val="38761D"/>
                </a:solidFill>
                <a:latin typeface="Calibri"/>
                <a:ea typeface="Calibri"/>
                <a:cs typeface="Calibri"/>
                <a:sym typeface="Calibri"/>
              </a:rPr>
              <a:t>Fish locations</a:t>
            </a:r>
          </a:p>
        </p:txBody>
      </p:sp>
      <p:cxnSp>
        <p:nvCxnSpPr>
          <p:cNvPr id="655" name="Shape 655"/>
          <p:cNvCxnSpPr/>
          <p:nvPr/>
        </p:nvCxnSpPr>
        <p:spPr>
          <a:xfrm rot="10800000" flipH="1">
            <a:off x="3763695" y="1883799"/>
            <a:ext cx="1122000" cy="1108500"/>
          </a:xfrm>
          <a:prstGeom prst="straightConnector1">
            <a:avLst/>
          </a:prstGeom>
          <a:noFill/>
          <a:ln w="12700" cap="flat" cmpd="sng">
            <a:solidFill>
              <a:srgbClr val="000000"/>
            </a:solidFill>
            <a:prstDash val="solid"/>
            <a:round/>
            <a:headEnd type="none" w="med" len="med"/>
            <a:tailEnd type="triangle" w="lg" len="lg"/>
          </a:ln>
        </p:spPr>
      </p:cxnSp>
      <p:cxnSp>
        <p:nvCxnSpPr>
          <p:cNvPr id="656" name="Shape 656"/>
          <p:cNvCxnSpPr/>
          <p:nvPr/>
        </p:nvCxnSpPr>
        <p:spPr>
          <a:xfrm>
            <a:off x="3746450" y="4961700"/>
            <a:ext cx="1858800" cy="488400"/>
          </a:xfrm>
          <a:prstGeom prst="straightConnector1">
            <a:avLst/>
          </a:prstGeom>
          <a:noFill/>
          <a:ln w="12700" cap="flat" cmpd="sng">
            <a:solidFill>
              <a:srgbClr val="000000"/>
            </a:solidFill>
            <a:prstDash val="solid"/>
            <a:round/>
            <a:headEnd type="none" w="med" len="med"/>
            <a:tailEnd type="triangle" w="lg" len="lg"/>
          </a:ln>
        </p:spPr>
      </p:cxnSp>
      <p:sp>
        <p:nvSpPr>
          <p:cNvPr id="657" name="Shape 657"/>
          <p:cNvSpPr txBox="1"/>
          <p:nvPr/>
        </p:nvSpPr>
        <p:spPr>
          <a:xfrm>
            <a:off x="3788075" y="3080650"/>
            <a:ext cx="530700" cy="301500"/>
          </a:xfrm>
          <a:prstGeom prst="rect">
            <a:avLst/>
          </a:prstGeom>
          <a:noFill/>
          <a:ln>
            <a:noFill/>
          </a:ln>
        </p:spPr>
        <p:txBody>
          <a:bodyPr lIns="91425" tIns="91425" rIns="91425" bIns="91425" anchor="t" anchorCtr="0">
            <a:noAutofit/>
          </a:bodyPr>
          <a:lstStyle/>
          <a:p>
            <a:pPr lvl="0" rtl="0">
              <a:spcBef>
                <a:spcPts val="0"/>
              </a:spcBef>
              <a:buNone/>
            </a:pPr>
            <a:r>
              <a:rPr lang="en" sz="1600" b="1"/>
              <a:t>API</a:t>
            </a:r>
          </a:p>
        </p:txBody>
      </p:sp>
      <p:sp>
        <p:nvSpPr>
          <p:cNvPr id="658" name="Shape 658"/>
          <p:cNvSpPr txBox="1"/>
          <p:nvPr/>
        </p:nvSpPr>
        <p:spPr>
          <a:xfrm>
            <a:off x="3516625" y="4295762"/>
            <a:ext cx="745800" cy="521700"/>
          </a:xfrm>
          <a:prstGeom prst="rect">
            <a:avLst/>
          </a:prstGeom>
          <a:noFill/>
          <a:ln>
            <a:noFill/>
          </a:ln>
        </p:spPr>
        <p:txBody>
          <a:bodyPr lIns="91425" tIns="91425" rIns="91425" bIns="91425" anchor="t" anchorCtr="0">
            <a:noAutofit/>
          </a:bodyPr>
          <a:lstStyle/>
          <a:p>
            <a:pPr lvl="0" algn="r" rtl="0">
              <a:spcBef>
                <a:spcPts val="0"/>
              </a:spcBef>
              <a:buNone/>
            </a:pPr>
            <a:r>
              <a:rPr lang="en" sz="1600" b="1">
                <a:latin typeface="Calibri"/>
                <a:ea typeface="Calibri"/>
                <a:cs typeface="Calibri"/>
                <a:sym typeface="Calibri"/>
              </a:rPr>
              <a:t>ser-</a:t>
            </a:r>
          </a:p>
          <a:p>
            <a:pPr lvl="0" algn="r" rtl="0">
              <a:spcBef>
                <a:spcPts val="0"/>
              </a:spcBef>
              <a:buNone/>
            </a:pPr>
            <a:r>
              <a:rPr lang="en" sz="1600" b="1">
                <a:latin typeface="Calibri"/>
                <a:ea typeface="Calibri"/>
                <a:cs typeface="Calibri"/>
                <a:sym typeface="Calibri"/>
              </a:rPr>
              <a:t>vices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Shape 663"/>
          <p:cNvSpPr txBox="1">
            <a:spLocks noGrp="1"/>
          </p:cNvSpPr>
          <p:nvPr>
            <p:ph type="title"/>
          </p:nvPr>
        </p:nvSpPr>
        <p:spPr>
          <a:xfrm>
            <a:off x="498474" y="134469"/>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2800" b="0" i="0" u="none" strike="noStrike" cap="none">
                <a:solidFill>
                  <a:srgbClr val="006F4B"/>
                </a:solidFill>
                <a:latin typeface="Arial"/>
                <a:ea typeface="Arial"/>
                <a:cs typeface="Arial"/>
                <a:sym typeface="Arial"/>
              </a:rPr>
              <a:t>Stream Addresses </a:t>
            </a:r>
            <a:r>
              <a:rPr lang="en" sz="2800"/>
              <a:t>are like street addresses</a:t>
            </a:r>
          </a:p>
        </p:txBody>
      </p:sp>
      <p:grpSp>
        <p:nvGrpSpPr>
          <p:cNvPr id="664" name="Shape 664"/>
          <p:cNvGrpSpPr/>
          <p:nvPr/>
        </p:nvGrpSpPr>
        <p:grpSpPr>
          <a:xfrm>
            <a:off x="176426" y="1975113"/>
            <a:ext cx="3863521" cy="3863111"/>
            <a:chOff x="1143000" y="990588"/>
            <a:chExt cx="5494200" cy="5267400"/>
          </a:xfrm>
        </p:grpSpPr>
        <p:pic>
          <p:nvPicPr>
            <p:cNvPr id="665" name="Shape 665" descr="LR_ReachCode.jpg"/>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143000" y="990588"/>
              <a:ext cx="5494200" cy="5267400"/>
            </a:xfrm>
            <a:prstGeom prst="rect">
              <a:avLst/>
            </a:prstGeom>
            <a:noFill/>
            <a:ln w="9525" cap="flat" cmpd="sng">
              <a:solidFill>
                <a:srgbClr val="000000"/>
              </a:solidFill>
              <a:prstDash val="solid"/>
              <a:miter/>
              <a:headEnd type="none" w="med" len="med"/>
              <a:tailEnd type="none" w="med" len="med"/>
            </a:ln>
          </p:spPr>
        </p:pic>
        <p:sp>
          <p:nvSpPr>
            <p:cNvPr id="666" name="Shape 666"/>
            <p:cNvSpPr txBox="1"/>
            <p:nvPr/>
          </p:nvSpPr>
          <p:spPr>
            <a:xfrm>
              <a:off x="1295416" y="4191006"/>
              <a:ext cx="1104300" cy="3699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Arial"/>
                <a:buNone/>
              </a:pPr>
              <a:r>
                <a:rPr lang="en" sz="1800" b="0" i="0" u="none" strike="noStrike" cap="none">
                  <a:solidFill>
                    <a:srgbClr val="000000"/>
                  </a:solidFill>
                  <a:latin typeface="Arial"/>
                  <a:ea typeface="Arial"/>
                  <a:cs typeface="Arial"/>
                  <a:sym typeface="Arial"/>
                </a:rPr>
                <a:t>100</a:t>
              </a:r>
            </a:p>
          </p:txBody>
        </p:sp>
        <p:sp>
          <p:nvSpPr>
            <p:cNvPr id="667" name="Shape 667"/>
            <p:cNvSpPr txBox="1"/>
            <p:nvPr/>
          </p:nvSpPr>
          <p:spPr>
            <a:xfrm>
              <a:off x="6324600" y="2819400"/>
              <a:ext cx="312600" cy="3699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Arial"/>
                <a:buNone/>
              </a:pPr>
              <a:r>
                <a:rPr lang="en" sz="1800" b="0" i="0" u="none" strike="noStrike" cap="none">
                  <a:solidFill>
                    <a:srgbClr val="000000"/>
                  </a:solidFill>
                  <a:latin typeface="Arial"/>
                  <a:ea typeface="Arial"/>
                  <a:cs typeface="Arial"/>
                  <a:sym typeface="Arial"/>
                </a:rPr>
                <a:t>0</a:t>
              </a:r>
            </a:p>
          </p:txBody>
        </p:sp>
        <p:cxnSp>
          <p:nvCxnSpPr>
            <p:cNvPr id="668" name="Shape 668"/>
            <p:cNvCxnSpPr/>
            <p:nvPr/>
          </p:nvCxnSpPr>
          <p:spPr>
            <a:xfrm rot="10800000">
              <a:off x="6019798" y="2633700"/>
              <a:ext cx="381000" cy="261900"/>
            </a:xfrm>
            <a:prstGeom prst="straightConnector1">
              <a:avLst/>
            </a:prstGeom>
            <a:noFill/>
            <a:ln w="38100" cap="flat" cmpd="sng">
              <a:solidFill>
                <a:schemeClr val="dk1"/>
              </a:solidFill>
              <a:prstDash val="solid"/>
              <a:round/>
              <a:headEnd type="none" w="med" len="med"/>
              <a:tailEnd type="stealth" w="lg" len="lg"/>
            </a:ln>
          </p:spPr>
        </p:cxnSp>
        <p:cxnSp>
          <p:nvCxnSpPr>
            <p:cNvPr id="669" name="Shape 669"/>
            <p:cNvCxnSpPr/>
            <p:nvPr/>
          </p:nvCxnSpPr>
          <p:spPr>
            <a:xfrm rot="-5400000">
              <a:off x="1449449" y="4036948"/>
              <a:ext cx="304800" cy="3300"/>
            </a:xfrm>
            <a:prstGeom prst="straightConnector1">
              <a:avLst/>
            </a:prstGeom>
            <a:noFill/>
            <a:ln w="38100" cap="flat" cmpd="sng">
              <a:solidFill>
                <a:schemeClr val="dk1"/>
              </a:solidFill>
              <a:prstDash val="solid"/>
              <a:round/>
              <a:headEnd type="none" w="med" len="med"/>
              <a:tailEnd type="stealth" w="lg" len="lg"/>
            </a:ln>
          </p:spPr>
        </p:cxnSp>
        <p:sp>
          <p:nvSpPr>
            <p:cNvPr id="670" name="Shape 670"/>
            <p:cNvSpPr txBox="1"/>
            <p:nvPr/>
          </p:nvSpPr>
          <p:spPr>
            <a:xfrm>
              <a:off x="3809973" y="3581414"/>
              <a:ext cx="765600" cy="3699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Arial"/>
                <a:buNone/>
              </a:pPr>
              <a:r>
                <a:rPr lang="en" sz="1800" b="0" i="0" u="none" strike="noStrike" cap="none">
                  <a:solidFill>
                    <a:srgbClr val="000000"/>
                  </a:solidFill>
                  <a:latin typeface="Arial"/>
                  <a:ea typeface="Arial"/>
                  <a:cs typeface="Arial"/>
                  <a:sym typeface="Arial"/>
                </a:rPr>
                <a:t>50</a:t>
              </a:r>
            </a:p>
          </p:txBody>
        </p:sp>
        <p:cxnSp>
          <p:nvCxnSpPr>
            <p:cNvPr id="671" name="Shape 671"/>
            <p:cNvCxnSpPr/>
            <p:nvPr/>
          </p:nvCxnSpPr>
          <p:spPr>
            <a:xfrm rot="-5400000">
              <a:off x="3849750" y="3389248"/>
              <a:ext cx="381000" cy="3300"/>
            </a:xfrm>
            <a:prstGeom prst="straightConnector1">
              <a:avLst/>
            </a:prstGeom>
            <a:noFill/>
            <a:ln w="38100" cap="flat" cmpd="sng">
              <a:solidFill>
                <a:schemeClr val="dk1"/>
              </a:solidFill>
              <a:prstDash val="solid"/>
              <a:round/>
              <a:headEnd type="none" w="med" len="med"/>
              <a:tailEnd type="stealth" w="lg" len="lg"/>
            </a:ln>
          </p:spPr>
        </p:cxnSp>
        <p:sp>
          <p:nvSpPr>
            <p:cNvPr id="672" name="Shape 672"/>
            <p:cNvSpPr txBox="1"/>
            <p:nvPr/>
          </p:nvSpPr>
          <p:spPr>
            <a:xfrm>
              <a:off x="2819413" y="4114786"/>
              <a:ext cx="990600" cy="3699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Arial"/>
                <a:buNone/>
              </a:pPr>
              <a:r>
                <a:rPr lang="en" sz="1800" b="0" i="0" u="none" strike="noStrike" cap="none">
                  <a:solidFill>
                    <a:srgbClr val="000000"/>
                  </a:solidFill>
                  <a:latin typeface="Arial"/>
                  <a:ea typeface="Arial"/>
                  <a:cs typeface="Arial"/>
                  <a:sym typeface="Arial"/>
                </a:rPr>
                <a:t>75</a:t>
              </a:r>
            </a:p>
          </p:txBody>
        </p:sp>
        <p:cxnSp>
          <p:nvCxnSpPr>
            <p:cNvPr id="673" name="Shape 673"/>
            <p:cNvCxnSpPr/>
            <p:nvPr/>
          </p:nvCxnSpPr>
          <p:spPr>
            <a:xfrm rot="5400000" flipH="1">
              <a:off x="2857499" y="3924298"/>
              <a:ext cx="304800" cy="76200"/>
            </a:xfrm>
            <a:prstGeom prst="straightConnector1">
              <a:avLst/>
            </a:prstGeom>
            <a:noFill/>
            <a:ln w="38100" cap="flat" cmpd="sng">
              <a:solidFill>
                <a:schemeClr val="dk1"/>
              </a:solidFill>
              <a:prstDash val="solid"/>
              <a:round/>
              <a:headEnd type="none" w="med" len="med"/>
              <a:tailEnd type="stealth" w="lg" len="lg"/>
            </a:ln>
          </p:spPr>
        </p:cxnSp>
        <p:sp>
          <p:nvSpPr>
            <p:cNvPr id="674" name="Shape 674"/>
            <p:cNvSpPr txBox="1"/>
            <p:nvPr/>
          </p:nvSpPr>
          <p:spPr>
            <a:xfrm>
              <a:off x="5181613" y="3810007"/>
              <a:ext cx="765600" cy="3699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Arial"/>
                <a:buNone/>
              </a:pPr>
              <a:r>
                <a:rPr lang="en" sz="1800" b="0" i="0" u="none" strike="noStrike" cap="none">
                  <a:solidFill>
                    <a:srgbClr val="000000"/>
                  </a:solidFill>
                  <a:latin typeface="Arial"/>
                  <a:ea typeface="Arial"/>
                  <a:cs typeface="Arial"/>
                  <a:sym typeface="Arial"/>
                </a:rPr>
                <a:t>25</a:t>
              </a:r>
            </a:p>
          </p:txBody>
        </p:sp>
        <p:cxnSp>
          <p:nvCxnSpPr>
            <p:cNvPr id="675" name="Shape 675"/>
            <p:cNvCxnSpPr/>
            <p:nvPr/>
          </p:nvCxnSpPr>
          <p:spPr>
            <a:xfrm rot="5400000" flipH="1">
              <a:off x="4987062" y="3394798"/>
              <a:ext cx="609600" cy="220800"/>
            </a:xfrm>
            <a:prstGeom prst="straightConnector1">
              <a:avLst/>
            </a:prstGeom>
            <a:noFill/>
            <a:ln w="38100" cap="flat" cmpd="sng">
              <a:solidFill>
                <a:schemeClr val="dk1"/>
              </a:solidFill>
              <a:prstDash val="solid"/>
              <a:round/>
              <a:headEnd type="none" w="med" len="med"/>
              <a:tailEnd type="stealth" w="lg" len="lg"/>
            </a:ln>
          </p:spPr>
        </p:cxnSp>
        <p:sp>
          <p:nvSpPr>
            <p:cNvPr id="676" name="Shape 676"/>
            <p:cNvSpPr txBox="1"/>
            <p:nvPr/>
          </p:nvSpPr>
          <p:spPr>
            <a:xfrm>
              <a:off x="2819405" y="2743195"/>
              <a:ext cx="2803500" cy="3699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Arial"/>
                <a:buNone/>
              </a:pPr>
              <a:r>
                <a:rPr lang="en" sz="1600" b="0" i="0" u="none" strike="noStrike" cap="none">
                  <a:solidFill>
                    <a:srgbClr val="000000"/>
                  </a:solidFill>
                  <a:latin typeface="Arial"/>
                  <a:ea typeface="Arial"/>
                  <a:cs typeface="Arial"/>
                  <a:sym typeface="Arial"/>
                </a:rPr>
                <a:t>14010002000421</a:t>
              </a:r>
            </a:p>
          </p:txBody>
        </p:sp>
      </p:grpSp>
      <p:pic>
        <p:nvPicPr>
          <p:cNvPr id="677" name="Shape 677"/>
          <p:cNvPicPr preferRelativeResize="0"/>
          <p:nvPr/>
        </p:nvPicPr>
        <p:blipFill>
          <a:blip r:embed="rId4">
            <a:alphaModFix/>
          </a:blip>
          <a:stretch>
            <a:fillRect/>
          </a:stretch>
        </p:blipFill>
        <p:spPr>
          <a:xfrm>
            <a:off x="4619104" y="2383329"/>
            <a:ext cx="4217449" cy="3046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Shape 683"/>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r>
              <a:rPr lang="en"/>
              <a:t>HU codes are like ZIP codes</a:t>
            </a:r>
          </a:p>
        </p:txBody>
      </p:sp>
      <p:pic>
        <p:nvPicPr>
          <p:cNvPr id="684" name="Shape 684"/>
          <p:cNvPicPr preferRelativeResize="0"/>
          <p:nvPr/>
        </p:nvPicPr>
        <p:blipFill>
          <a:blip r:embed="rId3">
            <a:alphaModFix/>
          </a:blip>
          <a:stretch>
            <a:fillRect/>
          </a:stretch>
        </p:blipFill>
        <p:spPr>
          <a:xfrm>
            <a:off x="4968349" y="2242438"/>
            <a:ext cx="4053125" cy="3622625"/>
          </a:xfrm>
          <a:prstGeom prst="rect">
            <a:avLst/>
          </a:prstGeom>
          <a:noFill/>
          <a:ln>
            <a:noFill/>
          </a:ln>
        </p:spPr>
      </p:pic>
      <p:pic>
        <p:nvPicPr>
          <p:cNvPr id="685" name="Shape 685" descr="AWRA_HUStructure_sm.png"/>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89850" y="1422262"/>
            <a:ext cx="4577202" cy="45772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Shape 690"/>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3600" b="0" i="0" u="none" strike="noStrike" cap="none">
                <a:solidFill>
                  <a:srgbClr val="006F4B"/>
                </a:solidFill>
                <a:latin typeface="Arial"/>
                <a:ea typeface="Arial"/>
                <a:cs typeface="Arial"/>
                <a:sym typeface="Arial"/>
              </a:rPr>
              <a:t>Linking Data Online</a:t>
            </a:r>
          </a:p>
        </p:txBody>
      </p:sp>
      <p:sp>
        <p:nvSpPr>
          <p:cNvPr id="691" name="Shape 691"/>
          <p:cNvSpPr txBox="1">
            <a:spLocks noGrp="1"/>
          </p:cNvSpPr>
          <p:nvPr>
            <p:ph type="body" idx="2"/>
          </p:nvPr>
        </p:nvSpPr>
        <p:spPr>
          <a:xfrm>
            <a:off x="498518" y="1129553"/>
            <a:ext cx="7559100" cy="774599"/>
          </a:xfrm>
          <a:prstGeom prst="rect">
            <a:avLst/>
          </a:prstGeom>
          <a:noFill/>
          <a:ln>
            <a:noFill/>
          </a:ln>
        </p:spPr>
        <p:txBody>
          <a:bodyPr lIns="91425" tIns="45700" rIns="91425" bIns="45700" anchor="t" anchorCtr="0">
            <a:noAutofit/>
          </a:bodyPr>
          <a:lstStyle/>
          <a:p>
            <a:pPr marL="0" marR="0" lvl="0" indent="0" algn="l" rtl="0">
              <a:spcBef>
                <a:spcPts val="0"/>
              </a:spcBef>
              <a:buClr>
                <a:srgbClr val="493A13"/>
              </a:buClr>
              <a:buSzPct val="25000"/>
              <a:buFont typeface="Noto Sans Symbols"/>
              <a:buNone/>
            </a:pPr>
            <a:r>
              <a:rPr lang="en" sz="2400" b="0" i="0" u="none" strike="noStrike" cap="none">
                <a:solidFill>
                  <a:srgbClr val="493A13"/>
                </a:solidFill>
                <a:latin typeface="Arial"/>
                <a:ea typeface="Arial"/>
                <a:cs typeface="Arial"/>
                <a:sym typeface="Arial"/>
              </a:rPr>
              <a:t>HydroLink Tool </a:t>
            </a:r>
          </a:p>
        </p:txBody>
      </p:sp>
      <p:pic>
        <p:nvPicPr>
          <p:cNvPr id="692" name="Shape 69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92858" y="1676400"/>
            <a:ext cx="8319300" cy="4419600"/>
          </a:xfrm>
          <a:prstGeom prst="rect">
            <a:avLst/>
          </a:prstGeom>
          <a:noFill/>
          <a:ln>
            <a:noFill/>
          </a:ln>
          <a:effectLst>
            <a:outerShdw blurRad="292100" dist="139700" dir="2700000" algn="tl" rotWithShape="0">
              <a:srgbClr val="333333">
                <a:alpha val="6470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Shape 697"/>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r>
              <a:rPr lang="en" sz="3600" b="0" i="0" u="none" strike="noStrike" cap="none">
                <a:solidFill>
                  <a:srgbClr val="006F4B"/>
                </a:solidFill>
                <a:latin typeface="Arial"/>
                <a:ea typeface="Arial"/>
                <a:cs typeface="Arial"/>
                <a:sym typeface="Arial"/>
              </a:rPr>
              <a:t>Linking Data to NHD</a:t>
            </a:r>
          </a:p>
        </p:txBody>
      </p:sp>
      <p:sp>
        <p:nvSpPr>
          <p:cNvPr id="698" name="Shape 698"/>
          <p:cNvSpPr txBox="1">
            <a:spLocks noGrp="1"/>
          </p:cNvSpPr>
          <p:nvPr>
            <p:ph type="body" idx="1"/>
          </p:nvPr>
        </p:nvSpPr>
        <p:spPr>
          <a:xfrm>
            <a:off x="498474" y="1295400"/>
            <a:ext cx="7556400" cy="4830900"/>
          </a:xfrm>
          <a:prstGeom prst="rect">
            <a:avLst/>
          </a:prstGeom>
          <a:noFill/>
          <a:ln>
            <a:noFill/>
          </a:ln>
        </p:spPr>
        <p:txBody>
          <a:bodyPr lIns="91425" tIns="45700" rIns="91425" bIns="45700" anchor="t" anchorCtr="0">
            <a:noAutofit/>
          </a:bodyPr>
          <a:lstStyle/>
          <a:p>
            <a:pPr marL="228600" marR="0" lvl="0" indent="-215900" algn="l" rtl="0">
              <a:lnSpc>
                <a:spcPct val="80000"/>
              </a:lnSpc>
              <a:spcBef>
                <a:spcPts val="0"/>
              </a:spcBef>
              <a:spcAft>
                <a:spcPts val="0"/>
              </a:spcAft>
              <a:buClr>
                <a:srgbClr val="493A13"/>
              </a:buClr>
              <a:buSzPct val="69852"/>
              <a:buFont typeface="Noto Sans Symbols"/>
              <a:buChar char="■"/>
            </a:pPr>
            <a:r>
              <a:rPr lang="en" sz="1650" b="0" i="0" u="none" strike="noStrike" cap="none">
                <a:solidFill>
                  <a:srgbClr val="595959"/>
                </a:solidFill>
                <a:latin typeface="Arial"/>
                <a:ea typeface="Arial"/>
                <a:cs typeface="Arial"/>
                <a:sym typeface="Arial"/>
              </a:rPr>
              <a:t>Hydrography Event Management (HEM) Tool</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Desktop ArcGIS tool</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Point, Line, Area “Events” (hydro linked data)</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Batch mode</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“Sync” of events linked to NHD Flowlines that have been edited</a:t>
            </a:r>
          </a:p>
          <a:p>
            <a:pPr marL="228600" marR="0" lvl="0" indent="-215900" algn="l" rtl="0">
              <a:lnSpc>
                <a:spcPct val="80000"/>
              </a:lnSpc>
              <a:spcBef>
                <a:spcPts val="2000"/>
              </a:spcBef>
              <a:spcAft>
                <a:spcPts val="0"/>
              </a:spcAft>
              <a:buClr>
                <a:srgbClr val="493A13"/>
              </a:buClr>
              <a:buSzPct val="69852"/>
              <a:buFont typeface="Noto Sans Symbols"/>
              <a:buChar char="■"/>
            </a:pPr>
            <a:r>
              <a:rPr lang="en" sz="1650" b="0" i="0" u="none" strike="noStrike" cap="none">
                <a:solidFill>
                  <a:srgbClr val="595959"/>
                </a:solidFill>
                <a:latin typeface="Arial"/>
                <a:ea typeface="Arial"/>
                <a:cs typeface="Arial"/>
                <a:sym typeface="Arial"/>
              </a:rPr>
              <a:t>“Built in events” in NHD</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Dams</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HUC-8 outlets</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Streamgages</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Water Quality Stations</a:t>
            </a:r>
          </a:p>
          <a:p>
            <a:pPr marL="228600" marR="0" lvl="0" indent="-215900" algn="l" rtl="0">
              <a:lnSpc>
                <a:spcPct val="80000"/>
              </a:lnSpc>
              <a:spcBef>
                <a:spcPts val="2000"/>
              </a:spcBef>
              <a:spcAft>
                <a:spcPts val="0"/>
              </a:spcAft>
              <a:buClr>
                <a:srgbClr val="493A13"/>
              </a:buClr>
              <a:buSzPct val="69852"/>
              <a:buFont typeface="Noto Sans Symbols"/>
              <a:buChar char="■"/>
            </a:pPr>
            <a:r>
              <a:rPr lang="en" sz="1650" b="0" i="0" u="none" strike="noStrike" cap="none">
                <a:solidFill>
                  <a:srgbClr val="595959"/>
                </a:solidFill>
                <a:latin typeface="Arial"/>
                <a:ea typeface="Arial"/>
                <a:cs typeface="Arial"/>
                <a:sym typeface="Arial"/>
              </a:rPr>
              <a:t>USGS ScienceBase for sharing linked data</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“NHD Linked Data Registry“</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Can host linked data services</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Can reference your linked data services</a:t>
            </a:r>
          </a:p>
          <a:p>
            <a:pPr marL="457200" marR="0" lvl="1" indent="-215900" algn="l" rtl="0">
              <a:lnSpc>
                <a:spcPct val="80000"/>
              </a:lnSpc>
              <a:spcBef>
                <a:spcPts val="600"/>
              </a:spcBef>
              <a:spcAft>
                <a:spcPts val="0"/>
              </a:spcAft>
              <a:buClr>
                <a:schemeClr val="accent4"/>
              </a:buClr>
              <a:buSzPct val="69916"/>
              <a:buFont typeface="Noto Sans Symbols"/>
              <a:buChar char="■"/>
            </a:pPr>
            <a:r>
              <a:rPr lang="en" sz="1465" b="0" i="0" u="none" strike="noStrike" cap="none">
                <a:solidFill>
                  <a:srgbClr val="595959"/>
                </a:solidFill>
                <a:latin typeface="Arial"/>
                <a:ea typeface="Arial"/>
                <a:cs typeface="Arial"/>
                <a:sym typeface="Arial"/>
              </a:rPr>
              <a:t>Contact </a:t>
            </a:r>
            <a:r>
              <a:rPr lang="en" sz="1465" b="0" i="0" u="sng" strike="noStrike" cap="none">
                <a:solidFill>
                  <a:schemeClr val="hlink"/>
                </a:solidFill>
                <a:latin typeface="Arial"/>
                <a:ea typeface="Arial"/>
                <a:cs typeface="Arial"/>
                <a:sym typeface="Arial"/>
                <a:hlinkClick r:id="rId3"/>
              </a:rPr>
              <a:t>mdtinker@usgs.gov</a:t>
            </a:r>
            <a:r>
              <a:rPr lang="en" sz="1465" b="0" i="0" u="none" strike="noStrike" cap="none">
                <a:solidFill>
                  <a:srgbClr val="595959"/>
                </a:solidFill>
                <a:latin typeface="Arial"/>
                <a:ea typeface="Arial"/>
                <a:cs typeface="Arial"/>
                <a:sym typeface="Arial"/>
              </a:rPr>
              <a:t> for info</a:t>
            </a:r>
          </a:p>
          <a:p>
            <a:pPr marL="457200" marR="0" lvl="1" indent="-228600" algn="l" rtl="0">
              <a:lnSpc>
                <a:spcPct val="80000"/>
              </a:lnSpc>
              <a:spcBef>
                <a:spcPts val="600"/>
              </a:spcBef>
              <a:buClr>
                <a:schemeClr val="accent4"/>
              </a:buClr>
              <a:buSzPct val="83250"/>
              <a:buFont typeface="Noto Sans Symbols"/>
              <a:buNone/>
            </a:pPr>
            <a:endParaRPr sz="1465" b="0" i="0" u="none" strike="noStrike" cap="none">
              <a:solidFill>
                <a:srgbClr val="595959"/>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pic>
        <p:nvPicPr>
          <p:cNvPr id="703" name="Shape 70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1179076"/>
            <a:ext cx="9144000" cy="4499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pic>
        <p:nvPicPr>
          <p:cNvPr id="708" name="Shape 70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674441"/>
            <a:ext cx="9144000" cy="5509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Shape 714"/>
          <p:cNvSpPr txBox="1">
            <a:spLocks noGrp="1"/>
          </p:cNvSpPr>
          <p:nvPr>
            <p:ph type="body" idx="2"/>
          </p:nvPr>
        </p:nvSpPr>
        <p:spPr>
          <a:xfrm>
            <a:off x="498518" y="1129553"/>
            <a:ext cx="7559100" cy="774599"/>
          </a:xfrm>
          <a:prstGeom prst="rect">
            <a:avLst/>
          </a:prstGeom>
          <a:noFill/>
          <a:ln>
            <a:noFill/>
          </a:ln>
        </p:spPr>
        <p:txBody>
          <a:bodyPr lIns="91425" tIns="45700" rIns="91425" bIns="45700" anchor="t" anchorCtr="0">
            <a:noAutofit/>
          </a:bodyPr>
          <a:lstStyle/>
          <a:p>
            <a:pPr marL="0" marR="0" lvl="0" indent="0" algn="l" rtl="0">
              <a:spcBef>
                <a:spcPts val="0"/>
              </a:spcBef>
              <a:buClr>
                <a:srgbClr val="493A13"/>
              </a:buClr>
              <a:buSzPct val="25000"/>
              <a:buFont typeface="Noto Sans Symbols"/>
              <a:buNone/>
            </a:pPr>
            <a:endParaRPr sz="2400" b="0" i="0" u="none" strike="noStrike" cap="none">
              <a:solidFill>
                <a:srgbClr val="493A13"/>
              </a:solidFill>
              <a:latin typeface="Arial"/>
              <a:ea typeface="Arial"/>
              <a:cs typeface="Arial"/>
              <a:sym typeface="Arial"/>
            </a:endParaRPr>
          </a:p>
        </p:txBody>
      </p:sp>
      <p:pic>
        <p:nvPicPr>
          <p:cNvPr id="715" name="Shape 715"/>
          <p:cNvPicPr preferRelativeResize="0"/>
          <p:nvPr/>
        </p:nvPicPr>
        <p:blipFill rotWithShape="1">
          <a:blip r:embed="rId3">
            <a:alphaModFix/>
          </a:blip>
          <a:srcRect/>
          <a:stretch/>
        </p:blipFill>
        <p:spPr>
          <a:xfrm>
            <a:off x="447675" y="457200"/>
            <a:ext cx="8248800" cy="54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pic>
        <p:nvPicPr>
          <p:cNvPr id="720" name="Shape 72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6200" y="0"/>
            <a:ext cx="8921100" cy="6858000"/>
          </a:xfrm>
          <a:prstGeom prst="rect">
            <a:avLst/>
          </a:prstGeom>
          <a:noFill/>
          <a:ln>
            <a:noFill/>
          </a:ln>
        </p:spPr>
      </p:pic>
      <p:sp>
        <p:nvSpPr>
          <p:cNvPr id="721" name="Shape 721"/>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endParaRPr sz="3600" b="0" i="0" u="none" strike="noStrike" cap="none">
              <a:solidFill>
                <a:srgbClr val="006F4B"/>
              </a:solidFill>
              <a:latin typeface="Arial"/>
              <a:ea typeface="Arial"/>
              <a:cs typeface="Arial"/>
              <a:sym typeface="Arial"/>
            </a:endParaRPr>
          </a:p>
        </p:txBody>
      </p:sp>
      <p:sp>
        <p:nvSpPr>
          <p:cNvPr id="722" name="Shape 722"/>
          <p:cNvSpPr/>
          <p:nvPr/>
        </p:nvSpPr>
        <p:spPr>
          <a:xfrm>
            <a:off x="1639950" y="1759225"/>
            <a:ext cx="4638300" cy="907800"/>
          </a:xfrm>
          <a:prstGeom prst="rect">
            <a:avLst/>
          </a:prstGeom>
          <a:noFill/>
          <a:ln w="25400" cap="flat" cmpd="sng">
            <a:solidFill>
              <a:srgbClr val="FF0000"/>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pic>
        <p:nvPicPr>
          <p:cNvPr id="727" name="Shape 72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6200" y="18233"/>
            <a:ext cx="8897400" cy="6839700"/>
          </a:xfrm>
          <a:prstGeom prst="rect">
            <a:avLst/>
          </a:prstGeom>
          <a:noFill/>
          <a:ln>
            <a:noFill/>
          </a:ln>
        </p:spPr>
      </p:pic>
      <p:sp>
        <p:nvSpPr>
          <p:cNvPr id="728" name="Shape 728"/>
          <p:cNvSpPr/>
          <p:nvPr/>
        </p:nvSpPr>
        <p:spPr>
          <a:xfrm>
            <a:off x="381000" y="3581400"/>
            <a:ext cx="5410200" cy="1981200"/>
          </a:xfrm>
          <a:prstGeom prst="rect">
            <a:avLst/>
          </a:prstGeom>
          <a:noFill/>
          <a:ln w="25400" cap="flat" cmpd="sng">
            <a:solidFill>
              <a:srgbClr val="FF0000"/>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729" name="Shape 729"/>
          <p:cNvSpPr/>
          <p:nvPr/>
        </p:nvSpPr>
        <p:spPr>
          <a:xfrm>
            <a:off x="381000" y="5562600"/>
            <a:ext cx="5410200" cy="1295400"/>
          </a:xfrm>
          <a:prstGeom prst="rect">
            <a:avLst/>
          </a:prstGeom>
          <a:noFill/>
          <a:ln w="25400" cap="flat" cmpd="sng">
            <a:solidFill>
              <a:srgbClr val="FF0000"/>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730" name="Shape 730"/>
          <p:cNvSpPr/>
          <p:nvPr/>
        </p:nvSpPr>
        <p:spPr>
          <a:xfrm>
            <a:off x="5791200" y="4495800"/>
            <a:ext cx="2857500" cy="1600200"/>
          </a:xfrm>
          <a:prstGeom prst="rect">
            <a:avLst/>
          </a:prstGeom>
          <a:noFill/>
          <a:ln w="25400" cap="flat" cmpd="sng">
            <a:solidFill>
              <a:srgbClr val="FF0000"/>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731" name="Shape 731"/>
          <p:cNvSpPr/>
          <p:nvPr/>
        </p:nvSpPr>
        <p:spPr>
          <a:xfrm>
            <a:off x="5791200" y="3434487"/>
            <a:ext cx="2857500" cy="1061400"/>
          </a:xfrm>
          <a:prstGeom prst="rect">
            <a:avLst/>
          </a:prstGeom>
          <a:noFill/>
          <a:ln w="25400" cap="flat" cmpd="sng">
            <a:solidFill>
              <a:srgbClr val="FF0000"/>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chemeClr val="dk1"/>
              </a:buClr>
              <a:buFont typeface="Noto Sans Symbols"/>
              <a:buNone/>
            </a:pPr>
            <a:endParaRPr sz="1800" b="0" i="0" u="none" strike="noStrike" cap="none">
              <a:solidFill>
                <a:srgbClr val="FFFFFF"/>
              </a:solidFill>
              <a:latin typeface="Tahoma"/>
              <a:ea typeface="Tahoma"/>
              <a:cs typeface="Tahoma"/>
              <a:sym typeface="Tahoma"/>
            </a:endParaRPr>
          </a:p>
        </p:txBody>
      </p:sp>
      <p:sp>
        <p:nvSpPr>
          <p:cNvPr id="732" name="Shape 732"/>
          <p:cNvSpPr txBox="1">
            <a:spLocks noGrp="1"/>
          </p:cNvSpPr>
          <p:nvPr>
            <p:ph type="title"/>
          </p:nvPr>
        </p:nvSpPr>
        <p:spPr>
          <a:xfrm>
            <a:off x="498474" y="134470"/>
            <a:ext cx="7556400" cy="995100"/>
          </a:xfrm>
          <a:prstGeom prst="rect">
            <a:avLst/>
          </a:prstGeom>
          <a:noFill/>
          <a:ln>
            <a:noFill/>
          </a:ln>
        </p:spPr>
        <p:txBody>
          <a:bodyPr lIns="91425" tIns="45700" rIns="91425" bIns="45700" anchor="b" anchorCtr="0">
            <a:noAutofit/>
          </a:bodyPr>
          <a:lstStyle/>
          <a:p>
            <a:pPr marL="0" marR="0" lvl="0" indent="0" algn="l" rtl="0">
              <a:spcBef>
                <a:spcPts val="0"/>
              </a:spcBef>
              <a:buClr>
                <a:srgbClr val="006F4B"/>
              </a:buClr>
              <a:buSzPct val="25000"/>
              <a:buFont typeface="Arial"/>
              <a:buNone/>
            </a:pPr>
            <a:endParaRPr sz="3600" b="0" i="0" u="none" strike="noStrike" cap="none">
              <a:solidFill>
                <a:srgbClr val="006F4B"/>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pic>
        <p:nvPicPr>
          <p:cNvPr id="737" name="Shape 737"/>
          <p:cNvPicPr preferRelativeResize="0">
            <a:picLocks noGrp="1"/>
          </p:cNvPicPr>
          <p:nvPr>
            <p:ph type="body" idx="1"/>
          </p:nvPr>
        </p:nvPicPr>
        <p:blipFill rotWithShape="1">
          <a:blip r:embed="rId3">
            <a:alphaModFix/>
          </a:blip>
          <a:srcRect/>
          <a:stretch/>
        </p:blipFill>
        <p:spPr>
          <a:xfrm>
            <a:off x="2400300" y="0"/>
            <a:ext cx="4343400" cy="6860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Shape 742"/>
          <p:cNvSpPr txBox="1">
            <a:spLocks noGrp="1"/>
          </p:cNvSpPr>
          <p:nvPr>
            <p:ph type="body" idx="1"/>
          </p:nvPr>
        </p:nvSpPr>
        <p:spPr>
          <a:xfrm>
            <a:off x="249275" y="774300"/>
            <a:ext cx="8437500" cy="5793300"/>
          </a:xfrm>
          <a:prstGeom prst="rect">
            <a:avLst/>
          </a:prstGeom>
        </p:spPr>
        <p:txBody>
          <a:bodyPr lIns="91425" tIns="91425" rIns="91425" bIns="91425" anchor="t" anchorCtr="0">
            <a:noAutofit/>
          </a:bodyPr>
          <a:lstStyle/>
          <a:p>
            <a:pPr marL="0" marR="0" lvl="0" indent="-69850" algn="l" rtl="0">
              <a:lnSpc>
                <a:spcPct val="100000"/>
              </a:lnSpc>
              <a:spcBef>
                <a:spcPts val="600"/>
              </a:spcBef>
              <a:spcAft>
                <a:spcPts val="0"/>
              </a:spcAft>
              <a:buClr>
                <a:schemeClr val="dk1"/>
              </a:buClr>
              <a:buSzPct val="73333"/>
              <a:buFont typeface="Arial"/>
              <a:buNone/>
            </a:pPr>
            <a:r>
              <a:rPr lang="en" sz="1500" b="1"/>
              <a:t>Network Master Tools:</a:t>
            </a:r>
            <a:r>
              <a:rPr lang="en" sz="1500"/>
              <a:t> As a system manager responsible for data connected to the river network, I need a way to register my data with the index, so the network swimmer can index my data.</a:t>
            </a:r>
          </a:p>
          <a:p>
            <a:pPr marL="457200" lvl="0" indent="0" rtl="0">
              <a:spcBef>
                <a:spcPts val="0"/>
              </a:spcBef>
              <a:buNone/>
            </a:pPr>
            <a:r>
              <a:rPr lang="en" sz="1300" b="1"/>
              <a:t>Actors:</a:t>
            </a:r>
            <a:r>
              <a:rPr lang="en" sz="1300"/>
              <a:t> Person responsible for network linked data, external content management system.</a:t>
            </a:r>
            <a:br>
              <a:rPr lang="en" sz="1300"/>
            </a:br>
            <a:r>
              <a:rPr lang="en" sz="1300" b="1"/>
              <a:t>Information:</a:t>
            </a:r>
            <a:r>
              <a:rPr lang="en" sz="1300"/>
              <a:t> Network linked data owner provides the system with various metadata elements as well as  network linked data or metadata pointing to a supported service. The system saves this information into a content management system.</a:t>
            </a:r>
            <a:br>
              <a:rPr lang="en" sz="1300"/>
            </a:br>
            <a:r>
              <a:rPr lang="en" sz="1300" b="1"/>
              <a:t>Computation:</a:t>
            </a:r>
            <a:r>
              <a:rPr lang="en" sz="1300"/>
              <a:t> The network master tools perform verifications that ensure the information passed in is sufficient and valid.</a:t>
            </a:r>
          </a:p>
          <a:p>
            <a:pPr lvl="0" rtl="0">
              <a:spcBef>
                <a:spcPts val="0"/>
              </a:spcBef>
              <a:buClr>
                <a:schemeClr val="dk1"/>
              </a:buClr>
              <a:buSzPct val="73333"/>
              <a:buFont typeface="Arial"/>
              <a:buNone/>
            </a:pPr>
            <a:r>
              <a:rPr lang="en" sz="1500" b="1"/>
              <a:t>Network Swimmer:</a:t>
            </a:r>
            <a:r>
              <a:rPr lang="en" sz="1500"/>
              <a:t> As the network linked data index system user, I need the system to ‘swim’ registered network linked data on a regular basis and update the index accordingly, so the content is correct and current.</a:t>
            </a:r>
          </a:p>
          <a:p>
            <a:pPr marL="457200" lvl="0" indent="0" rtl="0">
              <a:spcBef>
                <a:spcPts val="0"/>
              </a:spcBef>
              <a:buNone/>
            </a:pPr>
            <a:r>
              <a:rPr lang="en" sz="1300" b="1"/>
              <a:t>Actors:</a:t>
            </a:r>
            <a:r>
              <a:rPr lang="en" sz="1300"/>
              <a:t> Network linked metadata store and data.</a:t>
            </a:r>
            <a:br>
              <a:rPr lang="en" sz="1300"/>
            </a:br>
            <a:r>
              <a:rPr lang="en" sz="1300" b="1"/>
              <a:t>Information:</a:t>
            </a:r>
            <a:r>
              <a:rPr lang="en" sz="1300"/>
              <a:t> The network swimmer retrieves metadata for each registered data source.</a:t>
            </a:r>
            <a:br>
              <a:rPr lang="en" sz="1300"/>
            </a:br>
            <a:r>
              <a:rPr lang="en" sz="1300" b="1"/>
              <a:t>Computation:</a:t>
            </a:r>
            <a:r>
              <a:rPr lang="en" sz="1300"/>
              <a:t> If data from a given datasource is non-static or has been changed since last checked, the network swimmer retrieves data and incorporates it into the current index.</a:t>
            </a:r>
          </a:p>
          <a:p>
            <a:pPr marL="0" lvl="0" indent="0" rtl="0">
              <a:spcBef>
                <a:spcPts val="0"/>
              </a:spcBef>
              <a:buNone/>
            </a:pPr>
            <a:r>
              <a:rPr lang="en" sz="1500" b="1"/>
              <a:t>Network Linked Data Services: </a:t>
            </a:r>
            <a:r>
              <a:rPr lang="en" sz="1500"/>
              <a:t>As a user of network linked data, I need a service that allows me to search for network linked data, so I can find my own and others’ data on the network.</a:t>
            </a:r>
          </a:p>
          <a:p>
            <a:pPr marL="457200" lvl="0" indent="-69850" rtl="0">
              <a:spcBef>
                <a:spcPts val="0"/>
              </a:spcBef>
              <a:buClr>
                <a:schemeClr val="dk1"/>
              </a:buClr>
              <a:buSzPct val="84615"/>
              <a:buFont typeface="Arial"/>
              <a:buNone/>
            </a:pPr>
            <a:r>
              <a:rPr lang="en" sz="1300" b="1"/>
              <a:t>Actors:</a:t>
            </a:r>
            <a:r>
              <a:rPr lang="en" sz="1300"/>
              <a:t> Network linked data clients / users.</a:t>
            </a:r>
            <a:br>
              <a:rPr lang="en" sz="1300"/>
            </a:br>
            <a:r>
              <a:rPr lang="en" sz="1300" b="1"/>
              <a:t>Information:</a:t>
            </a:r>
            <a:r>
              <a:rPr lang="en" sz="1300"/>
              <a:t> An external application passes in a stream reach or a location near a river and additional information to configure the desired features and other characteristics of the request.</a:t>
            </a:r>
            <a:br>
              <a:rPr lang="en" sz="1300"/>
            </a:br>
            <a:r>
              <a:rPr lang="en" sz="1300" b="1"/>
              <a:t>Computation:</a:t>
            </a:r>
            <a:r>
              <a:rPr lang="en" sz="1300"/>
              <a:t> The network linked data service traverses the network according to the passed-in query, performs the query and formats the result to send back to the user.</a:t>
            </a:r>
          </a:p>
        </p:txBody>
      </p:sp>
      <p:sp>
        <p:nvSpPr>
          <p:cNvPr id="743" name="Shape 743"/>
          <p:cNvSpPr txBox="1">
            <a:spLocks noGrp="1"/>
          </p:cNvSpPr>
          <p:nvPr>
            <p:ph type="title"/>
          </p:nvPr>
        </p:nvSpPr>
        <p:spPr>
          <a:xfrm>
            <a:off x="150175" y="87733"/>
            <a:ext cx="8804100" cy="750900"/>
          </a:xfrm>
          <a:prstGeom prst="rect">
            <a:avLst/>
          </a:prstGeom>
        </p:spPr>
        <p:txBody>
          <a:bodyPr lIns="91425" tIns="91425" rIns="91425" bIns="91425" anchor="b" anchorCtr="0">
            <a:noAutofit/>
          </a:bodyPr>
          <a:lstStyle/>
          <a:p>
            <a:pPr lvl="0" rtl="0">
              <a:spcBef>
                <a:spcPts val="0"/>
              </a:spcBef>
              <a:buNone/>
            </a:pPr>
            <a:r>
              <a:rPr lang="en" i="1"/>
              <a:t>Network Linked Data Index</a:t>
            </a:r>
            <a:r>
              <a:rPr lang="en"/>
              <a:t> Use Cases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Shape 748"/>
          <p:cNvSpPr txBox="1">
            <a:spLocks noGrp="1"/>
          </p:cNvSpPr>
          <p:nvPr>
            <p:ph type="title"/>
          </p:nvPr>
        </p:nvSpPr>
        <p:spPr>
          <a:xfrm>
            <a:off x="498474" y="-170329"/>
            <a:ext cx="7556400" cy="995100"/>
          </a:xfrm>
          <a:prstGeom prst="rect">
            <a:avLst/>
          </a:prstGeom>
        </p:spPr>
        <p:txBody>
          <a:bodyPr lIns="91425" tIns="91425" rIns="91425" bIns="91425" anchor="b" anchorCtr="0">
            <a:noAutofit/>
          </a:bodyPr>
          <a:lstStyle/>
          <a:p>
            <a:pPr lvl="0" rtl="0">
              <a:spcBef>
                <a:spcPts val="0"/>
              </a:spcBef>
              <a:buNone/>
            </a:pPr>
            <a:r>
              <a:rPr lang="en"/>
              <a:t>Water Quality Data Discovery</a:t>
            </a:r>
          </a:p>
        </p:txBody>
      </p:sp>
      <p:sp>
        <p:nvSpPr>
          <p:cNvPr id="749" name="Shape 749"/>
          <p:cNvSpPr txBox="1">
            <a:spLocks noGrp="1"/>
          </p:cNvSpPr>
          <p:nvPr>
            <p:ph type="body" idx="2"/>
          </p:nvPr>
        </p:nvSpPr>
        <p:spPr>
          <a:xfrm>
            <a:off x="498518" y="443753"/>
            <a:ext cx="7559100" cy="774300"/>
          </a:xfrm>
          <a:prstGeom prst="rect">
            <a:avLst/>
          </a:prstGeom>
        </p:spPr>
        <p:txBody>
          <a:bodyPr lIns="91425" tIns="91425" rIns="91425" bIns="91425" anchor="t" anchorCtr="0">
            <a:noAutofit/>
          </a:bodyPr>
          <a:lstStyle/>
          <a:p>
            <a:pPr lvl="0" rtl="0">
              <a:spcBef>
                <a:spcPts val="0"/>
              </a:spcBef>
              <a:buNone/>
            </a:pPr>
            <a:r>
              <a:rPr lang="en"/>
              <a:t>Using the Hydro-Network Linked Data Index</a:t>
            </a:r>
          </a:p>
        </p:txBody>
      </p:sp>
      <p:pic>
        <p:nvPicPr>
          <p:cNvPr id="750" name="Shape 75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436624" y="1448224"/>
            <a:ext cx="4965747" cy="3956121"/>
          </a:xfrm>
          <a:prstGeom prst="rect">
            <a:avLst/>
          </a:prstGeom>
          <a:noFill/>
          <a:ln>
            <a:noFill/>
          </a:ln>
        </p:spPr>
      </p:pic>
      <p:sp>
        <p:nvSpPr>
          <p:cNvPr id="751" name="Shape 751"/>
          <p:cNvSpPr/>
          <p:nvPr/>
        </p:nvSpPr>
        <p:spPr>
          <a:xfrm>
            <a:off x="2858750" y="860366"/>
            <a:ext cx="3708900" cy="552300"/>
          </a:xfrm>
          <a:prstGeom prst="roundRect">
            <a:avLst>
              <a:gd name="adj" fmla="val 16667"/>
            </a:avLst>
          </a:prstGeom>
          <a:noFill/>
          <a:ln w="28575" cap="flat" cmpd="sng">
            <a:solidFill>
              <a:srgbClr val="FF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Shape 756"/>
          <p:cNvSpPr txBox="1">
            <a:spLocks noGrp="1"/>
          </p:cNvSpPr>
          <p:nvPr>
            <p:ph type="title"/>
          </p:nvPr>
        </p:nvSpPr>
        <p:spPr>
          <a:xfrm>
            <a:off x="498474" y="-94129"/>
            <a:ext cx="7556400" cy="995100"/>
          </a:xfrm>
          <a:prstGeom prst="rect">
            <a:avLst/>
          </a:prstGeom>
        </p:spPr>
        <p:txBody>
          <a:bodyPr lIns="91425" tIns="91425" rIns="91425" bIns="91425" anchor="b" anchorCtr="0">
            <a:noAutofit/>
          </a:bodyPr>
          <a:lstStyle/>
          <a:p>
            <a:pPr lvl="0" rtl="0">
              <a:spcBef>
                <a:spcPts val="0"/>
              </a:spcBef>
              <a:buNone/>
            </a:pPr>
            <a:r>
              <a:rPr lang="en"/>
              <a:t>Water Quality Data Discovery</a:t>
            </a:r>
          </a:p>
        </p:txBody>
      </p:sp>
      <p:sp>
        <p:nvSpPr>
          <p:cNvPr id="757" name="Shape 757"/>
          <p:cNvSpPr txBox="1">
            <a:spLocks noGrp="1"/>
          </p:cNvSpPr>
          <p:nvPr>
            <p:ph type="body" idx="2"/>
          </p:nvPr>
        </p:nvSpPr>
        <p:spPr>
          <a:xfrm>
            <a:off x="445393" y="493519"/>
            <a:ext cx="7559100" cy="774300"/>
          </a:xfrm>
          <a:prstGeom prst="rect">
            <a:avLst/>
          </a:prstGeom>
        </p:spPr>
        <p:txBody>
          <a:bodyPr lIns="91425" tIns="91425" rIns="91425" bIns="91425" anchor="t" anchorCtr="0">
            <a:noAutofit/>
          </a:bodyPr>
          <a:lstStyle/>
          <a:p>
            <a:pPr lvl="0" rtl="0">
              <a:spcBef>
                <a:spcPts val="0"/>
              </a:spcBef>
              <a:buNone/>
            </a:pPr>
            <a:r>
              <a:rPr lang="en"/>
              <a:t>Using the Hydro-Network Linked Data Index</a:t>
            </a:r>
          </a:p>
        </p:txBody>
      </p:sp>
      <p:pic>
        <p:nvPicPr>
          <p:cNvPr id="758" name="Shape 75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1586633"/>
            <a:ext cx="6857998" cy="39535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Shape 763"/>
          <p:cNvSpPr txBox="1">
            <a:spLocks noGrp="1"/>
          </p:cNvSpPr>
          <p:nvPr>
            <p:ph type="title"/>
          </p:nvPr>
        </p:nvSpPr>
        <p:spPr>
          <a:xfrm>
            <a:off x="498474" y="-94129"/>
            <a:ext cx="7556400" cy="995100"/>
          </a:xfrm>
          <a:prstGeom prst="rect">
            <a:avLst/>
          </a:prstGeom>
        </p:spPr>
        <p:txBody>
          <a:bodyPr lIns="91425" tIns="91425" rIns="91425" bIns="91425" anchor="b" anchorCtr="0">
            <a:noAutofit/>
          </a:bodyPr>
          <a:lstStyle/>
          <a:p>
            <a:pPr lvl="0" rtl="0">
              <a:spcBef>
                <a:spcPts val="0"/>
              </a:spcBef>
              <a:buNone/>
            </a:pPr>
            <a:r>
              <a:rPr lang="en"/>
              <a:t>Water Quality Data Discovery</a:t>
            </a:r>
          </a:p>
        </p:txBody>
      </p:sp>
      <p:sp>
        <p:nvSpPr>
          <p:cNvPr id="764" name="Shape 764"/>
          <p:cNvSpPr txBox="1">
            <a:spLocks noGrp="1"/>
          </p:cNvSpPr>
          <p:nvPr>
            <p:ph type="body" idx="2"/>
          </p:nvPr>
        </p:nvSpPr>
        <p:spPr>
          <a:xfrm>
            <a:off x="445393" y="550186"/>
            <a:ext cx="7559100" cy="774300"/>
          </a:xfrm>
          <a:prstGeom prst="rect">
            <a:avLst/>
          </a:prstGeom>
        </p:spPr>
        <p:txBody>
          <a:bodyPr lIns="91425" tIns="91425" rIns="91425" bIns="91425" anchor="t" anchorCtr="0">
            <a:noAutofit/>
          </a:bodyPr>
          <a:lstStyle/>
          <a:p>
            <a:pPr lvl="0" rtl="0">
              <a:spcBef>
                <a:spcPts val="0"/>
              </a:spcBef>
              <a:buNone/>
            </a:pPr>
            <a:r>
              <a:rPr lang="en"/>
              <a:t>Using the Hydro-Network Linked Data Index</a:t>
            </a:r>
          </a:p>
        </p:txBody>
      </p:sp>
      <p:pic>
        <p:nvPicPr>
          <p:cNvPr id="765" name="Shape 76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1608124"/>
            <a:ext cx="6858000" cy="3937402"/>
          </a:xfrm>
          <a:prstGeom prst="rect">
            <a:avLst/>
          </a:prstGeom>
          <a:noFill/>
          <a:ln>
            <a:noFill/>
          </a:ln>
        </p:spPr>
      </p:pic>
      <p:pic>
        <p:nvPicPr>
          <p:cNvPr id="766" name="Shape 76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0" y="1634592"/>
            <a:ext cx="3385761" cy="3972693"/>
          </a:xfrm>
          <a:prstGeom prst="rect">
            <a:avLst/>
          </a:prstGeom>
          <a:noFill/>
          <a:ln>
            <a:noFill/>
          </a:ln>
        </p:spPr>
      </p:pic>
      <p:pic>
        <p:nvPicPr>
          <p:cNvPr id="767" name="Shape 76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924012" y="5223437"/>
            <a:ext cx="4993481" cy="1164431"/>
          </a:xfrm>
          <a:prstGeom prst="rect">
            <a:avLst/>
          </a:prstGeom>
          <a:noFill/>
          <a:ln>
            <a:noFill/>
          </a:ln>
        </p:spPr>
      </p:pic>
      <p:pic>
        <p:nvPicPr>
          <p:cNvPr id="768" name="Shape 76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5062" y="2949550"/>
            <a:ext cx="2121693" cy="26717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Shape 773"/>
          <p:cNvSpPr txBox="1">
            <a:spLocks noGrp="1"/>
          </p:cNvSpPr>
          <p:nvPr>
            <p:ph type="title"/>
          </p:nvPr>
        </p:nvSpPr>
        <p:spPr>
          <a:xfrm>
            <a:off x="311700" y="161300"/>
            <a:ext cx="8520600" cy="582300"/>
          </a:xfrm>
          <a:prstGeom prst="rect">
            <a:avLst/>
          </a:prstGeom>
        </p:spPr>
        <p:txBody>
          <a:bodyPr lIns="91425" tIns="91425" rIns="91425" bIns="91425" anchor="t" anchorCtr="0">
            <a:noAutofit/>
          </a:bodyPr>
          <a:lstStyle/>
          <a:p>
            <a:pPr lvl="0" rtl="0">
              <a:spcBef>
                <a:spcPts val="0"/>
              </a:spcBef>
              <a:buNone/>
            </a:pPr>
            <a:r>
              <a:rPr lang="en"/>
              <a:t>Network Linked Data System Use Case Diagram</a:t>
            </a:r>
          </a:p>
        </p:txBody>
      </p:sp>
      <p:sp>
        <p:nvSpPr>
          <p:cNvPr id="774" name="Shape 774"/>
          <p:cNvSpPr/>
          <p:nvPr/>
        </p:nvSpPr>
        <p:spPr>
          <a:xfrm>
            <a:off x="2813875" y="823258"/>
            <a:ext cx="2895300" cy="4188300"/>
          </a:xfrm>
          <a:prstGeom prst="rect">
            <a:avLst/>
          </a:prstGeom>
          <a:noFill/>
          <a:ln w="19050" cap="flat" cmpd="sng">
            <a:solidFill>
              <a:srgbClr val="666666"/>
            </a:solidFill>
            <a:prstDash val="dash"/>
            <a:round/>
            <a:headEnd type="none" w="med" len="med"/>
            <a:tailEnd type="none" w="med" len="med"/>
          </a:ln>
        </p:spPr>
        <p:txBody>
          <a:bodyPr lIns="91425" tIns="91425" rIns="91425" bIns="91425" anchor="b" anchorCtr="0">
            <a:noAutofit/>
          </a:bodyPr>
          <a:lstStyle/>
          <a:p>
            <a:pPr lvl="0" algn="ctr" rtl="0">
              <a:spcBef>
                <a:spcPts val="0"/>
              </a:spcBef>
              <a:buNone/>
            </a:pPr>
            <a:r>
              <a:rPr lang="en"/>
              <a:t>Network Linked Data Index System</a:t>
            </a:r>
          </a:p>
        </p:txBody>
      </p:sp>
      <p:sp>
        <p:nvSpPr>
          <p:cNvPr id="775" name="Shape 775"/>
          <p:cNvSpPr/>
          <p:nvPr/>
        </p:nvSpPr>
        <p:spPr>
          <a:xfrm>
            <a:off x="3364750" y="2256442"/>
            <a:ext cx="1592700" cy="776100"/>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Swimmer</a:t>
            </a:r>
          </a:p>
        </p:txBody>
      </p:sp>
      <p:grpSp>
        <p:nvGrpSpPr>
          <p:cNvPr id="776" name="Shape 776"/>
          <p:cNvGrpSpPr/>
          <p:nvPr/>
        </p:nvGrpSpPr>
        <p:grpSpPr>
          <a:xfrm>
            <a:off x="1110712" y="3661676"/>
            <a:ext cx="1062000" cy="779961"/>
            <a:chOff x="415887" y="1948775"/>
            <a:chExt cx="1062000" cy="767075"/>
          </a:xfrm>
        </p:grpSpPr>
        <p:sp>
          <p:nvSpPr>
            <p:cNvPr id="777" name="Shape 777"/>
            <p:cNvSpPr txBox="1"/>
            <p:nvPr/>
          </p:nvSpPr>
          <p:spPr>
            <a:xfrm>
              <a:off x="415887" y="2350750"/>
              <a:ext cx="1062000" cy="365100"/>
            </a:xfrm>
            <a:prstGeom prst="rect">
              <a:avLst/>
            </a:prstGeom>
            <a:noFill/>
            <a:ln>
              <a:noFill/>
            </a:ln>
          </p:spPr>
          <p:txBody>
            <a:bodyPr lIns="91425" tIns="91425" rIns="91425" bIns="91425" anchor="t" anchorCtr="0">
              <a:noAutofit/>
            </a:bodyPr>
            <a:lstStyle/>
            <a:p>
              <a:pPr lvl="0" algn="ctr" rtl="0">
                <a:spcBef>
                  <a:spcPts val="0"/>
                </a:spcBef>
                <a:buNone/>
              </a:pPr>
              <a:r>
                <a:rPr lang="en" sz="1000"/>
                <a:t>Client Applications </a:t>
              </a:r>
            </a:p>
          </p:txBody>
        </p:sp>
        <p:pic>
          <p:nvPicPr>
            <p:cNvPr id="778" name="Shape 778"/>
            <p:cNvPicPr preferRelativeResize="0"/>
            <p:nvPr/>
          </p:nvPicPr>
          <p:blipFill>
            <a:blip r:embed="rId3">
              <a:alphaModFix/>
            </a:blip>
            <a:stretch>
              <a:fillRect/>
            </a:stretch>
          </p:blipFill>
          <p:spPr>
            <a:xfrm>
              <a:off x="818300" y="1948775"/>
              <a:ext cx="257175" cy="466725"/>
            </a:xfrm>
            <a:prstGeom prst="rect">
              <a:avLst/>
            </a:prstGeom>
            <a:noFill/>
            <a:ln>
              <a:noFill/>
            </a:ln>
          </p:spPr>
        </p:pic>
      </p:grpSp>
      <p:sp>
        <p:nvSpPr>
          <p:cNvPr id="779" name="Shape 779"/>
          <p:cNvSpPr/>
          <p:nvPr/>
        </p:nvSpPr>
        <p:spPr>
          <a:xfrm>
            <a:off x="3364750" y="3462361"/>
            <a:ext cx="1592700" cy="776100"/>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Linked Data Services</a:t>
            </a:r>
          </a:p>
        </p:txBody>
      </p:sp>
      <p:cxnSp>
        <p:nvCxnSpPr>
          <p:cNvPr id="780" name="Shape 780"/>
          <p:cNvCxnSpPr>
            <a:stCxn id="779" idx="2"/>
            <a:endCxn id="778" idx="3"/>
          </p:cNvCxnSpPr>
          <p:nvPr/>
        </p:nvCxnSpPr>
        <p:spPr>
          <a:xfrm flipH="1">
            <a:off x="1770250" y="3850411"/>
            <a:ext cx="1594500" cy="48600"/>
          </a:xfrm>
          <a:prstGeom prst="straightConnector1">
            <a:avLst/>
          </a:prstGeom>
          <a:noFill/>
          <a:ln w="19050" cap="flat" cmpd="sng">
            <a:solidFill>
              <a:srgbClr val="666666"/>
            </a:solidFill>
            <a:prstDash val="solid"/>
            <a:round/>
            <a:headEnd type="none" w="lg" len="lg"/>
            <a:tailEnd type="none" w="lg" len="lg"/>
          </a:ln>
        </p:spPr>
      </p:cxnSp>
      <p:cxnSp>
        <p:nvCxnSpPr>
          <p:cNvPr id="781" name="Shape 781"/>
          <p:cNvCxnSpPr>
            <a:stCxn id="782" idx="1"/>
            <a:endCxn id="775" idx="6"/>
          </p:cNvCxnSpPr>
          <p:nvPr/>
        </p:nvCxnSpPr>
        <p:spPr>
          <a:xfrm rot="10800000">
            <a:off x="4957350" y="2644458"/>
            <a:ext cx="1568100" cy="237300"/>
          </a:xfrm>
          <a:prstGeom prst="straightConnector1">
            <a:avLst/>
          </a:prstGeom>
          <a:noFill/>
          <a:ln w="19050" cap="flat" cmpd="sng">
            <a:solidFill>
              <a:srgbClr val="666666"/>
            </a:solidFill>
            <a:prstDash val="solid"/>
            <a:round/>
            <a:headEnd type="none" w="lg" len="lg"/>
            <a:tailEnd type="none" w="lg" len="lg"/>
          </a:ln>
        </p:spPr>
      </p:cxnSp>
      <p:grpSp>
        <p:nvGrpSpPr>
          <p:cNvPr id="783" name="Shape 783"/>
          <p:cNvGrpSpPr/>
          <p:nvPr/>
        </p:nvGrpSpPr>
        <p:grpSpPr>
          <a:xfrm>
            <a:off x="6177075" y="2644475"/>
            <a:ext cx="1062000" cy="788528"/>
            <a:chOff x="469925" y="1948775"/>
            <a:chExt cx="1062000" cy="775500"/>
          </a:xfrm>
        </p:grpSpPr>
        <p:sp>
          <p:nvSpPr>
            <p:cNvPr id="784" name="Shape 784"/>
            <p:cNvSpPr txBox="1"/>
            <p:nvPr/>
          </p:nvSpPr>
          <p:spPr>
            <a:xfrm>
              <a:off x="469925" y="2359175"/>
              <a:ext cx="1062000" cy="365100"/>
            </a:xfrm>
            <a:prstGeom prst="rect">
              <a:avLst/>
            </a:prstGeom>
            <a:noFill/>
            <a:ln>
              <a:noFill/>
            </a:ln>
          </p:spPr>
          <p:txBody>
            <a:bodyPr lIns="91425" tIns="91425" rIns="91425" bIns="91425" anchor="t" anchorCtr="0">
              <a:noAutofit/>
            </a:bodyPr>
            <a:lstStyle/>
            <a:p>
              <a:pPr lvl="0" rtl="0">
                <a:spcBef>
                  <a:spcPts val="0"/>
                </a:spcBef>
                <a:buNone/>
              </a:pPr>
              <a:r>
                <a:rPr lang="en" sz="1000"/>
                <a:t>Network Linked Data Source (WQP, etc.)</a:t>
              </a:r>
            </a:p>
          </p:txBody>
        </p:sp>
        <p:pic>
          <p:nvPicPr>
            <p:cNvPr id="782" name="Shape 782"/>
            <p:cNvPicPr preferRelativeResize="0"/>
            <p:nvPr/>
          </p:nvPicPr>
          <p:blipFill>
            <a:blip r:embed="rId3">
              <a:alphaModFix/>
            </a:blip>
            <a:stretch>
              <a:fillRect/>
            </a:stretch>
          </p:blipFill>
          <p:spPr>
            <a:xfrm>
              <a:off x="818300" y="1948775"/>
              <a:ext cx="257175" cy="466725"/>
            </a:xfrm>
            <a:prstGeom prst="rect">
              <a:avLst/>
            </a:prstGeom>
            <a:noFill/>
            <a:ln>
              <a:noFill/>
            </a:ln>
          </p:spPr>
        </p:pic>
      </p:grpSp>
      <p:sp>
        <p:nvSpPr>
          <p:cNvPr id="785" name="Shape 785"/>
          <p:cNvSpPr/>
          <p:nvPr/>
        </p:nvSpPr>
        <p:spPr>
          <a:xfrm>
            <a:off x="3364750" y="1050537"/>
            <a:ext cx="1592700" cy="776099"/>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Master Tools</a:t>
            </a:r>
          </a:p>
        </p:txBody>
      </p:sp>
      <p:grpSp>
        <p:nvGrpSpPr>
          <p:cNvPr id="786" name="Shape 786"/>
          <p:cNvGrpSpPr/>
          <p:nvPr/>
        </p:nvGrpSpPr>
        <p:grpSpPr>
          <a:xfrm>
            <a:off x="5924775" y="1735410"/>
            <a:ext cx="1542900" cy="758812"/>
            <a:chOff x="242625" y="1948775"/>
            <a:chExt cx="1542900" cy="746275"/>
          </a:xfrm>
        </p:grpSpPr>
        <p:sp>
          <p:nvSpPr>
            <p:cNvPr id="787" name="Shape 787"/>
            <p:cNvSpPr txBox="1"/>
            <p:nvPr/>
          </p:nvSpPr>
          <p:spPr>
            <a:xfrm>
              <a:off x="242625" y="2329950"/>
              <a:ext cx="1542900" cy="365100"/>
            </a:xfrm>
            <a:prstGeom prst="rect">
              <a:avLst/>
            </a:prstGeom>
            <a:noFill/>
            <a:ln>
              <a:noFill/>
            </a:ln>
          </p:spPr>
          <p:txBody>
            <a:bodyPr lIns="91425" tIns="91425" rIns="91425" bIns="91425" anchor="t" anchorCtr="0">
              <a:noAutofit/>
            </a:bodyPr>
            <a:lstStyle/>
            <a:p>
              <a:pPr lvl="0" rtl="0">
                <a:spcBef>
                  <a:spcPts val="0"/>
                </a:spcBef>
                <a:buNone/>
              </a:pPr>
              <a:r>
                <a:rPr lang="en" sz="1000"/>
                <a:t>ScienceBase Content Management System</a:t>
              </a:r>
            </a:p>
          </p:txBody>
        </p:sp>
        <p:pic>
          <p:nvPicPr>
            <p:cNvPr id="788" name="Shape 788"/>
            <p:cNvPicPr preferRelativeResize="0"/>
            <p:nvPr/>
          </p:nvPicPr>
          <p:blipFill>
            <a:blip r:embed="rId3">
              <a:alphaModFix/>
            </a:blip>
            <a:stretch>
              <a:fillRect/>
            </a:stretch>
          </p:blipFill>
          <p:spPr>
            <a:xfrm>
              <a:off x="818300" y="1948775"/>
              <a:ext cx="257175" cy="466725"/>
            </a:xfrm>
            <a:prstGeom prst="rect">
              <a:avLst/>
            </a:prstGeom>
            <a:noFill/>
            <a:ln>
              <a:noFill/>
            </a:ln>
          </p:spPr>
        </p:pic>
      </p:grpSp>
      <p:cxnSp>
        <p:nvCxnSpPr>
          <p:cNvPr id="789" name="Shape 789"/>
          <p:cNvCxnSpPr>
            <a:stCxn id="788" idx="1"/>
            <a:endCxn id="775" idx="6"/>
          </p:cNvCxnSpPr>
          <p:nvPr/>
        </p:nvCxnSpPr>
        <p:spPr>
          <a:xfrm flipH="1">
            <a:off x="4957550" y="1972693"/>
            <a:ext cx="1542900" cy="671700"/>
          </a:xfrm>
          <a:prstGeom prst="straightConnector1">
            <a:avLst/>
          </a:prstGeom>
          <a:noFill/>
          <a:ln w="19050" cap="flat" cmpd="sng">
            <a:solidFill>
              <a:srgbClr val="666666"/>
            </a:solidFill>
            <a:prstDash val="solid"/>
            <a:round/>
            <a:headEnd type="none" w="lg" len="lg"/>
            <a:tailEnd type="none" w="lg" len="lg"/>
          </a:ln>
        </p:spPr>
      </p:cxnSp>
      <p:cxnSp>
        <p:nvCxnSpPr>
          <p:cNvPr id="790" name="Shape 790"/>
          <p:cNvCxnSpPr>
            <a:stCxn id="775" idx="4"/>
            <a:endCxn id="779" idx="0"/>
          </p:cNvCxnSpPr>
          <p:nvPr/>
        </p:nvCxnSpPr>
        <p:spPr>
          <a:xfrm>
            <a:off x="4161100" y="3032542"/>
            <a:ext cx="0" cy="429900"/>
          </a:xfrm>
          <a:prstGeom prst="straightConnector1">
            <a:avLst/>
          </a:prstGeom>
          <a:noFill/>
          <a:ln w="19050" cap="flat" cmpd="sng">
            <a:solidFill>
              <a:srgbClr val="666666"/>
            </a:solidFill>
            <a:prstDash val="solid"/>
            <a:round/>
            <a:headEnd type="none" w="lg" len="lg"/>
            <a:tailEnd type="none" w="lg" len="lg"/>
          </a:ln>
        </p:spPr>
      </p:cxnSp>
      <p:cxnSp>
        <p:nvCxnSpPr>
          <p:cNvPr id="791" name="Shape 791"/>
          <p:cNvCxnSpPr>
            <a:stCxn id="785" idx="4"/>
            <a:endCxn id="775" idx="0"/>
          </p:cNvCxnSpPr>
          <p:nvPr/>
        </p:nvCxnSpPr>
        <p:spPr>
          <a:xfrm>
            <a:off x="4161100" y="1826637"/>
            <a:ext cx="0" cy="429900"/>
          </a:xfrm>
          <a:prstGeom prst="straightConnector1">
            <a:avLst/>
          </a:prstGeom>
          <a:noFill/>
          <a:ln w="19050" cap="flat" cmpd="sng">
            <a:solidFill>
              <a:srgbClr val="666666"/>
            </a:solidFill>
            <a:prstDash val="solid"/>
            <a:round/>
            <a:headEnd type="none" w="lg" len="lg"/>
            <a:tailEnd type="none" w="lg" len="lg"/>
          </a:ln>
        </p:spPr>
      </p:cxnSp>
      <p:grpSp>
        <p:nvGrpSpPr>
          <p:cNvPr id="792" name="Shape 792"/>
          <p:cNvGrpSpPr/>
          <p:nvPr/>
        </p:nvGrpSpPr>
        <p:grpSpPr>
          <a:xfrm>
            <a:off x="1080225" y="1192734"/>
            <a:ext cx="1290600" cy="779974"/>
            <a:chOff x="385400" y="1948775"/>
            <a:chExt cx="1290600" cy="767087"/>
          </a:xfrm>
        </p:grpSpPr>
        <p:sp>
          <p:nvSpPr>
            <p:cNvPr id="793" name="Shape 793"/>
            <p:cNvSpPr txBox="1"/>
            <p:nvPr/>
          </p:nvSpPr>
          <p:spPr>
            <a:xfrm>
              <a:off x="385400" y="2350762"/>
              <a:ext cx="1290600" cy="365100"/>
            </a:xfrm>
            <a:prstGeom prst="rect">
              <a:avLst/>
            </a:prstGeom>
            <a:noFill/>
            <a:ln>
              <a:noFill/>
            </a:ln>
          </p:spPr>
          <p:txBody>
            <a:bodyPr lIns="91425" tIns="91425" rIns="91425" bIns="91425" anchor="t" anchorCtr="0">
              <a:noAutofit/>
            </a:bodyPr>
            <a:lstStyle/>
            <a:p>
              <a:pPr lvl="0" rtl="0">
                <a:spcBef>
                  <a:spcPts val="0"/>
                </a:spcBef>
                <a:buNone/>
              </a:pPr>
              <a:r>
                <a:rPr lang="en" sz="1000"/>
                <a:t>System Manager</a:t>
              </a:r>
            </a:p>
            <a:p>
              <a:pPr lvl="0" rtl="0">
                <a:spcBef>
                  <a:spcPts val="0"/>
                </a:spcBef>
                <a:buNone/>
              </a:pPr>
              <a:r>
                <a:rPr lang="en" sz="1000"/>
                <a:t>(WQP manager)</a:t>
              </a:r>
            </a:p>
          </p:txBody>
        </p:sp>
        <p:pic>
          <p:nvPicPr>
            <p:cNvPr id="794" name="Shape 794"/>
            <p:cNvPicPr preferRelativeResize="0"/>
            <p:nvPr/>
          </p:nvPicPr>
          <p:blipFill>
            <a:blip r:embed="rId3">
              <a:alphaModFix/>
            </a:blip>
            <a:stretch>
              <a:fillRect/>
            </a:stretch>
          </p:blipFill>
          <p:spPr>
            <a:xfrm>
              <a:off x="818300" y="1948775"/>
              <a:ext cx="257175" cy="466725"/>
            </a:xfrm>
            <a:prstGeom prst="rect">
              <a:avLst/>
            </a:prstGeom>
            <a:noFill/>
            <a:ln>
              <a:noFill/>
            </a:ln>
          </p:spPr>
        </p:pic>
      </p:grpSp>
      <p:cxnSp>
        <p:nvCxnSpPr>
          <p:cNvPr id="795" name="Shape 795"/>
          <p:cNvCxnSpPr>
            <a:stCxn id="785" idx="2"/>
            <a:endCxn id="794" idx="3"/>
          </p:cNvCxnSpPr>
          <p:nvPr/>
        </p:nvCxnSpPr>
        <p:spPr>
          <a:xfrm rot="10800000">
            <a:off x="1770250" y="1429887"/>
            <a:ext cx="1594500" cy="8700"/>
          </a:xfrm>
          <a:prstGeom prst="straightConnector1">
            <a:avLst/>
          </a:prstGeom>
          <a:noFill/>
          <a:ln w="19050" cap="flat" cmpd="sng">
            <a:solidFill>
              <a:srgbClr val="666666"/>
            </a:solidFill>
            <a:prstDash val="solid"/>
            <a:round/>
            <a:headEnd type="none" w="lg" len="lg"/>
            <a:tailEnd type="none" w="lg" len="lg"/>
          </a:ln>
        </p:spPr>
      </p:cxnSp>
      <p:cxnSp>
        <p:nvCxnSpPr>
          <p:cNvPr id="796" name="Shape 796"/>
          <p:cNvCxnSpPr>
            <a:stCxn id="788" idx="1"/>
            <a:endCxn id="785" idx="6"/>
          </p:cNvCxnSpPr>
          <p:nvPr/>
        </p:nvCxnSpPr>
        <p:spPr>
          <a:xfrm rot="10800000">
            <a:off x="4957550" y="1438693"/>
            <a:ext cx="1542900" cy="534000"/>
          </a:xfrm>
          <a:prstGeom prst="straightConnector1">
            <a:avLst/>
          </a:prstGeom>
          <a:noFill/>
          <a:ln w="19050" cap="flat" cmpd="sng">
            <a:solidFill>
              <a:srgbClr val="666666"/>
            </a:solidFill>
            <a:prstDash val="solid"/>
            <a:round/>
            <a:headEnd type="none" w="lg" len="lg"/>
            <a:tailEnd type="none" w="lg" len="lg"/>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Shape 801"/>
          <p:cNvSpPr txBox="1">
            <a:spLocks noGrp="1"/>
          </p:cNvSpPr>
          <p:nvPr>
            <p:ph type="title"/>
          </p:nvPr>
        </p:nvSpPr>
        <p:spPr>
          <a:xfrm>
            <a:off x="311700" y="161300"/>
            <a:ext cx="8520600" cy="582300"/>
          </a:xfrm>
          <a:prstGeom prst="rect">
            <a:avLst/>
          </a:prstGeom>
        </p:spPr>
        <p:txBody>
          <a:bodyPr lIns="91425" tIns="91425" rIns="91425" bIns="91425" anchor="t" anchorCtr="0">
            <a:noAutofit/>
          </a:bodyPr>
          <a:lstStyle/>
          <a:p>
            <a:pPr lvl="0" rtl="0">
              <a:spcBef>
                <a:spcPts val="0"/>
              </a:spcBef>
              <a:buNone/>
            </a:pPr>
            <a:r>
              <a:rPr lang="en"/>
              <a:t>Network Linked Data System Use Case Diagram</a:t>
            </a:r>
          </a:p>
        </p:txBody>
      </p:sp>
      <p:sp>
        <p:nvSpPr>
          <p:cNvPr id="802" name="Shape 802"/>
          <p:cNvSpPr/>
          <p:nvPr/>
        </p:nvSpPr>
        <p:spPr>
          <a:xfrm>
            <a:off x="2813875" y="823258"/>
            <a:ext cx="2895300" cy="4188300"/>
          </a:xfrm>
          <a:prstGeom prst="rect">
            <a:avLst/>
          </a:prstGeom>
          <a:noFill/>
          <a:ln w="19050" cap="flat" cmpd="sng">
            <a:solidFill>
              <a:srgbClr val="666666"/>
            </a:solidFill>
            <a:prstDash val="dash"/>
            <a:round/>
            <a:headEnd type="none" w="med" len="med"/>
            <a:tailEnd type="none" w="med" len="med"/>
          </a:ln>
        </p:spPr>
        <p:txBody>
          <a:bodyPr lIns="91425" tIns="91425" rIns="91425" bIns="91425" anchor="b" anchorCtr="0">
            <a:noAutofit/>
          </a:bodyPr>
          <a:lstStyle/>
          <a:p>
            <a:pPr lvl="0" algn="ctr" rtl="0">
              <a:spcBef>
                <a:spcPts val="0"/>
              </a:spcBef>
              <a:buNone/>
            </a:pPr>
            <a:r>
              <a:rPr lang="en"/>
              <a:t>Network Linked Data Index System</a:t>
            </a:r>
          </a:p>
        </p:txBody>
      </p:sp>
      <p:sp>
        <p:nvSpPr>
          <p:cNvPr id="803" name="Shape 803"/>
          <p:cNvSpPr/>
          <p:nvPr/>
        </p:nvSpPr>
        <p:spPr>
          <a:xfrm>
            <a:off x="3364750" y="2256442"/>
            <a:ext cx="1592700" cy="776100"/>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Swimmer</a:t>
            </a:r>
          </a:p>
        </p:txBody>
      </p:sp>
      <p:grpSp>
        <p:nvGrpSpPr>
          <p:cNvPr id="804" name="Shape 804"/>
          <p:cNvGrpSpPr/>
          <p:nvPr/>
        </p:nvGrpSpPr>
        <p:grpSpPr>
          <a:xfrm>
            <a:off x="1110712" y="3661676"/>
            <a:ext cx="1062000" cy="779961"/>
            <a:chOff x="415887" y="1948775"/>
            <a:chExt cx="1062000" cy="767075"/>
          </a:xfrm>
        </p:grpSpPr>
        <p:sp>
          <p:nvSpPr>
            <p:cNvPr id="805" name="Shape 805"/>
            <p:cNvSpPr txBox="1"/>
            <p:nvPr/>
          </p:nvSpPr>
          <p:spPr>
            <a:xfrm>
              <a:off x="415887" y="2350750"/>
              <a:ext cx="1062000" cy="365100"/>
            </a:xfrm>
            <a:prstGeom prst="rect">
              <a:avLst/>
            </a:prstGeom>
            <a:noFill/>
            <a:ln>
              <a:noFill/>
            </a:ln>
          </p:spPr>
          <p:txBody>
            <a:bodyPr lIns="91425" tIns="91425" rIns="91425" bIns="91425" anchor="t" anchorCtr="0">
              <a:noAutofit/>
            </a:bodyPr>
            <a:lstStyle/>
            <a:p>
              <a:pPr lvl="0" algn="ctr" rtl="0">
                <a:spcBef>
                  <a:spcPts val="0"/>
                </a:spcBef>
                <a:buNone/>
              </a:pPr>
              <a:r>
                <a:rPr lang="en" sz="1000"/>
                <a:t>Client Applications </a:t>
              </a:r>
            </a:p>
          </p:txBody>
        </p:sp>
        <p:pic>
          <p:nvPicPr>
            <p:cNvPr id="806" name="Shape 806"/>
            <p:cNvPicPr preferRelativeResize="0"/>
            <p:nvPr/>
          </p:nvPicPr>
          <p:blipFill>
            <a:blip r:embed="rId3">
              <a:alphaModFix/>
            </a:blip>
            <a:stretch>
              <a:fillRect/>
            </a:stretch>
          </p:blipFill>
          <p:spPr>
            <a:xfrm>
              <a:off x="818300" y="1948775"/>
              <a:ext cx="257175" cy="466725"/>
            </a:xfrm>
            <a:prstGeom prst="rect">
              <a:avLst/>
            </a:prstGeom>
            <a:noFill/>
            <a:ln>
              <a:noFill/>
            </a:ln>
          </p:spPr>
        </p:pic>
      </p:grpSp>
      <p:sp>
        <p:nvSpPr>
          <p:cNvPr id="807" name="Shape 807"/>
          <p:cNvSpPr/>
          <p:nvPr/>
        </p:nvSpPr>
        <p:spPr>
          <a:xfrm>
            <a:off x="3364750" y="3462361"/>
            <a:ext cx="1592700" cy="776100"/>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Linked Data Services</a:t>
            </a:r>
          </a:p>
        </p:txBody>
      </p:sp>
      <p:cxnSp>
        <p:nvCxnSpPr>
          <p:cNvPr id="808" name="Shape 808"/>
          <p:cNvCxnSpPr>
            <a:stCxn id="807" idx="2"/>
            <a:endCxn id="806" idx="3"/>
          </p:cNvCxnSpPr>
          <p:nvPr/>
        </p:nvCxnSpPr>
        <p:spPr>
          <a:xfrm flipH="1">
            <a:off x="1770250" y="3850411"/>
            <a:ext cx="1594500" cy="48600"/>
          </a:xfrm>
          <a:prstGeom prst="straightConnector1">
            <a:avLst/>
          </a:prstGeom>
          <a:noFill/>
          <a:ln w="19050" cap="flat" cmpd="sng">
            <a:solidFill>
              <a:srgbClr val="666666"/>
            </a:solidFill>
            <a:prstDash val="solid"/>
            <a:round/>
            <a:headEnd type="none" w="lg" len="lg"/>
            <a:tailEnd type="none" w="lg" len="lg"/>
          </a:ln>
        </p:spPr>
      </p:cxnSp>
      <p:cxnSp>
        <p:nvCxnSpPr>
          <p:cNvPr id="809" name="Shape 809"/>
          <p:cNvCxnSpPr>
            <a:stCxn id="810" idx="1"/>
            <a:endCxn id="803" idx="6"/>
          </p:cNvCxnSpPr>
          <p:nvPr/>
        </p:nvCxnSpPr>
        <p:spPr>
          <a:xfrm rot="10800000">
            <a:off x="4957350" y="2644458"/>
            <a:ext cx="1568100" cy="237300"/>
          </a:xfrm>
          <a:prstGeom prst="straightConnector1">
            <a:avLst/>
          </a:prstGeom>
          <a:noFill/>
          <a:ln w="19050" cap="flat" cmpd="sng">
            <a:solidFill>
              <a:srgbClr val="666666"/>
            </a:solidFill>
            <a:prstDash val="solid"/>
            <a:round/>
            <a:headEnd type="none" w="lg" len="lg"/>
            <a:tailEnd type="none" w="lg" len="lg"/>
          </a:ln>
        </p:spPr>
      </p:cxnSp>
      <p:grpSp>
        <p:nvGrpSpPr>
          <p:cNvPr id="811" name="Shape 811"/>
          <p:cNvGrpSpPr/>
          <p:nvPr/>
        </p:nvGrpSpPr>
        <p:grpSpPr>
          <a:xfrm>
            <a:off x="6177075" y="2644475"/>
            <a:ext cx="1062000" cy="788528"/>
            <a:chOff x="469925" y="1948775"/>
            <a:chExt cx="1062000" cy="775500"/>
          </a:xfrm>
        </p:grpSpPr>
        <p:sp>
          <p:nvSpPr>
            <p:cNvPr id="812" name="Shape 812"/>
            <p:cNvSpPr txBox="1"/>
            <p:nvPr/>
          </p:nvSpPr>
          <p:spPr>
            <a:xfrm>
              <a:off x="469925" y="2359175"/>
              <a:ext cx="1062000" cy="365100"/>
            </a:xfrm>
            <a:prstGeom prst="rect">
              <a:avLst/>
            </a:prstGeom>
            <a:noFill/>
            <a:ln>
              <a:noFill/>
            </a:ln>
          </p:spPr>
          <p:txBody>
            <a:bodyPr lIns="91425" tIns="91425" rIns="91425" bIns="91425" anchor="t" anchorCtr="0">
              <a:noAutofit/>
            </a:bodyPr>
            <a:lstStyle/>
            <a:p>
              <a:pPr lvl="0" rtl="0">
                <a:spcBef>
                  <a:spcPts val="0"/>
                </a:spcBef>
                <a:buNone/>
              </a:pPr>
              <a:r>
                <a:rPr lang="en" sz="1000"/>
                <a:t>Network Linked Data Source (WQP, etc.)</a:t>
              </a:r>
            </a:p>
          </p:txBody>
        </p:sp>
        <p:pic>
          <p:nvPicPr>
            <p:cNvPr id="810" name="Shape 810"/>
            <p:cNvPicPr preferRelativeResize="0"/>
            <p:nvPr/>
          </p:nvPicPr>
          <p:blipFill>
            <a:blip r:embed="rId3">
              <a:alphaModFix/>
            </a:blip>
            <a:stretch>
              <a:fillRect/>
            </a:stretch>
          </p:blipFill>
          <p:spPr>
            <a:xfrm>
              <a:off x="818300" y="1948775"/>
              <a:ext cx="257175" cy="466725"/>
            </a:xfrm>
            <a:prstGeom prst="rect">
              <a:avLst/>
            </a:prstGeom>
            <a:noFill/>
            <a:ln>
              <a:noFill/>
            </a:ln>
          </p:spPr>
        </p:pic>
      </p:grpSp>
      <p:sp>
        <p:nvSpPr>
          <p:cNvPr id="813" name="Shape 813"/>
          <p:cNvSpPr/>
          <p:nvPr/>
        </p:nvSpPr>
        <p:spPr>
          <a:xfrm>
            <a:off x="3364750" y="1050537"/>
            <a:ext cx="1592700" cy="776099"/>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Master Tools</a:t>
            </a:r>
          </a:p>
        </p:txBody>
      </p:sp>
      <p:grpSp>
        <p:nvGrpSpPr>
          <p:cNvPr id="814" name="Shape 814"/>
          <p:cNvGrpSpPr/>
          <p:nvPr/>
        </p:nvGrpSpPr>
        <p:grpSpPr>
          <a:xfrm>
            <a:off x="5924775" y="1735410"/>
            <a:ext cx="1542900" cy="758812"/>
            <a:chOff x="242625" y="1948775"/>
            <a:chExt cx="1542900" cy="746275"/>
          </a:xfrm>
        </p:grpSpPr>
        <p:sp>
          <p:nvSpPr>
            <p:cNvPr id="815" name="Shape 815"/>
            <p:cNvSpPr txBox="1"/>
            <p:nvPr/>
          </p:nvSpPr>
          <p:spPr>
            <a:xfrm>
              <a:off x="242625" y="2329950"/>
              <a:ext cx="1542900" cy="365100"/>
            </a:xfrm>
            <a:prstGeom prst="rect">
              <a:avLst/>
            </a:prstGeom>
            <a:noFill/>
            <a:ln>
              <a:noFill/>
            </a:ln>
          </p:spPr>
          <p:txBody>
            <a:bodyPr lIns="91425" tIns="91425" rIns="91425" bIns="91425" anchor="t" anchorCtr="0">
              <a:noAutofit/>
            </a:bodyPr>
            <a:lstStyle/>
            <a:p>
              <a:pPr lvl="0" rtl="0">
                <a:spcBef>
                  <a:spcPts val="0"/>
                </a:spcBef>
                <a:buNone/>
              </a:pPr>
              <a:r>
                <a:rPr lang="en" sz="1000"/>
                <a:t>ScienceBase Content Management System</a:t>
              </a:r>
            </a:p>
          </p:txBody>
        </p:sp>
        <p:pic>
          <p:nvPicPr>
            <p:cNvPr id="816" name="Shape 816"/>
            <p:cNvPicPr preferRelativeResize="0"/>
            <p:nvPr/>
          </p:nvPicPr>
          <p:blipFill>
            <a:blip r:embed="rId3">
              <a:alphaModFix/>
            </a:blip>
            <a:stretch>
              <a:fillRect/>
            </a:stretch>
          </p:blipFill>
          <p:spPr>
            <a:xfrm>
              <a:off x="818300" y="1948775"/>
              <a:ext cx="257175" cy="466725"/>
            </a:xfrm>
            <a:prstGeom prst="rect">
              <a:avLst/>
            </a:prstGeom>
            <a:noFill/>
            <a:ln>
              <a:noFill/>
            </a:ln>
          </p:spPr>
        </p:pic>
      </p:grpSp>
      <p:cxnSp>
        <p:nvCxnSpPr>
          <p:cNvPr id="817" name="Shape 817"/>
          <p:cNvCxnSpPr>
            <a:stCxn id="816" idx="1"/>
            <a:endCxn id="803" idx="6"/>
          </p:cNvCxnSpPr>
          <p:nvPr/>
        </p:nvCxnSpPr>
        <p:spPr>
          <a:xfrm flipH="1">
            <a:off x="4957550" y="1972693"/>
            <a:ext cx="1542900" cy="671700"/>
          </a:xfrm>
          <a:prstGeom prst="straightConnector1">
            <a:avLst/>
          </a:prstGeom>
          <a:noFill/>
          <a:ln w="19050" cap="flat" cmpd="sng">
            <a:solidFill>
              <a:srgbClr val="666666"/>
            </a:solidFill>
            <a:prstDash val="solid"/>
            <a:round/>
            <a:headEnd type="none" w="lg" len="lg"/>
            <a:tailEnd type="none" w="lg" len="lg"/>
          </a:ln>
        </p:spPr>
      </p:cxnSp>
      <p:cxnSp>
        <p:nvCxnSpPr>
          <p:cNvPr id="818" name="Shape 818"/>
          <p:cNvCxnSpPr>
            <a:stCxn id="803" idx="4"/>
            <a:endCxn id="807" idx="0"/>
          </p:cNvCxnSpPr>
          <p:nvPr/>
        </p:nvCxnSpPr>
        <p:spPr>
          <a:xfrm>
            <a:off x="4161100" y="3032542"/>
            <a:ext cx="0" cy="429900"/>
          </a:xfrm>
          <a:prstGeom prst="straightConnector1">
            <a:avLst/>
          </a:prstGeom>
          <a:noFill/>
          <a:ln w="19050" cap="flat" cmpd="sng">
            <a:solidFill>
              <a:srgbClr val="666666"/>
            </a:solidFill>
            <a:prstDash val="solid"/>
            <a:round/>
            <a:headEnd type="none" w="lg" len="lg"/>
            <a:tailEnd type="none" w="lg" len="lg"/>
          </a:ln>
        </p:spPr>
      </p:cxnSp>
      <p:cxnSp>
        <p:nvCxnSpPr>
          <p:cNvPr id="819" name="Shape 819"/>
          <p:cNvCxnSpPr>
            <a:stCxn id="813" idx="4"/>
            <a:endCxn id="803" idx="0"/>
          </p:cNvCxnSpPr>
          <p:nvPr/>
        </p:nvCxnSpPr>
        <p:spPr>
          <a:xfrm>
            <a:off x="4161100" y="1826637"/>
            <a:ext cx="0" cy="429900"/>
          </a:xfrm>
          <a:prstGeom prst="straightConnector1">
            <a:avLst/>
          </a:prstGeom>
          <a:noFill/>
          <a:ln w="19050" cap="flat" cmpd="sng">
            <a:solidFill>
              <a:srgbClr val="666666"/>
            </a:solidFill>
            <a:prstDash val="solid"/>
            <a:round/>
            <a:headEnd type="none" w="lg" len="lg"/>
            <a:tailEnd type="none" w="lg" len="lg"/>
          </a:ln>
        </p:spPr>
      </p:cxnSp>
      <p:grpSp>
        <p:nvGrpSpPr>
          <p:cNvPr id="820" name="Shape 820"/>
          <p:cNvGrpSpPr/>
          <p:nvPr/>
        </p:nvGrpSpPr>
        <p:grpSpPr>
          <a:xfrm>
            <a:off x="1080225" y="1192734"/>
            <a:ext cx="1290600" cy="779974"/>
            <a:chOff x="385400" y="1948775"/>
            <a:chExt cx="1290600" cy="767087"/>
          </a:xfrm>
        </p:grpSpPr>
        <p:sp>
          <p:nvSpPr>
            <p:cNvPr id="821" name="Shape 821"/>
            <p:cNvSpPr txBox="1"/>
            <p:nvPr/>
          </p:nvSpPr>
          <p:spPr>
            <a:xfrm>
              <a:off x="385400" y="2350762"/>
              <a:ext cx="1290600" cy="365100"/>
            </a:xfrm>
            <a:prstGeom prst="rect">
              <a:avLst/>
            </a:prstGeom>
            <a:noFill/>
            <a:ln>
              <a:noFill/>
            </a:ln>
          </p:spPr>
          <p:txBody>
            <a:bodyPr lIns="91425" tIns="91425" rIns="91425" bIns="91425" anchor="t" anchorCtr="0">
              <a:noAutofit/>
            </a:bodyPr>
            <a:lstStyle/>
            <a:p>
              <a:pPr lvl="0" rtl="0">
                <a:spcBef>
                  <a:spcPts val="0"/>
                </a:spcBef>
                <a:buNone/>
              </a:pPr>
              <a:r>
                <a:rPr lang="en" sz="1000"/>
                <a:t>System Manager</a:t>
              </a:r>
            </a:p>
            <a:p>
              <a:pPr lvl="0" rtl="0">
                <a:spcBef>
                  <a:spcPts val="0"/>
                </a:spcBef>
                <a:buNone/>
              </a:pPr>
              <a:r>
                <a:rPr lang="en" sz="1000"/>
                <a:t>(WQP manager)</a:t>
              </a:r>
            </a:p>
          </p:txBody>
        </p:sp>
        <p:pic>
          <p:nvPicPr>
            <p:cNvPr id="822" name="Shape 822"/>
            <p:cNvPicPr preferRelativeResize="0"/>
            <p:nvPr/>
          </p:nvPicPr>
          <p:blipFill>
            <a:blip r:embed="rId3">
              <a:alphaModFix/>
            </a:blip>
            <a:stretch>
              <a:fillRect/>
            </a:stretch>
          </p:blipFill>
          <p:spPr>
            <a:xfrm>
              <a:off x="818300" y="1948775"/>
              <a:ext cx="257175" cy="466725"/>
            </a:xfrm>
            <a:prstGeom prst="rect">
              <a:avLst/>
            </a:prstGeom>
            <a:noFill/>
            <a:ln>
              <a:noFill/>
            </a:ln>
          </p:spPr>
        </p:pic>
      </p:grpSp>
      <p:cxnSp>
        <p:nvCxnSpPr>
          <p:cNvPr id="823" name="Shape 823"/>
          <p:cNvCxnSpPr>
            <a:stCxn id="813" idx="2"/>
            <a:endCxn id="822" idx="3"/>
          </p:cNvCxnSpPr>
          <p:nvPr/>
        </p:nvCxnSpPr>
        <p:spPr>
          <a:xfrm rot="10800000">
            <a:off x="1770250" y="1429887"/>
            <a:ext cx="1594500" cy="8700"/>
          </a:xfrm>
          <a:prstGeom prst="straightConnector1">
            <a:avLst/>
          </a:prstGeom>
          <a:noFill/>
          <a:ln w="19050" cap="flat" cmpd="sng">
            <a:solidFill>
              <a:srgbClr val="666666"/>
            </a:solidFill>
            <a:prstDash val="solid"/>
            <a:round/>
            <a:headEnd type="none" w="lg" len="lg"/>
            <a:tailEnd type="none" w="lg" len="lg"/>
          </a:ln>
        </p:spPr>
      </p:cxnSp>
      <p:cxnSp>
        <p:nvCxnSpPr>
          <p:cNvPr id="824" name="Shape 824"/>
          <p:cNvCxnSpPr>
            <a:stCxn id="816" idx="1"/>
            <a:endCxn id="813" idx="6"/>
          </p:cNvCxnSpPr>
          <p:nvPr/>
        </p:nvCxnSpPr>
        <p:spPr>
          <a:xfrm rot="10800000">
            <a:off x="4957550" y="1438693"/>
            <a:ext cx="1542900" cy="534000"/>
          </a:xfrm>
          <a:prstGeom prst="straightConnector1">
            <a:avLst/>
          </a:prstGeom>
          <a:noFill/>
          <a:ln w="19050" cap="flat" cmpd="sng">
            <a:solidFill>
              <a:srgbClr val="666666"/>
            </a:solidFill>
            <a:prstDash val="solid"/>
            <a:round/>
            <a:headEnd type="none" w="lg" len="lg"/>
            <a:tailEnd type="none" w="lg" len="lg"/>
          </a:ln>
        </p:spPr>
      </p:cxnSp>
      <p:sp>
        <p:nvSpPr>
          <p:cNvPr id="825" name="Shape 825"/>
          <p:cNvSpPr txBox="1"/>
          <p:nvPr/>
        </p:nvSpPr>
        <p:spPr>
          <a:xfrm>
            <a:off x="3111850" y="949525"/>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Register</a:t>
            </a:r>
          </a:p>
        </p:txBody>
      </p:sp>
      <p:sp>
        <p:nvSpPr>
          <p:cNvPr id="826" name="Shape 826"/>
          <p:cNvSpPr txBox="1"/>
          <p:nvPr/>
        </p:nvSpPr>
        <p:spPr>
          <a:xfrm>
            <a:off x="3364750" y="2205937"/>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Index</a:t>
            </a:r>
          </a:p>
        </p:txBody>
      </p:sp>
      <p:sp>
        <p:nvSpPr>
          <p:cNvPr id="827" name="Shape 827"/>
          <p:cNvSpPr txBox="1"/>
          <p:nvPr/>
        </p:nvSpPr>
        <p:spPr>
          <a:xfrm>
            <a:off x="3214512" y="3397112"/>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Search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Shape 832"/>
          <p:cNvSpPr txBox="1">
            <a:spLocks noGrp="1"/>
          </p:cNvSpPr>
          <p:nvPr>
            <p:ph type="title"/>
          </p:nvPr>
        </p:nvSpPr>
        <p:spPr>
          <a:xfrm>
            <a:off x="311700" y="85100"/>
            <a:ext cx="8520600" cy="582300"/>
          </a:xfrm>
          <a:prstGeom prst="rect">
            <a:avLst/>
          </a:prstGeom>
        </p:spPr>
        <p:txBody>
          <a:bodyPr lIns="91425" tIns="91425" rIns="91425" bIns="91425" anchor="t" anchorCtr="0">
            <a:noAutofit/>
          </a:bodyPr>
          <a:lstStyle/>
          <a:p>
            <a:pPr lvl="0" rtl="0">
              <a:spcBef>
                <a:spcPts val="0"/>
              </a:spcBef>
              <a:buNone/>
            </a:pPr>
            <a:r>
              <a:rPr lang="en"/>
              <a:t>Network Linked Data System Use Case Diagram</a:t>
            </a:r>
          </a:p>
        </p:txBody>
      </p:sp>
      <p:sp>
        <p:nvSpPr>
          <p:cNvPr id="833" name="Shape 833"/>
          <p:cNvSpPr/>
          <p:nvPr/>
        </p:nvSpPr>
        <p:spPr>
          <a:xfrm>
            <a:off x="2813875" y="823258"/>
            <a:ext cx="2895300" cy="4188300"/>
          </a:xfrm>
          <a:prstGeom prst="rect">
            <a:avLst/>
          </a:prstGeom>
          <a:noFill/>
          <a:ln w="19050" cap="flat" cmpd="sng">
            <a:solidFill>
              <a:srgbClr val="666666"/>
            </a:solidFill>
            <a:prstDash val="dash"/>
            <a:round/>
            <a:headEnd type="none" w="med" len="med"/>
            <a:tailEnd type="none" w="med" len="med"/>
          </a:ln>
        </p:spPr>
        <p:txBody>
          <a:bodyPr lIns="91425" tIns="91425" rIns="91425" bIns="91425" anchor="b" anchorCtr="0">
            <a:noAutofit/>
          </a:bodyPr>
          <a:lstStyle/>
          <a:p>
            <a:pPr lvl="0" algn="ctr" rtl="0">
              <a:spcBef>
                <a:spcPts val="0"/>
              </a:spcBef>
              <a:buNone/>
            </a:pPr>
            <a:r>
              <a:rPr lang="en"/>
              <a:t>Network Linked Data Index System</a:t>
            </a:r>
          </a:p>
        </p:txBody>
      </p:sp>
      <p:sp>
        <p:nvSpPr>
          <p:cNvPr id="834" name="Shape 834"/>
          <p:cNvSpPr/>
          <p:nvPr/>
        </p:nvSpPr>
        <p:spPr>
          <a:xfrm>
            <a:off x="3364750" y="2256442"/>
            <a:ext cx="1592700" cy="776100"/>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Swimmer</a:t>
            </a:r>
          </a:p>
        </p:txBody>
      </p:sp>
      <p:grpSp>
        <p:nvGrpSpPr>
          <p:cNvPr id="835" name="Shape 835"/>
          <p:cNvGrpSpPr/>
          <p:nvPr/>
        </p:nvGrpSpPr>
        <p:grpSpPr>
          <a:xfrm>
            <a:off x="1110712" y="3661676"/>
            <a:ext cx="1062000" cy="779961"/>
            <a:chOff x="415887" y="1948775"/>
            <a:chExt cx="1062000" cy="767075"/>
          </a:xfrm>
        </p:grpSpPr>
        <p:sp>
          <p:nvSpPr>
            <p:cNvPr id="836" name="Shape 836"/>
            <p:cNvSpPr txBox="1"/>
            <p:nvPr/>
          </p:nvSpPr>
          <p:spPr>
            <a:xfrm>
              <a:off x="415887" y="2350750"/>
              <a:ext cx="1062000" cy="365100"/>
            </a:xfrm>
            <a:prstGeom prst="rect">
              <a:avLst/>
            </a:prstGeom>
            <a:noFill/>
            <a:ln>
              <a:noFill/>
            </a:ln>
          </p:spPr>
          <p:txBody>
            <a:bodyPr lIns="91425" tIns="91425" rIns="91425" bIns="91425" anchor="t" anchorCtr="0">
              <a:noAutofit/>
            </a:bodyPr>
            <a:lstStyle/>
            <a:p>
              <a:pPr lvl="0" algn="ctr" rtl="0">
                <a:spcBef>
                  <a:spcPts val="0"/>
                </a:spcBef>
                <a:buNone/>
              </a:pPr>
              <a:r>
                <a:rPr lang="en" sz="1000"/>
                <a:t>Client Applications </a:t>
              </a:r>
            </a:p>
          </p:txBody>
        </p:sp>
        <p:pic>
          <p:nvPicPr>
            <p:cNvPr id="837" name="Shape 837"/>
            <p:cNvPicPr preferRelativeResize="0"/>
            <p:nvPr/>
          </p:nvPicPr>
          <p:blipFill>
            <a:blip r:embed="rId3">
              <a:alphaModFix/>
            </a:blip>
            <a:stretch>
              <a:fillRect/>
            </a:stretch>
          </p:blipFill>
          <p:spPr>
            <a:xfrm>
              <a:off x="818300" y="1948775"/>
              <a:ext cx="257175" cy="466725"/>
            </a:xfrm>
            <a:prstGeom prst="rect">
              <a:avLst/>
            </a:prstGeom>
            <a:noFill/>
            <a:ln>
              <a:noFill/>
            </a:ln>
          </p:spPr>
        </p:pic>
      </p:grpSp>
      <p:sp>
        <p:nvSpPr>
          <p:cNvPr id="838" name="Shape 838"/>
          <p:cNvSpPr/>
          <p:nvPr/>
        </p:nvSpPr>
        <p:spPr>
          <a:xfrm>
            <a:off x="3364750" y="3462361"/>
            <a:ext cx="1592700" cy="776100"/>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Linked Data Services</a:t>
            </a:r>
          </a:p>
        </p:txBody>
      </p:sp>
      <p:cxnSp>
        <p:nvCxnSpPr>
          <p:cNvPr id="839" name="Shape 839"/>
          <p:cNvCxnSpPr>
            <a:stCxn id="838" idx="2"/>
            <a:endCxn id="837" idx="3"/>
          </p:cNvCxnSpPr>
          <p:nvPr/>
        </p:nvCxnSpPr>
        <p:spPr>
          <a:xfrm flipH="1">
            <a:off x="1770250" y="3850411"/>
            <a:ext cx="1594500" cy="48600"/>
          </a:xfrm>
          <a:prstGeom prst="straightConnector1">
            <a:avLst/>
          </a:prstGeom>
          <a:noFill/>
          <a:ln w="19050" cap="flat" cmpd="sng">
            <a:solidFill>
              <a:srgbClr val="666666"/>
            </a:solidFill>
            <a:prstDash val="solid"/>
            <a:round/>
            <a:headEnd type="none" w="lg" len="lg"/>
            <a:tailEnd type="none" w="lg" len="lg"/>
          </a:ln>
        </p:spPr>
      </p:cxnSp>
      <p:cxnSp>
        <p:nvCxnSpPr>
          <p:cNvPr id="840" name="Shape 840"/>
          <p:cNvCxnSpPr>
            <a:stCxn id="841" idx="1"/>
            <a:endCxn id="834" idx="6"/>
          </p:cNvCxnSpPr>
          <p:nvPr/>
        </p:nvCxnSpPr>
        <p:spPr>
          <a:xfrm rot="10800000">
            <a:off x="4957350" y="2644458"/>
            <a:ext cx="1568100" cy="237300"/>
          </a:xfrm>
          <a:prstGeom prst="straightConnector1">
            <a:avLst/>
          </a:prstGeom>
          <a:noFill/>
          <a:ln w="19050" cap="flat" cmpd="sng">
            <a:solidFill>
              <a:srgbClr val="666666"/>
            </a:solidFill>
            <a:prstDash val="solid"/>
            <a:round/>
            <a:headEnd type="none" w="lg" len="lg"/>
            <a:tailEnd type="none" w="lg" len="lg"/>
          </a:ln>
        </p:spPr>
      </p:cxnSp>
      <p:grpSp>
        <p:nvGrpSpPr>
          <p:cNvPr id="842" name="Shape 842"/>
          <p:cNvGrpSpPr/>
          <p:nvPr/>
        </p:nvGrpSpPr>
        <p:grpSpPr>
          <a:xfrm>
            <a:off x="6177075" y="2644475"/>
            <a:ext cx="1062000" cy="788528"/>
            <a:chOff x="469925" y="1948775"/>
            <a:chExt cx="1062000" cy="775500"/>
          </a:xfrm>
        </p:grpSpPr>
        <p:sp>
          <p:nvSpPr>
            <p:cNvPr id="843" name="Shape 843"/>
            <p:cNvSpPr txBox="1"/>
            <p:nvPr/>
          </p:nvSpPr>
          <p:spPr>
            <a:xfrm>
              <a:off x="469925" y="2359175"/>
              <a:ext cx="1062000" cy="365100"/>
            </a:xfrm>
            <a:prstGeom prst="rect">
              <a:avLst/>
            </a:prstGeom>
            <a:noFill/>
            <a:ln>
              <a:noFill/>
            </a:ln>
          </p:spPr>
          <p:txBody>
            <a:bodyPr lIns="91425" tIns="91425" rIns="91425" bIns="91425" anchor="t" anchorCtr="0">
              <a:noAutofit/>
            </a:bodyPr>
            <a:lstStyle/>
            <a:p>
              <a:pPr lvl="0" rtl="0">
                <a:spcBef>
                  <a:spcPts val="0"/>
                </a:spcBef>
                <a:buNone/>
              </a:pPr>
              <a:r>
                <a:rPr lang="en" sz="1000"/>
                <a:t>Network Linked Data Source (WQP, etc.)</a:t>
              </a:r>
            </a:p>
          </p:txBody>
        </p:sp>
        <p:pic>
          <p:nvPicPr>
            <p:cNvPr id="841" name="Shape 841"/>
            <p:cNvPicPr preferRelativeResize="0"/>
            <p:nvPr/>
          </p:nvPicPr>
          <p:blipFill>
            <a:blip r:embed="rId3">
              <a:alphaModFix/>
            </a:blip>
            <a:stretch>
              <a:fillRect/>
            </a:stretch>
          </p:blipFill>
          <p:spPr>
            <a:xfrm>
              <a:off x="818300" y="1948775"/>
              <a:ext cx="257175" cy="466725"/>
            </a:xfrm>
            <a:prstGeom prst="rect">
              <a:avLst/>
            </a:prstGeom>
            <a:noFill/>
            <a:ln>
              <a:noFill/>
            </a:ln>
          </p:spPr>
        </p:pic>
      </p:grpSp>
      <p:sp>
        <p:nvSpPr>
          <p:cNvPr id="844" name="Shape 844"/>
          <p:cNvSpPr/>
          <p:nvPr/>
        </p:nvSpPr>
        <p:spPr>
          <a:xfrm>
            <a:off x="3364750" y="1050537"/>
            <a:ext cx="1592700" cy="776099"/>
          </a:xfrm>
          <a:prstGeom prst="ellipse">
            <a:avLst/>
          </a:prstGeom>
          <a:solidFill>
            <a:srgbClr val="CCCCCC"/>
          </a:solidFill>
          <a:ln w="19050" cap="flat" cmpd="sng">
            <a:solidFill>
              <a:srgbClr val="666666"/>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000"/>
              <a:t>Network Master Tools</a:t>
            </a:r>
          </a:p>
        </p:txBody>
      </p:sp>
      <p:grpSp>
        <p:nvGrpSpPr>
          <p:cNvPr id="845" name="Shape 845"/>
          <p:cNvGrpSpPr/>
          <p:nvPr/>
        </p:nvGrpSpPr>
        <p:grpSpPr>
          <a:xfrm>
            <a:off x="5924775" y="1735410"/>
            <a:ext cx="1542900" cy="758812"/>
            <a:chOff x="242625" y="1948775"/>
            <a:chExt cx="1542900" cy="746275"/>
          </a:xfrm>
        </p:grpSpPr>
        <p:sp>
          <p:nvSpPr>
            <p:cNvPr id="846" name="Shape 846"/>
            <p:cNvSpPr txBox="1"/>
            <p:nvPr/>
          </p:nvSpPr>
          <p:spPr>
            <a:xfrm>
              <a:off x="242625" y="2329950"/>
              <a:ext cx="1542900" cy="365100"/>
            </a:xfrm>
            <a:prstGeom prst="rect">
              <a:avLst/>
            </a:prstGeom>
            <a:noFill/>
            <a:ln>
              <a:noFill/>
            </a:ln>
          </p:spPr>
          <p:txBody>
            <a:bodyPr lIns="91425" tIns="91425" rIns="91425" bIns="91425" anchor="t" anchorCtr="0">
              <a:noAutofit/>
            </a:bodyPr>
            <a:lstStyle/>
            <a:p>
              <a:pPr lvl="0" rtl="0">
                <a:spcBef>
                  <a:spcPts val="0"/>
                </a:spcBef>
                <a:buNone/>
              </a:pPr>
              <a:r>
                <a:rPr lang="en" sz="1000"/>
                <a:t>ScienceBase Content Management System</a:t>
              </a:r>
            </a:p>
          </p:txBody>
        </p:sp>
        <p:pic>
          <p:nvPicPr>
            <p:cNvPr id="847" name="Shape 847"/>
            <p:cNvPicPr preferRelativeResize="0"/>
            <p:nvPr/>
          </p:nvPicPr>
          <p:blipFill>
            <a:blip r:embed="rId3">
              <a:alphaModFix/>
            </a:blip>
            <a:stretch>
              <a:fillRect/>
            </a:stretch>
          </p:blipFill>
          <p:spPr>
            <a:xfrm>
              <a:off x="818300" y="1948775"/>
              <a:ext cx="257175" cy="466725"/>
            </a:xfrm>
            <a:prstGeom prst="rect">
              <a:avLst/>
            </a:prstGeom>
            <a:noFill/>
            <a:ln>
              <a:noFill/>
            </a:ln>
          </p:spPr>
        </p:pic>
      </p:grpSp>
      <p:cxnSp>
        <p:nvCxnSpPr>
          <p:cNvPr id="848" name="Shape 848"/>
          <p:cNvCxnSpPr>
            <a:stCxn id="847" idx="1"/>
            <a:endCxn id="834" idx="6"/>
          </p:cNvCxnSpPr>
          <p:nvPr/>
        </p:nvCxnSpPr>
        <p:spPr>
          <a:xfrm flipH="1">
            <a:off x="4957550" y="1972693"/>
            <a:ext cx="1542900" cy="671700"/>
          </a:xfrm>
          <a:prstGeom prst="straightConnector1">
            <a:avLst/>
          </a:prstGeom>
          <a:noFill/>
          <a:ln w="19050" cap="flat" cmpd="sng">
            <a:solidFill>
              <a:srgbClr val="666666"/>
            </a:solidFill>
            <a:prstDash val="solid"/>
            <a:round/>
            <a:headEnd type="none" w="lg" len="lg"/>
            <a:tailEnd type="none" w="lg" len="lg"/>
          </a:ln>
        </p:spPr>
      </p:cxnSp>
      <p:cxnSp>
        <p:nvCxnSpPr>
          <p:cNvPr id="849" name="Shape 849"/>
          <p:cNvCxnSpPr>
            <a:stCxn id="834" idx="4"/>
            <a:endCxn id="838" idx="0"/>
          </p:cNvCxnSpPr>
          <p:nvPr/>
        </p:nvCxnSpPr>
        <p:spPr>
          <a:xfrm>
            <a:off x="4161100" y="3032542"/>
            <a:ext cx="0" cy="429900"/>
          </a:xfrm>
          <a:prstGeom prst="straightConnector1">
            <a:avLst/>
          </a:prstGeom>
          <a:noFill/>
          <a:ln w="19050" cap="flat" cmpd="sng">
            <a:solidFill>
              <a:srgbClr val="666666"/>
            </a:solidFill>
            <a:prstDash val="solid"/>
            <a:round/>
            <a:headEnd type="none" w="lg" len="lg"/>
            <a:tailEnd type="none" w="lg" len="lg"/>
          </a:ln>
        </p:spPr>
      </p:cxnSp>
      <p:cxnSp>
        <p:nvCxnSpPr>
          <p:cNvPr id="850" name="Shape 850"/>
          <p:cNvCxnSpPr>
            <a:stCxn id="844" idx="4"/>
            <a:endCxn id="834" idx="0"/>
          </p:cNvCxnSpPr>
          <p:nvPr/>
        </p:nvCxnSpPr>
        <p:spPr>
          <a:xfrm>
            <a:off x="4161100" y="1826637"/>
            <a:ext cx="0" cy="429900"/>
          </a:xfrm>
          <a:prstGeom prst="straightConnector1">
            <a:avLst/>
          </a:prstGeom>
          <a:noFill/>
          <a:ln w="19050" cap="flat" cmpd="sng">
            <a:solidFill>
              <a:srgbClr val="666666"/>
            </a:solidFill>
            <a:prstDash val="solid"/>
            <a:round/>
            <a:headEnd type="none" w="lg" len="lg"/>
            <a:tailEnd type="none" w="lg" len="lg"/>
          </a:ln>
        </p:spPr>
      </p:cxnSp>
      <p:grpSp>
        <p:nvGrpSpPr>
          <p:cNvPr id="851" name="Shape 851"/>
          <p:cNvGrpSpPr/>
          <p:nvPr/>
        </p:nvGrpSpPr>
        <p:grpSpPr>
          <a:xfrm>
            <a:off x="1080225" y="1573734"/>
            <a:ext cx="1290600" cy="779974"/>
            <a:chOff x="385400" y="1948775"/>
            <a:chExt cx="1290600" cy="767087"/>
          </a:xfrm>
        </p:grpSpPr>
        <p:sp>
          <p:nvSpPr>
            <p:cNvPr id="852" name="Shape 852"/>
            <p:cNvSpPr txBox="1"/>
            <p:nvPr/>
          </p:nvSpPr>
          <p:spPr>
            <a:xfrm>
              <a:off x="385400" y="2350762"/>
              <a:ext cx="1290600" cy="365100"/>
            </a:xfrm>
            <a:prstGeom prst="rect">
              <a:avLst/>
            </a:prstGeom>
            <a:noFill/>
            <a:ln>
              <a:noFill/>
            </a:ln>
          </p:spPr>
          <p:txBody>
            <a:bodyPr lIns="91425" tIns="91425" rIns="91425" bIns="91425" anchor="t" anchorCtr="0">
              <a:noAutofit/>
            </a:bodyPr>
            <a:lstStyle/>
            <a:p>
              <a:pPr lvl="0" rtl="0">
                <a:spcBef>
                  <a:spcPts val="0"/>
                </a:spcBef>
                <a:buNone/>
              </a:pPr>
              <a:r>
                <a:rPr lang="en" sz="1000"/>
                <a:t>System Manager</a:t>
              </a:r>
            </a:p>
            <a:p>
              <a:pPr lvl="0" rtl="0">
                <a:spcBef>
                  <a:spcPts val="0"/>
                </a:spcBef>
                <a:buNone/>
              </a:pPr>
              <a:r>
                <a:rPr lang="en" sz="1000"/>
                <a:t>(WQP manager)</a:t>
              </a:r>
            </a:p>
          </p:txBody>
        </p:sp>
        <p:pic>
          <p:nvPicPr>
            <p:cNvPr id="853" name="Shape 853"/>
            <p:cNvPicPr preferRelativeResize="0"/>
            <p:nvPr/>
          </p:nvPicPr>
          <p:blipFill>
            <a:blip r:embed="rId3">
              <a:alphaModFix/>
            </a:blip>
            <a:stretch>
              <a:fillRect/>
            </a:stretch>
          </p:blipFill>
          <p:spPr>
            <a:xfrm>
              <a:off x="818300" y="1948775"/>
              <a:ext cx="257175" cy="466725"/>
            </a:xfrm>
            <a:prstGeom prst="rect">
              <a:avLst/>
            </a:prstGeom>
            <a:noFill/>
            <a:ln>
              <a:noFill/>
            </a:ln>
          </p:spPr>
        </p:pic>
      </p:grpSp>
      <p:cxnSp>
        <p:nvCxnSpPr>
          <p:cNvPr id="854" name="Shape 854"/>
          <p:cNvCxnSpPr>
            <a:stCxn id="844" idx="2"/>
            <a:endCxn id="853" idx="3"/>
          </p:cNvCxnSpPr>
          <p:nvPr/>
        </p:nvCxnSpPr>
        <p:spPr>
          <a:xfrm flipH="1">
            <a:off x="1770250" y="1438587"/>
            <a:ext cx="1594500" cy="372299"/>
          </a:xfrm>
          <a:prstGeom prst="straightConnector1">
            <a:avLst/>
          </a:prstGeom>
          <a:noFill/>
          <a:ln w="19050" cap="flat" cmpd="sng">
            <a:solidFill>
              <a:srgbClr val="666666"/>
            </a:solidFill>
            <a:prstDash val="solid"/>
            <a:round/>
            <a:headEnd type="none" w="lg" len="lg"/>
            <a:tailEnd type="none" w="lg" len="lg"/>
          </a:ln>
        </p:spPr>
      </p:cxnSp>
      <p:cxnSp>
        <p:nvCxnSpPr>
          <p:cNvPr id="855" name="Shape 855"/>
          <p:cNvCxnSpPr>
            <a:stCxn id="847" idx="1"/>
            <a:endCxn id="844" idx="6"/>
          </p:cNvCxnSpPr>
          <p:nvPr/>
        </p:nvCxnSpPr>
        <p:spPr>
          <a:xfrm rot="10800000">
            <a:off x="4957550" y="1438693"/>
            <a:ext cx="1542900" cy="534000"/>
          </a:xfrm>
          <a:prstGeom prst="straightConnector1">
            <a:avLst/>
          </a:prstGeom>
          <a:noFill/>
          <a:ln w="19050" cap="flat" cmpd="sng">
            <a:solidFill>
              <a:srgbClr val="666666"/>
            </a:solidFill>
            <a:prstDash val="solid"/>
            <a:round/>
            <a:headEnd type="none" w="lg" len="lg"/>
            <a:tailEnd type="none" w="lg" len="lg"/>
          </a:ln>
        </p:spPr>
      </p:cxnSp>
      <p:sp>
        <p:nvSpPr>
          <p:cNvPr id="856" name="Shape 856"/>
          <p:cNvSpPr txBox="1"/>
          <p:nvPr/>
        </p:nvSpPr>
        <p:spPr>
          <a:xfrm>
            <a:off x="3111850" y="949525"/>
            <a:ext cx="2503200" cy="1101000"/>
          </a:xfrm>
          <a:prstGeom prst="rect">
            <a:avLst/>
          </a:prstGeom>
          <a:noFill/>
          <a:ln>
            <a:noFill/>
          </a:ln>
        </p:spPr>
        <p:txBody>
          <a:bodyPr lIns="91425" tIns="91425" rIns="91425" bIns="91425" anchor="t" anchorCtr="0">
            <a:noAutofit/>
          </a:bodyPr>
          <a:lstStyle/>
          <a:p>
            <a:pPr lvl="0">
              <a:spcBef>
                <a:spcPts val="0"/>
              </a:spcBef>
              <a:buNone/>
            </a:pPr>
            <a:r>
              <a:rPr lang="en" sz="4400">
                <a:solidFill>
                  <a:srgbClr val="FF0000"/>
                </a:solidFill>
              </a:rPr>
              <a:t>Register</a:t>
            </a:r>
          </a:p>
        </p:txBody>
      </p:sp>
      <p:sp>
        <p:nvSpPr>
          <p:cNvPr id="857" name="Shape 857"/>
          <p:cNvSpPr txBox="1"/>
          <p:nvPr/>
        </p:nvSpPr>
        <p:spPr>
          <a:xfrm>
            <a:off x="3364750" y="2205937"/>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Index</a:t>
            </a:r>
          </a:p>
        </p:txBody>
      </p:sp>
      <p:sp>
        <p:nvSpPr>
          <p:cNvPr id="858" name="Shape 858"/>
          <p:cNvSpPr txBox="1"/>
          <p:nvPr/>
        </p:nvSpPr>
        <p:spPr>
          <a:xfrm>
            <a:off x="3214512" y="3397112"/>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Search</a:t>
            </a:r>
          </a:p>
        </p:txBody>
      </p:sp>
      <p:sp>
        <p:nvSpPr>
          <p:cNvPr id="859" name="Shape 859"/>
          <p:cNvSpPr txBox="1"/>
          <p:nvPr/>
        </p:nvSpPr>
        <p:spPr>
          <a:xfrm>
            <a:off x="104525" y="815125"/>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Create</a:t>
            </a:r>
          </a:p>
        </p:txBody>
      </p:sp>
      <p:sp>
        <p:nvSpPr>
          <p:cNvPr id="860" name="Shape 860"/>
          <p:cNvSpPr txBox="1"/>
          <p:nvPr/>
        </p:nvSpPr>
        <p:spPr>
          <a:xfrm>
            <a:off x="6149475" y="3704975"/>
            <a:ext cx="2503200" cy="8415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Serve</a:t>
            </a:r>
          </a:p>
        </p:txBody>
      </p:sp>
      <p:sp>
        <p:nvSpPr>
          <p:cNvPr id="861" name="Shape 861"/>
          <p:cNvSpPr txBox="1"/>
          <p:nvPr/>
        </p:nvSpPr>
        <p:spPr>
          <a:xfrm>
            <a:off x="6152225" y="893887"/>
            <a:ext cx="2503200" cy="8415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Curate</a:t>
            </a:r>
          </a:p>
        </p:txBody>
      </p:sp>
      <p:sp>
        <p:nvSpPr>
          <p:cNvPr id="862" name="Shape 862"/>
          <p:cNvSpPr txBox="1"/>
          <p:nvPr/>
        </p:nvSpPr>
        <p:spPr>
          <a:xfrm>
            <a:off x="578375" y="4441650"/>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Use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Shape 867"/>
          <p:cNvSpPr/>
          <p:nvPr/>
        </p:nvSpPr>
        <p:spPr>
          <a:xfrm>
            <a:off x="847225" y="381450"/>
            <a:ext cx="7354200" cy="1313100"/>
          </a:xfrm>
          <a:prstGeom prst="leftRightArrow">
            <a:avLst>
              <a:gd name="adj1" fmla="val 50000"/>
              <a:gd name="adj2" fmla="val 50000"/>
            </a:avLst>
          </a:prstGeom>
          <a:gradFill>
            <a:gsLst>
              <a:gs pos="0">
                <a:srgbClr val="9FC3FF"/>
              </a:gs>
              <a:gs pos="35000">
                <a:srgbClr val="BDD5FF"/>
              </a:gs>
              <a:gs pos="100000">
                <a:srgbClr val="E4EEFF"/>
              </a:gs>
            </a:gsLst>
            <a:lin ang="16200038" scaled="0"/>
          </a:gra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a:solidFill>
                <a:srgbClr val="FFFFFF"/>
              </a:solidFill>
              <a:latin typeface="Calibri"/>
              <a:ea typeface="Calibri"/>
              <a:cs typeface="Calibri"/>
              <a:sym typeface="Calibri"/>
            </a:endParaRPr>
          </a:p>
        </p:txBody>
      </p:sp>
      <p:sp>
        <p:nvSpPr>
          <p:cNvPr id="868" name="Shape 868"/>
          <p:cNvSpPr/>
          <p:nvPr/>
        </p:nvSpPr>
        <p:spPr>
          <a:xfrm>
            <a:off x="2328301" y="3119120"/>
            <a:ext cx="1373581" cy="1597944"/>
          </a:xfrm>
          <a:prstGeom prst="flowChartMagneticDisk">
            <a:avLst/>
          </a:prstGeom>
          <a:solidFill>
            <a:srgbClr val="538CD5"/>
          </a:solidFill>
          <a:ln w="9525" cap="flat" cmpd="sng">
            <a:solidFill>
              <a:srgbClr val="000000"/>
            </a:solidFill>
            <a:prstDash val="solid"/>
            <a:round/>
            <a:headEnd type="none" w="med" len="med"/>
            <a:tailEnd type="none" w="med" len="med"/>
          </a:ln>
          <a:effectLst>
            <a:outerShdw blurRad="39999" dist="20000" dir="5400000" rotWithShape="0">
              <a:srgbClr val="000000">
                <a:alpha val="37650"/>
              </a:srgbClr>
            </a:outerShdw>
          </a:effectLst>
        </p:spPr>
        <p:txBody>
          <a:bodyPr lIns="91425" tIns="45700" rIns="91425" bIns="45700" anchor="ctr" anchorCtr="0">
            <a:noAutofit/>
          </a:bodyPr>
          <a:lstStyle/>
          <a:p>
            <a:pPr marL="0" marR="0" lvl="0" indent="0" algn="ctr" rtl="0">
              <a:spcBef>
                <a:spcPts val="0"/>
              </a:spcBef>
              <a:buSzPct val="25000"/>
              <a:buNone/>
            </a:pPr>
            <a:r>
              <a:rPr lang="en" sz="1800" b="1">
                <a:solidFill>
                  <a:srgbClr val="000000"/>
                </a:solidFill>
                <a:latin typeface="Calibri"/>
                <a:ea typeface="Calibri"/>
                <a:cs typeface="Calibri"/>
                <a:sym typeface="Calibri"/>
              </a:rPr>
              <a:t>NHD</a:t>
            </a:r>
            <a:r>
              <a:rPr lang="en" sz="1800" b="1" i="1">
                <a:solidFill>
                  <a:srgbClr val="000000"/>
                </a:solidFill>
                <a:latin typeface="Calibri"/>
                <a:ea typeface="Calibri"/>
                <a:cs typeface="Calibri"/>
                <a:sym typeface="Calibri"/>
              </a:rPr>
              <a:t>Plus</a:t>
            </a:r>
          </a:p>
        </p:txBody>
      </p:sp>
      <p:sp>
        <p:nvSpPr>
          <p:cNvPr id="869" name="Shape 869"/>
          <p:cNvSpPr/>
          <p:nvPr/>
        </p:nvSpPr>
        <p:spPr>
          <a:xfrm>
            <a:off x="847217" y="2790971"/>
            <a:ext cx="1011000" cy="581099"/>
          </a:xfrm>
          <a:prstGeom prst="roundRect">
            <a:avLst>
              <a:gd name="adj" fmla="val 16667"/>
            </a:avLst>
          </a:prstGeom>
          <a:solidFill>
            <a:srgbClr val="93B3D7"/>
          </a:soli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b="1">
                <a:latin typeface="Calibri"/>
                <a:ea typeface="Calibri"/>
                <a:cs typeface="Calibri"/>
                <a:sym typeface="Calibri"/>
              </a:rPr>
              <a:t>NHD</a:t>
            </a:r>
          </a:p>
        </p:txBody>
      </p:sp>
      <p:sp>
        <p:nvSpPr>
          <p:cNvPr id="870" name="Shape 870"/>
          <p:cNvSpPr/>
          <p:nvPr/>
        </p:nvSpPr>
        <p:spPr>
          <a:xfrm>
            <a:off x="847217" y="3627089"/>
            <a:ext cx="1011000" cy="581100"/>
          </a:xfrm>
          <a:prstGeom prst="roundRect">
            <a:avLst>
              <a:gd name="adj" fmla="val 16667"/>
            </a:avLst>
          </a:prstGeom>
          <a:solidFill>
            <a:srgbClr val="93B3D7"/>
          </a:soli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b="1">
                <a:latin typeface="Calibri"/>
                <a:ea typeface="Calibri"/>
                <a:cs typeface="Calibri"/>
                <a:sym typeface="Calibri"/>
              </a:rPr>
              <a:t>WBD</a:t>
            </a:r>
          </a:p>
        </p:txBody>
      </p:sp>
      <p:sp>
        <p:nvSpPr>
          <p:cNvPr id="871" name="Shape 871"/>
          <p:cNvSpPr/>
          <p:nvPr/>
        </p:nvSpPr>
        <p:spPr>
          <a:xfrm>
            <a:off x="847217" y="4461550"/>
            <a:ext cx="1011000" cy="581100"/>
          </a:xfrm>
          <a:prstGeom prst="roundRect">
            <a:avLst>
              <a:gd name="adj" fmla="val 16667"/>
            </a:avLst>
          </a:prstGeom>
          <a:solidFill>
            <a:srgbClr val="93B3D7"/>
          </a:solidFill>
          <a:ln w="25400" cap="flat" cmpd="sng">
            <a:solidFill>
              <a:srgbClr val="395E89"/>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 sz="1800" b="1">
                <a:latin typeface="Calibri"/>
                <a:ea typeface="Calibri"/>
                <a:cs typeface="Calibri"/>
                <a:sym typeface="Calibri"/>
              </a:rPr>
              <a:t>3DEP</a:t>
            </a:r>
          </a:p>
        </p:txBody>
      </p:sp>
      <p:sp>
        <p:nvSpPr>
          <p:cNvPr id="872" name="Shape 872"/>
          <p:cNvSpPr/>
          <p:nvPr/>
        </p:nvSpPr>
        <p:spPr>
          <a:xfrm>
            <a:off x="6057536" y="3281610"/>
            <a:ext cx="806100" cy="581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App</a:t>
            </a:r>
          </a:p>
        </p:txBody>
      </p:sp>
      <p:sp>
        <p:nvSpPr>
          <p:cNvPr id="873" name="Shape 873"/>
          <p:cNvSpPr/>
          <p:nvPr/>
        </p:nvSpPr>
        <p:spPr>
          <a:xfrm>
            <a:off x="5570601" y="4938108"/>
            <a:ext cx="1092000" cy="1313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Water Quality Portal</a:t>
            </a:r>
          </a:p>
        </p:txBody>
      </p:sp>
      <p:sp>
        <p:nvSpPr>
          <p:cNvPr id="874" name="Shape 874"/>
          <p:cNvSpPr/>
          <p:nvPr/>
        </p:nvSpPr>
        <p:spPr>
          <a:xfrm>
            <a:off x="4885695" y="1606399"/>
            <a:ext cx="1138200" cy="5283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HydroLink</a:t>
            </a:r>
          </a:p>
        </p:txBody>
      </p:sp>
      <p:cxnSp>
        <p:nvCxnSpPr>
          <p:cNvPr id="875" name="Shape 875"/>
          <p:cNvCxnSpPr>
            <a:stCxn id="871" idx="3"/>
            <a:endCxn id="868" idx="2"/>
          </p:cNvCxnSpPr>
          <p:nvPr/>
        </p:nvCxnSpPr>
        <p:spPr>
          <a:xfrm rot="10800000" flipH="1">
            <a:off x="1858217" y="3918100"/>
            <a:ext cx="470100" cy="834000"/>
          </a:xfrm>
          <a:prstGeom prst="straightConnector1">
            <a:avLst/>
          </a:prstGeom>
          <a:noFill/>
          <a:ln w="12700" cap="flat" cmpd="sng">
            <a:solidFill>
              <a:srgbClr val="000000"/>
            </a:solidFill>
            <a:prstDash val="solid"/>
            <a:round/>
            <a:headEnd type="none" w="med" len="med"/>
            <a:tailEnd type="triangle" w="lg" len="lg"/>
          </a:ln>
        </p:spPr>
      </p:cxnSp>
      <p:cxnSp>
        <p:nvCxnSpPr>
          <p:cNvPr id="876" name="Shape 876"/>
          <p:cNvCxnSpPr>
            <a:stCxn id="870" idx="3"/>
            <a:endCxn id="868" idx="2"/>
          </p:cNvCxnSpPr>
          <p:nvPr/>
        </p:nvCxnSpPr>
        <p:spPr>
          <a:xfrm>
            <a:off x="1858217" y="3917639"/>
            <a:ext cx="470100" cy="600"/>
          </a:xfrm>
          <a:prstGeom prst="straightConnector1">
            <a:avLst/>
          </a:prstGeom>
          <a:noFill/>
          <a:ln w="12700" cap="flat" cmpd="sng">
            <a:solidFill>
              <a:srgbClr val="000000"/>
            </a:solidFill>
            <a:prstDash val="solid"/>
            <a:round/>
            <a:headEnd type="none" w="med" len="med"/>
            <a:tailEnd type="triangle" w="lg" len="lg"/>
          </a:ln>
        </p:spPr>
      </p:cxnSp>
      <p:cxnSp>
        <p:nvCxnSpPr>
          <p:cNvPr id="877" name="Shape 877"/>
          <p:cNvCxnSpPr>
            <a:stCxn id="869" idx="3"/>
            <a:endCxn id="868" idx="2"/>
          </p:cNvCxnSpPr>
          <p:nvPr/>
        </p:nvCxnSpPr>
        <p:spPr>
          <a:xfrm>
            <a:off x="1858217" y="3081521"/>
            <a:ext cx="470100" cy="836699"/>
          </a:xfrm>
          <a:prstGeom prst="straightConnector1">
            <a:avLst/>
          </a:prstGeom>
          <a:noFill/>
          <a:ln w="12700" cap="flat" cmpd="sng">
            <a:solidFill>
              <a:srgbClr val="000000"/>
            </a:solidFill>
            <a:prstDash val="solid"/>
            <a:round/>
            <a:headEnd type="none" w="med" len="med"/>
            <a:tailEnd type="triangle" w="lg" len="lg"/>
          </a:ln>
        </p:spPr>
      </p:cxnSp>
      <p:cxnSp>
        <p:nvCxnSpPr>
          <p:cNvPr id="878" name="Shape 878"/>
          <p:cNvCxnSpPr>
            <a:endCxn id="872" idx="1"/>
          </p:cNvCxnSpPr>
          <p:nvPr/>
        </p:nvCxnSpPr>
        <p:spPr>
          <a:xfrm rot="10800000" flipH="1">
            <a:off x="5441936" y="3572160"/>
            <a:ext cx="615600" cy="7500"/>
          </a:xfrm>
          <a:prstGeom prst="straightConnector1">
            <a:avLst/>
          </a:prstGeom>
          <a:noFill/>
          <a:ln w="12700" cap="flat" cmpd="sng">
            <a:solidFill>
              <a:srgbClr val="000000"/>
            </a:solidFill>
            <a:prstDash val="solid"/>
            <a:round/>
            <a:headEnd type="none" w="med" len="med"/>
            <a:tailEnd type="triangle" w="lg" len="lg"/>
          </a:ln>
        </p:spPr>
      </p:cxnSp>
      <p:sp>
        <p:nvSpPr>
          <p:cNvPr id="879" name="Shape 879"/>
          <p:cNvSpPr/>
          <p:nvPr/>
        </p:nvSpPr>
        <p:spPr>
          <a:xfrm>
            <a:off x="5824484" y="2453356"/>
            <a:ext cx="806399" cy="581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App</a:t>
            </a:r>
          </a:p>
        </p:txBody>
      </p:sp>
      <p:cxnSp>
        <p:nvCxnSpPr>
          <p:cNvPr id="880" name="Shape 880"/>
          <p:cNvCxnSpPr>
            <a:stCxn id="879" idx="1"/>
          </p:cNvCxnSpPr>
          <p:nvPr/>
        </p:nvCxnSpPr>
        <p:spPr>
          <a:xfrm flipH="1">
            <a:off x="5384984" y="2743906"/>
            <a:ext cx="439500" cy="301500"/>
          </a:xfrm>
          <a:prstGeom prst="straightConnector1">
            <a:avLst/>
          </a:prstGeom>
          <a:noFill/>
          <a:ln w="12700" cap="flat" cmpd="sng">
            <a:solidFill>
              <a:srgbClr val="000000"/>
            </a:solidFill>
            <a:prstDash val="solid"/>
            <a:round/>
            <a:headEnd type="none" w="med" len="med"/>
            <a:tailEnd type="triangle" w="lg" len="lg"/>
          </a:ln>
        </p:spPr>
      </p:cxnSp>
      <p:cxnSp>
        <p:nvCxnSpPr>
          <p:cNvPr id="881" name="Shape 881"/>
          <p:cNvCxnSpPr/>
          <p:nvPr/>
        </p:nvCxnSpPr>
        <p:spPr>
          <a:xfrm rot="10800000" flipH="1">
            <a:off x="5486300" y="4308294"/>
            <a:ext cx="443700" cy="5700"/>
          </a:xfrm>
          <a:prstGeom prst="straightConnector1">
            <a:avLst/>
          </a:prstGeom>
          <a:noFill/>
          <a:ln w="12700" cap="flat" cmpd="sng">
            <a:solidFill>
              <a:srgbClr val="000000"/>
            </a:solidFill>
            <a:prstDash val="solid"/>
            <a:round/>
            <a:headEnd type="none" w="med" len="med"/>
            <a:tailEnd type="triangle" w="lg" len="lg"/>
          </a:ln>
        </p:spPr>
      </p:cxnSp>
      <p:cxnSp>
        <p:nvCxnSpPr>
          <p:cNvPr id="882" name="Shape 882"/>
          <p:cNvCxnSpPr/>
          <p:nvPr/>
        </p:nvCxnSpPr>
        <p:spPr>
          <a:xfrm rot="10800000">
            <a:off x="5450757" y="4556477"/>
            <a:ext cx="579900" cy="0"/>
          </a:xfrm>
          <a:prstGeom prst="straightConnector1">
            <a:avLst/>
          </a:prstGeom>
          <a:noFill/>
          <a:ln w="12700" cap="flat" cmpd="sng">
            <a:solidFill>
              <a:srgbClr val="000000"/>
            </a:solidFill>
            <a:prstDash val="solid"/>
            <a:round/>
            <a:headEnd type="none" w="med" len="med"/>
            <a:tailEnd type="triangle" w="lg" len="lg"/>
          </a:ln>
        </p:spPr>
      </p:cxnSp>
      <p:sp>
        <p:nvSpPr>
          <p:cNvPr id="883" name="Shape 883"/>
          <p:cNvSpPr txBox="1"/>
          <p:nvPr/>
        </p:nvSpPr>
        <p:spPr>
          <a:xfrm>
            <a:off x="2206875" y="678645"/>
            <a:ext cx="4700700" cy="678000"/>
          </a:xfrm>
          <a:prstGeom prst="rect">
            <a:avLst/>
          </a:prstGeom>
          <a:noFill/>
          <a:ln>
            <a:noFill/>
          </a:ln>
        </p:spPr>
        <p:txBody>
          <a:bodyPr lIns="91425" tIns="45700" rIns="91425" bIns="45700" anchor="ctr" anchorCtr="0">
            <a:noAutofit/>
          </a:bodyPr>
          <a:lstStyle/>
          <a:p>
            <a:pPr marL="0" marR="0" lvl="0" indent="0" algn="ctr" rtl="0">
              <a:spcBef>
                <a:spcPts val="0"/>
              </a:spcBef>
              <a:buSzPct val="25000"/>
              <a:buNone/>
            </a:pPr>
            <a:r>
              <a:rPr lang="en" sz="1900" b="1">
                <a:solidFill>
                  <a:srgbClr val="0B5394"/>
                </a:solidFill>
                <a:latin typeface="Calibri"/>
                <a:ea typeface="Calibri"/>
                <a:cs typeface="Calibri"/>
                <a:sym typeface="Calibri"/>
              </a:rPr>
              <a:t>Water Intelligence Network System (WINS)</a:t>
            </a:r>
          </a:p>
        </p:txBody>
      </p:sp>
      <p:sp>
        <p:nvSpPr>
          <p:cNvPr id="884" name="Shape 884"/>
          <p:cNvSpPr txBox="1"/>
          <p:nvPr/>
        </p:nvSpPr>
        <p:spPr>
          <a:xfrm>
            <a:off x="7025625" y="2638575"/>
            <a:ext cx="1175700" cy="3299700"/>
          </a:xfrm>
          <a:prstGeom prst="rect">
            <a:avLst/>
          </a:prstGeom>
          <a:solidFill>
            <a:srgbClr val="FCE5CD"/>
          </a:solidFill>
          <a:ln>
            <a:noFill/>
          </a:ln>
        </p:spPr>
        <p:txBody>
          <a:bodyPr lIns="91425" tIns="91425" rIns="91425" bIns="91425" anchor="t" anchorCtr="0">
            <a:noAutofit/>
          </a:bodyPr>
          <a:lstStyle/>
          <a:p>
            <a:pPr lvl="0" algn="ctr" rtl="0">
              <a:spcBef>
                <a:spcPts val="0"/>
              </a:spcBef>
              <a:buNone/>
            </a:pPr>
            <a:r>
              <a:rPr lang="en" b="1">
                <a:solidFill>
                  <a:srgbClr val="7F6000"/>
                </a:solidFill>
                <a:latin typeface="Calibri"/>
                <a:ea typeface="Calibri"/>
                <a:cs typeface="Calibri"/>
                <a:sym typeface="Calibri"/>
              </a:rPr>
              <a:t>Example Apps:</a:t>
            </a:r>
            <a:r>
              <a:rPr lang="en" sz="1200" b="1">
                <a:solidFill>
                  <a:srgbClr val="7F6000"/>
                </a:solidFill>
                <a:latin typeface="Calibri"/>
                <a:ea typeface="Calibri"/>
                <a:cs typeface="Calibri"/>
                <a:sym typeface="Calibri"/>
              </a:rPr>
              <a:t> </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National Water Model</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HydroLink</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SPARROW </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StreamStats</a:t>
            </a:r>
          </a:p>
          <a:p>
            <a:pPr lvl="0" algn="ctr" rtl="0">
              <a:spcBef>
                <a:spcPts val="0"/>
              </a:spcBef>
              <a:buNone/>
            </a:pPr>
            <a:endParaRPr sz="1200" b="1">
              <a:solidFill>
                <a:srgbClr val="7F6000"/>
              </a:solidFill>
              <a:latin typeface="Calibri"/>
              <a:ea typeface="Calibri"/>
              <a:cs typeface="Calibri"/>
              <a:sym typeface="Calibri"/>
            </a:endParaRPr>
          </a:p>
          <a:p>
            <a:pPr lvl="0" algn="ctr" rtl="0">
              <a:spcBef>
                <a:spcPts val="0"/>
              </a:spcBef>
              <a:buClr>
                <a:schemeClr val="dk1"/>
              </a:buClr>
              <a:buSzPct val="91666"/>
              <a:buFont typeface="Arial"/>
              <a:buNone/>
            </a:pPr>
            <a:r>
              <a:rPr lang="en" sz="1200" b="1">
                <a:solidFill>
                  <a:srgbClr val="7F6000"/>
                </a:solidFill>
                <a:latin typeface="Calibri"/>
                <a:ea typeface="Calibri"/>
                <a:cs typeface="Calibri"/>
                <a:sym typeface="Calibri"/>
              </a:rPr>
              <a:t>National Water Census</a:t>
            </a:r>
          </a:p>
          <a:p>
            <a:pPr lvl="0" algn="ctr" rtl="0">
              <a:spcBef>
                <a:spcPts val="0"/>
              </a:spcBef>
              <a:buClr>
                <a:schemeClr val="dk1"/>
              </a:buClr>
              <a:buFont typeface="Arial"/>
              <a:buNone/>
            </a:pPr>
            <a:endParaRPr sz="1200" b="1">
              <a:solidFill>
                <a:srgbClr val="7F6000"/>
              </a:solidFill>
              <a:latin typeface="Calibri"/>
              <a:ea typeface="Calibri"/>
              <a:cs typeface="Calibri"/>
              <a:sym typeface="Calibri"/>
            </a:endParaRPr>
          </a:p>
          <a:p>
            <a:pPr lvl="0" algn="ctr" rtl="0">
              <a:spcBef>
                <a:spcPts val="0"/>
              </a:spcBef>
              <a:buNone/>
            </a:pPr>
            <a:r>
              <a:rPr lang="en" sz="1200" b="1">
                <a:solidFill>
                  <a:srgbClr val="7F6000"/>
                </a:solidFill>
                <a:latin typeface="Calibri"/>
                <a:ea typeface="Calibri"/>
                <a:cs typeface="Calibri"/>
                <a:sym typeface="Calibri"/>
              </a:rPr>
              <a:t>etc.</a:t>
            </a:r>
          </a:p>
          <a:p>
            <a:pPr lvl="0" algn="ctr" rtl="0">
              <a:spcBef>
                <a:spcPts val="0"/>
              </a:spcBef>
              <a:buNone/>
            </a:pPr>
            <a:endParaRPr sz="1200">
              <a:solidFill>
                <a:srgbClr val="7F6000"/>
              </a:solidFill>
              <a:latin typeface="Calibri"/>
              <a:ea typeface="Calibri"/>
              <a:cs typeface="Calibri"/>
              <a:sym typeface="Calibri"/>
            </a:endParaRPr>
          </a:p>
        </p:txBody>
      </p:sp>
      <p:sp>
        <p:nvSpPr>
          <p:cNvPr id="885" name="Shape 885"/>
          <p:cNvSpPr/>
          <p:nvPr/>
        </p:nvSpPr>
        <p:spPr>
          <a:xfrm rot="5400000">
            <a:off x="1060675" y="1862075"/>
            <a:ext cx="4765200" cy="4125300"/>
          </a:xfrm>
          <a:prstGeom prst="blockArc">
            <a:avLst>
              <a:gd name="adj1" fmla="val 10800000"/>
              <a:gd name="adj2" fmla="val 0"/>
              <a:gd name="adj3" fmla="val 25000"/>
            </a:avLst>
          </a:prstGeom>
          <a:solidFill>
            <a:srgbClr val="B6D7A8"/>
          </a:solidFill>
          <a:ln w="9525" cap="flat" cmpd="sng">
            <a:solidFill>
              <a:srgbClr val="4A7DBA"/>
            </a:solidFill>
            <a:prstDash val="solid"/>
            <a:round/>
            <a:headEnd type="none" w="med" len="med"/>
            <a:tailEnd type="none" w="med" len="med"/>
          </a:ln>
          <a:effectLst>
            <a:outerShdw blurRad="39999" dist="20000" dir="5400000" rotWithShape="0">
              <a:srgbClr val="000000">
                <a:alpha val="37650"/>
              </a:srgbClr>
            </a:outerShdw>
          </a:effectLst>
        </p:spPr>
        <p:txBody>
          <a:bodyPr lIns="91425" tIns="91425" rIns="91425" bIns="91425" anchor="ctr" anchorCtr="0">
            <a:noAutofit/>
          </a:bodyPr>
          <a:lstStyle/>
          <a:p>
            <a:pPr lvl="0">
              <a:spcBef>
                <a:spcPts val="0"/>
              </a:spcBef>
              <a:buNone/>
            </a:pPr>
            <a:endParaRPr/>
          </a:p>
        </p:txBody>
      </p:sp>
      <p:sp>
        <p:nvSpPr>
          <p:cNvPr id="886" name="Shape 886"/>
          <p:cNvSpPr txBox="1"/>
          <p:nvPr/>
        </p:nvSpPr>
        <p:spPr>
          <a:xfrm>
            <a:off x="3569750" y="1810201"/>
            <a:ext cx="1062600" cy="3753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38761D"/>
                </a:solidFill>
                <a:latin typeface="Calibri"/>
                <a:ea typeface="Calibri"/>
                <a:cs typeface="Calibri"/>
                <a:sym typeface="Calibri"/>
              </a:rPr>
              <a:t>Wetlands</a:t>
            </a:r>
          </a:p>
          <a:p>
            <a:pPr lvl="0" rtl="0">
              <a:spcBef>
                <a:spcPts val="0"/>
              </a:spcBef>
              <a:buNone/>
            </a:pPr>
            <a:endParaRPr>
              <a:solidFill>
                <a:srgbClr val="38761D"/>
              </a:solidFill>
              <a:latin typeface="Calibri"/>
              <a:ea typeface="Calibri"/>
              <a:cs typeface="Calibri"/>
              <a:sym typeface="Calibri"/>
            </a:endParaRPr>
          </a:p>
          <a:p>
            <a:pPr lvl="0" rtl="0">
              <a:spcBef>
                <a:spcPts val="0"/>
              </a:spcBef>
              <a:buNone/>
            </a:pPr>
            <a:endParaRPr>
              <a:solidFill>
                <a:srgbClr val="38761D"/>
              </a:solidFill>
              <a:latin typeface="Calibri"/>
              <a:ea typeface="Calibri"/>
              <a:cs typeface="Calibri"/>
              <a:sym typeface="Calibri"/>
            </a:endParaRPr>
          </a:p>
          <a:p>
            <a:pPr lvl="0" rtl="0">
              <a:spcBef>
                <a:spcPts val="0"/>
              </a:spcBef>
              <a:buNone/>
            </a:pPr>
            <a:endParaRPr>
              <a:solidFill>
                <a:srgbClr val="38761D"/>
              </a:solidFill>
              <a:latin typeface="Calibri"/>
              <a:ea typeface="Calibri"/>
              <a:cs typeface="Calibri"/>
              <a:sym typeface="Calibri"/>
            </a:endParaRPr>
          </a:p>
        </p:txBody>
      </p:sp>
      <p:sp>
        <p:nvSpPr>
          <p:cNvPr id="887" name="Shape 887"/>
          <p:cNvSpPr/>
          <p:nvPr/>
        </p:nvSpPr>
        <p:spPr>
          <a:xfrm rot="5400000">
            <a:off x="2088950" y="2896475"/>
            <a:ext cx="2701500" cy="2054400"/>
          </a:xfrm>
          <a:prstGeom prst="blockArc">
            <a:avLst>
              <a:gd name="adj1" fmla="val 10800948"/>
              <a:gd name="adj2" fmla="val 21595239"/>
              <a:gd name="adj3" fmla="val 27283"/>
            </a:avLst>
          </a:prstGeom>
          <a:gradFill>
            <a:gsLst>
              <a:gs pos="0">
                <a:srgbClr val="9FC3FF"/>
              </a:gs>
              <a:gs pos="35000">
                <a:srgbClr val="BDD5FF"/>
              </a:gs>
              <a:gs pos="100000">
                <a:srgbClr val="E4EEFF"/>
              </a:gs>
            </a:gsLst>
            <a:lin ang="16200038" scaled="0"/>
          </a:gradFill>
          <a:ln w="9525" cap="flat" cmpd="sng">
            <a:solidFill>
              <a:srgbClr val="4A7DBA"/>
            </a:solidFill>
            <a:prstDash val="solid"/>
            <a:round/>
            <a:headEnd type="none" w="med" len="med"/>
            <a:tailEnd type="none" w="med" len="med"/>
          </a:ln>
          <a:effectLst>
            <a:outerShdw blurRad="39999" dist="20000" dir="5400000" rotWithShape="0">
              <a:srgbClr val="000000">
                <a:alpha val="37650"/>
              </a:srgbClr>
            </a:outerShdw>
          </a:effectLst>
        </p:spPr>
        <p:txBody>
          <a:bodyPr lIns="91425" tIns="91425" rIns="91425" bIns="91425" anchor="ctr" anchorCtr="0">
            <a:noAutofit/>
          </a:bodyPr>
          <a:lstStyle/>
          <a:p>
            <a:pPr lvl="0">
              <a:spcBef>
                <a:spcPts val="0"/>
              </a:spcBef>
              <a:buNone/>
            </a:pPr>
            <a:endParaRPr/>
          </a:p>
        </p:txBody>
      </p:sp>
      <p:sp>
        <p:nvSpPr>
          <p:cNvPr id="888" name="Shape 888"/>
          <p:cNvSpPr txBox="1"/>
          <p:nvPr/>
        </p:nvSpPr>
        <p:spPr>
          <a:xfrm>
            <a:off x="3760787" y="3350150"/>
            <a:ext cx="776700" cy="1376400"/>
          </a:xfrm>
          <a:prstGeom prst="rect">
            <a:avLst/>
          </a:prstGeom>
          <a:noFill/>
          <a:ln>
            <a:noFill/>
          </a:ln>
        </p:spPr>
        <p:txBody>
          <a:bodyPr lIns="91425" tIns="91425" rIns="91425" bIns="91425" anchor="t" anchorCtr="0">
            <a:noAutofit/>
          </a:bodyPr>
          <a:lstStyle/>
          <a:p>
            <a:pPr lvl="0" algn="ctr" rtl="0">
              <a:spcBef>
                <a:spcPts val="0"/>
              </a:spcBef>
              <a:buNone/>
            </a:pPr>
            <a:r>
              <a:rPr lang="en" sz="1600" b="1">
                <a:latin typeface="Calibri"/>
                <a:ea typeface="Calibri"/>
                <a:cs typeface="Calibri"/>
                <a:sym typeface="Calibri"/>
              </a:rPr>
              <a:t>net-</a:t>
            </a:r>
          </a:p>
          <a:p>
            <a:pPr lvl="0" algn="ctr" rtl="0">
              <a:spcBef>
                <a:spcPts val="0"/>
              </a:spcBef>
              <a:buNone/>
            </a:pPr>
            <a:r>
              <a:rPr lang="en" sz="1600" b="1">
                <a:latin typeface="Calibri"/>
                <a:ea typeface="Calibri"/>
                <a:cs typeface="Calibri"/>
                <a:sym typeface="Calibri"/>
              </a:rPr>
              <a:t>work navi-</a:t>
            </a:r>
          </a:p>
          <a:p>
            <a:pPr lvl="0" algn="ctr" rtl="0">
              <a:spcBef>
                <a:spcPts val="0"/>
              </a:spcBef>
              <a:buNone/>
            </a:pPr>
            <a:r>
              <a:rPr lang="en" sz="1600" b="1">
                <a:latin typeface="Calibri"/>
                <a:ea typeface="Calibri"/>
                <a:cs typeface="Calibri"/>
                <a:sym typeface="Calibri"/>
              </a:rPr>
              <a:t>gation </a:t>
            </a:r>
          </a:p>
        </p:txBody>
      </p:sp>
      <p:sp>
        <p:nvSpPr>
          <p:cNvPr id="889" name="Shape 889"/>
          <p:cNvSpPr txBox="1"/>
          <p:nvPr/>
        </p:nvSpPr>
        <p:spPr>
          <a:xfrm>
            <a:off x="4411775" y="3612037"/>
            <a:ext cx="1175700" cy="834000"/>
          </a:xfrm>
          <a:prstGeom prst="rect">
            <a:avLst/>
          </a:prstGeom>
          <a:noFill/>
          <a:ln>
            <a:noFill/>
          </a:ln>
        </p:spPr>
        <p:txBody>
          <a:bodyPr lIns="91425" tIns="91425" rIns="91425" bIns="91425" anchor="ctr" anchorCtr="0">
            <a:noAutofit/>
          </a:bodyPr>
          <a:lstStyle/>
          <a:p>
            <a:pPr lvl="0" algn="ctr" rtl="0">
              <a:spcBef>
                <a:spcPts val="0"/>
              </a:spcBef>
              <a:buNone/>
            </a:pPr>
            <a:r>
              <a:rPr lang="en" sz="1800" b="1">
                <a:solidFill>
                  <a:schemeClr val="dk1"/>
                </a:solidFill>
                <a:latin typeface="Calibri"/>
                <a:ea typeface="Calibri"/>
                <a:cs typeface="Calibri"/>
                <a:sym typeface="Calibri"/>
              </a:rPr>
              <a:t>Linked Data</a:t>
            </a:r>
          </a:p>
          <a:p>
            <a:pPr lvl="0" algn="ctr" rtl="0">
              <a:spcBef>
                <a:spcPts val="0"/>
              </a:spcBef>
              <a:buNone/>
            </a:pPr>
            <a:r>
              <a:rPr lang="en" sz="1800" b="1">
                <a:solidFill>
                  <a:schemeClr val="dk1"/>
                </a:solidFill>
                <a:latin typeface="Calibri"/>
                <a:ea typeface="Calibri"/>
                <a:cs typeface="Calibri"/>
                <a:sym typeface="Calibri"/>
              </a:rPr>
              <a:t>Registry</a:t>
            </a:r>
          </a:p>
        </p:txBody>
      </p:sp>
      <p:sp>
        <p:nvSpPr>
          <p:cNvPr id="890" name="Shape 890"/>
          <p:cNvSpPr txBox="1"/>
          <p:nvPr/>
        </p:nvSpPr>
        <p:spPr>
          <a:xfrm>
            <a:off x="3512025" y="5914875"/>
            <a:ext cx="530700" cy="3015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etc.</a:t>
            </a:r>
          </a:p>
        </p:txBody>
      </p:sp>
      <p:cxnSp>
        <p:nvCxnSpPr>
          <p:cNvPr id="891" name="Shape 891"/>
          <p:cNvCxnSpPr>
            <a:stCxn id="874" idx="1"/>
          </p:cNvCxnSpPr>
          <p:nvPr/>
        </p:nvCxnSpPr>
        <p:spPr>
          <a:xfrm flipH="1">
            <a:off x="3763695" y="1870549"/>
            <a:ext cx="1122000" cy="1108500"/>
          </a:xfrm>
          <a:prstGeom prst="straightConnector1">
            <a:avLst/>
          </a:prstGeom>
          <a:noFill/>
          <a:ln w="12700" cap="flat" cmpd="sng">
            <a:solidFill>
              <a:srgbClr val="000000"/>
            </a:solidFill>
            <a:prstDash val="solid"/>
            <a:round/>
            <a:headEnd type="none" w="med" len="med"/>
            <a:tailEnd type="triangle" w="lg" len="lg"/>
          </a:ln>
        </p:spPr>
      </p:cxnSp>
      <p:sp>
        <p:nvSpPr>
          <p:cNvPr id="892" name="Shape 892"/>
          <p:cNvSpPr/>
          <p:nvPr/>
        </p:nvSpPr>
        <p:spPr>
          <a:xfrm>
            <a:off x="5929988" y="4109844"/>
            <a:ext cx="806100" cy="581100"/>
          </a:xfrm>
          <a:prstGeom prst="roundRect">
            <a:avLst>
              <a:gd name="adj" fmla="val 16667"/>
            </a:avLst>
          </a:prstGeom>
          <a:solidFill>
            <a:srgbClr val="F6B26B"/>
          </a:solidFill>
          <a:ln>
            <a:noFill/>
          </a:ln>
          <a:effectLst>
            <a:outerShdw blurRad="39999" dist="23000" dir="5400000" rotWithShape="0">
              <a:srgbClr val="000000">
                <a:alpha val="34900"/>
              </a:srgbClr>
            </a:outerShdw>
          </a:effectLst>
        </p:spPr>
        <p:txBody>
          <a:bodyPr lIns="91425" tIns="45700" rIns="91425" bIns="45700" anchor="ctr" anchorCtr="0">
            <a:noAutofit/>
          </a:bodyPr>
          <a:lstStyle/>
          <a:p>
            <a:pPr marL="0" marR="0" lvl="0" indent="0" algn="ctr" rtl="0">
              <a:spcBef>
                <a:spcPts val="0"/>
              </a:spcBef>
              <a:buNone/>
            </a:pPr>
            <a:r>
              <a:rPr lang="en" b="1">
                <a:solidFill>
                  <a:srgbClr val="7F6000"/>
                </a:solidFill>
                <a:latin typeface="Calibri"/>
                <a:ea typeface="Calibri"/>
                <a:cs typeface="Calibri"/>
                <a:sym typeface="Calibri"/>
              </a:rPr>
              <a:t>App</a:t>
            </a:r>
          </a:p>
        </p:txBody>
      </p:sp>
      <p:sp>
        <p:nvSpPr>
          <p:cNvPr id="893" name="Shape 893"/>
          <p:cNvSpPr txBox="1"/>
          <p:nvPr/>
        </p:nvSpPr>
        <p:spPr>
          <a:xfrm>
            <a:off x="4596425" y="3251362"/>
            <a:ext cx="806400" cy="4443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38761D"/>
                </a:solidFill>
                <a:latin typeface="Calibri"/>
                <a:ea typeface="Calibri"/>
                <a:cs typeface="Calibri"/>
                <a:sym typeface="Calibri"/>
              </a:rPr>
              <a:t>Levees</a:t>
            </a:r>
          </a:p>
          <a:p>
            <a:pPr lvl="0" rtl="0">
              <a:spcBef>
                <a:spcPts val="0"/>
              </a:spcBef>
              <a:buNone/>
            </a:pPr>
            <a:endParaRPr>
              <a:solidFill>
                <a:srgbClr val="38761D"/>
              </a:solidFill>
              <a:latin typeface="Calibri"/>
              <a:ea typeface="Calibri"/>
              <a:cs typeface="Calibri"/>
              <a:sym typeface="Calibri"/>
            </a:endParaRPr>
          </a:p>
        </p:txBody>
      </p:sp>
      <p:sp>
        <p:nvSpPr>
          <p:cNvPr id="894" name="Shape 894"/>
          <p:cNvSpPr txBox="1"/>
          <p:nvPr/>
        </p:nvSpPr>
        <p:spPr>
          <a:xfrm>
            <a:off x="4537587" y="2889937"/>
            <a:ext cx="776700" cy="3753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38761D"/>
                </a:solidFill>
                <a:latin typeface="Calibri"/>
                <a:ea typeface="Calibri"/>
                <a:cs typeface="Calibri"/>
                <a:sym typeface="Calibri"/>
              </a:rPr>
              <a:t>Dams</a:t>
            </a:r>
          </a:p>
          <a:p>
            <a:pPr lvl="0" rtl="0">
              <a:spcBef>
                <a:spcPts val="0"/>
              </a:spcBef>
              <a:buNone/>
            </a:pPr>
            <a:endParaRPr>
              <a:solidFill>
                <a:srgbClr val="38761D"/>
              </a:solidFill>
              <a:latin typeface="Calibri"/>
              <a:ea typeface="Calibri"/>
              <a:cs typeface="Calibri"/>
              <a:sym typeface="Calibri"/>
            </a:endParaRPr>
          </a:p>
        </p:txBody>
      </p:sp>
      <p:sp>
        <p:nvSpPr>
          <p:cNvPr id="895" name="Shape 895"/>
          <p:cNvSpPr txBox="1"/>
          <p:nvPr/>
        </p:nvSpPr>
        <p:spPr>
          <a:xfrm>
            <a:off x="3913850" y="5097950"/>
            <a:ext cx="745800" cy="4989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Water Quality</a:t>
            </a:r>
          </a:p>
        </p:txBody>
      </p:sp>
      <p:sp>
        <p:nvSpPr>
          <p:cNvPr id="896" name="Shape 896"/>
          <p:cNvSpPr txBox="1"/>
          <p:nvPr/>
        </p:nvSpPr>
        <p:spPr>
          <a:xfrm>
            <a:off x="3512025" y="5602575"/>
            <a:ext cx="776700" cy="3753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STORET</a:t>
            </a:r>
          </a:p>
        </p:txBody>
      </p:sp>
      <p:sp>
        <p:nvSpPr>
          <p:cNvPr id="897" name="Shape 897"/>
          <p:cNvSpPr txBox="1"/>
          <p:nvPr/>
        </p:nvSpPr>
        <p:spPr>
          <a:xfrm>
            <a:off x="4522900" y="4478425"/>
            <a:ext cx="615600" cy="3015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NWIS</a:t>
            </a:r>
          </a:p>
          <a:p>
            <a:pPr lvl="0" rtl="0">
              <a:spcBef>
                <a:spcPts val="0"/>
              </a:spcBef>
              <a:buNone/>
            </a:pPr>
            <a:endParaRPr>
              <a:solidFill>
                <a:srgbClr val="38761D"/>
              </a:solidFill>
              <a:latin typeface="Calibri"/>
              <a:ea typeface="Calibri"/>
              <a:cs typeface="Calibri"/>
              <a:sym typeface="Calibri"/>
            </a:endParaRPr>
          </a:p>
        </p:txBody>
      </p:sp>
      <p:sp>
        <p:nvSpPr>
          <p:cNvPr id="898" name="Shape 898"/>
          <p:cNvSpPr txBox="1"/>
          <p:nvPr/>
        </p:nvSpPr>
        <p:spPr>
          <a:xfrm>
            <a:off x="4306650" y="2496012"/>
            <a:ext cx="530700" cy="375300"/>
          </a:xfrm>
          <a:prstGeom prst="rect">
            <a:avLst/>
          </a:prstGeom>
          <a:noFill/>
          <a:ln>
            <a:noFill/>
          </a:ln>
        </p:spPr>
        <p:txBody>
          <a:bodyPr lIns="91425" tIns="91425" rIns="91425" bIns="91425" anchor="t" anchorCtr="0">
            <a:noAutofit/>
          </a:bodyPr>
          <a:lstStyle/>
          <a:p>
            <a:pPr lvl="0" rtl="0">
              <a:spcBef>
                <a:spcPts val="0"/>
              </a:spcBef>
              <a:buClr>
                <a:schemeClr val="dk1"/>
              </a:buClr>
              <a:buFont typeface="Arial"/>
              <a:buNone/>
            </a:pPr>
            <a:r>
              <a:rPr lang="en" b="1">
                <a:solidFill>
                  <a:srgbClr val="38761D"/>
                </a:solidFill>
                <a:latin typeface="Calibri"/>
                <a:ea typeface="Calibri"/>
                <a:cs typeface="Calibri"/>
                <a:sym typeface="Calibri"/>
              </a:rPr>
              <a:t>Fish</a:t>
            </a:r>
          </a:p>
        </p:txBody>
      </p:sp>
      <p:cxnSp>
        <p:nvCxnSpPr>
          <p:cNvPr id="899" name="Shape 899"/>
          <p:cNvCxnSpPr/>
          <p:nvPr/>
        </p:nvCxnSpPr>
        <p:spPr>
          <a:xfrm rot="10800000">
            <a:off x="3788075" y="4969500"/>
            <a:ext cx="1847400" cy="473100"/>
          </a:xfrm>
          <a:prstGeom prst="straightConnector1">
            <a:avLst/>
          </a:prstGeom>
          <a:noFill/>
          <a:ln w="12700" cap="flat" cmpd="sng">
            <a:solidFill>
              <a:srgbClr val="000000"/>
            </a:solidFill>
            <a:prstDash val="solid"/>
            <a:round/>
            <a:headEnd type="none" w="med" len="med"/>
            <a:tailEnd type="triangle" w="lg" len="lg"/>
          </a:ln>
        </p:spPr>
      </p:cxnSp>
      <p:cxnSp>
        <p:nvCxnSpPr>
          <p:cNvPr id="900" name="Shape 900"/>
          <p:cNvCxnSpPr>
            <a:stCxn id="896" idx="3"/>
            <a:endCxn id="873" idx="1"/>
          </p:cNvCxnSpPr>
          <p:nvPr/>
        </p:nvCxnSpPr>
        <p:spPr>
          <a:xfrm rot="10800000" flipH="1">
            <a:off x="4288725" y="5594625"/>
            <a:ext cx="1281900" cy="195600"/>
          </a:xfrm>
          <a:prstGeom prst="straightConnector1">
            <a:avLst/>
          </a:prstGeom>
          <a:noFill/>
          <a:ln w="12700" cap="flat" cmpd="sng">
            <a:solidFill>
              <a:srgbClr val="000000"/>
            </a:solidFill>
            <a:prstDash val="solid"/>
            <a:round/>
            <a:headEnd type="none" w="med" len="med"/>
            <a:tailEnd type="triangle" w="lg" len="lg"/>
          </a:ln>
        </p:spPr>
      </p:cxnSp>
      <p:cxnSp>
        <p:nvCxnSpPr>
          <p:cNvPr id="901" name="Shape 901"/>
          <p:cNvCxnSpPr>
            <a:stCxn id="895" idx="3"/>
            <a:endCxn id="873" idx="1"/>
          </p:cNvCxnSpPr>
          <p:nvPr/>
        </p:nvCxnSpPr>
        <p:spPr>
          <a:xfrm>
            <a:off x="4659650" y="5347400"/>
            <a:ext cx="911100" cy="247200"/>
          </a:xfrm>
          <a:prstGeom prst="straightConnector1">
            <a:avLst/>
          </a:prstGeom>
          <a:noFill/>
          <a:ln w="12700" cap="flat" cmpd="sng">
            <a:solidFill>
              <a:srgbClr val="000000"/>
            </a:solidFill>
            <a:prstDash val="solid"/>
            <a:round/>
            <a:headEnd type="none" w="med" len="med"/>
            <a:tailEnd type="triangle" w="lg" len="lg"/>
          </a:ln>
        </p:spPr>
      </p:cxnSp>
      <p:cxnSp>
        <p:nvCxnSpPr>
          <p:cNvPr id="902" name="Shape 902"/>
          <p:cNvCxnSpPr>
            <a:stCxn id="897" idx="2"/>
          </p:cNvCxnSpPr>
          <p:nvPr/>
        </p:nvCxnSpPr>
        <p:spPr>
          <a:xfrm>
            <a:off x="4830700" y="4779925"/>
            <a:ext cx="745800" cy="521700"/>
          </a:xfrm>
          <a:prstGeom prst="straightConnector1">
            <a:avLst/>
          </a:prstGeom>
          <a:noFill/>
          <a:ln w="12700" cap="flat" cmpd="sng">
            <a:solidFill>
              <a:srgbClr val="000000"/>
            </a:solidFill>
            <a:prstDash val="solid"/>
            <a:round/>
            <a:headEnd type="none" w="med" len="med"/>
            <a:tailEnd type="triangle" w="lg" len="lg"/>
          </a:ln>
        </p:spPr>
      </p:cxnSp>
      <p:cxnSp>
        <p:nvCxnSpPr>
          <p:cNvPr id="903" name="Shape 903"/>
          <p:cNvCxnSpPr>
            <a:stCxn id="874" idx="2"/>
          </p:cNvCxnSpPr>
          <p:nvPr/>
        </p:nvCxnSpPr>
        <p:spPr>
          <a:xfrm flipH="1">
            <a:off x="4702395" y="2134699"/>
            <a:ext cx="752400" cy="498900"/>
          </a:xfrm>
          <a:prstGeom prst="straightConnector1">
            <a:avLst/>
          </a:prstGeom>
          <a:noFill/>
          <a:ln w="12700" cap="flat" cmpd="sng">
            <a:solidFill>
              <a:srgbClr val="000000"/>
            </a:solidFill>
            <a:prstDash val="solid"/>
            <a:round/>
            <a:headEnd type="none" w="med" len="med"/>
            <a:tailEnd type="triangle" w="lg" len="lg"/>
          </a:ln>
        </p:spPr>
      </p:cxnSp>
      <p:cxnSp>
        <p:nvCxnSpPr>
          <p:cNvPr id="904" name="Shape 904"/>
          <p:cNvCxnSpPr>
            <a:stCxn id="905" idx="1"/>
            <a:endCxn id="874" idx="3"/>
          </p:cNvCxnSpPr>
          <p:nvPr/>
        </p:nvCxnSpPr>
        <p:spPr>
          <a:xfrm flipH="1">
            <a:off x="6023775" y="1867200"/>
            <a:ext cx="353100" cy="3300"/>
          </a:xfrm>
          <a:prstGeom prst="straightConnector1">
            <a:avLst/>
          </a:prstGeom>
          <a:noFill/>
          <a:ln w="12700" cap="flat" cmpd="sng">
            <a:solidFill>
              <a:srgbClr val="000000"/>
            </a:solidFill>
            <a:prstDash val="solid"/>
            <a:round/>
            <a:headEnd type="none" w="med" len="med"/>
            <a:tailEnd type="triangle" w="lg" len="lg"/>
          </a:ln>
        </p:spPr>
      </p:cxnSp>
      <p:sp>
        <p:nvSpPr>
          <p:cNvPr id="905" name="Shape 905"/>
          <p:cNvSpPr txBox="1"/>
          <p:nvPr/>
        </p:nvSpPr>
        <p:spPr>
          <a:xfrm>
            <a:off x="6376875" y="1528200"/>
            <a:ext cx="919800" cy="678000"/>
          </a:xfrm>
          <a:prstGeom prst="rect">
            <a:avLst/>
          </a:prstGeom>
          <a:solidFill>
            <a:srgbClr val="D9D2E9"/>
          </a:solidFill>
          <a:ln w="9525" cap="flat" cmpd="sng">
            <a:solidFill>
              <a:srgbClr val="008000"/>
            </a:solidFill>
            <a:prstDash val="solid"/>
            <a:round/>
            <a:headEnd type="none" w="med" len="med"/>
            <a:tailEnd type="none" w="med" len="med"/>
          </a:ln>
        </p:spPr>
        <p:txBody>
          <a:bodyPr lIns="91425" tIns="91425" rIns="91425" bIns="91425" anchor="t" anchorCtr="0">
            <a:noAutofit/>
          </a:bodyPr>
          <a:lstStyle/>
          <a:p>
            <a:pPr lvl="0" algn="ctr" rtl="0">
              <a:spcBef>
                <a:spcPts val="0"/>
              </a:spcBef>
              <a:buClr>
                <a:schemeClr val="dk1"/>
              </a:buClr>
              <a:buFont typeface="Arial"/>
              <a:buNone/>
            </a:pPr>
            <a:r>
              <a:rPr lang="en" b="1">
                <a:solidFill>
                  <a:srgbClr val="38761D"/>
                </a:solidFill>
                <a:latin typeface="Calibri"/>
                <a:ea typeface="Calibri"/>
                <a:cs typeface="Calibri"/>
                <a:sym typeface="Calibri"/>
              </a:rPr>
              <a:t>Fish locations</a:t>
            </a:r>
          </a:p>
        </p:txBody>
      </p:sp>
      <p:cxnSp>
        <p:nvCxnSpPr>
          <p:cNvPr id="906" name="Shape 906"/>
          <p:cNvCxnSpPr/>
          <p:nvPr/>
        </p:nvCxnSpPr>
        <p:spPr>
          <a:xfrm rot="10800000" flipH="1">
            <a:off x="3763695" y="1883799"/>
            <a:ext cx="1122000" cy="1108500"/>
          </a:xfrm>
          <a:prstGeom prst="straightConnector1">
            <a:avLst/>
          </a:prstGeom>
          <a:noFill/>
          <a:ln w="12700" cap="flat" cmpd="sng">
            <a:solidFill>
              <a:srgbClr val="000000"/>
            </a:solidFill>
            <a:prstDash val="solid"/>
            <a:round/>
            <a:headEnd type="none" w="med" len="med"/>
            <a:tailEnd type="triangle" w="lg" len="lg"/>
          </a:ln>
        </p:spPr>
      </p:cxnSp>
      <p:cxnSp>
        <p:nvCxnSpPr>
          <p:cNvPr id="907" name="Shape 907"/>
          <p:cNvCxnSpPr/>
          <p:nvPr/>
        </p:nvCxnSpPr>
        <p:spPr>
          <a:xfrm>
            <a:off x="3746450" y="4961700"/>
            <a:ext cx="1858800" cy="488400"/>
          </a:xfrm>
          <a:prstGeom prst="straightConnector1">
            <a:avLst/>
          </a:prstGeom>
          <a:noFill/>
          <a:ln w="12700" cap="flat" cmpd="sng">
            <a:solidFill>
              <a:srgbClr val="000000"/>
            </a:solidFill>
            <a:prstDash val="solid"/>
            <a:round/>
            <a:headEnd type="none" w="med" len="med"/>
            <a:tailEnd type="triangle" w="lg" len="lg"/>
          </a:ln>
        </p:spPr>
      </p:cxnSp>
      <p:sp>
        <p:nvSpPr>
          <p:cNvPr id="908" name="Shape 908"/>
          <p:cNvSpPr txBox="1"/>
          <p:nvPr/>
        </p:nvSpPr>
        <p:spPr>
          <a:xfrm>
            <a:off x="3788075" y="3080650"/>
            <a:ext cx="530700" cy="301500"/>
          </a:xfrm>
          <a:prstGeom prst="rect">
            <a:avLst/>
          </a:prstGeom>
          <a:noFill/>
          <a:ln>
            <a:noFill/>
          </a:ln>
        </p:spPr>
        <p:txBody>
          <a:bodyPr lIns="91425" tIns="91425" rIns="91425" bIns="91425" anchor="t" anchorCtr="0">
            <a:noAutofit/>
          </a:bodyPr>
          <a:lstStyle/>
          <a:p>
            <a:pPr lvl="0" rtl="0">
              <a:spcBef>
                <a:spcPts val="0"/>
              </a:spcBef>
              <a:buNone/>
            </a:pPr>
            <a:r>
              <a:rPr lang="en" sz="1600" b="1"/>
              <a:t>API</a:t>
            </a:r>
          </a:p>
        </p:txBody>
      </p:sp>
      <p:sp>
        <p:nvSpPr>
          <p:cNvPr id="909" name="Shape 909"/>
          <p:cNvSpPr txBox="1"/>
          <p:nvPr/>
        </p:nvSpPr>
        <p:spPr>
          <a:xfrm>
            <a:off x="3516625" y="4295762"/>
            <a:ext cx="745800" cy="521700"/>
          </a:xfrm>
          <a:prstGeom prst="rect">
            <a:avLst/>
          </a:prstGeom>
          <a:noFill/>
          <a:ln>
            <a:noFill/>
          </a:ln>
        </p:spPr>
        <p:txBody>
          <a:bodyPr lIns="91425" tIns="91425" rIns="91425" bIns="91425" anchor="t" anchorCtr="0">
            <a:noAutofit/>
          </a:bodyPr>
          <a:lstStyle/>
          <a:p>
            <a:pPr lvl="0" algn="r" rtl="0">
              <a:spcBef>
                <a:spcPts val="0"/>
              </a:spcBef>
              <a:buNone/>
            </a:pPr>
            <a:r>
              <a:rPr lang="en" sz="1600" b="1">
                <a:latin typeface="Calibri"/>
                <a:ea typeface="Calibri"/>
                <a:cs typeface="Calibri"/>
                <a:sym typeface="Calibri"/>
              </a:rPr>
              <a:t>ser-</a:t>
            </a:r>
          </a:p>
          <a:p>
            <a:pPr lvl="0" algn="r" rtl="0">
              <a:spcBef>
                <a:spcPts val="0"/>
              </a:spcBef>
              <a:buNone/>
            </a:pPr>
            <a:r>
              <a:rPr lang="en" sz="1600" b="1">
                <a:latin typeface="Calibri"/>
                <a:ea typeface="Calibri"/>
                <a:cs typeface="Calibri"/>
                <a:sym typeface="Calibri"/>
              </a:rPr>
              <a:t>vices</a:t>
            </a:r>
          </a:p>
        </p:txBody>
      </p:sp>
      <p:sp>
        <p:nvSpPr>
          <p:cNvPr id="910" name="Shape 910"/>
          <p:cNvSpPr txBox="1"/>
          <p:nvPr/>
        </p:nvSpPr>
        <p:spPr>
          <a:xfrm>
            <a:off x="4865000" y="1367625"/>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Create</a:t>
            </a:r>
          </a:p>
        </p:txBody>
      </p:sp>
      <p:sp>
        <p:nvSpPr>
          <p:cNvPr id="911" name="Shape 911"/>
          <p:cNvSpPr txBox="1"/>
          <p:nvPr/>
        </p:nvSpPr>
        <p:spPr>
          <a:xfrm>
            <a:off x="5450725" y="3838112"/>
            <a:ext cx="2503200" cy="8415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Serve</a:t>
            </a:r>
          </a:p>
        </p:txBody>
      </p:sp>
      <p:sp>
        <p:nvSpPr>
          <p:cNvPr id="912" name="Shape 912"/>
          <p:cNvSpPr txBox="1"/>
          <p:nvPr/>
        </p:nvSpPr>
        <p:spPr>
          <a:xfrm>
            <a:off x="3612800" y="3033037"/>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Index</a:t>
            </a:r>
          </a:p>
        </p:txBody>
      </p:sp>
      <p:sp>
        <p:nvSpPr>
          <p:cNvPr id="913" name="Shape 913"/>
          <p:cNvSpPr txBox="1"/>
          <p:nvPr/>
        </p:nvSpPr>
        <p:spPr>
          <a:xfrm>
            <a:off x="3569737" y="3530537"/>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Search</a:t>
            </a:r>
          </a:p>
        </p:txBody>
      </p:sp>
      <p:sp>
        <p:nvSpPr>
          <p:cNvPr id="914" name="Shape 914"/>
          <p:cNvSpPr txBox="1"/>
          <p:nvPr/>
        </p:nvSpPr>
        <p:spPr>
          <a:xfrm>
            <a:off x="5081450" y="2083312"/>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Register</a:t>
            </a:r>
          </a:p>
        </p:txBody>
      </p:sp>
      <p:sp>
        <p:nvSpPr>
          <p:cNvPr id="915" name="Shape 915"/>
          <p:cNvSpPr txBox="1"/>
          <p:nvPr/>
        </p:nvSpPr>
        <p:spPr>
          <a:xfrm>
            <a:off x="5441925" y="3050200"/>
            <a:ext cx="2503200" cy="8415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Curate</a:t>
            </a:r>
          </a:p>
        </p:txBody>
      </p:sp>
      <p:sp>
        <p:nvSpPr>
          <p:cNvPr id="916" name="Shape 916"/>
          <p:cNvSpPr txBox="1"/>
          <p:nvPr/>
        </p:nvSpPr>
        <p:spPr>
          <a:xfrm>
            <a:off x="5208975" y="4798950"/>
            <a:ext cx="2503200" cy="1101000"/>
          </a:xfrm>
          <a:prstGeom prst="rect">
            <a:avLst/>
          </a:prstGeom>
          <a:noFill/>
          <a:ln>
            <a:noFill/>
          </a:ln>
        </p:spPr>
        <p:txBody>
          <a:bodyPr lIns="91425" tIns="91425" rIns="91425" bIns="91425" anchor="t" anchorCtr="0">
            <a:noAutofit/>
          </a:bodyPr>
          <a:lstStyle/>
          <a:p>
            <a:pPr lvl="0" rtl="0">
              <a:spcBef>
                <a:spcPts val="0"/>
              </a:spcBef>
              <a:buNone/>
            </a:pPr>
            <a:r>
              <a:rPr lang="en" sz="4400">
                <a:solidFill>
                  <a:srgbClr val="FF0000"/>
                </a:solidFill>
              </a:rPr>
              <a:t>Use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Shape 921"/>
          <p:cNvSpPr txBox="1">
            <a:spLocks noGrp="1"/>
          </p:cNvSpPr>
          <p:nvPr>
            <p:ph type="title"/>
          </p:nvPr>
        </p:nvSpPr>
        <p:spPr>
          <a:xfrm>
            <a:off x="498474" y="152400"/>
            <a:ext cx="7556400" cy="1115700"/>
          </a:xfrm>
          <a:prstGeom prst="rect">
            <a:avLst/>
          </a:prstGeom>
        </p:spPr>
        <p:txBody>
          <a:bodyPr lIns="91425" tIns="91425" rIns="91425" bIns="91425" anchor="b" anchorCtr="0">
            <a:noAutofit/>
          </a:bodyPr>
          <a:lstStyle/>
          <a:p>
            <a:pPr lvl="0">
              <a:spcBef>
                <a:spcPts val="0"/>
              </a:spcBef>
              <a:buNone/>
            </a:pPr>
            <a:r>
              <a:rPr lang="en"/>
              <a:t>How can we all contribute?</a:t>
            </a:r>
          </a:p>
        </p:txBody>
      </p:sp>
      <p:sp>
        <p:nvSpPr>
          <p:cNvPr id="922" name="Shape 922"/>
          <p:cNvSpPr txBox="1">
            <a:spLocks noGrp="1"/>
          </p:cNvSpPr>
          <p:nvPr>
            <p:ph type="body" idx="1"/>
          </p:nvPr>
        </p:nvSpPr>
        <p:spPr>
          <a:xfrm>
            <a:off x="498475" y="1366332"/>
            <a:ext cx="7556400" cy="4760100"/>
          </a:xfrm>
          <a:prstGeom prst="rect">
            <a:avLst/>
          </a:prstGeom>
        </p:spPr>
        <p:txBody>
          <a:bodyPr lIns="91425" tIns="91425" rIns="91425" bIns="91425" anchor="t" anchorCtr="0">
            <a:noAutofit/>
          </a:bodyPr>
          <a:lstStyle/>
          <a:p>
            <a:pPr lvl="0">
              <a:spcBef>
                <a:spcPts val="0"/>
              </a:spcBef>
              <a:buNone/>
            </a:pPr>
            <a:r>
              <a:rPr lang="en"/>
              <a:t>Create: HydroLink, HEM, ??</a:t>
            </a:r>
          </a:p>
          <a:p>
            <a:pPr lvl="0">
              <a:spcBef>
                <a:spcPts val="0"/>
              </a:spcBef>
              <a:buNone/>
            </a:pPr>
            <a:r>
              <a:rPr lang="en"/>
              <a:t>Curate: ScienceBase, ??</a:t>
            </a:r>
          </a:p>
          <a:p>
            <a:pPr lvl="0" rtl="0">
              <a:spcBef>
                <a:spcPts val="0"/>
              </a:spcBef>
              <a:buNone/>
            </a:pPr>
            <a:r>
              <a:rPr lang="en"/>
              <a:t>Register: ??</a:t>
            </a:r>
          </a:p>
          <a:p>
            <a:pPr lvl="0">
              <a:spcBef>
                <a:spcPts val="0"/>
              </a:spcBef>
              <a:buNone/>
            </a:pPr>
            <a:r>
              <a:rPr lang="en"/>
              <a:t>Serve: WQP, NWIS, ScienceBase, ??</a:t>
            </a:r>
          </a:p>
          <a:p>
            <a:pPr lvl="0">
              <a:spcBef>
                <a:spcPts val="0"/>
              </a:spcBef>
              <a:buNone/>
            </a:pPr>
            <a:r>
              <a:rPr lang="en"/>
              <a:t>Use: WQP, StreamStats, R-Script, General User GUI??</a:t>
            </a:r>
          </a:p>
          <a:p>
            <a:pPr lvl="0">
              <a:spcBef>
                <a:spcPts val="0"/>
              </a:spcBef>
              <a:buNone/>
            </a:pPr>
            <a:endParaRPr/>
          </a:p>
          <a:p>
            <a:pPr lvl="0">
              <a:spcBef>
                <a:spcPts val="0"/>
              </a:spcBef>
              <a:buNone/>
            </a:pPr>
            <a:r>
              <a:rPr lang="en"/>
              <a:t>Index: Point in catchment, reach code / measure, ??</a:t>
            </a:r>
          </a:p>
          <a:p>
            <a:pPr lvl="0">
              <a:spcBef>
                <a:spcPts val="0"/>
              </a:spcBef>
              <a:buNone/>
            </a:pPr>
            <a:r>
              <a:rPr lang="en"/>
              <a:t>Search: Navigate, ??</a:t>
            </a:r>
          </a:p>
          <a:p>
            <a:pPr lvl="0">
              <a:spcBef>
                <a:spcPts val="0"/>
              </a:spcBef>
              <a:buNone/>
            </a:pPr>
            <a:endParaRPr/>
          </a:p>
          <a:p>
            <a:pPr lvl="0">
              <a:spcBef>
                <a:spcPts val="0"/>
              </a:spcBef>
              <a:buNone/>
            </a:pPr>
            <a:r>
              <a:rPr lang="en"/>
              <a:t>More linked datasets; compelling user stories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Shape 928"/>
          <p:cNvSpPr txBox="1">
            <a:spLocks noGrp="1"/>
          </p:cNvSpPr>
          <p:nvPr>
            <p:ph type="title"/>
          </p:nvPr>
        </p:nvSpPr>
        <p:spPr>
          <a:xfrm>
            <a:off x="381000" y="152400"/>
            <a:ext cx="8229600" cy="11433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6F4B"/>
              </a:buClr>
              <a:buSzPct val="25000"/>
              <a:buFont typeface="Arial"/>
              <a:buNone/>
            </a:pPr>
            <a:r>
              <a:rPr lang="en" sz="3000" b="1">
                <a:solidFill>
                  <a:srgbClr val="6AA84F"/>
                </a:solidFill>
              </a:rPr>
              <a:t>Take-away points </a:t>
            </a:r>
          </a:p>
        </p:txBody>
      </p:sp>
      <p:sp>
        <p:nvSpPr>
          <p:cNvPr id="929" name="Shape 929"/>
          <p:cNvSpPr txBox="1">
            <a:spLocks noGrp="1"/>
          </p:cNvSpPr>
          <p:nvPr>
            <p:ph type="body" idx="1"/>
          </p:nvPr>
        </p:nvSpPr>
        <p:spPr>
          <a:xfrm>
            <a:off x="381000" y="1371600"/>
            <a:ext cx="8136000" cy="47592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000000"/>
              </a:buClr>
              <a:buSzPct val="100000"/>
              <a:buFont typeface="Arial"/>
              <a:buChar char="▪"/>
            </a:pPr>
            <a:r>
              <a:rPr lang="en" sz="1800" b="1"/>
              <a:t>Geospatial Hydrographic Framework</a:t>
            </a:r>
          </a:p>
          <a:p>
            <a:pPr marL="914400" marR="0" lvl="1" indent="-304800" algn="l" rtl="0">
              <a:lnSpc>
                <a:spcPct val="115000"/>
              </a:lnSpc>
              <a:spcBef>
                <a:spcPts val="0"/>
              </a:spcBef>
              <a:spcAft>
                <a:spcPts val="0"/>
              </a:spcAft>
              <a:buClr>
                <a:schemeClr val="dk1"/>
              </a:buClr>
              <a:buSzPct val="100000"/>
              <a:buFont typeface="Arial"/>
              <a:buChar char="▪"/>
            </a:pPr>
            <a:r>
              <a:rPr lang="en" sz="1800" b="1"/>
              <a:t>NHDPlus at its core, provides services for many applications</a:t>
            </a:r>
          </a:p>
          <a:p>
            <a:pPr marL="914400" lvl="1" indent="-304800" rtl="0">
              <a:lnSpc>
                <a:spcPct val="115000"/>
              </a:lnSpc>
              <a:spcBef>
                <a:spcPts val="0"/>
              </a:spcBef>
              <a:buClr>
                <a:schemeClr val="dk1"/>
              </a:buClr>
              <a:buSzPct val="100000"/>
              <a:buFont typeface="Arial"/>
              <a:buChar char="▪"/>
            </a:pPr>
            <a:r>
              <a:rPr lang="en" sz="1800" b="1">
                <a:solidFill>
                  <a:schemeClr val="dk1"/>
                </a:solidFill>
              </a:rPr>
              <a:t>NHDPlus V2 - now </a:t>
            </a:r>
          </a:p>
          <a:p>
            <a:pPr marL="914400" lvl="1" indent="-304800" rtl="0">
              <a:lnSpc>
                <a:spcPct val="115000"/>
              </a:lnSpc>
              <a:spcBef>
                <a:spcPts val="0"/>
              </a:spcBef>
              <a:buClr>
                <a:schemeClr val="dk1"/>
              </a:buClr>
              <a:buSzPct val="100000"/>
              <a:buFont typeface="Arial"/>
              <a:buChar char="▪"/>
            </a:pPr>
            <a:r>
              <a:rPr lang="en" sz="1800" b="1">
                <a:solidFill>
                  <a:schemeClr val="dk1"/>
                </a:solidFill>
              </a:rPr>
              <a:t>NHDPlus HR - future</a:t>
            </a:r>
          </a:p>
          <a:p>
            <a:pPr marL="457200" lvl="0" indent="0" rtl="0">
              <a:lnSpc>
                <a:spcPct val="115000"/>
              </a:lnSpc>
              <a:spcBef>
                <a:spcPts val="0"/>
              </a:spcBef>
              <a:buNone/>
            </a:pPr>
            <a:endParaRPr sz="1800" b="1">
              <a:solidFill>
                <a:schemeClr val="dk1"/>
              </a:solidFill>
            </a:endParaRPr>
          </a:p>
          <a:p>
            <a:pPr marL="457200" marR="0" lvl="0" indent="-342900" algn="l" rtl="0">
              <a:lnSpc>
                <a:spcPct val="115000"/>
              </a:lnSpc>
              <a:spcBef>
                <a:spcPts val="0"/>
              </a:spcBef>
              <a:spcAft>
                <a:spcPts val="0"/>
              </a:spcAft>
              <a:buClr>
                <a:schemeClr val="dk1"/>
              </a:buClr>
              <a:buSzPct val="100000"/>
              <a:buFont typeface="Arial"/>
              <a:buChar char="▪"/>
            </a:pPr>
            <a:r>
              <a:rPr lang="en" sz="1800" b="1"/>
              <a:t>NLDI</a:t>
            </a:r>
          </a:p>
          <a:p>
            <a:pPr marL="914400" marR="0" lvl="1" indent="-304800" algn="l" rtl="0">
              <a:lnSpc>
                <a:spcPct val="115000"/>
              </a:lnSpc>
              <a:spcBef>
                <a:spcPts val="0"/>
              </a:spcBef>
              <a:spcAft>
                <a:spcPts val="0"/>
              </a:spcAft>
              <a:buClr>
                <a:schemeClr val="dk1"/>
              </a:buClr>
              <a:buSzPct val="100000"/>
              <a:buFont typeface="Arial"/>
              <a:buChar char="▪"/>
            </a:pPr>
            <a:r>
              <a:rPr lang="en" sz="1800" b="1"/>
              <a:t>App using the Framework: Water Quality Portal</a:t>
            </a:r>
          </a:p>
          <a:p>
            <a:pPr marL="914400" marR="0" lvl="1" indent="-304800" algn="l" rtl="0">
              <a:lnSpc>
                <a:spcPct val="115000"/>
              </a:lnSpc>
              <a:spcBef>
                <a:spcPts val="0"/>
              </a:spcBef>
              <a:spcAft>
                <a:spcPts val="0"/>
              </a:spcAft>
              <a:buClr>
                <a:schemeClr val="dk1"/>
              </a:buClr>
              <a:buSzPct val="100000"/>
              <a:buFont typeface="Arial"/>
              <a:buChar char="▪"/>
            </a:pPr>
            <a:r>
              <a:rPr lang="en" sz="1800" b="1"/>
              <a:t>Flexible index, services, data discovery. </a:t>
            </a:r>
          </a:p>
          <a:p>
            <a:pPr marL="457200" marR="0" lvl="0" indent="0" algn="l" rtl="0">
              <a:lnSpc>
                <a:spcPct val="115000"/>
              </a:lnSpc>
              <a:spcBef>
                <a:spcPts val="0"/>
              </a:spcBef>
              <a:spcAft>
                <a:spcPts val="0"/>
              </a:spcAft>
              <a:buNone/>
            </a:pPr>
            <a:endParaRPr sz="1800" b="1"/>
          </a:p>
          <a:p>
            <a:pPr marL="457200" marR="0" lvl="0" indent="-342900" algn="l" rtl="0">
              <a:lnSpc>
                <a:spcPct val="115000"/>
              </a:lnSpc>
              <a:spcBef>
                <a:spcPts val="0"/>
              </a:spcBef>
              <a:spcAft>
                <a:spcPts val="0"/>
              </a:spcAft>
              <a:buClr>
                <a:schemeClr val="dk1"/>
              </a:buClr>
              <a:buSzPct val="100000"/>
              <a:buFont typeface="Arial"/>
              <a:buChar char="▪"/>
            </a:pPr>
            <a:r>
              <a:rPr lang="en" sz="1800" b="1"/>
              <a:t>Additional data and services</a:t>
            </a:r>
          </a:p>
          <a:p>
            <a:pPr marL="914400" marR="0" lvl="1" indent="-304800" algn="l" rtl="0">
              <a:lnSpc>
                <a:spcPct val="115000"/>
              </a:lnSpc>
              <a:spcBef>
                <a:spcPts val="0"/>
              </a:spcBef>
              <a:spcAft>
                <a:spcPts val="0"/>
              </a:spcAft>
              <a:buClr>
                <a:schemeClr val="dk1"/>
              </a:buClr>
              <a:buSzPct val="100000"/>
              <a:buFont typeface="Arial"/>
              <a:buChar char="▪"/>
            </a:pPr>
            <a:r>
              <a:rPr lang="en" sz="1800" b="1"/>
              <a:t>Catchment boundaries and characteristics.</a:t>
            </a:r>
          </a:p>
          <a:p>
            <a:pPr marL="914400" marR="0" lvl="1" indent="-304800" algn="l" rtl="0">
              <a:lnSpc>
                <a:spcPct val="115000"/>
              </a:lnSpc>
              <a:spcBef>
                <a:spcPts val="0"/>
              </a:spcBef>
              <a:spcAft>
                <a:spcPts val="0"/>
              </a:spcAft>
              <a:buClr>
                <a:schemeClr val="dk1"/>
              </a:buClr>
              <a:buSzPct val="100000"/>
              <a:buFont typeface="Arial"/>
              <a:buChar char="▪"/>
            </a:pPr>
            <a:r>
              <a:rPr lang="en" sz="1800" b="1"/>
              <a:t>Streamflow observations and modeling.</a:t>
            </a:r>
          </a:p>
          <a:p>
            <a:pPr marL="914400" marR="0" lvl="1" indent="-304800" algn="l" rtl="0">
              <a:lnSpc>
                <a:spcPct val="115000"/>
              </a:lnSpc>
              <a:spcBef>
                <a:spcPts val="0"/>
              </a:spcBef>
              <a:spcAft>
                <a:spcPts val="0"/>
              </a:spcAft>
              <a:buClr>
                <a:schemeClr val="dk1"/>
              </a:buClr>
              <a:buSzPct val="100000"/>
              <a:buFont typeface="Arial"/>
              <a:buChar char="▪"/>
            </a:pPr>
            <a:r>
              <a:rPr lang="en" sz="1800" b="1"/>
              <a:t>Streamflow statistics and analysis tools.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Shape 934"/>
          <p:cNvSpPr txBox="1">
            <a:spLocks noGrp="1"/>
          </p:cNvSpPr>
          <p:nvPr>
            <p:ph type="title"/>
          </p:nvPr>
        </p:nvSpPr>
        <p:spPr>
          <a:xfrm>
            <a:off x="533400" y="152400"/>
            <a:ext cx="7620000" cy="11433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 sz="4100" b="1">
                <a:solidFill>
                  <a:schemeClr val="dk2"/>
                </a:solidFill>
                <a:latin typeface="Rambla"/>
                <a:ea typeface="Rambla"/>
                <a:cs typeface="Rambla"/>
                <a:sym typeface="Rambla"/>
              </a:rPr>
              <a:t>Resources/Links</a:t>
            </a:r>
          </a:p>
        </p:txBody>
      </p:sp>
      <p:sp>
        <p:nvSpPr>
          <p:cNvPr id="935" name="Shape 935"/>
          <p:cNvSpPr txBox="1">
            <a:spLocks noGrp="1"/>
          </p:cNvSpPr>
          <p:nvPr>
            <p:ph type="body" idx="1"/>
          </p:nvPr>
        </p:nvSpPr>
        <p:spPr>
          <a:xfrm>
            <a:off x="381000" y="1371600"/>
            <a:ext cx="8305800" cy="4114800"/>
          </a:xfrm>
          <a:prstGeom prst="rect">
            <a:avLst/>
          </a:prstGeom>
          <a:noFill/>
          <a:ln>
            <a:noFill/>
          </a:ln>
        </p:spPr>
        <p:txBody>
          <a:bodyPr lIns="91425" tIns="45700" rIns="91425" bIns="45700" anchor="t" anchorCtr="0">
            <a:noAutofit/>
          </a:bodyPr>
          <a:lstStyle/>
          <a:p>
            <a:pPr marL="365760" marR="0" lvl="0" indent="-299974" algn="l" rtl="0">
              <a:spcBef>
                <a:spcPts val="0"/>
              </a:spcBef>
              <a:spcAft>
                <a:spcPts val="0"/>
              </a:spcAft>
              <a:buClr>
                <a:schemeClr val="accent1"/>
              </a:buClr>
              <a:buSzPct val="100000"/>
              <a:buFont typeface="Noto Sans Symbols"/>
              <a:buChar char="▶"/>
            </a:pPr>
            <a:r>
              <a:rPr lang="en" sz="2400">
                <a:latin typeface="Rambla"/>
                <a:ea typeface="Rambla"/>
                <a:cs typeface="Rambla"/>
                <a:sym typeface="Rambla"/>
              </a:rPr>
              <a:t>NHDPlus V2 </a:t>
            </a:r>
          </a:p>
          <a:p>
            <a:pPr marR="0" lvl="1" algn="l" rtl="0">
              <a:spcBef>
                <a:spcPts val="0"/>
              </a:spcBef>
              <a:spcAft>
                <a:spcPts val="0"/>
              </a:spcAft>
              <a:buClr>
                <a:schemeClr val="accent1"/>
              </a:buClr>
              <a:buSzPct val="100000"/>
              <a:buFont typeface="Noto Sans Symbols"/>
            </a:pPr>
            <a:r>
              <a:rPr lang="en" sz="2400">
                <a:latin typeface="Rambla"/>
                <a:ea typeface="Rambla"/>
                <a:cs typeface="Rambla"/>
                <a:sym typeface="Rambla"/>
              </a:rPr>
              <a:t>services in a web map: </a:t>
            </a:r>
            <a:r>
              <a:rPr lang="en" sz="2400" u="sng">
                <a:solidFill>
                  <a:schemeClr val="hlink"/>
                </a:solidFill>
                <a:latin typeface="Rambla"/>
                <a:ea typeface="Rambla"/>
                <a:cs typeface="Rambla"/>
                <a:sym typeface="Rambla"/>
                <a:hlinkClick r:id="rId3"/>
              </a:rPr>
              <a:t>http://arcg.is/2cRsjgK</a:t>
            </a:r>
            <a:r>
              <a:rPr lang="en" sz="2400">
                <a:latin typeface="Rambla"/>
                <a:ea typeface="Rambla"/>
                <a:cs typeface="Rambla"/>
                <a:sym typeface="Rambla"/>
              </a:rPr>
              <a:t> </a:t>
            </a:r>
          </a:p>
          <a:p>
            <a:pPr marR="0" lvl="1" algn="l" rtl="0">
              <a:spcBef>
                <a:spcPts val="0"/>
              </a:spcBef>
              <a:spcAft>
                <a:spcPts val="0"/>
              </a:spcAft>
              <a:buClr>
                <a:schemeClr val="accent1"/>
              </a:buClr>
              <a:buSzPct val="100000"/>
              <a:buFont typeface="Noto Sans Symbols"/>
            </a:pPr>
            <a:r>
              <a:rPr lang="en" sz="2400">
                <a:latin typeface="Rambla"/>
                <a:ea typeface="Rambla"/>
                <a:cs typeface="Rambla"/>
                <a:sym typeface="Rambla"/>
              </a:rPr>
              <a:t>national seamless gdb: </a:t>
            </a:r>
            <a:r>
              <a:rPr lang="en" sz="2400" u="sng">
                <a:solidFill>
                  <a:schemeClr val="hlink"/>
                </a:solidFill>
                <a:latin typeface="Rambla"/>
                <a:ea typeface="Rambla"/>
                <a:cs typeface="Rambla"/>
                <a:sym typeface="Rambla"/>
                <a:hlinkClick r:id="rId4"/>
              </a:rPr>
              <a:t>https://www.epa.gov/waterdata/nhdplus-national-data</a:t>
            </a:r>
          </a:p>
          <a:p>
            <a:pPr marL="365760" marR="0" lvl="0" indent="-299974" algn="l" rtl="0">
              <a:spcBef>
                <a:spcPts val="0"/>
              </a:spcBef>
              <a:spcAft>
                <a:spcPts val="0"/>
              </a:spcAft>
              <a:buClr>
                <a:schemeClr val="accent1"/>
              </a:buClr>
              <a:buSzPct val="100000"/>
              <a:buFont typeface="Noto Sans Symbols"/>
              <a:buChar char="▶"/>
            </a:pPr>
            <a:r>
              <a:rPr lang="en" sz="2400">
                <a:latin typeface="Rambla"/>
                <a:ea typeface="Rambla"/>
                <a:cs typeface="Rambla"/>
                <a:sym typeface="Rambla"/>
              </a:rPr>
              <a:t>NHDPlus HR info:  </a:t>
            </a:r>
            <a:r>
              <a:rPr lang="en" sz="2400" u="sng">
                <a:solidFill>
                  <a:schemeClr val="hlink"/>
                </a:solidFill>
                <a:latin typeface="Rambla"/>
                <a:ea typeface="Rambla"/>
                <a:cs typeface="Rambla"/>
                <a:sym typeface="Rambla"/>
                <a:hlinkClick r:id="rId5"/>
              </a:rPr>
              <a:t>https://nhd.usgs.gov/NHDPlus_HR.html</a:t>
            </a:r>
            <a:r>
              <a:rPr lang="en" sz="2400">
                <a:latin typeface="Rambla"/>
                <a:ea typeface="Rambla"/>
                <a:cs typeface="Rambla"/>
                <a:sym typeface="Rambla"/>
              </a:rPr>
              <a:t> </a:t>
            </a:r>
          </a:p>
          <a:p>
            <a:pPr marL="365760" marR="0" lvl="0" indent="-299974" algn="l" rtl="0">
              <a:spcBef>
                <a:spcPts val="400"/>
              </a:spcBef>
              <a:spcAft>
                <a:spcPts val="0"/>
              </a:spcAft>
              <a:buClr>
                <a:schemeClr val="accent1"/>
              </a:buClr>
              <a:buSzPct val="100000"/>
              <a:buFont typeface="Noto Sans Symbols"/>
              <a:buChar char="▶"/>
            </a:pPr>
            <a:r>
              <a:rPr lang="en" sz="2400">
                <a:latin typeface="Rambla"/>
                <a:ea typeface="Rambla"/>
                <a:cs typeface="Rambla"/>
                <a:sym typeface="Rambla"/>
              </a:rPr>
              <a:t>NLDI: </a:t>
            </a:r>
            <a:r>
              <a:rPr lang="en" sz="2400" u="sng">
                <a:solidFill>
                  <a:schemeClr val="hlink"/>
                </a:solidFill>
                <a:latin typeface="Rambla"/>
                <a:ea typeface="Rambla"/>
                <a:cs typeface="Rambla"/>
                <a:sym typeface="Rambla"/>
                <a:hlinkClick r:id="rId6"/>
              </a:rPr>
              <a:t>https://cida.usgs.gov/nldi/about</a:t>
            </a:r>
          </a:p>
          <a:p>
            <a:pPr marL="0" marR="0" lvl="0" indent="0" algn="l" rtl="0">
              <a:spcBef>
                <a:spcPts val="400"/>
              </a:spcBef>
              <a:spcAft>
                <a:spcPts val="0"/>
              </a:spcAft>
              <a:buNone/>
            </a:pPr>
            <a:r>
              <a:rPr lang="en" sz="2400">
                <a:latin typeface="Rambla"/>
                <a:ea typeface="Rambla"/>
                <a:cs typeface="Rambla"/>
                <a:sym typeface="Rambla"/>
              </a:rPr>
              <a:t>			</a:t>
            </a:r>
            <a:r>
              <a:rPr lang="en" sz="2400" u="sng">
                <a:solidFill>
                  <a:schemeClr val="hlink"/>
                </a:solidFill>
                <a:latin typeface="Rambla"/>
                <a:ea typeface="Rambla"/>
                <a:cs typeface="Rambla"/>
                <a:sym typeface="Rambla"/>
                <a:hlinkClick r:id="rId7"/>
              </a:rPr>
              <a:t>https://owi.usgs.gov/blog/nldi-intro/</a:t>
            </a:r>
            <a:r>
              <a:rPr lang="en" sz="2400">
                <a:latin typeface="Rambla"/>
                <a:ea typeface="Rambla"/>
                <a:cs typeface="Rambla"/>
                <a:sym typeface="Rambla"/>
              </a:rPr>
              <a:t> </a:t>
            </a:r>
          </a:p>
          <a:p>
            <a:pPr marL="365760" marR="0" lvl="0" indent="-299974" algn="l" rtl="0">
              <a:spcBef>
                <a:spcPts val="400"/>
              </a:spcBef>
              <a:spcAft>
                <a:spcPts val="0"/>
              </a:spcAft>
              <a:buClr>
                <a:schemeClr val="accent1"/>
              </a:buClr>
              <a:buSzPct val="100000"/>
              <a:buFont typeface="Noto Sans Symbols"/>
              <a:buChar char="▶"/>
            </a:pPr>
            <a:r>
              <a:rPr lang="en" sz="2400">
                <a:latin typeface="Rambla"/>
                <a:ea typeface="Rambla"/>
                <a:cs typeface="Rambla"/>
                <a:sym typeface="Rambla"/>
              </a:rPr>
              <a:t>WQP: </a:t>
            </a:r>
            <a:r>
              <a:rPr lang="en" sz="2400" u="sng">
                <a:solidFill>
                  <a:schemeClr val="hlink"/>
                </a:solidFill>
                <a:latin typeface="Rambla"/>
                <a:ea typeface="Rambla"/>
                <a:cs typeface="Rambla"/>
                <a:sym typeface="Rambla"/>
                <a:hlinkClick r:id="rId8"/>
              </a:rPr>
              <a:t>https://www.waterqualitydata.us/</a:t>
            </a:r>
          </a:p>
        </p:txBody>
      </p:sp>
      <p:sp>
        <p:nvSpPr>
          <p:cNvPr id="936" name="Shape 936"/>
          <p:cNvSpPr txBox="1">
            <a:spLocks noGrp="1"/>
          </p:cNvSpPr>
          <p:nvPr>
            <p:ph type="sldNum" idx="12"/>
          </p:nvPr>
        </p:nvSpPr>
        <p:spPr>
          <a:xfrm>
            <a:off x="6800850" y="6369050"/>
            <a:ext cx="2133600" cy="476100"/>
          </a:xfrm>
          <a:prstGeom prst="rect">
            <a:avLst/>
          </a:prstGeom>
          <a:noFill/>
          <a:ln>
            <a:noFill/>
          </a:ln>
        </p:spPr>
        <p:txBody>
          <a:bodyPr lIns="91425" tIns="45700" rIns="91425" bIns="45700" anchor="b" anchorCtr="0">
            <a:noAutofit/>
          </a:bodyPr>
          <a:lstStyle/>
          <a:p>
            <a:pPr lvl="1" rtl="0">
              <a:spcBef>
                <a:spcPts val="0"/>
              </a:spcBef>
              <a:buClr>
                <a:srgbClr val="000000"/>
              </a:buClr>
              <a:buSzPct val="25000"/>
              <a:buFont typeface="Arial"/>
              <a:buNone/>
            </a:pPr>
            <a:endParaRPr/>
          </a:p>
          <a:p>
            <a:pPr marL="914400" lvl="2" indent="-88900" rtl="0">
              <a:spcBef>
                <a:spcPts val="0"/>
              </a:spcBef>
              <a:buClr>
                <a:srgbClr val="000000"/>
              </a:buClr>
              <a:buSzPct val="25000"/>
              <a:buFont typeface="Noto Sans Symbols"/>
              <a:buNone/>
            </a:pPr>
            <a:endParaRPr/>
          </a:p>
          <a:p>
            <a:pPr marL="1371600" lvl="3" indent="-88900" rtl="0">
              <a:spcBef>
                <a:spcPts val="0"/>
              </a:spcBef>
              <a:buClr>
                <a:srgbClr val="000000"/>
              </a:buClr>
              <a:buSzPct val="25000"/>
              <a:buFont typeface="Arial"/>
              <a:buNone/>
            </a:pPr>
            <a:endParaRPr/>
          </a:p>
          <a:p>
            <a:pPr marL="1828800" lvl="4" indent="-88900" rtl="0">
              <a:spcBef>
                <a:spcPts val="0"/>
              </a:spcBef>
              <a:buClr>
                <a:srgbClr val="000000"/>
              </a:buClr>
              <a:buSzPct val="25000"/>
              <a:buFont typeface="Courier New"/>
              <a:buNone/>
            </a:pPr>
            <a:endParaRPr/>
          </a:p>
          <a:p>
            <a:pPr marL="2286000" lvl="5" indent="-88900" rtl="0">
              <a:spcBef>
                <a:spcPts val="0"/>
              </a:spcBef>
              <a:buClr>
                <a:srgbClr val="000000"/>
              </a:buClr>
              <a:buSzPct val="25000"/>
              <a:buFont typeface="Noto Sans Symbols"/>
              <a:buNone/>
            </a:pPr>
            <a:endParaRPr/>
          </a:p>
          <a:p>
            <a:pPr marL="2743200" lvl="6" indent="-88900" rtl="0">
              <a:spcBef>
                <a:spcPts val="0"/>
              </a:spcBef>
              <a:buClr>
                <a:srgbClr val="000000"/>
              </a:buClr>
              <a:buSzPct val="25000"/>
              <a:buFont typeface="Arial"/>
              <a:buNone/>
            </a:pPr>
            <a:endParaRPr/>
          </a:p>
          <a:p>
            <a:pPr marL="3200400" lvl="7" indent="-88900" rtl="0">
              <a:spcBef>
                <a:spcPts val="0"/>
              </a:spcBef>
              <a:buClr>
                <a:srgbClr val="000000"/>
              </a:buClr>
              <a:buSzPct val="25000"/>
              <a:buFont typeface="Courier New"/>
              <a:buNone/>
            </a:pPr>
            <a:endParaRPr/>
          </a:p>
          <a:p>
            <a:pPr marL="3657600" lvl="8" indent="-88900" rtl="0">
              <a:spcBef>
                <a:spcPts val="0"/>
              </a:spcBef>
              <a:buClr>
                <a:srgbClr val="000000"/>
              </a:buClr>
              <a:buSzPct val="25000"/>
              <a:buFont typeface="Noto Sans Symbols"/>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Shape 942"/>
          <p:cNvSpPr txBox="1">
            <a:spLocks noGrp="1"/>
          </p:cNvSpPr>
          <p:nvPr>
            <p:ph type="title"/>
          </p:nvPr>
        </p:nvSpPr>
        <p:spPr>
          <a:xfrm>
            <a:off x="533400" y="152400"/>
            <a:ext cx="7620000" cy="1143300"/>
          </a:xfrm>
          <a:prstGeom prst="rect">
            <a:avLst/>
          </a:prstGeom>
        </p:spPr>
        <p:txBody>
          <a:bodyPr lIns="91425" tIns="91425" rIns="91425" bIns="91425" anchor="ctr" anchorCtr="0">
            <a:noAutofit/>
          </a:bodyPr>
          <a:lstStyle/>
          <a:p>
            <a:pPr lvl="0" rtl="0">
              <a:spcBef>
                <a:spcPts val="0"/>
              </a:spcBef>
              <a:buNone/>
            </a:pPr>
            <a:r>
              <a:rPr lang="en"/>
              <a:t>Extra Slides</a:t>
            </a:r>
          </a:p>
        </p:txBody>
      </p:sp>
      <p:sp>
        <p:nvSpPr>
          <p:cNvPr id="943" name="Shape 943"/>
          <p:cNvSpPr txBox="1">
            <a:spLocks noGrp="1"/>
          </p:cNvSpPr>
          <p:nvPr>
            <p:ph type="body" idx="1"/>
          </p:nvPr>
        </p:nvSpPr>
        <p:spPr>
          <a:xfrm>
            <a:off x="381000" y="1371600"/>
            <a:ext cx="8305800" cy="4114800"/>
          </a:xfrm>
          <a:prstGeom prst="rect">
            <a:avLst/>
          </a:prstGeom>
        </p:spPr>
        <p:txBody>
          <a:bodyPr lIns="91425" tIns="91425" rIns="91425" bIns="91425" anchor="t" anchorCtr="0">
            <a:noAutofit/>
          </a:bodyPr>
          <a:lstStyle/>
          <a:p>
            <a:pPr marL="342900" lvl="0" indent="0" rtl="0">
              <a:spcBef>
                <a:spcPts val="0"/>
              </a:spcBef>
              <a:buNone/>
            </a:pPr>
            <a:r>
              <a:rPr lang="en"/>
              <a:t>Following slides are for possible reference, if needed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Shape 949"/>
          <p:cNvSpPr txBox="1">
            <a:spLocks noGrp="1"/>
          </p:cNvSpPr>
          <p:nvPr>
            <p:ph type="title"/>
          </p:nvPr>
        </p:nvSpPr>
        <p:spPr>
          <a:xfrm>
            <a:off x="381000" y="152400"/>
            <a:ext cx="8229600" cy="1143300"/>
          </a:xfrm>
          <a:prstGeom prst="rect">
            <a:avLst/>
          </a:prstGeom>
        </p:spPr>
        <p:txBody>
          <a:bodyPr lIns="91425" tIns="91425" rIns="91425" bIns="91425" anchor="ctr" anchorCtr="0">
            <a:noAutofit/>
          </a:bodyPr>
          <a:lstStyle/>
          <a:p>
            <a:pPr lvl="0" rtl="0">
              <a:spcBef>
                <a:spcPts val="0"/>
              </a:spcBef>
              <a:buNone/>
            </a:pPr>
            <a:r>
              <a:rPr lang="en" sz="2800" b="1">
                <a:solidFill>
                  <a:srgbClr val="6AA84F"/>
                </a:solidFill>
              </a:rPr>
              <a:t>VisibilityFilter - Scale Representation</a:t>
            </a:r>
          </a:p>
        </p:txBody>
      </p:sp>
      <p:sp>
        <p:nvSpPr>
          <p:cNvPr id="950" name="Shape 950"/>
          <p:cNvSpPr txBox="1">
            <a:spLocks noGrp="1"/>
          </p:cNvSpPr>
          <p:nvPr>
            <p:ph type="body" idx="1"/>
          </p:nvPr>
        </p:nvSpPr>
        <p:spPr>
          <a:xfrm>
            <a:off x="381000" y="1027150"/>
            <a:ext cx="4308600" cy="5052300"/>
          </a:xfrm>
          <a:prstGeom prst="rect">
            <a:avLst/>
          </a:prstGeom>
        </p:spPr>
        <p:txBody>
          <a:bodyPr lIns="91425" tIns="91425" rIns="91425" bIns="91425" anchor="t" anchorCtr="0">
            <a:noAutofit/>
          </a:bodyPr>
          <a:lstStyle/>
          <a:p>
            <a:pPr marL="0" lvl="0" indent="0" rtl="0">
              <a:lnSpc>
                <a:spcPct val="115000"/>
              </a:lnSpc>
              <a:spcBef>
                <a:spcPts val="2000"/>
              </a:spcBef>
              <a:spcAft>
                <a:spcPts val="600"/>
              </a:spcAft>
              <a:buNone/>
            </a:pPr>
            <a:r>
              <a:rPr lang="en" sz="2400" b="1">
                <a:solidFill>
                  <a:schemeClr val="dk1"/>
                </a:solidFill>
              </a:rPr>
              <a:t>Available for Region 1 and 6</a:t>
            </a:r>
          </a:p>
          <a:p>
            <a:pPr marL="457200" lvl="0" indent="-342900" rtl="0">
              <a:lnSpc>
                <a:spcPct val="115000"/>
              </a:lnSpc>
              <a:spcBef>
                <a:spcPts val="0"/>
              </a:spcBef>
              <a:buClr>
                <a:schemeClr val="dk1"/>
              </a:buClr>
              <a:buSzPct val="100000"/>
            </a:pPr>
            <a:r>
              <a:rPr lang="en" sz="1800">
                <a:solidFill>
                  <a:schemeClr val="dk1"/>
                </a:solidFill>
              </a:rPr>
              <a:t>Provides filtering of vector features at 8 approximate scales. </a:t>
            </a:r>
          </a:p>
          <a:p>
            <a:pPr marL="457200" lvl="0" indent="-342900" rtl="0">
              <a:lnSpc>
                <a:spcPct val="115000"/>
              </a:lnSpc>
              <a:spcBef>
                <a:spcPts val="0"/>
              </a:spcBef>
              <a:buClr>
                <a:schemeClr val="dk1"/>
              </a:buClr>
              <a:buSzPct val="100000"/>
            </a:pPr>
            <a:r>
              <a:rPr lang="en" sz="1800">
                <a:solidFill>
                  <a:schemeClr val="dk1"/>
                </a:solidFill>
              </a:rPr>
              <a:t>Coded-values indicate that the feature is appropriate for use at approximately the defined scale and all larger scales. </a:t>
            </a:r>
          </a:p>
          <a:p>
            <a:pPr marL="457200" lvl="0" indent="-342900" rtl="0">
              <a:lnSpc>
                <a:spcPct val="115000"/>
              </a:lnSpc>
              <a:spcBef>
                <a:spcPts val="0"/>
              </a:spcBef>
              <a:buClr>
                <a:schemeClr val="dk1"/>
              </a:buClr>
              <a:buSzPct val="100000"/>
            </a:pPr>
            <a:r>
              <a:rPr lang="en" sz="1800">
                <a:solidFill>
                  <a:schemeClr val="dk1"/>
                </a:solidFill>
              </a:rPr>
              <a:t>Available for NHDFlowline, NHDWaterbody, NHDArea, and NHDLine feature classes.</a:t>
            </a:r>
          </a:p>
        </p:txBody>
      </p:sp>
      <p:pic>
        <p:nvPicPr>
          <p:cNvPr id="951" name="Shape 95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89600" y="2104500"/>
            <a:ext cx="3112200" cy="217341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Shape 956"/>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r>
              <a:rPr lang="en"/>
              <a:t>Sample Data</a:t>
            </a:r>
          </a:p>
        </p:txBody>
      </p:sp>
      <p:sp>
        <p:nvSpPr>
          <p:cNvPr id="957" name="Shape 957"/>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958" name="Shape 958"/>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959" name="Shape 959" descr="gen3.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0"/>
            <a:ext cx="6889162" cy="5191456"/>
          </a:xfrm>
          <a:prstGeom prst="rect">
            <a:avLst/>
          </a:prstGeom>
          <a:noFill/>
          <a:ln>
            <a:noFill/>
          </a:ln>
        </p:spPr>
      </p:pic>
      <p:sp>
        <p:nvSpPr>
          <p:cNvPr id="960" name="Shape 960"/>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lnSpc>
                <a:spcPct val="120000"/>
              </a:lnSpc>
              <a:spcBef>
                <a:spcPts val="0"/>
              </a:spcBef>
              <a:buClr>
                <a:schemeClr val="dk1"/>
              </a:buClr>
              <a:buSzPct val="110000"/>
              <a:buFont typeface="Arial"/>
              <a:buNone/>
            </a:pPr>
            <a:r>
              <a:rPr lang="en" sz="1000">
                <a:solidFill>
                  <a:schemeClr val="dk1"/>
                </a:solidFill>
              </a:rPr>
              <a:t>Batch Pruning NHD Data to Smaller Scales, Stauffer, A. J., Finelli E. L., Stanislawski J.V.</a:t>
            </a:r>
          </a:p>
          <a:p>
            <a:pPr lvl="0" rtl="0">
              <a:lnSpc>
                <a:spcPct val="115000"/>
              </a:lnSpc>
              <a:spcBef>
                <a:spcPts val="0"/>
              </a:spcBef>
              <a:buClr>
                <a:schemeClr val="dk1"/>
              </a:buClr>
              <a:buFont typeface="Arial"/>
              <a:buNone/>
            </a:pPr>
            <a:endParaRPr sz="10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Shape 965"/>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r>
              <a:rPr lang="en"/>
              <a:t>Sample Data</a:t>
            </a:r>
          </a:p>
        </p:txBody>
      </p:sp>
      <p:sp>
        <p:nvSpPr>
          <p:cNvPr id="966" name="Shape 966"/>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967" name="Shape 967"/>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968" name="Shape 968" descr="gen4.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5575"/>
            <a:ext cx="6858000" cy="5143499"/>
          </a:xfrm>
          <a:prstGeom prst="rect">
            <a:avLst/>
          </a:prstGeom>
          <a:noFill/>
          <a:ln>
            <a:noFill/>
          </a:ln>
        </p:spPr>
      </p:pic>
      <p:sp>
        <p:nvSpPr>
          <p:cNvPr id="969" name="Shape 969"/>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spcBef>
                <a:spcPts val="0"/>
              </a:spcBef>
              <a:buNone/>
            </a:pPr>
            <a:r>
              <a:rPr lang="en" sz="1000"/>
              <a:t>Batch Pruning NHD Data to Smaller Scales, Stauffer, A. J., Finelli E. L., Stanislawski J.V.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Shape 974"/>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r>
              <a:rPr lang="en"/>
              <a:t>Sample Data</a:t>
            </a:r>
          </a:p>
        </p:txBody>
      </p:sp>
      <p:sp>
        <p:nvSpPr>
          <p:cNvPr id="975" name="Shape 975"/>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976" name="Shape 976"/>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977" name="Shape 977" descr="gen5.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239" y="0"/>
            <a:ext cx="6856139" cy="5143499"/>
          </a:xfrm>
          <a:prstGeom prst="rect">
            <a:avLst/>
          </a:prstGeom>
          <a:noFill/>
          <a:ln>
            <a:noFill/>
          </a:ln>
        </p:spPr>
      </p:pic>
      <p:sp>
        <p:nvSpPr>
          <p:cNvPr id="978" name="Shape 978"/>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spcBef>
                <a:spcPts val="0"/>
              </a:spcBef>
              <a:buNone/>
            </a:pPr>
            <a:r>
              <a:rPr lang="en" sz="1000"/>
              <a:t>Batch Pruning NHD Data to Smaller Scales, Stauffer, A. J., Finelli E. L., Stanislawski J.V.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Shape 983"/>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r>
              <a:rPr lang="en"/>
              <a:t>Sample Data</a:t>
            </a:r>
          </a:p>
        </p:txBody>
      </p:sp>
      <p:sp>
        <p:nvSpPr>
          <p:cNvPr id="984" name="Shape 984"/>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985" name="Shape 985"/>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986" name="Shape 986" descr="gen6.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8555" y="0"/>
            <a:ext cx="6830166" cy="5143499"/>
          </a:xfrm>
          <a:prstGeom prst="rect">
            <a:avLst/>
          </a:prstGeom>
          <a:noFill/>
          <a:ln>
            <a:noFill/>
          </a:ln>
        </p:spPr>
      </p:pic>
      <p:sp>
        <p:nvSpPr>
          <p:cNvPr id="987" name="Shape 987"/>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spcBef>
                <a:spcPts val="0"/>
              </a:spcBef>
              <a:buNone/>
            </a:pPr>
            <a:r>
              <a:rPr lang="en" sz="1000"/>
              <a:t>Batch Pruning NHD Data to Smaller Scales, Stauffer, A. J., Finelli E. L., Stanislawski J.V.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Shape 992"/>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r>
              <a:rPr lang="en"/>
              <a:t>Sample Data</a:t>
            </a:r>
          </a:p>
        </p:txBody>
      </p:sp>
      <p:sp>
        <p:nvSpPr>
          <p:cNvPr id="993" name="Shape 993"/>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994" name="Shape 994"/>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995" name="Shape 995" descr="gen7.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9874" y="0"/>
            <a:ext cx="6843187" cy="5143499"/>
          </a:xfrm>
          <a:prstGeom prst="rect">
            <a:avLst/>
          </a:prstGeom>
          <a:noFill/>
          <a:ln>
            <a:noFill/>
          </a:ln>
        </p:spPr>
      </p:pic>
      <p:sp>
        <p:nvSpPr>
          <p:cNvPr id="996" name="Shape 996"/>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spcBef>
                <a:spcPts val="0"/>
              </a:spcBef>
              <a:buNone/>
            </a:pPr>
            <a:r>
              <a:rPr lang="en" sz="1000"/>
              <a:t>Batch Pruning NHD Data to Smaller Scales, Stauffer, A. J., Finelli E. L., Stanislawski J.V.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Shape 1002"/>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endParaRPr/>
          </a:p>
        </p:txBody>
      </p:sp>
      <p:sp>
        <p:nvSpPr>
          <p:cNvPr id="1003" name="Shape 1003"/>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1004" name="Shape 1004"/>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1005" name="Shape 1005" descr="gen8.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3291" y="0"/>
            <a:ext cx="6808061" cy="5143498"/>
          </a:xfrm>
          <a:prstGeom prst="rect">
            <a:avLst/>
          </a:prstGeom>
          <a:noFill/>
          <a:ln>
            <a:noFill/>
          </a:ln>
        </p:spPr>
      </p:pic>
      <p:sp>
        <p:nvSpPr>
          <p:cNvPr id="1006" name="Shape 1006"/>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spcBef>
                <a:spcPts val="0"/>
              </a:spcBef>
              <a:buNone/>
            </a:pPr>
            <a:r>
              <a:rPr lang="en" sz="1000"/>
              <a:t>Batch Pruning NHD Data to Smaller Scales, Stauffer, A. J., Finelli E. L., Stanislawski J.V.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Shape 1012"/>
          <p:cNvSpPr txBox="1">
            <a:spLocks noGrp="1"/>
          </p:cNvSpPr>
          <p:nvPr>
            <p:ph type="title"/>
          </p:nvPr>
        </p:nvSpPr>
        <p:spPr>
          <a:xfrm>
            <a:off x="498474" y="134470"/>
            <a:ext cx="7556400" cy="995100"/>
          </a:xfrm>
          <a:prstGeom prst="rect">
            <a:avLst/>
          </a:prstGeom>
        </p:spPr>
        <p:txBody>
          <a:bodyPr lIns="91425" tIns="91425" rIns="91425" bIns="91425" anchor="b" anchorCtr="0">
            <a:noAutofit/>
          </a:bodyPr>
          <a:lstStyle/>
          <a:p>
            <a:pPr lvl="0" rtl="0">
              <a:spcBef>
                <a:spcPts val="0"/>
              </a:spcBef>
              <a:buNone/>
            </a:pPr>
            <a:endParaRPr/>
          </a:p>
        </p:txBody>
      </p:sp>
      <p:sp>
        <p:nvSpPr>
          <p:cNvPr id="1013" name="Shape 1013"/>
          <p:cNvSpPr txBox="1">
            <a:spLocks noGrp="1"/>
          </p:cNvSpPr>
          <p:nvPr>
            <p:ph type="body" idx="1"/>
          </p:nvPr>
        </p:nvSpPr>
        <p:spPr>
          <a:xfrm>
            <a:off x="498474" y="1981200"/>
            <a:ext cx="7556400" cy="4144800"/>
          </a:xfrm>
          <a:prstGeom prst="rect">
            <a:avLst/>
          </a:prstGeom>
        </p:spPr>
        <p:txBody>
          <a:bodyPr lIns="91425" tIns="91425" rIns="91425" bIns="91425" anchor="t" anchorCtr="0">
            <a:noAutofit/>
          </a:bodyPr>
          <a:lstStyle/>
          <a:p>
            <a:pPr lvl="0" rtl="0">
              <a:spcBef>
                <a:spcPts val="0"/>
              </a:spcBef>
              <a:buNone/>
            </a:pPr>
            <a:endParaRPr/>
          </a:p>
        </p:txBody>
      </p:sp>
      <p:sp>
        <p:nvSpPr>
          <p:cNvPr id="1014" name="Shape 1014"/>
          <p:cNvSpPr txBox="1">
            <a:spLocks noGrp="1"/>
          </p:cNvSpPr>
          <p:nvPr>
            <p:ph type="body" idx="2"/>
          </p:nvPr>
        </p:nvSpPr>
        <p:spPr>
          <a:xfrm>
            <a:off x="498518" y="1129551"/>
            <a:ext cx="7559100" cy="774900"/>
          </a:xfrm>
          <a:prstGeom prst="rect">
            <a:avLst/>
          </a:prstGeom>
        </p:spPr>
        <p:txBody>
          <a:bodyPr lIns="91425" tIns="91425" rIns="91425" bIns="91425" anchor="t" anchorCtr="0">
            <a:noAutofit/>
          </a:bodyPr>
          <a:lstStyle/>
          <a:p>
            <a:pPr lvl="0" rtl="0">
              <a:spcBef>
                <a:spcPts val="0"/>
              </a:spcBef>
              <a:buNone/>
            </a:pPr>
            <a:endParaRPr/>
          </a:p>
        </p:txBody>
      </p:sp>
      <p:pic>
        <p:nvPicPr>
          <p:cNvPr id="1015" name="Shape 1015" descr="gen9.JP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711" y="0"/>
            <a:ext cx="6852432" cy="5143499"/>
          </a:xfrm>
          <a:prstGeom prst="rect">
            <a:avLst/>
          </a:prstGeom>
          <a:noFill/>
          <a:ln>
            <a:noFill/>
          </a:ln>
        </p:spPr>
      </p:pic>
      <p:sp>
        <p:nvSpPr>
          <p:cNvPr id="1016" name="Shape 1016"/>
          <p:cNvSpPr txBox="1"/>
          <p:nvPr/>
        </p:nvSpPr>
        <p:spPr>
          <a:xfrm>
            <a:off x="158425" y="5594100"/>
            <a:ext cx="4266600" cy="531900"/>
          </a:xfrm>
          <a:prstGeom prst="rect">
            <a:avLst/>
          </a:prstGeom>
          <a:noFill/>
          <a:ln>
            <a:noFill/>
          </a:ln>
        </p:spPr>
        <p:txBody>
          <a:bodyPr lIns="91425" tIns="91425" rIns="91425" bIns="91425" anchor="t" anchorCtr="0">
            <a:noAutofit/>
          </a:bodyPr>
          <a:lstStyle/>
          <a:p>
            <a:pPr lvl="0" rtl="0">
              <a:spcBef>
                <a:spcPts val="0"/>
              </a:spcBef>
              <a:buNone/>
            </a:pPr>
            <a:r>
              <a:rPr lang="en" sz="1000"/>
              <a:t>Batch Pruning NHD Data to Smaller Scales, Stauffer, A. J., Finelli E. L., Stanislawski J.V.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Shape 1029"/>
          <p:cNvSpPr txBox="1">
            <a:spLocks noGrp="1"/>
          </p:cNvSpPr>
          <p:nvPr>
            <p:ph type="title"/>
          </p:nvPr>
        </p:nvSpPr>
        <p:spPr>
          <a:xfrm>
            <a:off x="381000" y="152400"/>
            <a:ext cx="8229600" cy="11433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6F4B"/>
              </a:buClr>
              <a:buSzPct val="25000"/>
              <a:buFont typeface="Arial"/>
              <a:buNone/>
            </a:pPr>
            <a:r>
              <a:rPr lang="en" sz="3000" b="1">
                <a:solidFill>
                  <a:srgbClr val="008000"/>
                </a:solidFill>
              </a:rPr>
              <a:t>Transition from NHDPlus V2 to</a:t>
            </a:r>
          </a:p>
          <a:p>
            <a:pPr marL="0" marR="0" lvl="0" indent="0" algn="l" rtl="0">
              <a:lnSpc>
                <a:spcPct val="100000"/>
              </a:lnSpc>
              <a:spcBef>
                <a:spcPts val="0"/>
              </a:spcBef>
              <a:spcAft>
                <a:spcPts val="0"/>
              </a:spcAft>
              <a:buClr>
                <a:srgbClr val="006F4B"/>
              </a:buClr>
              <a:buSzPct val="25000"/>
              <a:buFont typeface="Arial"/>
              <a:buNone/>
            </a:pPr>
            <a:r>
              <a:rPr lang="en" sz="3000" b="1">
                <a:solidFill>
                  <a:srgbClr val="008000"/>
                </a:solidFill>
              </a:rPr>
              <a:t>NHDPlus HR</a:t>
            </a:r>
          </a:p>
        </p:txBody>
      </p:sp>
      <p:sp>
        <p:nvSpPr>
          <p:cNvPr id="1030" name="Shape 1030"/>
          <p:cNvSpPr txBox="1">
            <a:spLocks noGrp="1"/>
          </p:cNvSpPr>
          <p:nvPr>
            <p:ph type="body" idx="1"/>
          </p:nvPr>
        </p:nvSpPr>
        <p:spPr>
          <a:xfrm>
            <a:off x="381000" y="1371600"/>
            <a:ext cx="8843100" cy="4759200"/>
          </a:xfrm>
          <a:prstGeom prst="rect">
            <a:avLst/>
          </a:prstGeom>
          <a:noFill/>
          <a:ln>
            <a:noFill/>
          </a:ln>
        </p:spPr>
        <p:txBody>
          <a:bodyPr lIns="91425" tIns="91425" rIns="91425" bIns="91425" anchor="t" anchorCtr="0">
            <a:noAutofit/>
          </a:bodyPr>
          <a:lstStyle/>
          <a:p>
            <a:pPr marL="457200" lvl="0" indent="-419100" rtl="0">
              <a:lnSpc>
                <a:spcPct val="115000"/>
              </a:lnSpc>
              <a:spcBef>
                <a:spcPts val="0"/>
              </a:spcBef>
              <a:buClr>
                <a:srgbClr val="000000"/>
              </a:buClr>
              <a:buSzPct val="100000"/>
              <a:buFont typeface="Arial"/>
              <a:buChar char="▪"/>
            </a:pPr>
            <a:r>
              <a:rPr lang="en" sz="3000" b="1">
                <a:solidFill>
                  <a:schemeClr val="dk1"/>
                </a:solidFill>
              </a:rPr>
              <a:t>How/when does this happen?</a:t>
            </a:r>
          </a:p>
          <a:p>
            <a:pPr marL="457200" lvl="0" indent="-419100" rtl="0">
              <a:lnSpc>
                <a:spcPct val="115000"/>
              </a:lnSpc>
              <a:spcBef>
                <a:spcPts val="0"/>
              </a:spcBef>
              <a:buClr>
                <a:schemeClr val="dk1"/>
              </a:buClr>
              <a:buSzPct val="100000"/>
              <a:buFont typeface="Arial"/>
              <a:buChar char="▪"/>
            </a:pPr>
            <a:r>
              <a:rPr lang="en" sz="3000" b="1">
                <a:solidFill>
                  <a:schemeClr val="dk1"/>
                </a:solidFill>
              </a:rPr>
              <a:t>What are key requirements before this can happen?</a:t>
            </a:r>
          </a:p>
          <a:p>
            <a:pPr marL="457200" lvl="0" indent="-419100" rtl="0">
              <a:lnSpc>
                <a:spcPct val="115000"/>
              </a:lnSpc>
              <a:spcBef>
                <a:spcPts val="0"/>
              </a:spcBef>
              <a:buClr>
                <a:schemeClr val="dk1"/>
              </a:buClr>
              <a:buSzPct val="100000"/>
              <a:buFont typeface="Arial"/>
              <a:buChar char="▪"/>
            </a:pPr>
            <a:r>
              <a:rPr lang="en" sz="3000" b="1">
                <a:solidFill>
                  <a:schemeClr val="dk1"/>
                </a:solidFill>
              </a:rPr>
              <a:t>Pilots?</a:t>
            </a:r>
          </a:p>
          <a:p>
            <a:pPr marL="0" lvl="0" indent="0" rtl="0">
              <a:lnSpc>
                <a:spcPct val="115000"/>
              </a:lnSpc>
              <a:spcBef>
                <a:spcPts val="0"/>
              </a:spcBef>
              <a:buNone/>
            </a:pPr>
            <a:endParaRPr sz="800" b="1"/>
          </a:p>
          <a:p>
            <a:pPr marL="0" marR="0" lvl="0" indent="0" algn="l" rtl="0">
              <a:lnSpc>
                <a:spcPct val="115000"/>
              </a:lnSpc>
              <a:spcBef>
                <a:spcPts val="0"/>
              </a:spcBef>
              <a:spcAft>
                <a:spcPts val="0"/>
              </a:spcAft>
              <a:buNone/>
            </a:pPr>
            <a:endParaRPr sz="2400" b="1" i="0" u="none" strike="noStrike" cap="none">
              <a:latin typeface="Arial"/>
              <a:ea typeface="Arial"/>
              <a:cs typeface="Arial"/>
              <a:sym typeface="Arial"/>
            </a:endParaRPr>
          </a:p>
          <a:p>
            <a:pPr marL="857250" marR="0" lvl="1" indent="-412750" algn="l" rtl="0">
              <a:lnSpc>
                <a:spcPct val="115000"/>
              </a:lnSpc>
              <a:spcBef>
                <a:spcPts val="0"/>
              </a:spcBef>
              <a:spcAft>
                <a:spcPts val="0"/>
              </a:spcAft>
              <a:buClr>
                <a:srgbClr val="000000"/>
              </a:buClr>
              <a:buSzPct val="100000"/>
              <a:buFont typeface="Arial"/>
              <a:buNone/>
            </a:pPr>
            <a:endParaRPr sz="2800" b="1" i="0" u="none" strike="noStrike" cap="none">
              <a:solidFill>
                <a:srgbClr val="000000"/>
              </a:solidFill>
              <a:latin typeface="Arial"/>
              <a:ea typeface="Arial"/>
              <a:cs typeface="Arial"/>
              <a:sym typeface="Arial"/>
            </a:endParaRPr>
          </a:p>
          <a:p>
            <a:pPr marL="457200" marR="0" lvl="0" indent="0" algn="l" rtl="0">
              <a:lnSpc>
                <a:spcPct val="115000"/>
              </a:lnSpc>
              <a:spcBef>
                <a:spcPts val="0"/>
              </a:spcBef>
              <a:spcAft>
                <a:spcPts val="0"/>
              </a:spcAft>
              <a:buClr>
                <a:srgbClr val="FAFD00"/>
              </a:buClr>
              <a:buSzPct val="25000"/>
              <a:buFont typeface="Arial"/>
              <a:buNone/>
            </a:pP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AFD00"/>
              </a:buClr>
              <a:buSzPct val="25000"/>
              <a:buFont typeface="Arial"/>
              <a:buNone/>
            </a:pP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Shape 1035"/>
          <p:cNvSpPr txBox="1">
            <a:spLocks noGrp="1"/>
          </p:cNvSpPr>
          <p:nvPr>
            <p:ph type="title"/>
          </p:nvPr>
        </p:nvSpPr>
        <p:spPr>
          <a:xfrm>
            <a:off x="498474" y="-322729"/>
            <a:ext cx="7556400" cy="995100"/>
          </a:xfrm>
          <a:prstGeom prst="rect">
            <a:avLst/>
          </a:prstGeom>
        </p:spPr>
        <p:txBody>
          <a:bodyPr lIns="91425" tIns="91425" rIns="91425" bIns="91425" anchor="b" anchorCtr="0">
            <a:noAutofit/>
          </a:bodyPr>
          <a:lstStyle/>
          <a:p>
            <a:pPr lvl="0" rtl="0">
              <a:spcBef>
                <a:spcPts val="0"/>
              </a:spcBef>
              <a:buNone/>
            </a:pPr>
            <a:r>
              <a:rPr lang="en"/>
              <a:t>NLDI NWIS Site</a:t>
            </a:r>
          </a:p>
        </p:txBody>
      </p:sp>
      <p:sp>
        <p:nvSpPr>
          <p:cNvPr id="1036" name="Shape 1036"/>
          <p:cNvSpPr txBox="1">
            <a:spLocks noGrp="1"/>
          </p:cNvSpPr>
          <p:nvPr>
            <p:ph type="body" idx="2"/>
          </p:nvPr>
        </p:nvSpPr>
        <p:spPr>
          <a:xfrm>
            <a:off x="361818" y="197519"/>
            <a:ext cx="7559100" cy="774300"/>
          </a:xfrm>
          <a:prstGeom prst="rect">
            <a:avLst/>
          </a:prstGeom>
        </p:spPr>
        <p:txBody>
          <a:bodyPr lIns="91425" tIns="91425" rIns="91425" bIns="91425" anchor="t" anchorCtr="0">
            <a:noAutofit/>
          </a:bodyPr>
          <a:lstStyle/>
          <a:p>
            <a:pPr lvl="0" rtl="0">
              <a:spcBef>
                <a:spcPts val="0"/>
              </a:spcBef>
              <a:buNone/>
            </a:pPr>
            <a:r>
              <a:rPr lang="en"/>
              <a:t>https://cida.usgs.gov/nldi/nwissite/USGS-02465000</a:t>
            </a:r>
          </a:p>
        </p:txBody>
      </p:sp>
      <p:pic>
        <p:nvPicPr>
          <p:cNvPr id="1037" name="Shape 1037"/>
          <p:cNvPicPr preferRelativeResize="0"/>
          <p:nvPr/>
        </p:nvPicPr>
        <p:blipFill rotWithShape="1">
          <a:blip r:embed="rId3" cstate="email">
            <a:alphaModFix/>
            <a:extLst>
              <a:ext uri="{28A0092B-C50C-407E-A947-70E740481C1C}">
                <a14:useLocalDpi xmlns:a14="http://schemas.microsoft.com/office/drawing/2010/main"/>
              </a:ext>
            </a:extLst>
          </a:blip>
          <a:srcRect t="15604"/>
          <a:stretch/>
        </p:blipFill>
        <p:spPr>
          <a:xfrm>
            <a:off x="361825" y="1234724"/>
            <a:ext cx="8017000" cy="55709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Shape 1042"/>
          <p:cNvSpPr txBox="1">
            <a:spLocks noGrp="1"/>
          </p:cNvSpPr>
          <p:nvPr>
            <p:ph type="body" idx="1"/>
          </p:nvPr>
        </p:nvSpPr>
        <p:spPr>
          <a:xfrm>
            <a:off x="498474" y="1981200"/>
            <a:ext cx="7556400" cy="4145100"/>
          </a:xfrm>
          <a:prstGeom prst="rect">
            <a:avLst/>
          </a:prstGeom>
        </p:spPr>
        <p:txBody>
          <a:bodyPr lIns="91425" tIns="91425" rIns="91425" bIns="91425" anchor="t" anchorCtr="0">
            <a:noAutofit/>
          </a:bodyPr>
          <a:lstStyle/>
          <a:p>
            <a:pPr lvl="0" rtl="0">
              <a:spcBef>
                <a:spcPts val="0"/>
              </a:spcBef>
              <a:buNone/>
            </a:pPr>
            <a:endParaRPr/>
          </a:p>
        </p:txBody>
      </p:sp>
      <p:pic>
        <p:nvPicPr>
          <p:cNvPr id="1043" name="Shape 104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166575" y="1273399"/>
            <a:ext cx="4229925" cy="4188449"/>
          </a:xfrm>
          <a:prstGeom prst="rect">
            <a:avLst/>
          </a:prstGeom>
          <a:noFill/>
          <a:ln>
            <a:noFill/>
          </a:ln>
        </p:spPr>
      </p:pic>
      <p:pic>
        <p:nvPicPr>
          <p:cNvPr id="1044" name="Shape 104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263140" y="1273400"/>
            <a:ext cx="2016560" cy="4188450"/>
          </a:xfrm>
          <a:prstGeom prst="rect">
            <a:avLst/>
          </a:prstGeom>
          <a:noFill/>
          <a:ln>
            <a:noFill/>
          </a:ln>
        </p:spPr>
      </p:pic>
      <p:sp>
        <p:nvSpPr>
          <p:cNvPr id="1045" name="Shape 1045"/>
          <p:cNvSpPr txBox="1">
            <a:spLocks noGrp="1"/>
          </p:cNvSpPr>
          <p:nvPr>
            <p:ph type="body" idx="2"/>
          </p:nvPr>
        </p:nvSpPr>
        <p:spPr>
          <a:xfrm>
            <a:off x="498475" y="-343500"/>
            <a:ext cx="8593800" cy="774300"/>
          </a:xfrm>
          <a:prstGeom prst="rect">
            <a:avLst/>
          </a:prstGeom>
        </p:spPr>
        <p:txBody>
          <a:bodyPr lIns="91425" tIns="91425" rIns="91425" bIns="91425" anchor="t" anchorCtr="0">
            <a:noAutofit/>
          </a:bodyPr>
          <a:lstStyle/>
          <a:p>
            <a:pPr lvl="0" rtl="0">
              <a:spcBef>
                <a:spcPts val="0"/>
              </a:spcBef>
              <a:buNone/>
            </a:pPr>
            <a:r>
              <a:rPr lang="en" sz="1400" u="sng">
                <a:solidFill>
                  <a:schemeClr val="hlink"/>
                </a:solidFill>
                <a:hlinkClick r:id="rId5"/>
              </a:rPr>
              <a:t>https://cida.usgs.gov/nldi/nwissite/USGS-02465000/navigate/UT</a:t>
            </a:r>
            <a:r>
              <a:rPr lang="en" sz="1400"/>
              <a:t/>
            </a:r>
            <a:br>
              <a:rPr lang="en" sz="1400"/>
            </a:br>
            <a:r>
              <a:rPr lang="en" sz="1400" u="sng">
                <a:solidFill>
                  <a:schemeClr val="hlink"/>
                </a:solidFill>
                <a:hlinkClick r:id="rId6"/>
              </a:rPr>
              <a:t>https://cida.usgs.gov/nldi/nwissite/USGS-02465000/navigate/UT/wqp</a:t>
            </a:r>
            <a:r>
              <a:rPr lang="en" sz="1400"/>
              <a:t/>
            </a:r>
            <a:br>
              <a:rPr lang="en" sz="1400"/>
            </a:br>
            <a:r>
              <a:rPr lang="en" sz="1400" u="sng">
                <a:solidFill>
                  <a:schemeClr val="hlink"/>
                </a:solidFill>
                <a:hlinkClick r:id="rId7"/>
              </a:rPr>
              <a:t>https://cida.usgs.gov/nldi/nwissite/USGS-02465000/basin</a:t>
            </a:r>
            <a:r>
              <a:rPr lang="en" sz="1400"/>
              <a:t/>
            </a:r>
            <a:br>
              <a:rPr lang="en" sz="1400"/>
            </a:br>
            <a:r>
              <a:rPr lang="en" sz="1400" u="sng">
                <a:solidFill>
                  <a:schemeClr val="hlink"/>
                </a:solidFill>
                <a:hlinkClick r:id="rId8"/>
              </a:rPr>
              <a:t>https://cida.usgs.gov/nldi/nwissite/USGS-02465000/navigate/DM</a:t>
            </a:r>
          </a:p>
          <a:p>
            <a:pPr lvl="0" rtl="0">
              <a:spcBef>
                <a:spcPts val="0"/>
              </a:spcBef>
              <a:buNone/>
            </a:pPr>
            <a:endParaRPr sz="1400"/>
          </a:p>
        </p:txBody>
      </p:sp>
      <p:pic>
        <p:nvPicPr>
          <p:cNvPr id="1046" name="Shape 104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604250" y="4654583"/>
            <a:ext cx="3429000" cy="15859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Shape 1052"/>
          <p:cNvSpPr txBox="1">
            <a:spLocks noGrp="1"/>
          </p:cNvSpPr>
          <p:nvPr>
            <p:ph type="title" idx="4294967295"/>
          </p:nvPr>
        </p:nvSpPr>
        <p:spPr>
          <a:xfrm>
            <a:off x="0" y="228600"/>
            <a:ext cx="8229600" cy="1143000"/>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Arial"/>
              <a:buNone/>
            </a:pPr>
            <a:r>
              <a:rPr lang="en" sz="3959" b="0" i="0" u="none" strike="noStrike" cap="none">
                <a:solidFill>
                  <a:schemeClr val="dk1"/>
                </a:solidFill>
                <a:latin typeface="Arial"/>
                <a:ea typeface="Arial"/>
                <a:cs typeface="Arial"/>
                <a:sym typeface="Arial"/>
              </a:rPr>
              <a:t>Gold King Mine Spill</a:t>
            </a:r>
            <a:br>
              <a:rPr lang="en" sz="3959" b="0" i="0" u="none" strike="noStrike" cap="none">
                <a:solidFill>
                  <a:schemeClr val="dk1"/>
                </a:solidFill>
                <a:latin typeface="Arial"/>
                <a:ea typeface="Arial"/>
                <a:cs typeface="Arial"/>
                <a:sym typeface="Arial"/>
              </a:rPr>
            </a:br>
            <a:r>
              <a:rPr lang="en" sz="3959" b="0" i="0" u="none" strike="noStrike" cap="none">
                <a:solidFill>
                  <a:schemeClr val="dk1"/>
                </a:solidFill>
                <a:latin typeface="Arial"/>
                <a:ea typeface="Arial"/>
                <a:cs typeface="Arial"/>
                <a:sym typeface="Arial"/>
              </a:rPr>
              <a:t>ICWater Preliminary Results</a:t>
            </a:r>
          </a:p>
        </p:txBody>
      </p:sp>
      <p:pic>
        <p:nvPicPr>
          <p:cNvPr id="1053" name="Shape 105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52500" y="1578365"/>
            <a:ext cx="7391400" cy="4917600"/>
          </a:xfrm>
          <a:prstGeom prst="rect">
            <a:avLst/>
          </a:prstGeom>
          <a:noFill/>
          <a:ln>
            <a:noFill/>
          </a:ln>
        </p:spPr>
      </p:pic>
      <p:sp>
        <p:nvSpPr>
          <p:cNvPr id="1054" name="Shape 1054"/>
          <p:cNvSpPr/>
          <p:nvPr/>
        </p:nvSpPr>
        <p:spPr>
          <a:xfrm>
            <a:off x="5715000" y="2381250"/>
            <a:ext cx="1447800" cy="666600"/>
          </a:xfrm>
          <a:prstGeom prst="wedgeRectCallout">
            <a:avLst>
              <a:gd name="adj1" fmla="val -97436"/>
              <a:gd name="adj2" fmla="val 55060"/>
            </a:avLst>
          </a:prstGeom>
          <a:solidFill>
            <a:schemeClr val="accent1"/>
          </a:solidFill>
          <a:ln w="12700" cap="flat" cmpd="sng">
            <a:solidFill>
              <a:srgbClr val="42719B"/>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rgbClr val="FFFFFF"/>
              </a:buClr>
              <a:buSzPct val="25000"/>
              <a:buFont typeface="Calibri"/>
              <a:buNone/>
            </a:pPr>
            <a:r>
              <a:rPr lang="en" sz="1800">
                <a:solidFill>
                  <a:srgbClr val="FFFFFF"/>
                </a:solidFill>
                <a:latin typeface="Calibri"/>
                <a:ea typeface="Calibri"/>
                <a:cs typeface="Calibri"/>
                <a:sym typeface="Calibri"/>
              </a:rPr>
              <a:t>Gold King Mine</a:t>
            </a:r>
          </a:p>
        </p:txBody>
      </p:sp>
      <p:pic>
        <p:nvPicPr>
          <p:cNvPr id="1055" name="Shape 105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661285" y="3352800"/>
            <a:ext cx="2682600" cy="2624100"/>
          </a:xfrm>
          <a:prstGeom prst="rect">
            <a:avLst/>
          </a:prstGeom>
          <a:noFill/>
          <a:ln>
            <a:noFill/>
          </a:ln>
        </p:spPr>
      </p:pic>
      <p:pic>
        <p:nvPicPr>
          <p:cNvPr id="1056" name="Shape 1056"/>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1072895" y="3810000"/>
            <a:ext cx="3042000" cy="1981200"/>
          </a:xfrm>
          <a:prstGeom prst="rect">
            <a:avLst/>
          </a:prstGeom>
          <a:noFill/>
          <a:ln>
            <a:noFill/>
          </a:ln>
        </p:spPr>
      </p:pic>
      <p:sp>
        <p:nvSpPr>
          <p:cNvPr id="1057" name="Shape 1057"/>
          <p:cNvSpPr txBox="1"/>
          <p:nvPr/>
        </p:nvSpPr>
        <p:spPr>
          <a:xfrm>
            <a:off x="2776348" y="6495975"/>
            <a:ext cx="3743700" cy="3693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Calibri"/>
              <a:buNone/>
            </a:pPr>
            <a:r>
              <a:rPr lang="en" sz="1800">
                <a:solidFill>
                  <a:srgbClr val="000000"/>
                </a:solidFill>
                <a:latin typeface="Calibri"/>
                <a:ea typeface="Calibri"/>
                <a:cs typeface="Calibri"/>
                <a:sym typeface="Calibri"/>
              </a:rPr>
              <a:t>Slide courtesy of Bill Samuels, Leidos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pic>
        <p:nvPicPr>
          <p:cNvPr id="1063" name="Shape 106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88160" y="784739"/>
            <a:ext cx="8513100" cy="5648700"/>
          </a:xfrm>
          <a:prstGeom prst="rect">
            <a:avLst/>
          </a:prstGeom>
          <a:noFill/>
          <a:ln>
            <a:noFill/>
          </a:ln>
        </p:spPr>
      </p:pic>
      <p:pic>
        <p:nvPicPr>
          <p:cNvPr id="1064" name="Shape 1064"/>
          <p:cNvPicPr preferRelativeResize="0"/>
          <p:nvPr/>
        </p:nvPicPr>
        <p:blipFill rotWithShape="1">
          <a:blip r:embed="rId4">
            <a:alphaModFix/>
          </a:blip>
          <a:srcRect/>
          <a:stretch/>
        </p:blipFill>
        <p:spPr>
          <a:xfrm>
            <a:off x="762000" y="1371600"/>
            <a:ext cx="1933500" cy="1542900"/>
          </a:xfrm>
          <a:prstGeom prst="rect">
            <a:avLst/>
          </a:prstGeom>
          <a:noFill/>
          <a:ln>
            <a:noFill/>
          </a:ln>
        </p:spPr>
      </p:pic>
      <p:sp>
        <p:nvSpPr>
          <p:cNvPr id="1065" name="Shape 1065"/>
          <p:cNvSpPr/>
          <p:nvPr/>
        </p:nvSpPr>
        <p:spPr>
          <a:xfrm>
            <a:off x="6553200" y="1447800"/>
            <a:ext cx="1066800" cy="841200"/>
          </a:xfrm>
          <a:prstGeom prst="wedgeRectCallout">
            <a:avLst>
              <a:gd name="adj1" fmla="val 84821"/>
              <a:gd name="adj2" fmla="val 70105"/>
            </a:avLst>
          </a:prstGeom>
          <a:solidFill>
            <a:schemeClr val="accent1"/>
          </a:solidFill>
          <a:ln w="12700" cap="flat" cmpd="sng">
            <a:solidFill>
              <a:srgbClr val="42719B"/>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rgbClr val="FFFFFF"/>
              </a:buClr>
              <a:buSzPct val="25000"/>
              <a:buFont typeface="Calibri"/>
              <a:buNone/>
            </a:pPr>
            <a:r>
              <a:rPr lang="en" sz="1800">
                <a:solidFill>
                  <a:srgbClr val="FFFFFF"/>
                </a:solidFill>
                <a:latin typeface="Calibri"/>
                <a:ea typeface="Calibri"/>
                <a:cs typeface="Calibri"/>
                <a:sym typeface="Calibri"/>
              </a:rPr>
              <a:t>Gold King Mine</a:t>
            </a:r>
          </a:p>
        </p:txBody>
      </p:sp>
      <p:sp>
        <p:nvSpPr>
          <p:cNvPr id="1066" name="Shape 1066"/>
          <p:cNvSpPr/>
          <p:nvPr/>
        </p:nvSpPr>
        <p:spPr>
          <a:xfrm>
            <a:off x="914400" y="4724400"/>
            <a:ext cx="1066800" cy="841200"/>
          </a:xfrm>
          <a:prstGeom prst="wedgeRectCallout">
            <a:avLst>
              <a:gd name="adj1" fmla="val -9822"/>
              <a:gd name="adj2" fmla="val -126907"/>
            </a:avLst>
          </a:prstGeom>
          <a:solidFill>
            <a:schemeClr val="accent1"/>
          </a:solidFill>
          <a:ln w="12700" cap="flat" cmpd="sng">
            <a:solidFill>
              <a:srgbClr val="42719B"/>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spcAft>
                <a:spcPts val="0"/>
              </a:spcAft>
              <a:buClr>
                <a:srgbClr val="FFFFFF"/>
              </a:buClr>
              <a:buSzPct val="25000"/>
              <a:buFont typeface="Calibri"/>
              <a:buNone/>
            </a:pPr>
            <a:r>
              <a:rPr lang="en" sz="1800">
                <a:solidFill>
                  <a:srgbClr val="FFFFFF"/>
                </a:solidFill>
                <a:latin typeface="Calibri"/>
                <a:ea typeface="Calibri"/>
                <a:cs typeface="Calibri"/>
                <a:sym typeface="Calibri"/>
              </a:rPr>
              <a:t>Lake Powell</a:t>
            </a:r>
          </a:p>
        </p:txBody>
      </p:sp>
      <p:sp>
        <p:nvSpPr>
          <p:cNvPr id="1067" name="Shape 1067"/>
          <p:cNvSpPr txBox="1"/>
          <p:nvPr/>
        </p:nvSpPr>
        <p:spPr>
          <a:xfrm>
            <a:off x="2438400" y="415408"/>
            <a:ext cx="3811800" cy="3693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Calibri"/>
              <a:buNone/>
            </a:pPr>
            <a:r>
              <a:rPr lang="en" sz="1800">
                <a:solidFill>
                  <a:srgbClr val="000000"/>
                </a:solidFill>
                <a:latin typeface="Calibri"/>
                <a:ea typeface="Calibri"/>
                <a:cs typeface="Calibri"/>
                <a:sym typeface="Calibri"/>
              </a:rPr>
              <a:t>ICWater QuickTrace – 8 day travel time</a:t>
            </a:r>
          </a:p>
        </p:txBody>
      </p:sp>
      <p:sp>
        <p:nvSpPr>
          <p:cNvPr id="1068" name="Shape 1068"/>
          <p:cNvSpPr txBox="1"/>
          <p:nvPr/>
        </p:nvSpPr>
        <p:spPr>
          <a:xfrm>
            <a:off x="761997" y="6433375"/>
            <a:ext cx="6858000" cy="369300"/>
          </a:xfrm>
          <a:prstGeom prst="rect">
            <a:avLst/>
          </a:prstGeom>
          <a:noFill/>
          <a:ln>
            <a:noFill/>
          </a:ln>
        </p:spPr>
        <p:txBody>
          <a:bodyPr lIns="91425" tIns="45700" rIns="91425" bIns="45700" anchor="t" anchorCtr="0">
            <a:noAutofit/>
          </a:bodyPr>
          <a:lstStyle/>
          <a:p>
            <a:pPr marL="0" marR="0" lvl="0" indent="0" algn="l" rtl="0">
              <a:spcBef>
                <a:spcPts val="0"/>
              </a:spcBef>
              <a:spcAft>
                <a:spcPts val="0"/>
              </a:spcAft>
              <a:buClr>
                <a:srgbClr val="000000"/>
              </a:buClr>
              <a:buSzPct val="25000"/>
              <a:buFont typeface="Calibri"/>
              <a:buNone/>
            </a:pPr>
            <a:r>
              <a:rPr lang="en" sz="1800">
                <a:solidFill>
                  <a:srgbClr val="000000"/>
                </a:solidFill>
                <a:latin typeface="Calibri"/>
                <a:ea typeface="Calibri"/>
                <a:cs typeface="Calibri"/>
                <a:sym typeface="Calibri"/>
              </a:rPr>
              <a:t>ICWater Preliminary Results: Slide courtesy of Bill Samuels, Leidos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Shape 1073"/>
          <p:cNvSpPr txBox="1"/>
          <p:nvPr/>
        </p:nvSpPr>
        <p:spPr>
          <a:xfrm>
            <a:off x="0" y="338752"/>
            <a:ext cx="9144000" cy="901200"/>
          </a:xfrm>
          <a:prstGeom prst="rect">
            <a:avLst/>
          </a:prstGeom>
          <a:noFill/>
          <a:ln>
            <a:noFill/>
          </a:ln>
        </p:spPr>
        <p:txBody>
          <a:bodyPr lIns="91425" tIns="45700" rIns="91425" bIns="45700" anchor="ctr" anchorCtr="0">
            <a:noAutofit/>
          </a:bodyPr>
          <a:lstStyle/>
          <a:p>
            <a:pPr marL="0" marR="0" lvl="0" indent="0" algn="ctr" rtl="0">
              <a:spcBef>
                <a:spcPts val="0"/>
              </a:spcBef>
              <a:spcAft>
                <a:spcPts val="0"/>
              </a:spcAft>
              <a:buSzPct val="25000"/>
              <a:buNone/>
            </a:pPr>
            <a:r>
              <a:rPr lang="en" sz="3200" b="1">
                <a:solidFill>
                  <a:srgbClr val="000000"/>
                </a:solidFill>
                <a:latin typeface="Calibri"/>
                <a:ea typeface="Calibri"/>
                <a:cs typeface="Calibri"/>
                <a:sym typeface="Calibri"/>
              </a:rPr>
              <a:t>https://cida.usgs.gov/nldi/huc12pp/140801040102/navigate/DD/wqp?distance=500</a:t>
            </a:r>
          </a:p>
          <a:p>
            <a:pPr marL="0" marR="0" lvl="0" indent="0" algn="ctr" rtl="0">
              <a:spcBef>
                <a:spcPts val="0"/>
              </a:spcBef>
              <a:spcAft>
                <a:spcPts val="0"/>
              </a:spcAft>
              <a:buSzPct val="25000"/>
              <a:buNone/>
            </a:pPr>
            <a:r>
              <a:rPr lang="en" sz="3200" b="1">
                <a:solidFill>
                  <a:srgbClr val="000000"/>
                </a:solidFill>
                <a:latin typeface="Calibri"/>
                <a:ea typeface="Calibri"/>
                <a:cs typeface="Calibri"/>
                <a:sym typeface="Calibri"/>
              </a:rPr>
              <a:t>(WQP sites 500 km downstream of Gold King Mine) </a:t>
            </a:r>
          </a:p>
        </p:txBody>
      </p:sp>
      <p:pic>
        <p:nvPicPr>
          <p:cNvPr id="1074" name="Shape 1074"/>
          <p:cNvPicPr preferRelativeResize="0"/>
          <p:nvPr/>
        </p:nvPicPr>
        <p:blipFill rotWithShape="1">
          <a:blip r:embed="rId3">
            <a:alphaModFix/>
          </a:blip>
          <a:srcRect/>
          <a:stretch/>
        </p:blipFill>
        <p:spPr>
          <a:xfrm>
            <a:off x="537629" y="1640133"/>
            <a:ext cx="8068800" cy="4604400"/>
          </a:xfrm>
          <a:prstGeom prst="rect">
            <a:avLst/>
          </a:prstGeom>
          <a:noFill/>
          <a:ln w="9525" cap="flat" cmpd="sng">
            <a:solidFill>
              <a:schemeClr val="dk1"/>
            </a:solidFill>
            <a:prstDash val="solid"/>
            <a:miter/>
            <a:headEnd type="none" w="med" len="med"/>
            <a:tailEnd type="none" w="med" len="med"/>
          </a:ln>
        </p:spPr>
      </p:pic>
    </p:spTree>
  </p:cSld>
  <p:clrMapOvr>
    <a:masterClrMapping/>
  </p:clrMapOvr>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2112</Words>
  <Application>Microsoft Macintosh PowerPoint</Application>
  <PresentationFormat>On-screen Show (4:3)</PresentationFormat>
  <Paragraphs>536</Paragraphs>
  <Slides>46</Slides>
  <Notes>46</Notes>
  <HiddenSlides>0</HiddenSlides>
  <MMClips>0</MMClips>
  <ScaleCrop>false</ScaleCrop>
  <HeadingPairs>
    <vt:vector size="6" baseType="variant">
      <vt:variant>
        <vt:lpstr>Fonts Used</vt:lpstr>
      </vt:variant>
      <vt:variant>
        <vt:i4>11</vt:i4>
      </vt:variant>
      <vt:variant>
        <vt:lpstr>Theme</vt:lpstr>
      </vt:variant>
      <vt:variant>
        <vt:i4>11</vt:i4>
      </vt:variant>
      <vt:variant>
        <vt:lpstr>Slide Titles</vt:lpstr>
      </vt:variant>
      <vt:variant>
        <vt:i4>46</vt:i4>
      </vt:variant>
    </vt:vector>
  </HeadingPairs>
  <TitlesOfParts>
    <vt:vector size="68" baseType="lpstr">
      <vt:lpstr>Rokkitt</vt:lpstr>
      <vt:lpstr>Noto Symbol</vt:lpstr>
      <vt:lpstr>Candara</vt:lpstr>
      <vt:lpstr>Calibri</vt:lpstr>
      <vt:lpstr>Rambla</vt:lpstr>
      <vt:lpstr>Arial</vt:lpstr>
      <vt:lpstr>Tahoma</vt:lpstr>
      <vt:lpstr>Times New Roman</vt:lpstr>
      <vt:lpstr>Courier New</vt:lpstr>
      <vt:lpstr>Arial Black</vt:lpstr>
      <vt:lpstr>Noto Sans Symbols</vt:lpstr>
      <vt:lpstr>simple-light-2</vt:lpstr>
      <vt:lpstr>Advantage</vt:lpstr>
      <vt:lpstr>Advantage</vt:lpstr>
      <vt:lpstr>Advantage</vt:lpstr>
      <vt:lpstr>Advantage</vt:lpstr>
      <vt:lpstr>Advantage</vt:lpstr>
      <vt:lpstr>Advantage</vt:lpstr>
      <vt:lpstr>2_Office Theme</vt:lpstr>
      <vt:lpstr>Office Theme</vt:lpstr>
      <vt:lpstr>simple-light</vt:lpstr>
      <vt:lpstr>Advantage</vt:lpstr>
      <vt:lpstr>   Building a Water Intelligence Network Using Hydro Network Linked Data</vt:lpstr>
      <vt:lpstr>Overview</vt:lpstr>
      <vt:lpstr>National Hydrography Dataset Plus - NHDPlus</vt:lpstr>
      <vt:lpstr>Catchments</vt:lpstr>
      <vt:lpstr>NHDPlusHR</vt:lpstr>
      <vt:lpstr>NHD Data Suite Comparison</vt:lpstr>
      <vt:lpstr>PowerPoint Presentation</vt:lpstr>
      <vt:lpstr>NHDPlusHR Current Processing Order     </vt:lpstr>
      <vt:lpstr>Markup Application</vt:lpstr>
      <vt:lpstr>PowerPoint Presentation</vt:lpstr>
      <vt:lpstr>Stream Addresses are like street addresses</vt:lpstr>
      <vt:lpstr>HU codes are like ZIP codes</vt:lpstr>
      <vt:lpstr>Linking Data Online</vt:lpstr>
      <vt:lpstr>Linking Data to NHD</vt:lpstr>
      <vt:lpstr>PowerPoint Presentation</vt:lpstr>
      <vt:lpstr>PowerPoint Presentation</vt:lpstr>
      <vt:lpstr>PowerPoint Presentation</vt:lpstr>
      <vt:lpstr>PowerPoint Presentation</vt:lpstr>
      <vt:lpstr>PowerPoint Presentation</vt:lpstr>
      <vt:lpstr>PowerPoint Presentation</vt:lpstr>
      <vt:lpstr>Network Linked Data Index Use Cases</vt:lpstr>
      <vt:lpstr>Water Quality Data Discovery</vt:lpstr>
      <vt:lpstr>Water Quality Data Discovery</vt:lpstr>
      <vt:lpstr>Water Quality Data Discovery</vt:lpstr>
      <vt:lpstr>Network Linked Data System Use Case Diagram</vt:lpstr>
      <vt:lpstr>Network Linked Data System Use Case Diagram</vt:lpstr>
      <vt:lpstr>Network Linked Data System Use Case Diagram</vt:lpstr>
      <vt:lpstr>PowerPoint Presentation</vt:lpstr>
      <vt:lpstr>How can we all contribute?</vt:lpstr>
      <vt:lpstr>Take-away points </vt:lpstr>
      <vt:lpstr>Resources/Links</vt:lpstr>
      <vt:lpstr>Extra Slides</vt:lpstr>
      <vt:lpstr>VisibilityFilter - Scale Representation</vt:lpstr>
      <vt:lpstr>Sample Data</vt:lpstr>
      <vt:lpstr>Sample Data</vt:lpstr>
      <vt:lpstr>Sample Data</vt:lpstr>
      <vt:lpstr>Sample Data</vt:lpstr>
      <vt:lpstr>Sample Data</vt:lpstr>
      <vt:lpstr>PowerPoint Presentation</vt:lpstr>
      <vt:lpstr>PowerPoint Presentation</vt:lpstr>
      <vt:lpstr>Transition from NHDPlus V2 to NHDPlus HR</vt:lpstr>
      <vt:lpstr>NLDI NWIS Site</vt:lpstr>
      <vt:lpstr>PowerPoint Presentation</vt:lpstr>
      <vt:lpstr>Gold King Mine Spill ICWater Preliminary Results</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Building a Water Intelligence Network Using Hydro Network Linked Data</dc:title>
  <cp:lastModifiedBy>David Blodgett</cp:lastModifiedBy>
  <cp:revision>1</cp:revision>
  <dcterms:modified xsi:type="dcterms:W3CDTF">2017-06-21T21:46:41Z</dcterms:modified>
</cp:coreProperties>
</file>