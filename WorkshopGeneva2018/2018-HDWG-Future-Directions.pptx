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3" r:id="rId3"/>
    <p:sldId id="262" r:id="rId4"/>
    <p:sldId id="264" r:id="rId5"/>
    <p:sldId id="265" r:id="rId6"/>
    <p:sldId id="266" r:id="rId7"/>
    <p:sldId id="267" r:id="rId8"/>
    <p:sldId id="259" r:id="rId9"/>
    <p:sldId id="258" r:id="rId10"/>
    <p:sldId id="261" r:id="rId11"/>
    <p:sldId id="260" r:id="rId12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2F867E-F46D-B640-9878-89A092BEB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8CEE-31C7-534C-80D7-E976BD52BB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A24E4B-45EF-BC42-BA52-972986B1E7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codes.wmo.in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Hydrology Domain Working Group</a:t>
            </a:r>
            <a:br>
              <a:rPr lang="en-US" dirty="0"/>
            </a:br>
            <a:r>
              <a:rPr lang="en-US" dirty="0"/>
              <a:t>Where to from here?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Ninth Hydrology DWG Workshop</a:t>
            </a: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>
                <a:ea typeface="MS PGothic" charset="-128"/>
              </a:rPr>
              <a:t>Tony Boston and </a:t>
            </a:r>
            <a:r>
              <a:rPr lang="en-US" altLang="en-US" dirty="0" err="1">
                <a:ea typeface="MS PGothic" charset="-128"/>
              </a:rPr>
              <a:t>Silvano</a:t>
            </a:r>
            <a:r>
              <a:rPr lang="en-US" altLang="en-US" dirty="0">
                <a:ea typeface="MS PGothic" charset="-128"/>
              </a:rPr>
              <a:t> Pecora</a:t>
            </a:r>
          </a:p>
          <a:p>
            <a:r>
              <a:rPr lang="en-US" altLang="en-US" dirty="0">
                <a:ea typeface="MS PGothic" charset="-128"/>
              </a:rPr>
              <a:t>19 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429000" y="1028700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AE08-746F-4746-BD95-0E0838F7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state for HDWG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A158D-E0F5-E544-A936-CAA8B2353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vision for this group over the next ten years</a:t>
            </a:r>
          </a:p>
          <a:p>
            <a:pPr lvl="1"/>
            <a:r>
              <a:rPr lang="en-US" dirty="0"/>
              <a:t>What?</a:t>
            </a:r>
          </a:p>
          <a:p>
            <a:pPr lvl="1"/>
            <a:r>
              <a:rPr lang="en-US" dirty="0"/>
              <a:t>Where?</a:t>
            </a:r>
          </a:p>
          <a:p>
            <a:pPr lvl="1"/>
            <a:r>
              <a:rPr lang="en-US" dirty="0"/>
              <a:t>How?</a:t>
            </a:r>
          </a:p>
          <a:p>
            <a:pPr lvl="1"/>
            <a:r>
              <a:rPr lang="en-US" dirty="0"/>
              <a:t>Why?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3D0F3-9F8A-C74A-AFF3-245942F4A7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486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F2728-E30F-3043-A221-E5507676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views from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BC12-82CB-354F-A6F0-613E6F6E2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Dave Blodgett</a:t>
            </a:r>
          </a:p>
          <a:p>
            <a:pPr lvl="1"/>
            <a:r>
              <a:rPr lang="en-AU" dirty="0"/>
              <a:t>Focus on hydrology issues -- SW/GW interactions, channel geometry and river corridor characterization, hydrologic interactions with soils, etc</a:t>
            </a:r>
          </a:p>
          <a:p>
            <a:pPr lvl="1"/>
            <a:r>
              <a:rPr lang="en-AU" dirty="0"/>
              <a:t>ELFIE is fantastic, but I feel we are continuing to solve the community problem and not really focusing on Water</a:t>
            </a:r>
          </a:p>
          <a:p>
            <a:r>
              <a:rPr lang="en-AU" dirty="0"/>
              <a:t>Rob Atkinson</a:t>
            </a:r>
          </a:p>
          <a:p>
            <a:pPr lvl="1"/>
            <a:r>
              <a:rPr lang="en-AU" dirty="0"/>
              <a:t>Need for “interoperable profiles" of our existing standards, e.g. WaterML2, is a clear need</a:t>
            </a:r>
          </a:p>
          <a:p>
            <a:pPr lvl="1"/>
            <a:r>
              <a:rPr lang="en-AU" dirty="0"/>
              <a:t>Profiles would include key vocabularies such as observable parameter dictionaries. Developed in conjunction with WMO. </a:t>
            </a:r>
          </a:p>
          <a:p>
            <a:pPr lvl="1"/>
            <a:r>
              <a:rPr lang="en-AU" dirty="0"/>
              <a:t>Audit existing WMO parameter lists as input to new approaches to their management</a:t>
            </a:r>
          </a:p>
          <a:p>
            <a:pPr lvl="1"/>
            <a:r>
              <a:rPr lang="en-AU" dirty="0"/>
              <a:t>Evolve WHOS ontology using OGC-NA register methods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BC10B-329C-0E4E-A665-C312648B6E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992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F513-5297-0F43-8FD5-E0C4DD4C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view from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8CEF-930F-DF4F-ABA0-445A36836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75" y="1204912"/>
            <a:ext cx="8759825" cy="4891088"/>
          </a:xfrm>
        </p:spPr>
        <p:txBody>
          <a:bodyPr/>
          <a:lstStyle/>
          <a:p>
            <a:r>
              <a:rPr lang="en-US" dirty="0"/>
              <a:t>Sylvain </a:t>
            </a:r>
            <a:r>
              <a:rPr lang="en-US" dirty="0" err="1"/>
              <a:t>Grellet</a:t>
            </a:r>
            <a:endParaRPr lang="en-US" dirty="0"/>
          </a:p>
          <a:p>
            <a:pPr lvl="1"/>
            <a:r>
              <a:rPr lang="en-US" sz="1600" dirty="0"/>
              <a:t>Need both domain and technical views</a:t>
            </a:r>
          </a:p>
          <a:p>
            <a:pPr lvl="1"/>
            <a:r>
              <a:rPr lang="en-US" sz="1600" dirty="0"/>
              <a:t>Open source tools that can expose and consume our standards are desirable</a:t>
            </a:r>
          </a:p>
          <a:p>
            <a:pPr lvl="1"/>
            <a:r>
              <a:rPr lang="en-US" sz="1600" dirty="0"/>
              <a:t>Need to expose vocabs/nomenclature from standards as open accessible ontologies (continuation of ELFIE work)</a:t>
            </a:r>
          </a:p>
          <a:p>
            <a:pPr lvl="2"/>
            <a:r>
              <a:rPr lang="en-US" sz="1600" dirty="0"/>
              <a:t>This issue hasn’t been handled well to date by HDWG</a:t>
            </a:r>
          </a:p>
          <a:p>
            <a:pPr lvl="2"/>
            <a:r>
              <a:rPr lang="en-US" sz="1600" dirty="0"/>
              <a:t>Other domains, e.g. Geoscience, do this better</a:t>
            </a:r>
          </a:p>
          <a:p>
            <a:pPr lvl="2"/>
            <a:r>
              <a:rPr lang="en-US" sz="1600" dirty="0"/>
              <a:t>Hydro vocab IE – would there be interest?</a:t>
            </a:r>
          </a:p>
          <a:p>
            <a:pPr lvl="1"/>
            <a:r>
              <a:rPr lang="en-US" sz="1600" dirty="0"/>
              <a:t>Hydro profile for SOS2 – Perhaps not worth investment given </a:t>
            </a:r>
            <a:r>
              <a:rPr lang="en-US" sz="1600" dirty="0" err="1"/>
              <a:t>SensorThings</a:t>
            </a:r>
            <a:r>
              <a:rPr lang="en-US" sz="1600" dirty="0"/>
              <a:t> API which may be better? Take account of INSPIRE extensions to hydro profile for SOS2 (GDA)</a:t>
            </a:r>
          </a:p>
          <a:p>
            <a:pPr lvl="1"/>
            <a:r>
              <a:rPr lang="en-US" sz="1600" dirty="0"/>
              <a:t>People are too stretched. How to attract fresh people? – RESTful APIs would be of interest. What APIs are required? Domain vocabs also are a good way to do collaborative development…</a:t>
            </a:r>
          </a:p>
          <a:p>
            <a:pPr lvl="1"/>
            <a:r>
              <a:rPr lang="en-US" sz="1600" dirty="0"/>
              <a:t>How can we ensure our standards are more visible in the research community? Write a paper?</a:t>
            </a:r>
          </a:p>
          <a:p>
            <a:pPr lvl="1"/>
            <a:r>
              <a:rPr lang="en-US" sz="1600" dirty="0"/>
              <a:t>Reach out to European Environment Agency. Get someone form there into the group!</a:t>
            </a:r>
          </a:p>
          <a:p>
            <a:pPr lvl="1"/>
            <a:r>
              <a:rPr lang="en-US" sz="1600" dirty="0"/>
              <a:t>Certification of implementors or implementations as being ‘WaterML2 compliant’</a:t>
            </a:r>
          </a:p>
          <a:p>
            <a:pPr lvl="1"/>
            <a:r>
              <a:rPr lang="en-US" sz="1600" dirty="0"/>
              <a:t>Setup an OGC Hydrology DWG </a:t>
            </a:r>
            <a:r>
              <a:rPr lang="en-US" sz="1600" dirty="0" err="1"/>
              <a:t>github</a:t>
            </a:r>
            <a:r>
              <a:rPr lang="en-US" sz="1600" dirty="0"/>
              <a:t> for standards-compliant software, tools…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399C5-3988-5349-A60A-86D03EE0C8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351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CADA-B1C5-C64F-A037-3F97C9B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view from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DE5E-3757-D144-8778-B07479D1C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Matt Fry</a:t>
            </a:r>
          </a:p>
          <a:p>
            <a:pPr lvl="1"/>
            <a:r>
              <a:rPr lang="en-US" dirty="0"/>
              <a:t>Need better understanding of what WMO has done with registers. See: </a:t>
            </a:r>
            <a:r>
              <a:rPr lang="en-US" dirty="0">
                <a:hlinkClick r:id="rId2"/>
              </a:rPr>
              <a:t>http://codes.wmo.int/</a:t>
            </a:r>
            <a:r>
              <a:rPr lang="en-US" dirty="0"/>
              <a:t>. What is the roadmap for the WMO register?</a:t>
            </a:r>
          </a:p>
          <a:p>
            <a:pPr lvl="1"/>
            <a:r>
              <a:rPr lang="en-US" dirty="0"/>
              <a:t>What is the scope of this group? Just standards or do we also do guides, implementations, capacity building…</a:t>
            </a:r>
          </a:p>
          <a:p>
            <a:pPr lvl="1"/>
            <a:r>
              <a:rPr lang="en-US" dirty="0"/>
              <a:t>What is in the pipeline of projects at WMO that HDWG could potentially collaborate on?</a:t>
            </a:r>
          </a:p>
          <a:p>
            <a:pPr lvl="1"/>
            <a:r>
              <a:rPr lang="en-US" dirty="0"/>
              <a:t>Water Data Portals work by RDA. Could be an entry point for tools to promote uptake of standards. Target the research community. Need more packages that support WaterML2: Python, R etc.</a:t>
            </a:r>
          </a:p>
          <a:p>
            <a:pPr lvl="1"/>
            <a:r>
              <a:rPr lang="en-US" dirty="0"/>
              <a:t>List of implementations (web services that use) the standard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A677B-1FC0-7040-8AB7-FED5F9BEA3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236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8BF7-39E2-A64C-AEED-83D14AFF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view from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CA06-8CF1-C14C-99F1-E83EFC3BA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Nina </a:t>
            </a:r>
            <a:r>
              <a:rPr lang="en-AU" dirty="0" err="1"/>
              <a:t>Kickinger</a:t>
            </a:r>
            <a:endParaRPr lang="en-US" dirty="0"/>
          </a:p>
          <a:p>
            <a:pPr lvl="1"/>
            <a:r>
              <a:rPr lang="en-US" dirty="0"/>
              <a:t>Offer to share efforts in Space4Water portal with the group</a:t>
            </a:r>
          </a:p>
          <a:p>
            <a:r>
              <a:rPr lang="en-US" dirty="0" err="1"/>
              <a:t>Uli</a:t>
            </a:r>
            <a:r>
              <a:rPr lang="en-US" dirty="0"/>
              <a:t> Looser</a:t>
            </a:r>
          </a:p>
          <a:p>
            <a:pPr lvl="1"/>
            <a:r>
              <a:rPr lang="en-US" dirty="0"/>
              <a:t>Review the </a:t>
            </a:r>
            <a:r>
              <a:rPr lang="en-US" dirty="0" err="1"/>
              <a:t>hydro.dwg</a:t>
            </a:r>
            <a:r>
              <a:rPr lang="en-US" dirty="0"/>
              <a:t> list to look for champions</a:t>
            </a:r>
          </a:p>
          <a:p>
            <a:pPr lvl="1"/>
            <a:r>
              <a:rPr lang="en-US" dirty="0"/>
              <a:t>No-one is being paid to be in the group which makes it hard to attract new people</a:t>
            </a:r>
          </a:p>
          <a:p>
            <a:pPr lvl="1"/>
            <a:r>
              <a:rPr lang="en-US" dirty="0"/>
              <a:t>Needs met, participation drops off</a:t>
            </a:r>
          </a:p>
          <a:p>
            <a:pPr lvl="1"/>
            <a:r>
              <a:rPr lang="en-US" dirty="0"/>
              <a:t>Improved communication between OPC and WMO. Identify key contacts at WMO that we can interact with. Invite Enrico </a:t>
            </a:r>
            <a:r>
              <a:rPr lang="en-AU" dirty="0" err="1"/>
              <a:t>Fucile</a:t>
            </a:r>
            <a:r>
              <a:rPr lang="en-AU" dirty="0"/>
              <a:t> </a:t>
            </a:r>
            <a:r>
              <a:rPr lang="en-US" dirty="0"/>
              <a:t>to a HDWG meeting? Identify the position (not person) that we can liaise with. Update the WMO-OGC MoU.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FA69F-8A6A-E342-8705-D7194EE36A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782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0251-C37E-D142-A092-F710FF7B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view from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397A1-855E-844D-9F01-D2D6DE257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Silvano</a:t>
            </a:r>
            <a:r>
              <a:rPr lang="en-US" dirty="0"/>
              <a:t> Pecora</a:t>
            </a:r>
          </a:p>
          <a:p>
            <a:pPr lvl="1"/>
            <a:r>
              <a:rPr lang="en-US" dirty="0"/>
              <a:t>HDWG is very important for </a:t>
            </a:r>
            <a:r>
              <a:rPr lang="en-US" dirty="0" err="1"/>
              <a:t>CHy</a:t>
            </a:r>
            <a:r>
              <a:rPr lang="en-US" dirty="0"/>
              <a:t>. </a:t>
            </a:r>
            <a:r>
              <a:rPr lang="en-US" dirty="0" err="1"/>
              <a:t>CHy</a:t>
            </a:r>
            <a:r>
              <a:rPr lang="en-US" dirty="0"/>
              <a:t> will never have the resources to develop standards and this group has the required expertise.</a:t>
            </a:r>
          </a:p>
          <a:p>
            <a:pPr lvl="1"/>
            <a:r>
              <a:rPr lang="en-US" dirty="0"/>
              <a:t>Webinars could be setup in which members could demonstrate their expertise and areas of interest. Identify priority areas: e.g. groundwater, WPS as demonstrated by 52North.</a:t>
            </a:r>
          </a:p>
          <a:p>
            <a:pPr lvl="1"/>
            <a:r>
              <a:rPr lang="en-US" dirty="0"/>
              <a:t>Would be good for HDWG priorities to better reflect WMO needs</a:t>
            </a:r>
          </a:p>
          <a:p>
            <a:pPr lvl="1"/>
            <a:r>
              <a:rPr lang="en-US" dirty="0"/>
              <a:t>Fixed time (short) webinars for targeted topics. Benefits: Lower barrier to entry, not wasting time, more engagement.</a:t>
            </a:r>
          </a:p>
          <a:p>
            <a:pPr lvl="2"/>
            <a:r>
              <a:rPr lang="en-US" dirty="0"/>
              <a:t>Identify new use cases, e.g. satellite data integration</a:t>
            </a:r>
          </a:p>
          <a:p>
            <a:pPr lvl="1"/>
            <a:r>
              <a:rPr lang="en-US" dirty="0"/>
              <a:t>Request support from international </a:t>
            </a:r>
            <a:r>
              <a:rPr lang="en-US" dirty="0" err="1"/>
              <a:t>organisations</a:t>
            </a:r>
            <a:r>
              <a:rPr lang="en-US" dirty="0"/>
              <a:t> for the next workshop, e.g. IHS or IAHS. Next IAHS meeting is planned for New York in 2019.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30EB4-432B-5445-B660-4BBD9E9BBE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072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3A0D-F963-6346-8B21-D793AC7A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DD62-A0D1-4A4E-AB4D-B32E1B66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links between WMO and OGC</a:t>
            </a:r>
          </a:p>
          <a:p>
            <a:pPr lvl="1"/>
            <a:r>
              <a:rPr lang="en-US" dirty="0"/>
              <a:t>WMO is building global information systems for hydrological data sharing and has broad and deep people networks</a:t>
            </a:r>
          </a:p>
          <a:p>
            <a:pPr lvl="1"/>
            <a:r>
              <a:rPr lang="en-US" dirty="0"/>
              <a:t>OGC developing standards, best practices and technologies supporting interoperability</a:t>
            </a:r>
          </a:p>
          <a:p>
            <a:pPr lvl="1"/>
            <a:r>
              <a:rPr lang="en-US" dirty="0"/>
              <a:t>Make the links stronger by…</a:t>
            </a:r>
          </a:p>
          <a:p>
            <a:pPr lvl="2"/>
            <a:r>
              <a:rPr lang="en-US" dirty="0"/>
              <a:t>WMO report as a standing item at OGC TC HDWG meetings</a:t>
            </a:r>
          </a:p>
          <a:p>
            <a:pPr lvl="2"/>
            <a:r>
              <a:rPr lang="en-US" dirty="0"/>
              <a:t>HDWG members contribute to WMO projects</a:t>
            </a:r>
          </a:p>
          <a:p>
            <a:r>
              <a:rPr lang="en-US" dirty="0"/>
              <a:t>Tools to encourage take-up of WaterML2</a:t>
            </a:r>
          </a:p>
          <a:p>
            <a:pPr lvl="1"/>
            <a:r>
              <a:rPr lang="en-US" dirty="0"/>
              <a:t>APIs, Implementations, Guides, Best Practice examples etc.</a:t>
            </a:r>
          </a:p>
          <a:p>
            <a:pPr lvl="1"/>
            <a:r>
              <a:rPr lang="en-US" dirty="0"/>
              <a:t>Connections with other hydro communities, e.g. through RDA, IHP…</a:t>
            </a:r>
          </a:p>
          <a:p>
            <a:pPr marL="354013" indent="-342900"/>
            <a:r>
              <a:rPr lang="en-US" dirty="0"/>
              <a:t>Vocabs and ontologies</a:t>
            </a:r>
          </a:p>
          <a:p>
            <a:pPr marL="690563" lvl="1" indent="-342900"/>
            <a:r>
              <a:rPr lang="en-US" dirty="0"/>
              <a:t>HDWG and WMO activities across hydro, geoscience, weather, climate – </a:t>
            </a:r>
            <a:r>
              <a:rPr lang="en-US" dirty="0" err="1"/>
              <a:t>harmonise</a:t>
            </a:r>
            <a:r>
              <a:rPr lang="en-US" dirty="0"/>
              <a:t> and connect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38F6A-86B4-634A-996D-B63F6D5F72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826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potential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357312"/>
            <a:ext cx="8458200" cy="4891088"/>
          </a:xfrm>
        </p:spPr>
        <p:txBody>
          <a:bodyPr/>
          <a:lstStyle/>
          <a:p>
            <a:pPr lvl="0"/>
            <a:r>
              <a:rPr lang="en-AU" sz="2000" dirty="0"/>
              <a:t>Update OGC-WMO MoU including contact points</a:t>
            </a:r>
          </a:p>
          <a:p>
            <a:pPr lvl="0"/>
            <a:r>
              <a:rPr lang="en-AU" sz="2000" dirty="0"/>
              <a:t>Progress WMO approval of GWML2 and </a:t>
            </a:r>
            <a:r>
              <a:rPr lang="en-AU" sz="2000" dirty="0" err="1"/>
              <a:t>HY_Features</a:t>
            </a:r>
            <a:r>
              <a:rPr lang="en-AU" sz="2000" dirty="0"/>
              <a:t> and inclusion in Manual on Codes</a:t>
            </a:r>
          </a:p>
          <a:p>
            <a:pPr lvl="0"/>
            <a:r>
              <a:rPr lang="en-AU" sz="2000" dirty="0"/>
              <a:t>Fix informative content in WaterML2: Part2</a:t>
            </a:r>
          </a:p>
          <a:p>
            <a:pPr lvl="0"/>
            <a:r>
              <a:rPr lang="en-AU" sz="2000" dirty="0"/>
              <a:t>Definitions of variables in OSCAR/Surface</a:t>
            </a:r>
          </a:p>
          <a:p>
            <a:pPr lvl="1"/>
            <a:r>
              <a:rPr lang="en-AU" dirty="0"/>
              <a:t>Potential =&gt; Standard for variable definition – via OGC?</a:t>
            </a:r>
          </a:p>
          <a:p>
            <a:pPr lvl="0"/>
            <a:r>
              <a:rPr lang="en-AU" sz="2000" dirty="0"/>
              <a:t>Common ontology services from WHOS – useful as input into OGC standardisation?</a:t>
            </a:r>
          </a:p>
          <a:p>
            <a:pPr lvl="1"/>
            <a:r>
              <a:rPr lang="en-AU" dirty="0"/>
              <a:t>Citizen science IE may be a forum for development/testing</a:t>
            </a:r>
          </a:p>
          <a:p>
            <a:pPr lvl="0"/>
            <a:r>
              <a:rPr lang="en-AU" sz="2000" dirty="0"/>
              <a:t>OGC could use catalogue info from WHOS as demonstration of use of web services and WaterML2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493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potential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5" y="1357312"/>
            <a:ext cx="8458200" cy="4891088"/>
          </a:xfrm>
        </p:spPr>
        <p:txBody>
          <a:bodyPr/>
          <a:lstStyle/>
          <a:p>
            <a:pPr lvl="0"/>
            <a:r>
              <a:rPr lang="en-AU" sz="2000" dirty="0"/>
              <a:t>Progress SOS2 as an OGC service standard?</a:t>
            </a:r>
          </a:p>
          <a:p>
            <a:pPr lvl="0"/>
            <a:r>
              <a:rPr lang="en-AU" sz="2000" dirty="0"/>
              <a:t>Development of WPS for hydrological computations</a:t>
            </a:r>
          </a:p>
          <a:p>
            <a:pPr lvl="0"/>
            <a:r>
              <a:rPr lang="en-AU" sz="2000" dirty="0"/>
              <a:t>Improve communication of the WMO/OGC activities</a:t>
            </a:r>
          </a:p>
          <a:p>
            <a:pPr lvl="1"/>
            <a:r>
              <a:rPr lang="en-AU" sz="1600" dirty="0"/>
              <a:t>papers, videos, news on WMO and OGC </a:t>
            </a:r>
            <a:r>
              <a:rPr lang="en-AU" sz="1600" dirty="0" err="1"/>
              <a:t>webportals</a:t>
            </a:r>
            <a:r>
              <a:rPr lang="en-AU" sz="1600" dirty="0"/>
              <a:t>, posters during events, ....</a:t>
            </a:r>
          </a:p>
          <a:p>
            <a:pPr lvl="0"/>
            <a:r>
              <a:rPr lang="en-AU" sz="2000" dirty="0"/>
              <a:t>Improve participation in the HDWG</a:t>
            </a:r>
          </a:p>
          <a:p>
            <a:pPr lvl="1"/>
            <a:r>
              <a:rPr lang="en-AU" sz="1600" dirty="0"/>
              <a:t>surveys of </a:t>
            </a:r>
            <a:r>
              <a:rPr lang="en-AU" sz="1600" dirty="0" err="1"/>
              <a:t>hydro.dwg</a:t>
            </a:r>
            <a:r>
              <a:rPr lang="en-AU" sz="1600" dirty="0"/>
              <a:t> list members, on data needs, invitation of selected data providers and users on specific activities, ...</a:t>
            </a:r>
          </a:p>
          <a:p>
            <a:pPr lvl="0"/>
            <a:r>
              <a:rPr lang="en-AU" sz="2000" dirty="0"/>
              <a:t>...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493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F4D4-11D4-364D-85AB-8E7F5F3F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66593-795D-D946-AB86-3CAE7D551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Update the WMO-OGC MoU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Complete adoption process at WMO for WaterML2: Part 3 &amp; 4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/>
              <a:t>Fix informative content in WaterML2: Part2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/>
              <a:t>Make relevant feedback from WMO a standing item on HDWG agendas at OGC TC meetings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/>
              <a:t>Publicise a list of tools, APIs, implementations that support hydrological standards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200" dirty="0"/>
              <a:t>Explore opportunities to collaborate on vocabularies and ontologies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Setup an OGC Hydrology DWG </a:t>
            </a:r>
            <a:r>
              <a:rPr lang="en-US" sz="2200" dirty="0" err="1"/>
              <a:t>github</a:t>
            </a:r>
            <a:endParaRPr lang="en-AU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Define Hydrology DWG webinar series for 2019</a:t>
            </a:r>
          </a:p>
          <a:p>
            <a:pPr marL="793750" lvl="1" indent="-457200"/>
            <a:r>
              <a:rPr lang="en-US" sz="1800" dirty="0"/>
              <a:t>Identify potential topics via email request to the list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7B5A-84AF-8C49-9905-D6DE78CC2E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011058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2102</TotalTime>
  <Words>1111</Words>
  <Application>Microsoft Macintosh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MS PGothic</vt:lpstr>
      <vt:lpstr>Arial</vt:lpstr>
      <vt:lpstr>Arial Black</vt:lpstr>
      <vt:lpstr>CG Times</vt:lpstr>
      <vt:lpstr>Times New Roman</vt:lpstr>
      <vt:lpstr>OGC_PowerPoint_Template</vt:lpstr>
      <vt:lpstr>Hydrology Domain Working Group Where to from here?</vt:lpstr>
      <vt:lpstr>Future state for HDWG</vt:lpstr>
      <vt:lpstr>Some views from members</vt:lpstr>
      <vt:lpstr>Some view from members</vt:lpstr>
      <vt:lpstr>Some view from members</vt:lpstr>
      <vt:lpstr>Some view from members</vt:lpstr>
      <vt:lpstr>Some view from members</vt:lpstr>
      <vt:lpstr>Directions</vt:lpstr>
      <vt:lpstr>Some potential actions</vt:lpstr>
      <vt:lpstr>Some potential actions</vt:lpstr>
      <vt:lpstr>Priority actions</vt:lpstr>
    </vt:vector>
  </TitlesOfParts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Tony Boston</cp:lastModifiedBy>
  <cp:revision>142</cp:revision>
  <cp:lastPrinted>2003-02-03T21:59:32Z</cp:lastPrinted>
  <dcterms:created xsi:type="dcterms:W3CDTF">2015-09-08T23:47:11Z</dcterms:created>
  <dcterms:modified xsi:type="dcterms:W3CDTF">2018-09-26T04:44:17Z</dcterms:modified>
</cp:coreProperties>
</file>