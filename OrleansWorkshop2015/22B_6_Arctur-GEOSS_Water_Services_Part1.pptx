
<file path=[Content_Types].xml><?xml version="1.0" encoding="utf-8"?>
<Types xmlns="http://schemas.openxmlformats.org/package/2006/content-types">
  <Default Extension="xml" ContentType="application/xml"/>
  <Default Extension="jpeg" ContentType="image/jpeg"/>
  <Default Extension="png" ContentType="image/png"/>
  <Default Extension="jpg" ContentType="image/jpe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71" r:id="rId1"/>
    <p:sldMasterId id="2147483905" r:id="rId2"/>
    <p:sldMasterId id="2147483930" r:id="rId3"/>
    <p:sldMasterId id="2147484008" r:id="rId4"/>
  </p:sldMasterIdLst>
  <p:notesMasterIdLst>
    <p:notesMasterId r:id="rId23"/>
  </p:notesMasterIdLst>
  <p:handoutMasterIdLst>
    <p:handoutMasterId r:id="rId24"/>
  </p:handoutMasterIdLst>
  <p:sldIdLst>
    <p:sldId id="1244" r:id="rId5"/>
    <p:sldId id="1278" r:id="rId6"/>
    <p:sldId id="1332" r:id="rId7"/>
    <p:sldId id="1343" r:id="rId8"/>
    <p:sldId id="1344" r:id="rId9"/>
    <p:sldId id="1345" r:id="rId10"/>
    <p:sldId id="1346" r:id="rId11"/>
    <p:sldId id="1347" r:id="rId12"/>
    <p:sldId id="1305" r:id="rId13"/>
    <p:sldId id="1348" r:id="rId14"/>
    <p:sldId id="1349" r:id="rId15"/>
    <p:sldId id="1363" r:id="rId16"/>
    <p:sldId id="1257" r:id="rId17"/>
    <p:sldId id="1339" r:id="rId18"/>
    <p:sldId id="1340" r:id="rId19"/>
    <p:sldId id="1279" r:id="rId20"/>
    <p:sldId id="1322" r:id="rId21"/>
    <p:sldId id="1289" r:id="rId22"/>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Times" charset="0"/>
        <a:ea typeface="ＭＳ Ｐゴシック" charset="0"/>
        <a:cs typeface="ＭＳ Ｐゴシック" charset="0"/>
      </a:defRPr>
    </a:lvl1pPr>
    <a:lvl2pPr marL="457200" algn="l" rtl="0" eaLnBrk="0" fontAlgn="base" hangingPunct="0">
      <a:spcBef>
        <a:spcPct val="0"/>
      </a:spcBef>
      <a:spcAft>
        <a:spcPct val="0"/>
      </a:spcAft>
      <a:defRPr kern="1200">
        <a:solidFill>
          <a:schemeClr val="tx1"/>
        </a:solidFill>
        <a:latin typeface="Times" charset="0"/>
        <a:ea typeface="ＭＳ Ｐゴシック" charset="0"/>
        <a:cs typeface="ＭＳ Ｐゴシック" charset="0"/>
      </a:defRPr>
    </a:lvl2pPr>
    <a:lvl3pPr marL="914400" algn="l" rtl="0" eaLnBrk="0" fontAlgn="base" hangingPunct="0">
      <a:spcBef>
        <a:spcPct val="0"/>
      </a:spcBef>
      <a:spcAft>
        <a:spcPct val="0"/>
      </a:spcAft>
      <a:defRPr kern="1200">
        <a:solidFill>
          <a:schemeClr val="tx1"/>
        </a:solidFill>
        <a:latin typeface="Times" charset="0"/>
        <a:ea typeface="ＭＳ Ｐゴシック" charset="0"/>
        <a:cs typeface="ＭＳ Ｐゴシック" charset="0"/>
      </a:defRPr>
    </a:lvl3pPr>
    <a:lvl4pPr marL="1371600" algn="l" rtl="0" eaLnBrk="0" fontAlgn="base" hangingPunct="0">
      <a:spcBef>
        <a:spcPct val="0"/>
      </a:spcBef>
      <a:spcAft>
        <a:spcPct val="0"/>
      </a:spcAft>
      <a:defRPr kern="1200">
        <a:solidFill>
          <a:schemeClr val="tx1"/>
        </a:solidFill>
        <a:latin typeface="Times" charset="0"/>
        <a:ea typeface="ＭＳ Ｐゴシック" charset="0"/>
        <a:cs typeface="ＭＳ Ｐゴシック" charset="0"/>
      </a:defRPr>
    </a:lvl4pPr>
    <a:lvl5pPr marL="1828800" algn="l" rtl="0" eaLnBrk="0" fontAlgn="base" hangingPunct="0">
      <a:spcBef>
        <a:spcPct val="0"/>
      </a:spcBef>
      <a:spcAft>
        <a:spcPct val="0"/>
      </a:spcAft>
      <a:defRPr kern="1200">
        <a:solidFill>
          <a:schemeClr val="tx1"/>
        </a:solidFill>
        <a:latin typeface="Times" charset="0"/>
        <a:ea typeface="ＭＳ Ｐゴシック" charset="0"/>
        <a:cs typeface="ＭＳ Ｐゴシック" charset="0"/>
      </a:defRPr>
    </a:lvl5pPr>
    <a:lvl6pPr marL="2286000" algn="l" defTabSz="457200" rtl="0" eaLnBrk="1" latinLnBrk="0" hangingPunct="1">
      <a:defRPr kern="1200">
        <a:solidFill>
          <a:schemeClr val="tx1"/>
        </a:solidFill>
        <a:latin typeface="Times" charset="0"/>
        <a:ea typeface="ＭＳ Ｐゴシック" charset="0"/>
        <a:cs typeface="ＭＳ Ｐゴシック" charset="0"/>
      </a:defRPr>
    </a:lvl6pPr>
    <a:lvl7pPr marL="2743200" algn="l" defTabSz="457200" rtl="0" eaLnBrk="1" latinLnBrk="0" hangingPunct="1">
      <a:defRPr kern="1200">
        <a:solidFill>
          <a:schemeClr val="tx1"/>
        </a:solidFill>
        <a:latin typeface="Times" charset="0"/>
        <a:ea typeface="ＭＳ Ｐゴシック" charset="0"/>
        <a:cs typeface="ＭＳ Ｐゴシック" charset="0"/>
      </a:defRPr>
    </a:lvl7pPr>
    <a:lvl8pPr marL="3200400" algn="l" defTabSz="457200" rtl="0" eaLnBrk="1" latinLnBrk="0" hangingPunct="1">
      <a:defRPr kern="1200">
        <a:solidFill>
          <a:schemeClr val="tx1"/>
        </a:solidFill>
        <a:latin typeface="Times" charset="0"/>
        <a:ea typeface="ＭＳ Ｐゴシック" charset="0"/>
        <a:cs typeface="ＭＳ Ｐゴシック" charset="0"/>
      </a:defRPr>
    </a:lvl8pPr>
    <a:lvl9pPr marL="3657600" algn="l" defTabSz="457200" rtl="0" eaLnBrk="1" latinLnBrk="0" hangingPunct="1">
      <a:defRPr kern="1200">
        <a:solidFill>
          <a:schemeClr val="tx1"/>
        </a:solidFill>
        <a:latin typeface="Times" charset="0"/>
        <a:ea typeface="ＭＳ Ｐゴシック" charset="0"/>
        <a:cs typeface="ＭＳ Ｐゴシック" charset="0"/>
      </a:defRPr>
    </a:lvl9pPr>
  </p:defaultTextStyle>
  <p:extLst>
    <p:ext uri="{521415D9-36F7-43E2-AB2F-B90AF26B5E84}">
      <p14:sectionLst xmlns:p14="http://schemas.microsoft.com/office/powerpoint/2010/main">
        <p14:section name="Default Section" id="{89095A0C-4CA0-694D-895D-7C5BD7A30EF1}">
          <p14:sldIdLst>
            <p14:sldId id="1244"/>
            <p14:sldId id="1278"/>
            <p14:sldId id="1332"/>
            <p14:sldId id="1343"/>
            <p14:sldId id="1344"/>
            <p14:sldId id="1345"/>
            <p14:sldId id="1346"/>
            <p14:sldId id="1347"/>
            <p14:sldId id="1305"/>
            <p14:sldId id="1348"/>
            <p14:sldId id="1349"/>
            <p14:sldId id="1363"/>
            <p14:sldId id="1257"/>
            <p14:sldId id="1339"/>
            <p14:sldId id="1340"/>
            <p14:sldId id="1279"/>
            <p14:sldId id="1322"/>
            <p14:sldId id="1289"/>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BAEC4"/>
    <a:srgbClr val="012064"/>
    <a:srgbClr val="004270"/>
    <a:srgbClr val="004290"/>
    <a:srgbClr val="006BB0"/>
    <a:srgbClr val="5C82FF"/>
    <a:srgbClr val="0066CC"/>
    <a:srgbClr val="80FF00"/>
    <a:srgbClr val="66FF66"/>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431" autoAdjust="0"/>
    <p:restoredTop sz="89254" autoAdjust="0"/>
  </p:normalViewPr>
  <p:slideViewPr>
    <p:cSldViewPr snapToGrid="0">
      <p:cViewPr varScale="1">
        <p:scale>
          <a:sx n="85" d="100"/>
          <a:sy n="85" d="100"/>
        </p:scale>
        <p:origin x="1512" y="17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notesMaster" Target="notesMasters/notesMaster1.xml"/><Relationship Id="rId24" Type="http://schemas.openxmlformats.org/officeDocument/2006/relationships/handoutMaster" Target="handoutMasters/handout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Master" Target="slideMasters/slideMaster4.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8448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ea typeface="+mn-ea"/>
                <a:cs typeface="+mn-cs"/>
              </a:defRPr>
            </a:lvl1pPr>
          </a:lstStyle>
          <a:p>
            <a:pPr>
              <a:defRPr/>
            </a:pPr>
            <a:endParaRPr lang="en-US"/>
          </a:p>
        </p:txBody>
      </p:sp>
      <p:sp>
        <p:nvSpPr>
          <p:cNvPr id="1684483"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ea typeface="+mn-ea"/>
                <a:cs typeface="+mn-cs"/>
              </a:defRPr>
            </a:lvl1pPr>
          </a:lstStyle>
          <a:p>
            <a:pPr>
              <a:defRPr/>
            </a:pPr>
            <a:endParaRPr lang="en-US"/>
          </a:p>
        </p:txBody>
      </p:sp>
      <p:sp>
        <p:nvSpPr>
          <p:cNvPr id="1684484"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ea typeface="+mn-ea"/>
                <a:cs typeface="+mn-cs"/>
              </a:defRPr>
            </a:lvl1pPr>
          </a:lstStyle>
          <a:p>
            <a:pPr>
              <a:defRPr/>
            </a:pPr>
            <a:endParaRPr lang="en-US"/>
          </a:p>
        </p:txBody>
      </p:sp>
      <p:sp>
        <p:nvSpPr>
          <p:cNvPr id="1684485"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7ADCBD70-214D-4845-9871-820524C873CF}" type="slidenum">
              <a:rPr lang="en-US"/>
              <a:pPr>
                <a:defRPr/>
              </a:pPr>
              <a:t>‹#›</a:t>
            </a:fld>
            <a:endParaRPr lang="en-US"/>
          </a:p>
        </p:txBody>
      </p:sp>
    </p:spTree>
    <p:extLst>
      <p:ext uri="{BB962C8B-B14F-4D97-AF65-F5344CB8AC3E}">
        <p14:creationId xmlns:p14="http://schemas.microsoft.com/office/powerpoint/2010/main" val="283302898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ea typeface="+mn-ea"/>
                <a:cs typeface="+mn-cs"/>
              </a:defRPr>
            </a:lvl1pPr>
          </a:lstStyle>
          <a:p>
            <a:pPr>
              <a:defRPr/>
            </a:pPr>
            <a:endParaRPr lang="en-US"/>
          </a:p>
        </p:txBody>
      </p:sp>
      <p:sp>
        <p:nvSpPr>
          <p:cNvPr id="15363"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ea typeface="+mn-ea"/>
                <a:cs typeface="+mn-cs"/>
              </a:defRPr>
            </a:lvl1pPr>
          </a:lstStyle>
          <a:p>
            <a:pPr>
              <a:defRPr/>
            </a:pPr>
            <a:endParaRPr lang="en-US"/>
          </a:p>
        </p:txBody>
      </p:sp>
      <p:sp>
        <p:nvSpPr>
          <p:cNvPr id="410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FAA26D3D-D897-4be2-8F04-BA451C77F1D7}">
              <ma14:placeholderFlag xmlns:ma14="http://schemas.microsoft.com/office/mac/drawingml/2011/main" val="1"/>
            </a:ext>
            <a:ext uri="{909E8E84-426E-40dd-AFC4-6F175D3DCCD1}">
              <a14:hiddenFill xmlns="" xmlns:a14="http://schemas.microsoft.com/office/drawing/2010/main">
                <a:solidFill>
                  <a:srgbClr val="FFFFFF"/>
                </a:solidFill>
              </a14:hiddenFill>
            </a:ext>
          </a:extLst>
        </p:spPr>
      </p:sp>
      <p:sp>
        <p:nvSpPr>
          <p:cNvPr id="15365"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366"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ea typeface="+mn-ea"/>
                <a:cs typeface="+mn-cs"/>
              </a:defRPr>
            </a:lvl1pPr>
          </a:lstStyle>
          <a:p>
            <a:pPr>
              <a:defRPr/>
            </a:pPr>
            <a:endParaRPr lang="en-US"/>
          </a:p>
        </p:txBody>
      </p:sp>
      <p:sp>
        <p:nvSpPr>
          <p:cNvPr id="15367"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EC8F0B9F-261A-A14A-948B-3040BF655A03}" type="slidenum">
              <a:rPr lang="en-US"/>
              <a:pPr>
                <a:defRPr/>
              </a:pPr>
              <a:t>‹#›</a:t>
            </a:fld>
            <a:endParaRPr lang="en-US"/>
          </a:p>
        </p:txBody>
      </p:sp>
    </p:spTree>
    <p:extLst>
      <p:ext uri="{BB962C8B-B14F-4D97-AF65-F5344CB8AC3E}">
        <p14:creationId xmlns:p14="http://schemas.microsoft.com/office/powerpoint/2010/main" val="208410198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pitchFamily="-112" charset="0"/>
        <a:ea typeface="ＭＳ Ｐゴシック" pitchFamily="-65" charset="-128"/>
        <a:cs typeface="ＭＳ Ｐゴシック" pitchFamily="-65" charset="-128"/>
      </a:defRPr>
    </a:lvl1pPr>
    <a:lvl2pPr marL="457200" algn="l" rtl="0" eaLnBrk="0" fontAlgn="base" hangingPunct="0">
      <a:spcBef>
        <a:spcPct val="30000"/>
      </a:spcBef>
      <a:spcAft>
        <a:spcPct val="0"/>
      </a:spcAft>
      <a:defRPr sz="1200" kern="1200">
        <a:solidFill>
          <a:schemeClr val="tx1"/>
        </a:solidFill>
        <a:latin typeface="Times" pitchFamily="-112" charset="0"/>
        <a:ea typeface="ＭＳ Ｐゴシック" pitchFamily="-112" charset="-128"/>
        <a:cs typeface="+mn-cs"/>
      </a:defRPr>
    </a:lvl2pPr>
    <a:lvl3pPr marL="914400" algn="l" rtl="0" eaLnBrk="0" fontAlgn="base" hangingPunct="0">
      <a:spcBef>
        <a:spcPct val="30000"/>
      </a:spcBef>
      <a:spcAft>
        <a:spcPct val="0"/>
      </a:spcAft>
      <a:defRPr sz="1200" kern="1200">
        <a:solidFill>
          <a:schemeClr val="tx1"/>
        </a:solidFill>
        <a:latin typeface="Times" pitchFamily="-112" charset="0"/>
        <a:ea typeface="ＭＳ Ｐゴシック" pitchFamily="-112" charset="-128"/>
        <a:cs typeface="+mn-cs"/>
      </a:defRPr>
    </a:lvl3pPr>
    <a:lvl4pPr marL="1371600" algn="l" rtl="0" eaLnBrk="0" fontAlgn="base" hangingPunct="0">
      <a:spcBef>
        <a:spcPct val="30000"/>
      </a:spcBef>
      <a:spcAft>
        <a:spcPct val="0"/>
      </a:spcAft>
      <a:defRPr sz="1200" kern="1200">
        <a:solidFill>
          <a:schemeClr val="tx1"/>
        </a:solidFill>
        <a:latin typeface="Times" pitchFamily="-112" charset="0"/>
        <a:ea typeface="ＭＳ Ｐゴシック" pitchFamily="-112" charset="-128"/>
        <a:cs typeface="+mn-cs"/>
      </a:defRPr>
    </a:lvl4pPr>
    <a:lvl5pPr marL="1828800" algn="l" rtl="0" eaLnBrk="0" fontAlgn="base" hangingPunct="0">
      <a:spcBef>
        <a:spcPct val="30000"/>
      </a:spcBef>
      <a:spcAft>
        <a:spcPct val="0"/>
      </a:spcAft>
      <a:defRPr sz="1200" kern="1200">
        <a:solidFill>
          <a:schemeClr val="tx1"/>
        </a:solidFill>
        <a:latin typeface="Times" pitchFamily="-112" charset="0"/>
        <a:ea typeface="ＭＳ Ｐゴシック" pitchFamily="-112"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EC8F0B9F-261A-A14A-948B-3040BF655A03}" type="slidenum">
              <a:rPr lang="en-US" smtClean="0"/>
              <a:pPr>
                <a:defRPr/>
              </a:pPr>
              <a:t>1</a:t>
            </a:fld>
            <a:endParaRPr lang="en-US"/>
          </a:p>
        </p:txBody>
      </p:sp>
    </p:spTree>
    <p:extLst>
      <p:ext uri="{BB962C8B-B14F-4D97-AF65-F5344CB8AC3E}">
        <p14:creationId xmlns:p14="http://schemas.microsoft.com/office/powerpoint/2010/main" val="41701741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US" dirty="0" smtClean="0"/>
              <a:t>Many projects currently</a:t>
            </a:r>
            <a:r>
              <a:rPr lang="en-US" baseline="0" dirty="0" smtClean="0"/>
              <a:t> address the topic of Big Data. This project is more about Big Catalogues, to improve ease of discovery and access to time series from hundreds of thousands of stream gauges, rainfall monitors, and soil moisture model outputs, and millions of time series datasets. These are not the only measures of water resources, but are among the most critical.  </a:t>
            </a:r>
            <a:endParaRPr lang="en-US" dirty="0"/>
          </a:p>
        </p:txBody>
      </p:sp>
      <p:sp>
        <p:nvSpPr>
          <p:cNvPr id="4" name="Slide Number Placeholder 3"/>
          <p:cNvSpPr>
            <a:spLocks noGrp="1"/>
          </p:cNvSpPr>
          <p:nvPr>
            <p:ph type="sldNum" sz="quarter" idx="10"/>
          </p:nvPr>
        </p:nvSpPr>
        <p:spPr/>
        <p:txBody>
          <a:bodyPr/>
          <a:lstStyle/>
          <a:p>
            <a:pPr>
              <a:defRPr/>
            </a:pPr>
            <a:fld id="{EC8F0B9F-261A-A14A-948B-3040BF655A03}" type="slidenum">
              <a:rPr lang="en-US" smtClean="0"/>
              <a:pPr>
                <a:defRPr/>
              </a:pPr>
              <a:t>2</a:t>
            </a:fld>
            <a:endParaRPr lang="en-US"/>
          </a:p>
        </p:txBody>
      </p:sp>
    </p:spTree>
    <p:extLst>
      <p:ext uri="{BB962C8B-B14F-4D97-AF65-F5344CB8AC3E}">
        <p14:creationId xmlns:p14="http://schemas.microsoft.com/office/powerpoint/2010/main" val="26128065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Slide Image Placeholder 1"/>
          <p:cNvSpPr>
            <a:spLocks noGrp="1" noRot="1" noChangeAspect="1"/>
          </p:cNvSpPr>
          <p:nvPr>
            <p:ph type="sldImg"/>
          </p:nvPr>
        </p:nvSpPr>
        <p:spPr>
          <a:xfrm>
            <a:off x="1143000" y="685800"/>
            <a:ext cx="4572000" cy="3429000"/>
          </a:xfrm>
          <a:ln/>
        </p:spPr>
      </p:sp>
      <p:sp>
        <p:nvSpPr>
          <p:cNvPr id="3" name="Notes Placeholder 2"/>
          <p:cNvSpPr>
            <a:spLocks noGrp="1"/>
          </p:cNvSpPr>
          <p:nvPr>
            <p:ph type="body" idx="1"/>
          </p:nvPr>
        </p:nvSpPr>
        <p:spPr/>
        <p:txBody>
          <a:bodyPr/>
          <a:lstStyle/>
          <a:p>
            <a:pPr>
              <a:defRPr/>
            </a:pPr>
            <a:r>
              <a:rPr lang="en-US" dirty="0" smtClean="0"/>
              <a:t>AIP-5: </a:t>
            </a:r>
          </a:p>
          <a:p>
            <a:pPr marL="171450" indent="-171450">
              <a:buFontTx/>
              <a:buChar char="-"/>
              <a:defRPr/>
            </a:pPr>
            <a:r>
              <a:rPr lang="en-US" dirty="0" smtClean="0"/>
              <a:t>WMO</a:t>
            </a:r>
            <a:r>
              <a:rPr lang="en-US" baseline="0" dirty="0" smtClean="0"/>
              <a:t> Global Runoff Data Centre (GRDC) stream gage sites with metadata but no data services. </a:t>
            </a:r>
          </a:p>
          <a:p>
            <a:pPr marL="171450" marR="0" indent="-171450" algn="l" defTabSz="914400" rtl="0" eaLnBrk="0" fontAlgn="base" latinLnBrk="0" hangingPunct="0">
              <a:lnSpc>
                <a:spcPct val="100000"/>
              </a:lnSpc>
              <a:spcBef>
                <a:spcPct val="30000"/>
              </a:spcBef>
              <a:spcAft>
                <a:spcPct val="0"/>
              </a:spcAft>
              <a:buClrTx/>
              <a:buSzTx/>
              <a:buFontTx/>
              <a:buChar char="-"/>
              <a:tabLst/>
              <a:defRPr/>
            </a:pPr>
            <a:r>
              <a:rPr lang="en-US" baseline="0" dirty="0" smtClean="0"/>
              <a:t>Mexico, Dominican Republic stream gages mapped by Univ of Texas at Austin. </a:t>
            </a:r>
          </a:p>
          <a:p>
            <a:pPr marL="171450" indent="-171450">
              <a:buFontTx/>
              <a:buChar char="-"/>
              <a:defRPr/>
            </a:pPr>
            <a:r>
              <a:rPr lang="en-US" baseline="0" dirty="0" smtClean="0"/>
              <a:t>Kisters-developed coastal subset of GRDC gage sites was developed with WaterML2 data services, during OGC Surface Water Interop Experiment. </a:t>
            </a:r>
          </a:p>
          <a:p>
            <a:pPr marL="0" indent="0">
              <a:buFontTx/>
              <a:buNone/>
              <a:defRPr/>
            </a:pPr>
            <a:r>
              <a:rPr lang="en-US" baseline="0" dirty="0" smtClean="0"/>
              <a:t>AIP-6:</a:t>
            </a:r>
          </a:p>
          <a:p>
            <a:pPr marL="171450" indent="-171450">
              <a:buFontTx/>
              <a:buChar char="-"/>
              <a:defRPr/>
            </a:pPr>
            <a:r>
              <a:rPr lang="en-US" baseline="0" dirty="0" smtClean="0"/>
              <a:t>Italy, New Zealand regional water data managers develop templates of WaterML plus web services for stream gage networks.</a:t>
            </a:r>
          </a:p>
          <a:p>
            <a:pPr marL="171450" marR="0" indent="-171450" algn="l" defTabSz="914400" rtl="0" eaLnBrk="0" fontAlgn="base" latinLnBrk="0" hangingPunct="0">
              <a:lnSpc>
                <a:spcPct val="100000"/>
              </a:lnSpc>
              <a:spcBef>
                <a:spcPct val="30000"/>
              </a:spcBef>
              <a:spcAft>
                <a:spcPct val="0"/>
              </a:spcAft>
              <a:buClrTx/>
              <a:buSzTx/>
              <a:buFontTx/>
              <a:buChar char="-"/>
              <a:tabLst/>
              <a:defRPr/>
            </a:pPr>
            <a:r>
              <a:rPr lang="en-US" baseline="0" dirty="0" smtClean="0"/>
              <a:t>Canadian precipitation monitoring network of data services for Environment Canada.</a:t>
            </a:r>
          </a:p>
          <a:p>
            <a:pPr marL="0" marR="0" indent="0" algn="l" defTabSz="914400" rtl="0" eaLnBrk="0" fontAlgn="base" latinLnBrk="0" hangingPunct="0">
              <a:lnSpc>
                <a:spcPct val="100000"/>
              </a:lnSpc>
              <a:spcBef>
                <a:spcPct val="30000"/>
              </a:spcBef>
              <a:spcAft>
                <a:spcPct val="0"/>
              </a:spcAft>
              <a:buClrTx/>
              <a:buSzTx/>
              <a:buFontTx/>
              <a:buNone/>
              <a:tabLst/>
              <a:defRPr/>
            </a:pPr>
            <a:r>
              <a:rPr lang="en-US" baseline="0" dirty="0" smtClean="0"/>
              <a:t>AIP-7: </a:t>
            </a:r>
          </a:p>
          <a:p>
            <a:pPr marL="171450" marR="0" indent="-171450" algn="l" defTabSz="914400" rtl="0" eaLnBrk="0" fontAlgn="base" latinLnBrk="0" hangingPunct="0">
              <a:lnSpc>
                <a:spcPct val="100000"/>
              </a:lnSpc>
              <a:spcBef>
                <a:spcPct val="30000"/>
              </a:spcBef>
              <a:spcAft>
                <a:spcPct val="0"/>
              </a:spcAft>
              <a:buClrTx/>
              <a:buSzTx/>
              <a:buFontTx/>
              <a:buChar char="-"/>
              <a:tabLst/>
              <a:defRPr/>
            </a:pPr>
            <a:r>
              <a:rPr lang="en-US" baseline="0" dirty="0" smtClean="0"/>
              <a:t>France BRGM develops WaterML data services for groundwater level monitoring network.</a:t>
            </a:r>
          </a:p>
          <a:p>
            <a:pPr marL="171450" marR="0" indent="-171450" algn="l" defTabSz="914400" rtl="0" eaLnBrk="0" fontAlgn="base" latinLnBrk="0" hangingPunct="0">
              <a:lnSpc>
                <a:spcPct val="100000"/>
              </a:lnSpc>
              <a:spcBef>
                <a:spcPct val="30000"/>
              </a:spcBef>
              <a:spcAft>
                <a:spcPct val="0"/>
              </a:spcAft>
              <a:buClrTx/>
              <a:buSzTx/>
              <a:buFontTx/>
              <a:buChar char="-"/>
              <a:tabLst/>
              <a:defRPr/>
            </a:pPr>
            <a:r>
              <a:rPr lang="en-US" baseline="0" dirty="0" smtClean="0"/>
              <a:t>Belgium develops the Flemish Water Data Portal for public use. </a:t>
            </a:r>
          </a:p>
          <a:p>
            <a:pPr marL="171450" marR="0" indent="-171450" algn="l" defTabSz="914400" rtl="0" eaLnBrk="0" fontAlgn="base" latinLnBrk="0" hangingPunct="0">
              <a:lnSpc>
                <a:spcPct val="100000"/>
              </a:lnSpc>
              <a:spcBef>
                <a:spcPct val="30000"/>
              </a:spcBef>
              <a:spcAft>
                <a:spcPct val="0"/>
              </a:spcAft>
              <a:buClrTx/>
              <a:buSzTx/>
              <a:buFontTx/>
              <a:buChar char="-"/>
              <a:tabLst/>
              <a:defRPr/>
            </a:pPr>
            <a:r>
              <a:rPr lang="en-US" baseline="0" dirty="0" smtClean="0"/>
              <a:t>New Zealand develops Land Air Water Aotearoa (LAWA) water / water quality public data portal. </a:t>
            </a:r>
          </a:p>
          <a:p>
            <a:pPr marL="171450" marR="0" indent="-171450" algn="l" defTabSz="914400" rtl="0" eaLnBrk="0" fontAlgn="base" latinLnBrk="0" hangingPunct="0">
              <a:lnSpc>
                <a:spcPct val="100000"/>
              </a:lnSpc>
              <a:spcBef>
                <a:spcPct val="30000"/>
              </a:spcBef>
              <a:spcAft>
                <a:spcPct val="0"/>
              </a:spcAft>
              <a:buClrTx/>
              <a:buSzTx/>
              <a:buFontTx/>
              <a:buChar char="-"/>
              <a:tabLst/>
              <a:defRPr/>
            </a:pPr>
            <a:r>
              <a:rPr lang="en-US" baseline="0" dirty="0" smtClean="0"/>
              <a:t>Taiwan develops the Taiwan Monitoring Network of stream gages. </a:t>
            </a:r>
          </a:p>
          <a:p>
            <a:pPr marL="171450" marR="0" indent="-171450" algn="l" defTabSz="914400" rtl="0" eaLnBrk="0" fontAlgn="base" latinLnBrk="0" hangingPunct="0">
              <a:lnSpc>
                <a:spcPct val="100000"/>
              </a:lnSpc>
              <a:spcBef>
                <a:spcPct val="30000"/>
              </a:spcBef>
              <a:spcAft>
                <a:spcPct val="0"/>
              </a:spcAft>
              <a:buClrTx/>
              <a:buSzTx/>
              <a:buFontTx/>
              <a:buChar char="-"/>
              <a:tabLst/>
              <a:defRPr/>
            </a:pPr>
            <a:r>
              <a:rPr lang="en-US" baseline="0" dirty="0" smtClean="0"/>
              <a:t>ECMWF/JRC adapt  Global Flood Awareness System (GloFAS) to publish flood predictions in WaterML. </a:t>
            </a:r>
          </a:p>
          <a:p>
            <a:pPr marL="171450" marR="0" indent="-171450" algn="l" defTabSz="914400" rtl="0" eaLnBrk="0" fontAlgn="base" latinLnBrk="0" hangingPunct="0">
              <a:lnSpc>
                <a:spcPct val="100000"/>
              </a:lnSpc>
              <a:spcBef>
                <a:spcPct val="30000"/>
              </a:spcBef>
              <a:spcAft>
                <a:spcPct val="0"/>
              </a:spcAft>
              <a:buClrTx/>
              <a:buSzTx/>
              <a:buFontTx/>
              <a:buChar char="-"/>
              <a:tabLst/>
              <a:defRPr/>
            </a:pPr>
            <a:r>
              <a:rPr lang="en-US" baseline="0" dirty="0" smtClean="0"/>
              <a:t>USGS converts its National Water Information System (NWIS) from (CUAHSI) WaterML 1 to (OGC) WaterML 2. (not part of AIP-7)</a:t>
            </a:r>
          </a:p>
          <a:p>
            <a:pPr marL="171450" indent="-171450">
              <a:buFontTx/>
              <a:buChar char="-"/>
              <a:defRPr/>
            </a:pPr>
            <a:endParaRPr lang="en-US" dirty="0" smtClean="0"/>
          </a:p>
        </p:txBody>
      </p:sp>
      <p:sp>
        <p:nvSpPr>
          <p:cNvPr id="59395" name="Slide Number Placeholder 3"/>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3752" eaLnBrk="0" hangingPunct="0">
              <a:defRPr sz="1000" b="1">
                <a:solidFill>
                  <a:schemeClr val="tx1"/>
                </a:solidFill>
                <a:latin typeface="CG Times" charset="0"/>
                <a:ea typeface="ＭＳ Ｐゴシック" charset="0"/>
                <a:cs typeface="ＭＳ Ｐゴシック" charset="0"/>
              </a:defRPr>
            </a:lvl1pPr>
            <a:lvl2pPr marL="737304" indent="-283578" defTabSz="913752" eaLnBrk="0" hangingPunct="0">
              <a:defRPr sz="1000" b="1">
                <a:solidFill>
                  <a:schemeClr val="tx1"/>
                </a:solidFill>
                <a:latin typeface="CG Times" charset="0"/>
                <a:ea typeface="ＭＳ Ｐゴシック" charset="0"/>
              </a:defRPr>
            </a:lvl2pPr>
            <a:lvl3pPr marL="1134313" indent="-226863" defTabSz="913752" eaLnBrk="0" hangingPunct="0">
              <a:defRPr sz="1000" b="1">
                <a:solidFill>
                  <a:schemeClr val="tx1"/>
                </a:solidFill>
                <a:latin typeface="CG Times" charset="0"/>
                <a:ea typeface="ＭＳ Ｐゴシック" charset="0"/>
              </a:defRPr>
            </a:lvl3pPr>
            <a:lvl4pPr marL="1588038" indent="-226863" defTabSz="913752" eaLnBrk="0" hangingPunct="0">
              <a:defRPr sz="1000" b="1">
                <a:solidFill>
                  <a:schemeClr val="tx1"/>
                </a:solidFill>
                <a:latin typeface="CG Times" charset="0"/>
                <a:ea typeface="ＭＳ Ｐゴシック" charset="0"/>
              </a:defRPr>
            </a:lvl4pPr>
            <a:lvl5pPr marL="2041764" indent="-226863" defTabSz="913752" eaLnBrk="0" hangingPunct="0">
              <a:defRPr sz="1000" b="1">
                <a:solidFill>
                  <a:schemeClr val="tx1"/>
                </a:solidFill>
                <a:latin typeface="CG Times" charset="0"/>
                <a:ea typeface="ＭＳ Ｐゴシック" charset="0"/>
              </a:defRPr>
            </a:lvl5pPr>
            <a:lvl6pPr marL="2495489" indent="-226863" defTabSz="913752" eaLnBrk="0" fontAlgn="base" hangingPunct="0">
              <a:spcBef>
                <a:spcPct val="0"/>
              </a:spcBef>
              <a:spcAft>
                <a:spcPct val="0"/>
              </a:spcAft>
              <a:defRPr sz="1000" b="1">
                <a:solidFill>
                  <a:schemeClr val="tx1"/>
                </a:solidFill>
                <a:latin typeface="CG Times" charset="0"/>
                <a:ea typeface="ＭＳ Ｐゴシック" charset="0"/>
              </a:defRPr>
            </a:lvl6pPr>
            <a:lvl7pPr marL="2949214" indent="-226863" defTabSz="913752" eaLnBrk="0" fontAlgn="base" hangingPunct="0">
              <a:spcBef>
                <a:spcPct val="0"/>
              </a:spcBef>
              <a:spcAft>
                <a:spcPct val="0"/>
              </a:spcAft>
              <a:defRPr sz="1000" b="1">
                <a:solidFill>
                  <a:schemeClr val="tx1"/>
                </a:solidFill>
                <a:latin typeface="CG Times" charset="0"/>
                <a:ea typeface="ＭＳ Ｐゴシック" charset="0"/>
              </a:defRPr>
            </a:lvl7pPr>
            <a:lvl8pPr marL="3402940" indent="-226863" defTabSz="913752" eaLnBrk="0" fontAlgn="base" hangingPunct="0">
              <a:spcBef>
                <a:spcPct val="0"/>
              </a:spcBef>
              <a:spcAft>
                <a:spcPct val="0"/>
              </a:spcAft>
              <a:defRPr sz="1000" b="1">
                <a:solidFill>
                  <a:schemeClr val="tx1"/>
                </a:solidFill>
                <a:latin typeface="CG Times" charset="0"/>
                <a:ea typeface="ＭＳ Ｐゴシック" charset="0"/>
              </a:defRPr>
            </a:lvl8pPr>
            <a:lvl9pPr marL="3856665" indent="-226863" defTabSz="913752" eaLnBrk="0" fontAlgn="base" hangingPunct="0">
              <a:spcBef>
                <a:spcPct val="0"/>
              </a:spcBef>
              <a:spcAft>
                <a:spcPct val="0"/>
              </a:spcAft>
              <a:defRPr sz="1000" b="1">
                <a:solidFill>
                  <a:schemeClr val="tx1"/>
                </a:solidFill>
                <a:latin typeface="CG Times" charset="0"/>
                <a:ea typeface="ＭＳ Ｐゴシック" charset="0"/>
              </a:defRPr>
            </a:lvl9pPr>
          </a:lstStyle>
          <a:p>
            <a:fld id="{FA829A22-656D-8040-987F-F697D7D03989}" type="slidenum">
              <a:rPr lang="en-US" sz="1200">
                <a:solidFill>
                  <a:srgbClr val="000000"/>
                </a:solidFill>
                <a:latin typeface="Calibri" charset="0"/>
                <a:cs typeface="Arial" charset="0"/>
              </a:rPr>
              <a:pPr/>
              <a:t>3</a:t>
            </a:fld>
            <a:endParaRPr lang="en-US" sz="1200">
              <a:solidFill>
                <a:srgbClr val="000000"/>
              </a:solidFill>
              <a:latin typeface="Calibri" charset="0"/>
              <a:cs typeface="Arial" charset="0"/>
            </a:endParaRPr>
          </a:p>
        </p:txBody>
      </p:sp>
    </p:spTree>
    <p:extLst>
      <p:ext uri="{BB962C8B-B14F-4D97-AF65-F5344CB8AC3E}">
        <p14:creationId xmlns:p14="http://schemas.microsoft.com/office/powerpoint/2010/main" val="10282736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p:txBody>
          <a:bodyPr/>
          <a:lstStyle/>
          <a:p>
            <a:pPr>
              <a:defRPr/>
            </a:pPr>
            <a:fld id="{5521A414-44EE-410C-A1B8-579872A9817C}" type="slidenum">
              <a:rPr lang="en-US">
                <a:solidFill>
                  <a:prstClr val="black"/>
                </a:solidFill>
                <a:latin typeface="Calibri"/>
              </a:rPr>
              <a:pPr>
                <a:defRPr/>
              </a:pPr>
              <a:t>5</a:t>
            </a:fld>
            <a:endParaRPr lang="en-US">
              <a:solidFill>
                <a:prstClr val="black"/>
              </a:solidFill>
              <a:latin typeface="Calibri"/>
            </a:endParaRPr>
          </a:p>
        </p:txBody>
      </p:sp>
      <p:sp>
        <p:nvSpPr>
          <p:cNvPr id="151555"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51556" name="Rectangle 3"/>
          <p:cNvSpPr>
            <a:spLocks noGrp="1" noChangeArrowheads="1"/>
          </p:cNvSpPr>
          <p:nvPr>
            <p:ph type="body" idx="1"/>
          </p:nvPr>
        </p:nvSpPr>
        <p:spPr bwMode="auto">
          <a:noFill/>
        </p:spPr>
        <p:txBody>
          <a:bodyPr wrap="square" numCol="1" anchor="t" anchorCtr="0" compatLnSpc="1">
            <a:prstTxWarp prst="textNoShape">
              <a:avLst/>
            </a:prstTxWarp>
          </a:bodyPr>
          <a:lstStyle/>
          <a:p>
            <a:endParaRPr lang="en-US" baseline="0" dirty="0" smtClean="0"/>
          </a:p>
          <a:p>
            <a:endParaRPr lang="en-US" dirty="0" smtClean="0"/>
          </a:p>
        </p:txBody>
      </p:sp>
    </p:spTree>
    <p:extLst>
      <p:ext uri="{BB962C8B-B14F-4D97-AF65-F5344CB8AC3E}">
        <p14:creationId xmlns:p14="http://schemas.microsoft.com/office/powerpoint/2010/main" val="936982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p:txBody>
          <a:bodyPr/>
          <a:lstStyle/>
          <a:p>
            <a:pPr>
              <a:defRPr/>
            </a:pPr>
            <a:fld id="{5521A414-44EE-410C-A1B8-579872A9817C}" type="slidenum">
              <a:rPr lang="en-US">
                <a:solidFill>
                  <a:prstClr val="black"/>
                </a:solidFill>
                <a:latin typeface="Calibri"/>
              </a:rPr>
              <a:pPr>
                <a:defRPr/>
              </a:pPr>
              <a:t>6</a:t>
            </a:fld>
            <a:endParaRPr lang="en-US">
              <a:solidFill>
                <a:prstClr val="black"/>
              </a:solidFill>
              <a:latin typeface="Calibri"/>
            </a:endParaRPr>
          </a:p>
        </p:txBody>
      </p:sp>
      <p:sp>
        <p:nvSpPr>
          <p:cNvPr id="151555"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51556"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baseline="0" dirty="0" smtClean="0"/>
              <a:t>Rating curves are developed on a planned &amp; as-needed basis, by taking direct measurements of depth and flow, and plotting the curve from this data. The curve is then used to convert real-time measurements of depth into real-time values of discharge.  </a:t>
            </a:r>
          </a:p>
          <a:p>
            <a:pPr marL="0" marR="0" indent="0" algn="l" defTabSz="4572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457200" rtl="0" eaLnBrk="1" fontAlgn="auto" latinLnBrk="0" hangingPunct="1">
              <a:lnSpc>
                <a:spcPct val="100000"/>
              </a:lnSpc>
              <a:spcBef>
                <a:spcPts val="0"/>
              </a:spcBef>
              <a:spcAft>
                <a:spcPts val="0"/>
              </a:spcAft>
              <a:buClrTx/>
              <a:buSzTx/>
              <a:buFontTx/>
              <a:buNone/>
              <a:tabLst/>
              <a:defRPr/>
            </a:pPr>
            <a:r>
              <a:rPr lang="en-US" baseline="0" dirty="0" smtClean="0"/>
              <a:t>The object of WaterML 2.0 Part 2 is to apply the OGC O&amp;M conceptual model and WaterML XML schema to convey the set of (stage, discharge) values. </a:t>
            </a:r>
          </a:p>
          <a:p>
            <a:pPr marL="0" marR="0" indent="0" algn="l" defTabSz="4572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457200" rtl="0" eaLnBrk="1" fontAlgn="auto" latinLnBrk="0" hangingPunct="1">
              <a:lnSpc>
                <a:spcPct val="100000"/>
              </a:lnSpc>
              <a:spcBef>
                <a:spcPts val="0"/>
              </a:spcBef>
              <a:spcAft>
                <a:spcPts val="0"/>
              </a:spcAft>
              <a:buClrTx/>
              <a:buSzTx/>
              <a:buFontTx/>
              <a:buNone/>
              <a:tabLst/>
              <a:defRPr/>
            </a:pPr>
            <a:r>
              <a:rPr lang="en-US" baseline="0" dirty="0" smtClean="0"/>
              <a:t>Source:  </a:t>
            </a:r>
            <a:r>
              <a:rPr lang="en-US" sz="1200" baseline="0" dirty="0" smtClean="0">
                <a:solidFill>
                  <a:srgbClr val="FFFFFF"/>
                </a:solidFill>
              </a:rPr>
              <a:t>http://</a:t>
            </a:r>
            <a:r>
              <a:rPr lang="en-US" sz="1200" baseline="0" dirty="0" err="1" smtClean="0">
                <a:solidFill>
                  <a:srgbClr val="FFFFFF"/>
                </a:solidFill>
              </a:rPr>
              <a:t>water.usgs.gov</a:t>
            </a:r>
            <a:r>
              <a:rPr lang="en-US" sz="1200" baseline="0" dirty="0" smtClean="0">
                <a:solidFill>
                  <a:srgbClr val="FFFFFF"/>
                </a:solidFill>
              </a:rPr>
              <a:t>/</a:t>
            </a:r>
            <a:r>
              <a:rPr lang="en-US" sz="1200" baseline="0" dirty="0" err="1" smtClean="0">
                <a:solidFill>
                  <a:srgbClr val="FFFFFF"/>
                </a:solidFill>
              </a:rPr>
              <a:t>edu</a:t>
            </a:r>
            <a:r>
              <a:rPr lang="en-US" sz="1200" baseline="0" dirty="0" smtClean="0">
                <a:solidFill>
                  <a:srgbClr val="FFFFFF"/>
                </a:solidFill>
              </a:rPr>
              <a:t>/</a:t>
            </a:r>
            <a:r>
              <a:rPr lang="en-US" sz="1200" baseline="0" dirty="0" err="1" smtClean="0">
                <a:solidFill>
                  <a:srgbClr val="FFFFFF"/>
                </a:solidFill>
              </a:rPr>
              <a:t>measureflow.html</a:t>
            </a:r>
            <a:r>
              <a:rPr lang="en-US" sz="1200" baseline="0" dirty="0" smtClean="0">
                <a:solidFill>
                  <a:srgbClr val="FFFFFF"/>
                </a:solidFill>
              </a:rPr>
              <a:t> </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aseline="0" dirty="0" smtClean="0">
                <a:solidFill>
                  <a:srgbClr val="FFFFFF"/>
                </a:solidFill>
              </a:rPr>
              <a:t>See also:</a:t>
            </a:r>
            <a:r>
              <a:rPr lang="en-US" baseline="0" dirty="0" smtClean="0"/>
              <a:t> </a:t>
            </a:r>
            <a:r>
              <a:rPr lang="en-US" sz="1200" dirty="0" smtClean="0">
                <a:solidFill>
                  <a:srgbClr val="FFFFFF"/>
                </a:solidFill>
              </a:rPr>
              <a:t>OGC 13-021r3 WaterML 2.0 – Part 2. </a:t>
            </a:r>
          </a:p>
          <a:p>
            <a:pPr marL="0" marR="0" indent="0" algn="l" defTabSz="457200" rtl="0" eaLnBrk="1" fontAlgn="auto" latinLnBrk="0" hangingPunct="1">
              <a:lnSpc>
                <a:spcPct val="100000"/>
              </a:lnSpc>
              <a:spcBef>
                <a:spcPts val="0"/>
              </a:spcBef>
              <a:spcAft>
                <a:spcPts val="0"/>
              </a:spcAft>
              <a:buClrTx/>
              <a:buSzTx/>
              <a:buFontTx/>
              <a:buNone/>
              <a:tabLst/>
              <a:defRPr/>
            </a:pPr>
            <a:endParaRPr lang="en-US" dirty="0" smtClean="0"/>
          </a:p>
        </p:txBody>
      </p:sp>
    </p:spTree>
    <p:extLst>
      <p:ext uri="{BB962C8B-B14F-4D97-AF65-F5344CB8AC3E}">
        <p14:creationId xmlns:p14="http://schemas.microsoft.com/office/powerpoint/2010/main" val="41250664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p:txBody>
          <a:bodyPr/>
          <a:lstStyle/>
          <a:p>
            <a:pPr>
              <a:defRPr/>
            </a:pPr>
            <a:fld id="{5521A414-44EE-410C-A1B8-579872A9817C}" type="slidenum">
              <a:rPr lang="en-US">
                <a:solidFill>
                  <a:prstClr val="black"/>
                </a:solidFill>
                <a:latin typeface="Calibri"/>
              </a:rPr>
              <a:pPr>
                <a:defRPr/>
              </a:pPr>
              <a:t>7</a:t>
            </a:fld>
            <a:endParaRPr lang="en-US">
              <a:solidFill>
                <a:prstClr val="black"/>
              </a:solidFill>
              <a:latin typeface="Calibri"/>
            </a:endParaRPr>
          </a:p>
        </p:txBody>
      </p:sp>
      <p:sp>
        <p:nvSpPr>
          <p:cNvPr id="151555"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51556" name="Rectangle 3"/>
          <p:cNvSpPr>
            <a:spLocks noGrp="1" noChangeArrowheads="1"/>
          </p:cNvSpPr>
          <p:nvPr>
            <p:ph type="body" idx="1"/>
          </p:nvPr>
        </p:nvSpPr>
        <p:spPr bwMode="auto">
          <a:noFill/>
        </p:spPr>
        <p:txBody>
          <a:bodyPr wrap="square" numCol="1" anchor="t" anchorCtr="0" compatLnSpc="1">
            <a:prstTxWarp prst="textNoShape">
              <a:avLst/>
            </a:prstTxWarp>
          </a:bodyPr>
          <a:lstStyle/>
          <a:p>
            <a:r>
              <a:rPr lang="en-US" dirty="0" smtClean="0"/>
              <a:t>Graph</a:t>
            </a:r>
            <a:r>
              <a:rPr lang="en-US" baseline="0" dirty="0" smtClean="0"/>
              <a:t> source:  http://</a:t>
            </a:r>
            <a:r>
              <a:rPr lang="en-US" baseline="0" dirty="0" err="1" smtClean="0"/>
              <a:t>waterdata.usgs.gov</a:t>
            </a:r>
            <a:r>
              <a:rPr lang="en-US" baseline="0" dirty="0" smtClean="0"/>
              <a:t>/</a:t>
            </a:r>
            <a:r>
              <a:rPr lang="en-US" baseline="0" dirty="0" err="1" smtClean="0"/>
              <a:t>nwis</a:t>
            </a:r>
            <a:r>
              <a:rPr lang="en-US" baseline="0" dirty="0" smtClean="0"/>
              <a:t>/uv?cb_00060=on&amp;cb_00065=on&amp;cb_00065=</a:t>
            </a:r>
            <a:r>
              <a:rPr lang="en-US" baseline="0" dirty="0" err="1" smtClean="0"/>
              <a:t>on&amp;format</a:t>
            </a:r>
            <a:r>
              <a:rPr lang="en-US" baseline="0" dirty="0" smtClean="0"/>
              <a:t>=</a:t>
            </a:r>
            <a:r>
              <a:rPr lang="en-US" baseline="0" dirty="0" err="1" smtClean="0"/>
              <a:t>gif_default&amp;site_no</a:t>
            </a:r>
            <a:r>
              <a:rPr lang="en-US" baseline="0" dirty="0" smtClean="0"/>
              <a:t>=08158000&amp;period=&amp;</a:t>
            </a:r>
            <a:r>
              <a:rPr lang="en-US" baseline="0" dirty="0" err="1" smtClean="0"/>
              <a:t>begin_date</a:t>
            </a:r>
            <a:r>
              <a:rPr lang="en-US" baseline="0" dirty="0" smtClean="0"/>
              <a:t>=2015-02-02&amp;end_date=2015-02-16</a:t>
            </a:r>
            <a:endParaRPr lang="en-US" dirty="0" smtClean="0"/>
          </a:p>
        </p:txBody>
      </p:sp>
    </p:spTree>
    <p:extLst>
      <p:ext uri="{BB962C8B-B14F-4D97-AF65-F5344CB8AC3E}">
        <p14:creationId xmlns:p14="http://schemas.microsoft.com/office/powerpoint/2010/main" val="2325019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Slide Image Placeholder 1"/>
          <p:cNvSpPr>
            <a:spLocks noGrp="1" noRot="1" noChangeAspect="1"/>
          </p:cNvSpPr>
          <p:nvPr>
            <p:ph type="sldImg"/>
          </p:nvPr>
        </p:nvSpPr>
        <p:spPr>
          <a:ln/>
        </p:spPr>
      </p:sp>
      <p:sp>
        <p:nvSpPr>
          <p:cNvPr id="58370" name="Notes Placeholder 2"/>
          <p:cNvSpPr>
            <a:spLocks noGrp="1"/>
          </p:cNvSpPr>
          <p:nvPr>
            <p:ph type="body" idx="1"/>
          </p:nvPr>
        </p:nvSpPr>
        <p:spPr>
          <a:noFill/>
          <a:ln/>
          <a:extLst>
            <a:ext uri="{FAA26D3D-D897-4be2-8F04-BA451C77F1D7}">
              <ma14:placeholderFlag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dirty="0" smtClean="0">
                <a:ea typeface="ＭＳ Ｐゴシック" charset="0"/>
                <a:cs typeface="ＭＳ Ｐゴシック" charset="0"/>
              </a:rPr>
              <a:t>Increasingly, national water data is being published using</a:t>
            </a:r>
            <a:r>
              <a:rPr lang="en-US" baseline="0" dirty="0" smtClean="0">
                <a:ea typeface="ＭＳ Ｐゴシック" charset="0"/>
                <a:cs typeface="ＭＳ Ｐゴシック" charset="0"/>
              </a:rPr>
              <a:t> WaterML to describe time series of observations and model results. This is the current output from the US Geological Survey for one of their tens of thousands of river gauges (this one is on the Colorado River in Austin TX). </a:t>
            </a:r>
            <a:endParaRPr lang="en-US" dirty="0">
              <a:ea typeface="ＭＳ Ｐゴシック" charset="0"/>
              <a:cs typeface="ＭＳ Ｐゴシック" charset="0"/>
            </a:endParaRPr>
          </a:p>
        </p:txBody>
      </p:sp>
      <p:sp>
        <p:nvSpPr>
          <p:cNvPr id="58371" name="Slide Number Placeholder 3"/>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3752" eaLnBrk="0" hangingPunct="0">
              <a:defRPr sz="1000" b="1">
                <a:solidFill>
                  <a:schemeClr val="tx1"/>
                </a:solidFill>
                <a:latin typeface="CG Times" charset="0"/>
                <a:ea typeface="ＭＳ Ｐゴシック" charset="0"/>
                <a:cs typeface="ＭＳ Ｐゴシック" charset="0"/>
              </a:defRPr>
            </a:lvl1pPr>
            <a:lvl2pPr marL="737304" indent="-283578" defTabSz="913752" eaLnBrk="0" hangingPunct="0">
              <a:defRPr sz="1000" b="1">
                <a:solidFill>
                  <a:schemeClr val="tx1"/>
                </a:solidFill>
                <a:latin typeface="CG Times" charset="0"/>
                <a:ea typeface="ＭＳ Ｐゴシック" charset="0"/>
              </a:defRPr>
            </a:lvl2pPr>
            <a:lvl3pPr marL="1134313" indent="-226863" defTabSz="913752" eaLnBrk="0" hangingPunct="0">
              <a:defRPr sz="1000" b="1">
                <a:solidFill>
                  <a:schemeClr val="tx1"/>
                </a:solidFill>
                <a:latin typeface="CG Times" charset="0"/>
                <a:ea typeface="ＭＳ Ｐゴシック" charset="0"/>
              </a:defRPr>
            </a:lvl3pPr>
            <a:lvl4pPr marL="1588038" indent="-226863" defTabSz="913752" eaLnBrk="0" hangingPunct="0">
              <a:defRPr sz="1000" b="1">
                <a:solidFill>
                  <a:schemeClr val="tx1"/>
                </a:solidFill>
                <a:latin typeface="CG Times" charset="0"/>
                <a:ea typeface="ＭＳ Ｐゴシック" charset="0"/>
              </a:defRPr>
            </a:lvl4pPr>
            <a:lvl5pPr marL="2041764" indent="-226863" defTabSz="913752" eaLnBrk="0" hangingPunct="0">
              <a:defRPr sz="1000" b="1">
                <a:solidFill>
                  <a:schemeClr val="tx1"/>
                </a:solidFill>
                <a:latin typeface="CG Times" charset="0"/>
                <a:ea typeface="ＭＳ Ｐゴシック" charset="0"/>
              </a:defRPr>
            </a:lvl5pPr>
            <a:lvl6pPr marL="2495489" indent="-226863" defTabSz="913752" eaLnBrk="0" fontAlgn="base" hangingPunct="0">
              <a:spcBef>
                <a:spcPct val="0"/>
              </a:spcBef>
              <a:spcAft>
                <a:spcPct val="0"/>
              </a:spcAft>
              <a:defRPr sz="1000" b="1">
                <a:solidFill>
                  <a:schemeClr val="tx1"/>
                </a:solidFill>
                <a:latin typeface="CG Times" charset="0"/>
                <a:ea typeface="ＭＳ Ｐゴシック" charset="0"/>
              </a:defRPr>
            </a:lvl6pPr>
            <a:lvl7pPr marL="2949214" indent="-226863" defTabSz="913752" eaLnBrk="0" fontAlgn="base" hangingPunct="0">
              <a:spcBef>
                <a:spcPct val="0"/>
              </a:spcBef>
              <a:spcAft>
                <a:spcPct val="0"/>
              </a:spcAft>
              <a:defRPr sz="1000" b="1">
                <a:solidFill>
                  <a:schemeClr val="tx1"/>
                </a:solidFill>
                <a:latin typeface="CG Times" charset="0"/>
                <a:ea typeface="ＭＳ Ｐゴシック" charset="0"/>
              </a:defRPr>
            </a:lvl7pPr>
            <a:lvl8pPr marL="3402940" indent="-226863" defTabSz="913752" eaLnBrk="0" fontAlgn="base" hangingPunct="0">
              <a:spcBef>
                <a:spcPct val="0"/>
              </a:spcBef>
              <a:spcAft>
                <a:spcPct val="0"/>
              </a:spcAft>
              <a:defRPr sz="1000" b="1">
                <a:solidFill>
                  <a:schemeClr val="tx1"/>
                </a:solidFill>
                <a:latin typeface="CG Times" charset="0"/>
                <a:ea typeface="ＭＳ Ｐゴシック" charset="0"/>
              </a:defRPr>
            </a:lvl8pPr>
            <a:lvl9pPr marL="3856665" indent="-226863" defTabSz="913752" eaLnBrk="0" fontAlgn="base" hangingPunct="0">
              <a:spcBef>
                <a:spcPct val="0"/>
              </a:spcBef>
              <a:spcAft>
                <a:spcPct val="0"/>
              </a:spcAft>
              <a:defRPr sz="1000" b="1">
                <a:solidFill>
                  <a:schemeClr val="tx1"/>
                </a:solidFill>
                <a:latin typeface="CG Times" charset="0"/>
                <a:ea typeface="ＭＳ Ｐゴシック" charset="0"/>
              </a:defRPr>
            </a:lvl9pPr>
          </a:lstStyle>
          <a:p>
            <a:fld id="{FAA79957-7226-064B-9B4D-802AEDB78A37}" type="slidenum">
              <a:rPr lang="en-US" sz="1200">
                <a:solidFill>
                  <a:srgbClr val="000000"/>
                </a:solidFill>
                <a:latin typeface="Calibri" charset="0"/>
                <a:cs typeface="Arial" charset="0"/>
              </a:rPr>
              <a:pPr/>
              <a:t>8</a:t>
            </a:fld>
            <a:endParaRPr lang="en-US" sz="1200">
              <a:solidFill>
                <a:srgbClr val="000000"/>
              </a:solidFill>
              <a:latin typeface="Calibri" charset="0"/>
              <a:cs typeface="Arial" charset="0"/>
            </a:endParaRPr>
          </a:p>
        </p:txBody>
      </p:sp>
    </p:spTree>
    <p:extLst>
      <p:ext uri="{BB962C8B-B14F-4D97-AF65-F5344CB8AC3E}">
        <p14:creationId xmlns:p14="http://schemas.microsoft.com/office/powerpoint/2010/main" val="39473436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smtClean="0"/>
              <a:t>This slide</a:t>
            </a:r>
            <a:r>
              <a:rPr lang="en-US" baseline="0" dirty="0" smtClean="0"/>
              <a:t> shows a sequence of steps for searching and accessing data through GEOSS Web Portal (www.geoportal.org)</a:t>
            </a:r>
          </a:p>
          <a:p>
            <a:endParaRPr lang="en-US" dirty="0"/>
          </a:p>
        </p:txBody>
      </p:sp>
      <p:sp>
        <p:nvSpPr>
          <p:cNvPr id="4" name="Slide Number Placeholder 3"/>
          <p:cNvSpPr>
            <a:spLocks noGrp="1"/>
          </p:cNvSpPr>
          <p:nvPr>
            <p:ph type="sldNum" sz="quarter" idx="10"/>
          </p:nvPr>
        </p:nvSpPr>
        <p:spPr/>
        <p:txBody>
          <a:bodyPr/>
          <a:lstStyle/>
          <a:p>
            <a:pPr>
              <a:defRPr/>
            </a:pPr>
            <a:fld id="{EC8F0B9F-261A-A14A-948B-3040BF655A03}" type="slidenum">
              <a:rPr lang="en-US" smtClean="0"/>
              <a:pPr>
                <a:defRPr/>
              </a:pPr>
              <a:t>9</a:t>
            </a:fld>
            <a:endParaRPr lang="en-US"/>
          </a:p>
        </p:txBody>
      </p:sp>
    </p:spTree>
    <p:extLst>
      <p:ext uri="{BB962C8B-B14F-4D97-AF65-F5344CB8AC3E}">
        <p14:creationId xmlns:p14="http://schemas.microsoft.com/office/powerpoint/2010/main" val="36673814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Source map: http://</a:t>
            </a:r>
            <a:r>
              <a:rPr lang="en-US" dirty="0" err="1" smtClean="0"/>
              <a:t>www.arcgis.com</a:t>
            </a:r>
            <a:r>
              <a:rPr lang="en-US" dirty="0" smtClean="0"/>
              <a:t>/home/</a:t>
            </a:r>
            <a:r>
              <a:rPr lang="en-US" dirty="0" err="1" smtClean="0"/>
              <a:t>webmap</a:t>
            </a:r>
            <a:r>
              <a:rPr lang="en-US" dirty="0" smtClean="0"/>
              <a:t>/</a:t>
            </a:r>
            <a:r>
              <a:rPr lang="en-US" dirty="0" err="1" smtClean="0"/>
              <a:t>viewer.html?webmap</a:t>
            </a:r>
            <a:r>
              <a:rPr lang="en-US" dirty="0" smtClean="0"/>
              <a:t>=5efcdfb27d744e3ea65eaf58c06f9d0c  </a:t>
            </a:r>
          </a:p>
          <a:p>
            <a:r>
              <a:rPr lang="en-US" dirty="0" smtClean="0"/>
              <a:t>Short URL: http://</a:t>
            </a:r>
            <a:r>
              <a:rPr lang="en-US" dirty="0" err="1" smtClean="0"/>
              <a:t>arcg.is</a:t>
            </a:r>
            <a:r>
              <a:rPr lang="en-US" dirty="0" smtClean="0"/>
              <a:t>/1Ahus75 </a:t>
            </a:r>
            <a:endParaRPr lang="en-US" dirty="0"/>
          </a:p>
        </p:txBody>
      </p:sp>
      <p:sp>
        <p:nvSpPr>
          <p:cNvPr id="4" name="Slide Number Placeholder 3"/>
          <p:cNvSpPr>
            <a:spLocks noGrp="1"/>
          </p:cNvSpPr>
          <p:nvPr>
            <p:ph type="sldNum" sz="quarter" idx="10"/>
          </p:nvPr>
        </p:nvSpPr>
        <p:spPr/>
        <p:txBody>
          <a:bodyPr/>
          <a:lstStyle/>
          <a:p>
            <a:fld id="{004B1322-6554-8445-8574-7BB03C21D722}" type="slidenum">
              <a:rPr lang="en-US" smtClean="0">
                <a:solidFill>
                  <a:prstClr val="black"/>
                </a:solidFill>
                <a:latin typeface="Calibri"/>
              </a:rPr>
              <a:pPr/>
              <a:t>10</a:t>
            </a:fld>
            <a:endParaRPr lang="en-US">
              <a:solidFill>
                <a:prstClr val="black"/>
              </a:solidFill>
              <a:latin typeface="Calibri"/>
            </a:endParaRPr>
          </a:p>
        </p:txBody>
      </p:sp>
    </p:spTree>
    <p:extLst>
      <p:ext uri="{BB962C8B-B14F-4D97-AF65-F5344CB8AC3E}">
        <p14:creationId xmlns:p14="http://schemas.microsoft.com/office/powerpoint/2010/main" val="35106452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Reference schema</a:t>
            </a:r>
            <a:r>
              <a:rPr lang="en-US" baseline="0" dirty="0" smtClean="0"/>
              <a:t> and examples:  http://</a:t>
            </a:r>
            <a:r>
              <a:rPr lang="en-US" baseline="0" dirty="0" err="1" smtClean="0"/>
              <a:t>schemas.opengis.net</a:t>
            </a:r>
            <a:r>
              <a:rPr lang="en-US" baseline="0" dirty="0" smtClean="0"/>
              <a:t>/</a:t>
            </a:r>
            <a:r>
              <a:rPr lang="en-US" baseline="0" dirty="0" err="1" smtClean="0"/>
              <a:t>waterml</a:t>
            </a:r>
            <a:r>
              <a:rPr lang="en-US" baseline="0" dirty="0" smtClean="0"/>
              <a:t>/ </a:t>
            </a:r>
          </a:p>
          <a:p>
            <a:endParaRPr lang="en-US" baseline="0" dirty="0" smtClean="0"/>
          </a:p>
          <a:p>
            <a:r>
              <a:rPr lang="en-US" baseline="0" dirty="0" smtClean="0"/>
              <a:t>The namespaces that appear throughout the WaterML document are defined at the beginning. Each namespace represents an information model for some portion of the WaterML content. Some of these are for basic Internet conventions (</a:t>
            </a:r>
            <a:r>
              <a:rPr lang="en-US" baseline="0" dirty="0" err="1" smtClean="0"/>
              <a:t>xsi</a:t>
            </a:r>
            <a:r>
              <a:rPr lang="en-US" baseline="0" dirty="0" smtClean="0"/>
              <a:t>, </a:t>
            </a:r>
            <a:r>
              <a:rPr lang="en-US" baseline="0" dirty="0" err="1" smtClean="0"/>
              <a:t>xlink</a:t>
            </a:r>
            <a:r>
              <a:rPr lang="en-US" baseline="0" dirty="0" smtClean="0"/>
              <a:t>); some are for ISO/OGC core content (</a:t>
            </a:r>
            <a:r>
              <a:rPr lang="en-US" baseline="0" dirty="0" err="1" smtClean="0"/>
              <a:t>gml</a:t>
            </a:r>
            <a:r>
              <a:rPr lang="en-US" baseline="0" dirty="0" smtClean="0"/>
              <a:t>); the rest are for OGC O&amp;M content as profiled by the WaterML spec (</a:t>
            </a:r>
            <a:r>
              <a:rPr lang="en-US" baseline="0" dirty="0" err="1" smtClean="0"/>
              <a:t>swe</a:t>
            </a:r>
            <a:r>
              <a:rPr lang="en-US" baseline="0" dirty="0" smtClean="0"/>
              <a:t>, om, </a:t>
            </a:r>
            <a:r>
              <a:rPr lang="en-US" baseline="0" dirty="0" err="1" smtClean="0"/>
              <a:t>sa</a:t>
            </a:r>
            <a:r>
              <a:rPr lang="en-US" baseline="0" dirty="0" smtClean="0"/>
              <a:t>, </a:t>
            </a:r>
            <a:r>
              <a:rPr lang="en-US" baseline="0" dirty="0" err="1" smtClean="0"/>
              <a:t>sams</a:t>
            </a:r>
            <a:r>
              <a:rPr lang="en-US" baseline="0" smtClean="0"/>
              <a:t>, wml2)</a:t>
            </a:r>
          </a:p>
          <a:p>
            <a:endParaRPr lang="en-US" dirty="0"/>
          </a:p>
        </p:txBody>
      </p:sp>
      <p:sp>
        <p:nvSpPr>
          <p:cNvPr id="4" name="Slide Number Placeholder 3"/>
          <p:cNvSpPr>
            <a:spLocks noGrp="1"/>
          </p:cNvSpPr>
          <p:nvPr>
            <p:ph type="sldNum" sz="quarter" idx="10"/>
          </p:nvPr>
        </p:nvSpPr>
        <p:spPr/>
        <p:txBody>
          <a:bodyPr/>
          <a:lstStyle/>
          <a:p>
            <a:fld id="{004B1322-6554-8445-8574-7BB03C21D722}" type="slidenum">
              <a:rPr lang="en-US" smtClean="0">
                <a:solidFill>
                  <a:prstClr val="black"/>
                </a:solidFill>
                <a:latin typeface="Calibri"/>
              </a:rPr>
              <a:pPr/>
              <a:t>12</a:t>
            </a:fld>
            <a:endParaRPr lang="en-US">
              <a:solidFill>
                <a:prstClr val="black"/>
              </a:solidFill>
              <a:latin typeface="Calibri"/>
            </a:endParaRPr>
          </a:p>
        </p:txBody>
      </p:sp>
    </p:spTree>
    <p:extLst>
      <p:ext uri="{BB962C8B-B14F-4D97-AF65-F5344CB8AC3E}">
        <p14:creationId xmlns:p14="http://schemas.microsoft.com/office/powerpoint/2010/main" val="34808475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US" dirty="0" smtClean="0"/>
              <a:t>The University of Texas Center for Integrated Earth System Science provided overall leadership. </a:t>
            </a:r>
          </a:p>
          <a:p>
            <a:r>
              <a:rPr lang="en-US" dirty="0" smtClean="0"/>
              <a:t>CUAHSI, the Consortium of Universities</a:t>
            </a:r>
            <a:r>
              <a:rPr lang="en-US" baseline="0" dirty="0" smtClean="0"/>
              <a:t> for the Advancement of Hydrologic Science, provided core expertise for WaterML data and catalogue services.   &lt;click&gt;</a:t>
            </a:r>
            <a:endParaRPr lang="en-US" dirty="0" smtClean="0"/>
          </a:p>
          <a:p>
            <a:r>
              <a:rPr lang="en-US" dirty="0" smtClean="0"/>
              <a:t>Brigham</a:t>
            </a:r>
            <a:r>
              <a:rPr lang="en-US" baseline="0" dirty="0" smtClean="0"/>
              <a:t> Young University conducted software development and outreach to Latin American countries. &lt;click&gt;</a:t>
            </a:r>
          </a:p>
          <a:p>
            <a:pPr marL="0" marR="0" indent="0" algn="l" defTabSz="914400" rtl="0" eaLnBrk="0" fontAlgn="base" latinLnBrk="0" hangingPunct="0">
              <a:lnSpc>
                <a:spcPct val="100000"/>
              </a:lnSpc>
              <a:spcBef>
                <a:spcPct val="30000"/>
              </a:spcBef>
              <a:spcAft>
                <a:spcPct val="0"/>
              </a:spcAft>
              <a:buClrTx/>
              <a:buSzTx/>
              <a:buFontTx/>
              <a:buNone/>
              <a:tabLst/>
              <a:defRPr/>
            </a:pPr>
            <a:r>
              <a:rPr lang="en-US" baseline="0" dirty="0" smtClean="0"/>
              <a:t>The University of Saskatchewan operates a national database of precipitation monitors for Environment Canada. &lt;click&gt;</a:t>
            </a:r>
          </a:p>
          <a:p>
            <a:pPr marL="0" marR="0" indent="0" algn="l" defTabSz="914400" rtl="0" eaLnBrk="0" fontAlgn="base" latinLnBrk="0" hangingPunct="0">
              <a:lnSpc>
                <a:spcPct val="100000"/>
              </a:lnSpc>
              <a:spcBef>
                <a:spcPct val="30000"/>
              </a:spcBef>
              <a:spcAft>
                <a:spcPct val="0"/>
              </a:spcAft>
              <a:buClrTx/>
              <a:buSzTx/>
              <a:buFontTx/>
              <a:buNone/>
              <a:tabLst/>
              <a:defRPr/>
            </a:pPr>
            <a:r>
              <a:rPr lang="en-US" baseline="0" dirty="0" smtClean="0"/>
              <a:t>ISPRA is the national water agency for Italy, and ARPA is one of 22 regional data providers. ARPA’s role in this project led to federation of all the regional water agencies in Italy. &lt;click&gt;</a:t>
            </a:r>
          </a:p>
          <a:p>
            <a:pPr marL="0" marR="0" indent="0" algn="l" defTabSz="914400" rtl="0" eaLnBrk="0" fontAlgn="base" latinLnBrk="0" hangingPunct="0">
              <a:lnSpc>
                <a:spcPct val="100000"/>
              </a:lnSpc>
              <a:spcBef>
                <a:spcPct val="30000"/>
              </a:spcBef>
              <a:spcAft>
                <a:spcPct val="0"/>
              </a:spcAft>
              <a:buClrTx/>
              <a:buSzTx/>
              <a:buFontTx/>
              <a:buNone/>
              <a:tabLst/>
              <a:defRPr/>
            </a:pPr>
            <a:r>
              <a:rPr lang="en-US" baseline="0" dirty="0" smtClean="0"/>
              <a:t>NIWA is the national water agency for New Zealand, and Horizons Regional Council one of 16 regional data providers. &lt;click&gt;</a:t>
            </a:r>
          </a:p>
          <a:p>
            <a:pPr marL="0" marR="0" indent="0" algn="l" defTabSz="914400" rtl="0" eaLnBrk="0" fontAlgn="base" latinLnBrk="0" hangingPunct="0">
              <a:lnSpc>
                <a:spcPct val="100000"/>
              </a:lnSpc>
              <a:spcBef>
                <a:spcPct val="30000"/>
              </a:spcBef>
              <a:spcAft>
                <a:spcPct val="0"/>
              </a:spcAft>
              <a:buClrTx/>
              <a:buSzTx/>
              <a:buFontTx/>
              <a:buNone/>
              <a:tabLst/>
              <a:defRPr/>
            </a:pPr>
            <a:r>
              <a:rPr lang="en-US" baseline="0" dirty="0" smtClean="0"/>
              <a:t>JAXA, the Japanese Space Agency and the University of Tokyo operate a global web-based water data portal for CEOS, the Committee on Earth Observation Satellites. &lt;click&gt;</a:t>
            </a:r>
          </a:p>
          <a:p>
            <a:pPr marL="0" marR="0" indent="0" algn="l" defTabSz="914400" rtl="0" eaLnBrk="0" fontAlgn="base" latinLnBrk="0" hangingPunct="0">
              <a:lnSpc>
                <a:spcPct val="100000"/>
              </a:lnSpc>
              <a:spcBef>
                <a:spcPct val="30000"/>
              </a:spcBef>
              <a:spcAft>
                <a:spcPct val="0"/>
              </a:spcAft>
              <a:buClrTx/>
              <a:buSzTx/>
              <a:buFontTx/>
              <a:buNone/>
              <a:tabLst/>
              <a:defRPr/>
            </a:pPr>
            <a:r>
              <a:rPr lang="en-US" baseline="0" dirty="0" smtClean="0"/>
              <a:t>The European Center for Midrange Weather Forecasting and the Joint Research Centre are developers of the Global Flood Awareness System. &lt;click&gt;</a:t>
            </a:r>
          </a:p>
          <a:p>
            <a:pPr marL="0" marR="0" indent="0" algn="l" defTabSz="914400" rtl="0" eaLnBrk="0" fontAlgn="base" latinLnBrk="0" hangingPunct="0">
              <a:lnSpc>
                <a:spcPct val="100000"/>
              </a:lnSpc>
              <a:spcBef>
                <a:spcPct val="30000"/>
              </a:spcBef>
              <a:spcAft>
                <a:spcPct val="0"/>
              </a:spcAft>
              <a:buClrTx/>
              <a:buSzTx/>
              <a:buFontTx/>
              <a:buNone/>
              <a:tabLst/>
              <a:defRPr/>
            </a:pPr>
            <a:r>
              <a:rPr lang="en-US" baseline="0" dirty="0" smtClean="0"/>
              <a:t>The NASA Hydrological Sciences division are developers of global soil moisture data from the Land Data Assimilation System. &lt;click&gt;</a:t>
            </a:r>
          </a:p>
          <a:p>
            <a:pPr marL="0" marR="0" indent="0" algn="l" defTabSz="914400" rtl="0" eaLnBrk="0" fontAlgn="base" latinLnBrk="0" hangingPunct="0">
              <a:lnSpc>
                <a:spcPct val="100000"/>
              </a:lnSpc>
              <a:spcBef>
                <a:spcPct val="30000"/>
              </a:spcBef>
              <a:spcAft>
                <a:spcPct val="0"/>
              </a:spcAft>
              <a:buClrTx/>
              <a:buSzTx/>
              <a:buFontTx/>
              <a:buNone/>
              <a:tabLst/>
              <a:defRPr/>
            </a:pPr>
            <a:r>
              <a:rPr lang="en-US" baseline="0" dirty="0" smtClean="0"/>
              <a:t>CNR-IIA is the Institute for Atmospheric Pollution Research of the Italian Research Council, and developers of the GEOSS Discovery and Access Broker framework that is key to this project. &lt;click&gt;</a:t>
            </a:r>
          </a:p>
          <a:p>
            <a:r>
              <a:rPr lang="en-US" baseline="0" dirty="0" smtClean="0"/>
              <a:t>Esri, Kisters, and </a:t>
            </a:r>
            <a:r>
              <a:rPr lang="en-US" baseline="0" dirty="0" err="1" smtClean="0"/>
              <a:t>Pyxis</a:t>
            </a:r>
            <a:r>
              <a:rPr lang="en-US" baseline="0" dirty="0" smtClean="0"/>
              <a:t> are commercial software companies whose participation and products helped make this a success. </a:t>
            </a:r>
          </a:p>
          <a:p>
            <a:endParaRPr lang="en-US" dirty="0"/>
          </a:p>
        </p:txBody>
      </p:sp>
      <p:sp>
        <p:nvSpPr>
          <p:cNvPr id="4" name="Slide Number Placeholder 3"/>
          <p:cNvSpPr>
            <a:spLocks noGrp="1"/>
          </p:cNvSpPr>
          <p:nvPr>
            <p:ph type="sldNum" sz="quarter" idx="10"/>
          </p:nvPr>
        </p:nvSpPr>
        <p:spPr/>
        <p:txBody>
          <a:bodyPr/>
          <a:lstStyle/>
          <a:p>
            <a:fld id="{0B17FF3E-8EC6-8947-8559-B0AD3288662E}" type="slidenum">
              <a:rPr lang="en-US" smtClean="0"/>
              <a:t>13</a:t>
            </a:fld>
            <a:endParaRPr lang="en-US"/>
          </a:p>
        </p:txBody>
      </p:sp>
    </p:spTree>
    <p:extLst>
      <p:ext uri="{BB962C8B-B14F-4D97-AF65-F5344CB8AC3E}">
        <p14:creationId xmlns:p14="http://schemas.microsoft.com/office/powerpoint/2010/main" val="14098910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EC8F0B9F-261A-A14A-948B-3040BF655A03}" type="slidenum">
              <a:rPr lang="en-US" smtClean="0"/>
              <a:pPr>
                <a:defRPr/>
              </a:pPr>
              <a:t>17</a:t>
            </a:fld>
            <a:endParaRPr lang="en-US"/>
          </a:p>
        </p:txBody>
      </p:sp>
    </p:spTree>
    <p:extLst>
      <p:ext uri="{BB962C8B-B14F-4D97-AF65-F5344CB8AC3E}">
        <p14:creationId xmlns:p14="http://schemas.microsoft.com/office/powerpoint/2010/main" val="10202245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6.jpe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0" y="0"/>
            <a:ext cx="9144000" cy="6858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5126" name="Rectangle 6"/>
          <p:cNvSpPr>
            <a:spLocks noGrp="1" noChangeArrowheads="1"/>
          </p:cNvSpPr>
          <p:nvPr>
            <p:ph type="ctrTitle"/>
          </p:nvPr>
        </p:nvSpPr>
        <p:spPr>
          <a:xfrm>
            <a:off x="685800" y="2895600"/>
            <a:ext cx="4953000" cy="1143000"/>
          </a:xfrm>
        </p:spPr>
        <p:txBody>
          <a:bodyPr/>
          <a:lstStyle>
            <a:lvl1pPr>
              <a:defRPr sz="3600"/>
            </a:lvl1pPr>
          </a:lstStyle>
          <a:p>
            <a:r>
              <a:rPr lang="en-US" smtClean="0"/>
              <a:t>Click to edit Master title style</a:t>
            </a:r>
            <a:endParaRPr lang="en-US"/>
          </a:p>
        </p:txBody>
      </p:sp>
      <p:sp>
        <p:nvSpPr>
          <p:cNvPr id="5127" name="Rectangle 7"/>
          <p:cNvSpPr>
            <a:spLocks noGrp="1" noChangeArrowheads="1"/>
          </p:cNvSpPr>
          <p:nvPr>
            <p:ph type="subTitle" idx="1"/>
          </p:nvPr>
        </p:nvSpPr>
        <p:spPr>
          <a:xfrm>
            <a:off x="685800" y="4191000"/>
            <a:ext cx="6400800" cy="1752600"/>
          </a:xfrm>
        </p:spPr>
        <p:txBody>
          <a:bodyPr/>
          <a:lstStyle>
            <a:lvl1pPr marL="0" indent="0">
              <a:buFontTx/>
              <a:buNone/>
              <a:defRPr sz="1800"/>
            </a:lvl1pPr>
          </a:lstStyle>
          <a:p>
            <a:r>
              <a:rPr lang="en-US" smtClean="0"/>
              <a:t>Click to edit Master subtitle style</a:t>
            </a:r>
            <a:endParaRPr lang="en-US"/>
          </a:p>
        </p:txBody>
      </p:sp>
    </p:spTree>
    <p:extLst>
      <p:ext uri="{BB962C8B-B14F-4D97-AF65-F5344CB8AC3E}">
        <p14:creationId xmlns:p14="http://schemas.microsoft.com/office/powerpoint/2010/main" val="16002253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3358719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26361841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514475"/>
            <a:ext cx="38100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514475"/>
            <a:ext cx="38100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4567783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3645198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4769399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077685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1"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5053707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4455409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255163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838202"/>
            <a:ext cx="1943100" cy="547687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0" y="838202"/>
            <a:ext cx="5676900" cy="547687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493765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838202"/>
            <a:ext cx="7772400" cy="542925"/>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514475"/>
            <a:ext cx="3810000" cy="4800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648200" y="1514475"/>
            <a:ext cx="3810000" cy="23241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648200" y="3990975"/>
            <a:ext cx="3810000" cy="23241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528477256"/>
      </p:ext>
    </p:extLst>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_blue">
    <p:spTree>
      <p:nvGrpSpPr>
        <p:cNvPr id="1" name=""/>
        <p:cNvGrpSpPr/>
        <p:nvPr/>
      </p:nvGrpSpPr>
      <p:grpSpPr>
        <a:xfrm>
          <a:off x="0" y="0"/>
          <a:ext cx="0" cy="0"/>
          <a:chOff x="0" y="0"/>
          <a:chExt cx="0" cy="0"/>
        </a:xfrm>
      </p:grpSpPr>
      <p:sp>
        <p:nvSpPr>
          <p:cNvPr id="4" name="Rectangle 2"/>
          <p:cNvSpPr>
            <a:spLocks/>
          </p:cNvSpPr>
          <p:nvPr/>
        </p:nvSpPr>
        <p:spPr bwMode="hidden">
          <a:xfrm>
            <a:off x="0" y="0"/>
            <a:ext cx="9144000" cy="5257800"/>
          </a:xfrm>
          <a:prstGeom prst="rect">
            <a:avLst/>
          </a:prstGeom>
          <a:gradFill rotWithShape="0">
            <a:gsLst>
              <a:gs pos="0">
                <a:srgbClr val="004575"/>
              </a:gs>
              <a:gs pos="100000">
                <a:srgbClr val="007AC2"/>
              </a:gs>
            </a:gsLst>
            <a:lin ang="2400000" scaled="1"/>
          </a:gradFill>
          <a:ln>
            <a:noFill/>
          </a:ln>
          <a:extLst>
            <a:ext uri="{91240B29-F687-4f45-9708-019B960494DF}">
              <a14:hiddenLine xmlns="" xmlns:a14="http://schemas.microsoft.com/office/drawing/2010/main" w="25400">
                <a:solidFill>
                  <a:srgbClr val="000000"/>
                </a:solidFill>
                <a:miter lim="800000"/>
                <a:headEnd/>
                <a:tailEnd/>
              </a14:hiddenLine>
            </a:ext>
          </a:extLst>
        </p:spPr>
        <p:txBody>
          <a:bodyPr lIns="0" tIns="0" rIns="0" bIns="0"/>
          <a:lstStyle/>
          <a:p>
            <a:pPr defTabSz="457200" eaLnBrk="1" hangingPunct="1"/>
            <a:endParaRPr lang="en-US" smtClean="0">
              <a:solidFill>
                <a:srgbClr val="000000"/>
              </a:solidFill>
              <a:latin typeface="Arial" charset="0"/>
            </a:endParaRPr>
          </a:p>
        </p:txBody>
      </p:sp>
      <p:sp>
        <p:nvSpPr>
          <p:cNvPr id="2" name="Title 1"/>
          <p:cNvSpPr>
            <a:spLocks noGrp="1"/>
          </p:cNvSpPr>
          <p:nvPr>
            <p:ph type="ctrTitle"/>
          </p:nvPr>
        </p:nvSpPr>
        <p:spPr>
          <a:xfrm>
            <a:off x="1371600" y="1828800"/>
            <a:ext cx="6400800" cy="1271016"/>
          </a:xfrm>
        </p:spPr>
        <p:txBody>
          <a:bodyPr anchor="b">
            <a:noAutofit/>
          </a:bodyPr>
          <a:lstStyle>
            <a:lvl1pPr algn="l">
              <a:defRPr sz="5400" b="1" i="0">
                <a:solidFill>
                  <a:srgbClr val="FFFFFF"/>
                </a:solidFill>
                <a:latin typeface="+mj-lt"/>
                <a:cs typeface="Avenir LT Std 55 Roman" pitchFamily="34" charset="0"/>
              </a:defRPr>
            </a:lvl1pPr>
          </a:lstStyle>
          <a:p>
            <a:r>
              <a:rPr lang="en-US" smtClean="0"/>
              <a:t>Click to edit Master title style</a:t>
            </a:r>
            <a:endParaRPr lang="en-US" dirty="0"/>
          </a:p>
        </p:txBody>
      </p:sp>
      <p:sp>
        <p:nvSpPr>
          <p:cNvPr id="3" name="Subtitle 2"/>
          <p:cNvSpPr>
            <a:spLocks noGrp="1"/>
          </p:cNvSpPr>
          <p:nvPr>
            <p:ph type="subTitle" idx="1"/>
          </p:nvPr>
        </p:nvSpPr>
        <p:spPr>
          <a:xfrm>
            <a:off x="1371600" y="3246120"/>
            <a:ext cx="6400800" cy="758952"/>
          </a:xfrm>
        </p:spPr>
        <p:txBody>
          <a:bodyPr/>
          <a:lstStyle>
            <a:lvl1pPr marL="0" indent="0" algn="l">
              <a:spcBef>
                <a:spcPts val="0"/>
              </a:spcBef>
              <a:spcAft>
                <a:spcPts val="300"/>
              </a:spcAft>
              <a:buNone/>
              <a:defRPr sz="2400" b="0" i="0">
                <a:solidFill>
                  <a:schemeClr val="bg1"/>
                </a:solidFill>
                <a:latin typeface="+mn-lt"/>
                <a:cs typeface="Avenir LT Std 65 Medium"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Tree>
    <p:extLst>
      <p:ext uri="{BB962C8B-B14F-4D97-AF65-F5344CB8AC3E}">
        <p14:creationId xmlns:p14="http://schemas.microsoft.com/office/powerpoint/2010/main" val="3137093717"/>
      </p:ext>
    </p:extLst>
  </p:cSld>
  <p:clrMapOvr>
    <a:masterClrMapping/>
  </p:clrMapOvr>
  <p:transition spd="med">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_blue">
    <p:spTree>
      <p:nvGrpSpPr>
        <p:cNvPr id="1" name=""/>
        <p:cNvGrpSpPr/>
        <p:nvPr/>
      </p:nvGrpSpPr>
      <p:grpSpPr>
        <a:xfrm>
          <a:off x="0" y="0"/>
          <a:ext cx="0" cy="0"/>
          <a:chOff x="0" y="0"/>
          <a:chExt cx="0" cy="0"/>
        </a:xfrm>
      </p:grpSpPr>
      <p:sp>
        <p:nvSpPr>
          <p:cNvPr id="4" name="Rectangle 1"/>
          <p:cNvSpPr>
            <a:spLocks/>
          </p:cNvSpPr>
          <p:nvPr/>
        </p:nvSpPr>
        <p:spPr bwMode="auto">
          <a:xfrm>
            <a:off x="0" y="0"/>
            <a:ext cx="9144000" cy="5257800"/>
          </a:xfrm>
          <a:prstGeom prst="rect">
            <a:avLst/>
          </a:prstGeom>
          <a:solidFill>
            <a:srgbClr val="B9E0F7">
              <a:alpha val="59999"/>
            </a:srgbClr>
          </a:solidFill>
          <a:ln>
            <a:noFill/>
          </a:ln>
          <a:extLst>
            <a:ext uri="{91240B29-F687-4f45-9708-019B960494DF}">
              <a14:hiddenLine xmlns="" xmlns:a14="http://schemas.microsoft.com/office/drawing/2010/main" w="25400">
                <a:solidFill>
                  <a:srgbClr val="000000"/>
                </a:solidFill>
                <a:miter lim="800000"/>
                <a:headEnd/>
                <a:tailEnd/>
              </a14:hiddenLine>
            </a:ext>
          </a:extLst>
        </p:spPr>
        <p:txBody>
          <a:bodyPr lIns="0" tIns="0" rIns="0" bIns="0"/>
          <a:lstStyle/>
          <a:p>
            <a:pPr defTabSz="457200" eaLnBrk="1" hangingPunct="1"/>
            <a:endParaRPr lang="en-US" smtClean="0">
              <a:solidFill>
                <a:srgbClr val="C8DF93"/>
              </a:solidFill>
              <a:latin typeface="Arial" charset="0"/>
            </a:endParaRPr>
          </a:p>
        </p:txBody>
      </p:sp>
      <p:sp>
        <p:nvSpPr>
          <p:cNvPr id="5" name="Rectangle 2"/>
          <p:cNvSpPr>
            <a:spLocks/>
          </p:cNvSpPr>
          <p:nvPr/>
        </p:nvSpPr>
        <p:spPr bwMode="ltGray">
          <a:xfrm>
            <a:off x="0" y="5257800"/>
            <a:ext cx="9144000" cy="1600200"/>
          </a:xfrm>
          <a:prstGeom prst="rect">
            <a:avLst/>
          </a:prstGeom>
          <a:gradFill rotWithShape="0">
            <a:gsLst>
              <a:gs pos="0">
                <a:srgbClr val="003053"/>
              </a:gs>
              <a:gs pos="100000">
                <a:srgbClr val="0083D4"/>
              </a:gs>
            </a:gsLst>
            <a:lin ang="2400000" scaled="1"/>
          </a:gradFill>
          <a:ln>
            <a:noFill/>
          </a:ln>
          <a:extLst>
            <a:ext uri="{91240B29-F687-4f45-9708-019B960494DF}">
              <a14:hiddenLine xmlns="" xmlns:a14="http://schemas.microsoft.com/office/drawing/2010/main" w="25400">
                <a:solidFill>
                  <a:srgbClr val="000000"/>
                </a:solidFill>
                <a:miter lim="800000"/>
                <a:headEnd/>
                <a:tailEnd/>
              </a14:hiddenLine>
            </a:ext>
          </a:extLst>
        </p:spPr>
        <p:txBody>
          <a:bodyPr lIns="0" tIns="0" rIns="0" bIns="0"/>
          <a:lstStyle/>
          <a:p>
            <a:pPr defTabSz="457200" eaLnBrk="1" hangingPunct="1"/>
            <a:endParaRPr lang="en-US" smtClean="0">
              <a:solidFill>
                <a:srgbClr val="000000"/>
              </a:solidFill>
              <a:latin typeface="Arial" charset="0"/>
            </a:endParaRPr>
          </a:p>
        </p:txBody>
      </p:sp>
      <p:sp>
        <p:nvSpPr>
          <p:cNvPr id="2" name="Title 1"/>
          <p:cNvSpPr>
            <a:spLocks noGrp="1"/>
          </p:cNvSpPr>
          <p:nvPr>
            <p:ph type="title"/>
          </p:nvPr>
        </p:nvSpPr>
        <p:spPr>
          <a:xfrm>
            <a:off x="685800" y="457202"/>
            <a:ext cx="7315200" cy="484631"/>
          </a:xfrm>
        </p:spPr>
        <p:txBody>
          <a:bodyPr/>
          <a:lstStyle>
            <a:lvl1pPr>
              <a:defRPr lang="en-US" sz="3000" b="1" i="0" kern="1200" dirty="0">
                <a:solidFill>
                  <a:srgbClr val="007AC2"/>
                </a:solidFill>
                <a:latin typeface="+mj-lt"/>
                <a:ea typeface="+mj-ea"/>
                <a:cs typeface="Avenir LT Std 55 Roman" pitchFamily="34" charset="0"/>
              </a:defRPr>
            </a:lvl1pPr>
          </a:lstStyle>
          <a:p>
            <a:r>
              <a:rPr lang="en-US" smtClean="0"/>
              <a:t>Click to edit Master title style</a:t>
            </a:r>
            <a:endParaRPr lang="en-US" dirty="0"/>
          </a:p>
        </p:txBody>
      </p:sp>
      <p:sp>
        <p:nvSpPr>
          <p:cNvPr id="3" name="Content Placeholder 2"/>
          <p:cNvSpPr>
            <a:spLocks noGrp="1"/>
          </p:cNvSpPr>
          <p:nvPr>
            <p:ph idx="1"/>
          </p:nvPr>
        </p:nvSpPr>
        <p:spPr>
          <a:xfrm>
            <a:off x="685800" y="1602421"/>
            <a:ext cx="5486400" cy="2286000"/>
          </a:xfrm>
        </p:spPr>
        <p:txBody>
          <a:bodyPr/>
          <a:lstStyle>
            <a:lvl1pPr marL="0" marR="0" indent="0" algn="l" defTabSz="457200" rtl="0" eaLnBrk="1" fontAlgn="auto" latinLnBrk="0" hangingPunct="1">
              <a:lnSpc>
                <a:spcPct val="100000"/>
              </a:lnSpc>
              <a:spcBef>
                <a:spcPts val="300"/>
              </a:spcBef>
              <a:spcAft>
                <a:spcPts val="1200"/>
              </a:spcAft>
              <a:buClrTx/>
              <a:buSzPct val="80000"/>
              <a:buFontTx/>
              <a:buNone/>
              <a:tabLst/>
              <a:defRPr lang="en-US" sz="2600" b="0" i="0" kern="1200">
                <a:solidFill>
                  <a:schemeClr val="tx1"/>
                </a:solidFill>
                <a:latin typeface="+mn-lt"/>
                <a:ea typeface="+mn-ea"/>
                <a:cs typeface="Avenir LT Std 65 Medium" pitchFamily="34" charset="0"/>
              </a:defRPr>
            </a:lvl1pPr>
            <a:lvl2pPr marL="173038" indent="-173038">
              <a:defRPr/>
            </a:lvl2pPr>
            <a:lvl3pPr>
              <a:buFontTx/>
              <a:buNone/>
              <a:defRPr lang="en-US" sz="2400" b="0" i="0" kern="1200">
                <a:solidFill>
                  <a:schemeClr val="tx1"/>
                </a:solidFill>
                <a:latin typeface="Avenir LT Std 55 Roman"/>
                <a:ea typeface="+mn-ea"/>
                <a:cs typeface="Avenir LT Std 55 Roman"/>
              </a:defRPr>
            </a:lvl3pPr>
            <a:lvl4pPr>
              <a:defRPr/>
            </a:lvl4pPr>
            <a:lvl5pPr>
              <a:lnSpc>
                <a:spcPts val="1800"/>
              </a:lnSpc>
              <a:defRPr/>
            </a:lvl5pPr>
          </a:lstStyle>
          <a:p>
            <a:pPr lvl="0"/>
            <a:r>
              <a:rPr lang="en-US" noProof="0" smtClean="0"/>
              <a:t>Click to edit Master text styles</a:t>
            </a:r>
          </a:p>
        </p:txBody>
      </p:sp>
    </p:spTree>
    <p:extLst>
      <p:ext uri="{BB962C8B-B14F-4D97-AF65-F5344CB8AC3E}">
        <p14:creationId xmlns:p14="http://schemas.microsoft.com/office/powerpoint/2010/main" val="4144530017"/>
      </p:ext>
    </p:extLst>
  </p:cSld>
  <p:clrMapOvr>
    <a:masterClrMapping/>
  </p:clrMapOvr>
  <p:transition spd="med">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_bullet_blue">
    <p:spTree>
      <p:nvGrpSpPr>
        <p:cNvPr id="1" name=""/>
        <p:cNvGrpSpPr/>
        <p:nvPr/>
      </p:nvGrpSpPr>
      <p:grpSpPr>
        <a:xfrm>
          <a:off x="0" y="0"/>
          <a:ext cx="0" cy="0"/>
          <a:chOff x="0" y="0"/>
          <a:chExt cx="0" cy="0"/>
        </a:xfrm>
      </p:grpSpPr>
      <p:sp>
        <p:nvSpPr>
          <p:cNvPr id="4" name="Rectangle 1"/>
          <p:cNvSpPr>
            <a:spLocks/>
          </p:cNvSpPr>
          <p:nvPr userDrawn="1"/>
        </p:nvSpPr>
        <p:spPr bwMode="auto">
          <a:xfrm>
            <a:off x="0" y="0"/>
            <a:ext cx="9144000" cy="5257800"/>
          </a:xfrm>
          <a:prstGeom prst="rect">
            <a:avLst/>
          </a:prstGeom>
          <a:solidFill>
            <a:srgbClr val="B9E0F7">
              <a:alpha val="59999"/>
            </a:srgbClr>
          </a:solidFill>
          <a:ln>
            <a:noFill/>
          </a:ln>
          <a:extLst>
            <a:ext uri="{91240B29-F687-4f45-9708-019B960494DF}">
              <a14:hiddenLine xmlns="" xmlns:a14="http://schemas.microsoft.com/office/drawing/2010/main" w="25400">
                <a:solidFill>
                  <a:srgbClr val="000000"/>
                </a:solidFill>
                <a:miter lim="800000"/>
                <a:headEnd/>
                <a:tailEnd/>
              </a14:hiddenLine>
            </a:ext>
          </a:extLst>
        </p:spPr>
        <p:txBody>
          <a:bodyPr lIns="0" tIns="0" rIns="0" bIns="0"/>
          <a:lstStyle/>
          <a:p>
            <a:pPr defTabSz="457200" eaLnBrk="1" hangingPunct="1"/>
            <a:endParaRPr lang="en-US" smtClean="0">
              <a:solidFill>
                <a:srgbClr val="C8DF93"/>
              </a:solidFill>
              <a:latin typeface="Arial" charset="0"/>
            </a:endParaRPr>
          </a:p>
        </p:txBody>
      </p:sp>
      <p:sp>
        <p:nvSpPr>
          <p:cNvPr id="5" name="Rectangle 1"/>
          <p:cNvSpPr>
            <a:spLocks/>
          </p:cNvSpPr>
          <p:nvPr userDrawn="1"/>
        </p:nvSpPr>
        <p:spPr bwMode="ltGray">
          <a:xfrm>
            <a:off x="0" y="5257800"/>
            <a:ext cx="9144000" cy="1600200"/>
          </a:xfrm>
          <a:prstGeom prst="rect">
            <a:avLst/>
          </a:prstGeom>
          <a:gradFill rotWithShape="0">
            <a:gsLst>
              <a:gs pos="0">
                <a:srgbClr val="003053"/>
              </a:gs>
              <a:gs pos="100000">
                <a:srgbClr val="0083D4"/>
              </a:gs>
            </a:gsLst>
            <a:lin ang="2400000" scaled="1"/>
          </a:gradFill>
          <a:ln>
            <a:noFill/>
          </a:ln>
          <a:extLst>
            <a:ext uri="{91240B29-F687-4f45-9708-019B960494DF}">
              <a14:hiddenLine xmlns="" xmlns:a14="http://schemas.microsoft.com/office/drawing/2010/main" w="25400">
                <a:solidFill>
                  <a:srgbClr val="000000"/>
                </a:solidFill>
                <a:miter lim="800000"/>
                <a:headEnd/>
                <a:tailEnd/>
              </a14:hiddenLine>
            </a:ext>
          </a:extLst>
        </p:spPr>
        <p:txBody>
          <a:bodyPr lIns="0" tIns="0" rIns="0" bIns="0"/>
          <a:lstStyle/>
          <a:p>
            <a:pPr defTabSz="457200" eaLnBrk="1" hangingPunct="1"/>
            <a:endParaRPr lang="en-US" smtClean="0">
              <a:solidFill>
                <a:srgbClr val="000000"/>
              </a:solidFill>
              <a:latin typeface="Arial" charset="0"/>
            </a:endParaRPr>
          </a:p>
        </p:txBody>
      </p:sp>
      <p:sp>
        <p:nvSpPr>
          <p:cNvPr id="2" name="Title 1"/>
          <p:cNvSpPr>
            <a:spLocks noGrp="1"/>
          </p:cNvSpPr>
          <p:nvPr>
            <p:ph type="title"/>
          </p:nvPr>
        </p:nvSpPr>
        <p:spPr/>
        <p:txBody>
          <a:bodyPr/>
          <a:lstStyle>
            <a:lvl1pPr algn="l" defTabSz="457200" rtl="0" eaLnBrk="1" latinLnBrk="0" hangingPunct="1">
              <a:lnSpc>
                <a:spcPct val="100000"/>
              </a:lnSpc>
              <a:spcBef>
                <a:spcPct val="0"/>
              </a:spcBef>
              <a:buNone/>
              <a:defRPr lang="en-US" sz="3000" b="1" i="0" kern="1200">
                <a:solidFill>
                  <a:srgbClr val="007AC2"/>
                </a:solidFill>
                <a:latin typeface="+mj-lt"/>
                <a:ea typeface="+mj-ea"/>
                <a:cs typeface="Avenir LT Std 55 Roman" pitchFamily="34" charset="0"/>
              </a:defRPr>
            </a:lvl1pPr>
          </a:lstStyle>
          <a:p>
            <a:r>
              <a:rPr lang="en-US" smtClean="0"/>
              <a:t>Click to edit Master title style</a:t>
            </a:r>
            <a:endParaRPr lang="en-US"/>
          </a:p>
        </p:txBody>
      </p:sp>
      <p:sp>
        <p:nvSpPr>
          <p:cNvPr id="3" name="Content Placeholder 2"/>
          <p:cNvSpPr>
            <a:spLocks noGrp="1"/>
          </p:cNvSpPr>
          <p:nvPr>
            <p:ph idx="1"/>
          </p:nvPr>
        </p:nvSpPr>
        <p:spPr/>
        <p:txBody>
          <a:bodyPr/>
          <a:lstStyle>
            <a:lvl2pPr marL="402336" indent="-173736">
              <a:lnSpc>
                <a:spcPts val="2700"/>
              </a:lnSpc>
              <a:spcAft>
                <a:spcPts val="1200"/>
              </a:spcAft>
              <a:defRPr sz="2400">
                <a:latin typeface="+mn-lt"/>
              </a:defRPr>
            </a:lvl2pPr>
            <a:lvl3pPr marL="569913" indent="-109538">
              <a:lnSpc>
                <a:spcPct val="100000"/>
              </a:lnSpc>
              <a:spcAft>
                <a:spcPts val="600"/>
              </a:spcAft>
              <a:defRPr sz="2400">
                <a:latin typeface="+mn-lt"/>
              </a:defRPr>
            </a:lvl3pPr>
            <a:lvl4pPr marL="800100" indent="-174625">
              <a:lnSpc>
                <a:spcPct val="100000"/>
              </a:lnSpc>
              <a:spcAft>
                <a:spcPts val="600"/>
              </a:spcAft>
              <a:defRPr sz="2400">
                <a:latin typeface="+mn-lt"/>
              </a:defRPr>
            </a:lvl4pPr>
            <a:lvl5pPr>
              <a:lnSpc>
                <a:spcPct val="100000"/>
              </a:lnSpc>
              <a:spcAft>
                <a:spcPts val="600"/>
              </a:spcAft>
              <a:defRPr sz="2400">
                <a:latin typeface="+mn-l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192384513"/>
      </p:ext>
    </p:extLst>
  </p:cSld>
  <p:clrMapOvr>
    <a:masterClrMapping/>
  </p:clrMapOvr>
  <p:transition spd="med">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BIG title_blue">
    <p:spTree>
      <p:nvGrpSpPr>
        <p:cNvPr id="1" name=""/>
        <p:cNvGrpSpPr/>
        <p:nvPr/>
      </p:nvGrpSpPr>
      <p:grpSpPr>
        <a:xfrm>
          <a:off x="0" y="0"/>
          <a:ext cx="0" cy="0"/>
          <a:chOff x="0" y="0"/>
          <a:chExt cx="0" cy="0"/>
        </a:xfrm>
      </p:grpSpPr>
      <p:sp>
        <p:nvSpPr>
          <p:cNvPr id="3" name="Rectangle 2"/>
          <p:cNvSpPr>
            <a:spLocks/>
          </p:cNvSpPr>
          <p:nvPr/>
        </p:nvSpPr>
        <p:spPr bwMode="ltGray">
          <a:xfrm>
            <a:off x="0" y="5257800"/>
            <a:ext cx="9144000" cy="1600200"/>
          </a:xfrm>
          <a:prstGeom prst="rect">
            <a:avLst/>
          </a:prstGeom>
          <a:gradFill rotWithShape="0">
            <a:gsLst>
              <a:gs pos="0">
                <a:srgbClr val="003053"/>
              </a:gs>
              <a:gs pos="100000">
                <a:srgbClr val="0083D4"/>
              </a:gs>
            </a:gsLst>
            <a:lin ang="2400000" scaled="1"/>
          </a:gradFill>
          <a:ln>
            <a:noFill/>
          </a:ln>
          <a:extLst>
            <a:ext uri="{91240B29-F687-4f45-9708-019B960494DF}">
              <a14:hiddenLine xmlns="" xmlns:a14="http://schemas.microsoft.com/office/drawing/2010/main" w="25400">
                <a:solidFill>
                  <a:srgbClr val="000000"/>
                </a:solidFill>
                <a:miter lim="800000"/>
                <a:headEnd/>
                <a:tailEnd/>
              </a14:hiddenLine>
            </a:ext>
          </a:extLst>
        </p:spPr>
        <p:txBody>
          <a:bodyPr lIns="0" tIns="0" rIns="0" bIns="0"/>
          <a:lstStyle/>
          <a:p>
            <a:pPr defTabSz="457200" eaLnBrk="1" hangingPunct="1"/>
            <a:endParaRPr lang="en-US" smtClean="0">
              <a:solidFill>
                <a:srgbClr val="000000"/>
              </a:solidFill>
              <a:latin typeface="Arial" charset="0"/>
            </a:endParaRPr>
          </a:p>
        </p:txBody>
      </p:sp>
      <p:sp>
        <p:nvSpPr>
          <p:cNvPr id="4" name="Rectangle 1"/>
          <p:cNvSpPr>
            <a:spLocks/>
          </p:cNvSpPr>
          <p:nvPr/>
        </p:nvSpPr>
        <p:spPr bwMode="auto">
          <a:xfrm>
            <a:off x="0" y="0"/>
            <a:ext cx="9144000" cy="5257800"/>
          </a:xfrm>
          <a:prstGeom prst="rect">
            <a:avLst/>
          </a:prstGeom>
          <a:solidFill>
            <a:srgbClr val="B9E0F7">
              <a:alpha val="59999"/>
            </a:srgbClr>
          </a:solidFill>
          <a:ln>
            <a:noFill/>
          </a:ln>
          <a:extLst>
            <a:ext uri="{91240B29-F687-4f45-9708-019B960494DF}">
              <a14:hiddenLine xmlns="" xmlns:a14="http://schemas.microsoft.com/office/drawing/2010/main" w="25400">
                <a:solidFill>
                  <a:srgbClr val="000000"/>
                </a:solidFill>
                <a:miter lim="800000"/>
                <a:headEnd/>
                <a:tailEnd/>
              </a14:hiddenLine>
            </a:ext>
          </a:extLst>
        </p:spPr>
        <p:txBody>
          <a:bodyPr lIns="0" tIns="0" rIns="0" bIns="0"/>
          <a:lstStyle/>
          <a:p>
            <a:pPr defTabSz="457200" eaLnBrk="1" hangingPunct="1"/>
            <a:endParaRPr lang="en-US" smtClean="0">
              <a:solidFill>
                <a:srgbClr val="C8DF93"/>
              </a:solidFill>
              <a:latin typeface="Arial" charset="0"/>
            </a:endParaRPr>
          </a:p>
        </p:txBody>
      </p:sp>
      <p:sp>
        <p:nvSpPr>
          <p:cNvPr id="2" name="Title 1"/>
          <p:cNvSpPr>
            <a:spLocks noGrp="1"/>
          </p:cNvSpPr>
          <p:nvPr>
            <p:ph type="title"/>
          </p:nvPr>
        </p:nvSpPr>
        <p:spPr>
          <a:xfrm>
            <a:off x="914400" y="1600200"/>
            <a:ext cx="7315200" cy="2057400"/>
          </a:xfrm>
        </p:spPr>
        <p:txBody>
          <a:bodyPr/>
          <a:lstStyle>
            <a:lvl1pPr>
              <a:defRPr lang="en-US" sz="7200" b="1" i="0" kern="1200" baseline="0" dirty="0">
                <a:solidFill>
                  <a:srgbClr val="007AC2"/>
                </a:solidFill>
                <a:latin typeface="+mj-lt"/>
                <a:ea typeface="+mj-ea"/>
                <a:cs typeface="Avenir LT Std 55 Roman" pitchFamily="34" charset="0"/>
              </a:defRPr>
            </a:lvl1pPr>
          </a:lstStyle>
          <a:p>
            <a:r>
              <a:rPr lang="en-US" smtClean="0"/>
              <a:t>Click to edit Master title style</a:t>
            </a:r>
            <a:endParaRPr lang="en-US" dirty="0"/>
          </a:p>
        </p:txBody>
      </p:sp>
    </p:spTree>
    <p:extLst>
      <p:ext uri="{BB962C8B-B14F-4D97-AF65-F5344CB8AC3E}">
        <p14:creationId xmlns:p14="http://schemas.microsoft.com/office/powerpoint/2010/main" val="2236153659"/>
      </p:ext>
    </p:extLst>
  </p:cSld>
  <p:clrMapOvr>
    <a:masterClrMapping/>
  </p:clrMapOvr>
  <p:transition spd="med">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Quote_blue">
    <p:spTree>
      <p:nvGrpSpPr>
        <p:cNvPr id="1" name=""/>
        <p:cNvGrpSpPr/>
        <p:nvPr/>
      </p:nvGrpSpPr>
      <p:grpSpPr>
        <a:xfrm>
          <a:off x="0" y="0"/>
          <a:ext cx="0" cy="0"/>
          <a:chOff x="0" y="0"/>
          <a:chExt cx="0" cy="0"/>
        </a:xfrm>
      </p:grpSpPr>
      <p:sp>
        <p:nvSpPr>
          <p:cNvPr id="4" name="Rectangle 2"/>
          <p:cNvSpPr>
            <a:spLocks/>
          </p:cNvSpPr>
          <p:nvPr/>
        </p:nvSpPr>
        <p:spPr bwMode="ltGray">
          <a:xfrm>
            <a:off x="0" y="5257800"/>
            <a:ext cx="9144000" cy="1600200"/>
          </a:xfrm>
          <a:prstGeom prst="rect">
            <a:avLst/>
          </a:prstGeom>
          <a:gradFill rotWithShape="0">
            <a:gsLst>
              <a:gs pos="0">
                <a:srgbClr val="003053"/>
              </a:gs>
              <a:gs pos="100000">
                <a:srgbClr val="0083D4"/>
              </a:gs>
            </a:gsLst>
            <a:lin ang="2400000" scaled="1"/>
          </a:gradFill>
          <a:ln>
            <a:noFill/>
          </a:ln>
          <a:extLst>
            <a:ext uri="{91240B29-F687-4f45-9708-019B960494DF}">
              <a14:hiddenLine xmlns="" xmlns:a14="http://schemas.microsoft.com/office/drawing/2010/main" w="25400">
                <a:solidFill>
                  <a:srgbClr val="000000"/>
                </a:solidFill>
                <a:miter lim="800000"/>
                <a:headEnd/>
                <a:tailEnd/>
              </a14:hiddenLine>
            </a:ext>
          </a:extLst>
        </p:spPr>
        <p:txBody>
          <a:bodyPr lIns="0" tIns="0" rIns="0" bIns="0"/>
          <a:lstStyle/>
          <a:p>
            <a:pPr defTabSz="457200" eaLnBrk="1" hangingPunct="1"/>
            <a:endParaRPr lang="en-US" smtClean="0">
              <a:solidFill>
                <a:srgbClr val="000000"/>
              </a:solidFill>
              <a:latin typeface="Arial" charset="0"/>
            </a:endParaRPr>
          </a:p>
        </p:txBody>
      </p:sp>
      <p:sp>
        <p:nvSpPr>
          <p:cNvPr id="5" name="Rectangle 1"/>
          <p:cNvSpPr>
            <a:spLocks/>
          </p:cNvSpPr>
          <p:nvPr userDrawn="1"/>
        </p:nvSpPr>
        <p:spPr bwMode="auto">
          <a:xfrm>
            <a:off x="0" y="0"/>
            <a:ext cx="9144000" cy="5257800"/>
          </a:xfrm>
          <a:prstGeom prst="rect">
            <a:avLst/>
          </a:prstGeom>
          <a:solidFill>
            <a:srgbClr val="B9E0F7">
              <a:alpha val="59999"/>
            </a:srgbClr>
          </a:solidFill>
          <a:ln>
            <a:noFill/>
          </a:ln>
          <a:extLst>
            <a:ext uri="{91240B29-F687-4f45-9708-019B960494DF}">
              <a14:hiddenLine xmlns="" xmlns:a14="http://schemas.microsoft.com/office/drawing/2010/main" w="25400">
                <a:solidFill>
                  <a:srgbClr val="000000"/>
                </a:solidFill>
                <a:miter lim="800000"/>
                <a:headEnd/>
                <a:tailEnd/>
              </a14:hiddenLine>
            </a:ext>
          </a:extLst>
        </p:spPr>
        <p:txBody>
          <a:bodyPr lIns="0" tIns="0" rIns="0" bIns="0"/>
          <a:lstStyle/>
          <a:p>
            <a:pPr defTabSz="457200" eaLnBrk="1" hangingPunct="1"/>
            <a:endParaRPr lang="en-US" smtClean="0">
              <a:solidFill>
                <a:srgbClr val="C8DF93"/>
              </a:solidFill>
              <a:latin typeface="Arial" charset="0"/>
            </a:endParaRPr>
          </a:p>
        </p:txBody>
      </p:sp>
      <p:sp>
        <p:nvSpPr>
          <p:cNvPr id="2" name="Title 1"/>
          <p:cNvSpPr>
            <a:spLocks noGrp="1"/>
          </p:cNvSpPr>
          <p:nvPr>
            <p:ph type="title"/>
          </p:nvPr>
        </p:nvSpPr>
        <p:spPr>
          <a:xfrm>
            <a:off x="914400" y="1600200"/>
            <a:ext cx="5486400" cy="2057400"/>
          </a:xfrm>
        </p:spPr>
        <p:txBody>
          <a:bodyPr/>
          <a:lstStyle>
            <a:lvl1pPr marL="169863" indent="-169863">
              <a:lnSpc>
                <a:spcPts val="3700"/>
              </a:lnSpc>
              <a:spcAft>
                <a:spcPts val="300"/>
              </a:spcAft>
              <a:defRPr sz="3000" b="0" i="0" baseline="0">
                <a:solidFill>
                  <a:srgbClr val="000000"/>
                </a:solidFill>
                <a:latin typeface="+mn-lt"/>
                <a:cs typeface="Avenir LT Std 65 Medium"/>
              </a:defRPr>
            </a:lvl1pPr>
          </a:lstStyle>
          <a:p>
            <a:r>
              <a:rPr lang="en-US" smtClean="0"/>
              <a:t>Click to edit Master title style</a:t>
            </a:r>
            <a:endParaRPr lang="en-US" dirty="0"/>
          </a:p>
        </p:txBody>
      </p:sp>
      <p:sp>
        <p:nvSpPr>
          <p:cNvPr id="10" name="Text Placeholder 9"/>
          <p:cNvSpPr>
            <a:spLocks noGrp="1"/>
          </p:cNvSpPr>
          <p:nvPr>
            <p:ph type="body" sz="quarter" idx="10"/>
          </p:nvPr>
        </p:nvSpPr>
        <p:spPr>
          <a:xfrm>
            <a:off x="3149070" y="4114800"/>
            <a:ext cx="3200400" cy="728662"/>
          </a:xfrm>
        </p:spPr>
        <p:txBody>
          <a:bodyPr anchor="t"/>
          <a:lstStyle>
            <a:lvl1pPr marL="0" indent="0" algn="r">
              <a:spcBef>
                <a:spcPts val="0"/>
              </a:spcBef>
              <a:spcAft>
                <a:spcPts val="300"/>
              </a:spcAft>
              <a:buFontTx/>
              <a:buNone/>
              <a:defRPr lang="en-US" sz="2600" b="0" i="0" kern="1200" baseline="0" dirty="0">
                <a:solidFill>
                  <a:srgbClr val="007AC2"/>
                </a:solidFill>
                <a:latin typeface="+mn-lt"/>
                <a:ea typeface="+mn-ea"/>
                <a:cs typeface="Avenir LT Std 65 Medium"/>
              </a:defRPr>
            </a:lvl1pPr>
          </a:lstStyle>
          <a:p>
            <a:pPr lvl="0"/>
            <a:r>
              <a:rPr lang="en-US" smtClean="0"/>
              <a:t>Click to edit Master text styles</a:t>
            </a:r>
          </a:p>
        </p:txBody>
      </p:sp>
    </p:spTree>
    <p:extLst>
      <p:ext uri="{BB962C8B-B14F-4D97-AF65-F5344CB8AC3E}">
        <p14:creationId xmlns:p14="http://schemas.microsoft.com/office/powerpoint/2010/main" val="2362159759"/>
      </p:ext>
    </p:extLst>
  </p:cSld>
  <p:clrMapOvr>
    <a:masterClrMapping/>
  </p:clrMapOvr>
  <p:transition spd="med">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_blue">
    <p:spTree>
      <p:nvGrpSpPr>
        <p:cNvPr id="1" name=""/>
        <p:cNvGrpSpPr/>
        <p:nvPr/>
      </p:nvGrpSpPr>
      <p:grpSpPr>
        <a:xfrm>
          <a:off x="0" y="0"/>
          <a:ext cx="0" cy="0"/>
          <a:chOff x="0" y="0"/>
          <a:chExt cx="0" cy="0"/>
        </a:xfrm>
      </p:grpSpPr>
      <p:sp>
        <p:nvSpPr>
          <p:cNvPr id="3" name="Rectangle 1"/>
          <p:cNvSpPr>
            <a:spLocks/>
          </p:cNvSpPr>
          <p:nvPr/>
        </p:nvSpPr>
        <p:spPr bwMode="auto">
          <a:xfrm>
            <a:off x="0" y="0"/>
            <a:ext cx="9144000" cy="6858000"/>
          </a:xfrm>
          <a:prstGeom prst="rect">
            <a:avLst/>
          </a:prstGeom>
          <a:solidFill>
            <a:srgbClr val="B9E0F7">
              <a:alpha val="59999"/>
            </a:srgbClr>
          </a:solidFill>
          <a:ln>
            <a:noFill/>
          </a:ln>
          <a:extLst>
            <a:ext uri="{91240B29-F687-4f45-9708-019B960494DF}">
              <a14:hiddenLine xmlns="" xmlns:a14="http://schemas.microsoft.com/office/drawing/2010/main" w="25400">
                <a:solidFill>
                  <a:srgbClr val="000000"/>
                </a:solidFill>
                <a:miter lim="800000"/>
                <a:headEnd/>
                <a:tailEnd/>
              </a14:hiddenLine>
            </a:ext>
          </a:extLst>
        </p:spPr>
        <p:txBody>
          <a:bodyPr lIns="0" tIns="0" rIns="0" bIns="0"/>
          <a:lstStyle/>
          <a:p>
            <a:pPr defTabSz="457200" eaLnBrk="1" hangingPunct="1"/>
            <a:endParaRPr lang="en-US" smtClean="0">
              <a:solidFill>
                <a:srgbClr val="C8DF93"/>
              </a:solidFill>
              <a:latin typeface="Arial" charset="0"/>
            </a:endParaRPr>
          </a:p>
        </p:txBody>
      </p:sp>
      <p:sp>
        <p:nvSpPr>
          <p:cNvPr id="2" name="Title 1"/>
          <p:cNvSpPr>
            <a:spLocks noGrp="1"/>
          </p:cNvSpPr>
          <p:nvPr>
            <p:ph type="title"/>
          </p:nvPr>
        </p:nvSpPr>
        <p:spPr>
          <a:xfrm>
            <a:off x="685801" y="457200"/>
            <a:ext cx="7312991" cy="484632"/>
          </a:xfrm>
        </p:spPr>
        <p:txBody>
          <a:bodyPr/>
          <a:lstStyle>
            <a:lvl1pPr algn="l" defTabSz="457200" rtl="0" eaLnBrk="1" latinLnBrk="0" hangingPunct="1">
              <a:lnSpc>
                <a:spcPct val="100000"/>
              </a:lnSpc>
              <a:spcBef>
                <a:spcPct val="0"/>
              </a:spcBef>
              <a:buNone/>
              <a:defRPr lang="en-US" sz="2800" b="1" i="0" kern="1200" baseline="0" dirty="0" smtClean="0">
                <a:solidFill>
                  <a:srgbClr val="007AC2"/>
                </a:solidFill>
                <a:latin typeface="+mj-lt"/>
                <a:ea typeface="+mj-ea"/>
                <a:cs typeface="Avenir LT Std 85 Heavy"/>
              </a:defRPr>
            </a:lvl1pPr>
          </a:lstStyle>
          <a:p>
            <a:r>
              <a:rPr lang="en-US" smtClean="0"/>
              <a:t>Click to edit Master title style</a:t>
            </a:r>
            <a:endParaRPr lang="en-US" dirty="0"/>
          </a:p>
        </p:txBody>
      </p:sp>
    </p:spTree>
    <p:extLst>
      <p:ext uri="{BB962C8B-B14F-4D97-AF65-F5344CB8AC3E}">
        <p14:creationId xmlns:p14="http://schemas.microsoft.com/office/powerpoint/2010/main" val="2241516847"/>
      </p:ext>
    </p:extLst>
  </p:cSld>
  <p:clrMapOvr>
    <a:masterClrMapping/>
  </p:clrMapOvr>
  <p:transition spd="med">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_water">
    <p:spTree>
      <p:nvGrpSpPr>
        <p:cNvPr id="1" name=""/>
        <p:cNvGrpSpPr/>
        <p:nvPr/>
      </p:nvGrpSpPr>
      <p:grpSpPr>
        <a:xfrm>
          <a:off x="0" y="0"/>
          <a:ext cx="0" cy="0"/>
          <a:chOff x="0" y="0"/>
          <a:chExt cx="0" cy="0"/>
        </a:xfrm>
      </p:grpSpPr>
      <p:sp>
        <p:nvSpPr>
          <p:cNvPr id="3" name="Rectangle 1"/>
          <p:cNvSpPr>
            <a:spLocks/>
          </p:cNvSpPr>
          <p:nvPr/>
        </p:nvSpPr>
        <p:spPr bwMode="auto">
          <a:xfrm>
            <a:off x="0" y="0"/>
            <a:ext cx="9144000" cy="6858000"/>
          </a:xfrm>
          <a:prstGeom prst="rect">
            <a:avLst/>
          </a:prstGeom>
          <a:solidFill>
            <a:srgbClr val="B9E0F7">
              <a:alpha val="59999"/>
            </a:srgbClr>
          </a:solidFill>
          <a:ln>
            <a:noFill/>
          </a:ln>
          <a:extLst>
            <a:ext uri="{91240B29-F687-4f45-9708-019B960494DF}">
              <a14:hiddenLine xmlns="" xmlns:a14="http://schemas.microsoft.com/office/drawing/2010/main" w="25400">
                <a:solidFill>
                  <a:srgbClr val="000000"/>
                </a:solidFill>
                <a:miter lim="800000"/>
                <a:headEnd/>
                <a:tailEnd/>
              </a14:hiddenLine>
            </a:ext>
          </a:extLst>
        </p:spPr>
        <p:txBody>
          <a:bodyPr lIns="0" tIns="0" rIns="0" bIns="0"/>
          <a:lstStyle/>
          <a:p>
            <a:pPr defTabSz="457200" eaLnBrk="1" hangingPunct="1"/>
            <a:endParaRPr lang="en-US" smtClean="0">
              <a:solidFill>
                <a:srgbClr val="C8DF93"/>
              </a:solidFill>
              <a:latin typeface="Arial" charset="0"/>
            </a:endParaRPr>
          </a:p>
        </p:txBody>
      </p:sp>
      <p:pic>
        <p:nvPicPr>
          <p:cNvPr id="4" name="Picture 4"/>
          <p:cNvPicPr>
            <a:picLocks noChangeAspect="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0" y="2947988"/>
            <a:ext cx="9144000" cy="39100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685801" y="457200"/>
            <a:ext cx="7312991" cy="484632"/>
          </a:xfrm>
        </p:spPr>
        <p:txBody>
          <a:bodyPr/>
          <a:lstStyle>
            <a:lvl1pPr algn="l" defTabSz="457200" rtl="0" eaLnBrk="1" latinLnBrk="0" hangingPunct="1">
              <a:lnSpc>
                <a:spcPct val="100000"/>
              </a:lnSpc>
              <a:spcBef>
                <a:spcPct val="0"/>
              </a:spcBef>
              <a:buNone/>
              <a:defRPr lang="en-US" sz="2800" b="1" i="0" kern="1200" baseline="0" dirty="0" smtClean="0">
                <a:solidFill>
                  <a:srgbClr val="007AC2"/>
                </a:solidFill>
                <a:latin typeface="+mj-lt"/>
                <a:ea typeface="+mj-ea"/>
                <a:cs typeface="Avenir LT Std 85 Heavy"/>
              </a:defRPr>
            </a:lvl1pPr>
          </a:lstStyle>
          <a:p>
            <a:r>
              <a:rPr lang="en-US" smtClean="0"/>
              <a:t>Click to edit Master title style</a:t>
            </a:r>
            <a:endParaRPr lang="en-US" dirty="0"/>
          </a:p>
        </p:txBody>
      </p:sp>
    </p:spTree>
    <p:extLst>
      <p:ext uri="{BB962C8B-B14F-4D97-AF65-F5344CB8AC3E}">
        <p14:creationId xmlns:p14="http://schemas.microsoft.com/office/powerpoint/2010/main" val="531238530"/>
      </p:ext>
    </p:extLst>
  </p:cSld>
  <p:clrMapOvr>
    <a:masterClrMapping/>
  </p:clrMapOvr>
  <p:transition spd="med">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_blue">
    <p:spTree>
      <p:nvGrpSpPr>
        <p:cNvPr id="1" name=""/>
        <p:cNvGrpSpPr/>
        <p:nvPr/>
      </p:nvGrpSpPr>
      <p:grpSpPr>
        <a:xfrm>
          <a:off x="0" y="0"/>
          <a:ext cx="0" cy="0"/>
          <a:chOff x="0" y="0"/>
          <a:chExt cx="0" cy="0"/>
        </a:xfrm>
      </p:grpSpPr>
      <p:sp>
        <p:nvSpPr>
          <p:cNvPr id="2" name="Rectangle 1"/>
          <p:cNvSpPr>
            <a:spLocks/>
          </p:cNvSpPr>
          <p:nvPr/>
        </p:nvSpPr>
        <p:spPr bwMode="auto">
          <a:xfrm>
            <a:off x="0" y="0"/>
            <a:ext cx="9144000" cy="6858000"/>
          </a:xfrm>
          <a:prstGeom prst="rect">
            <a:avLst/>
          </a:prstGeom>
          <a:solidFill>
            <a:srgbClr val="B9E0F7">
              <a:alpha val="59999"/>
            </a:srgbClr>
          </a:solidFill>
          <a:ln>
            <a:noFill/>
          </a:ln>
          <a:extLst>
            <a:ext uri="{91240B29-F687-4f45-9708-019B960494DF}">
              <a14:hiddenLine xmlns="" xmlns:a14="http://schemas.microsoft.com/office/drawing/2010/main" w="25400">
                <a:solidFill>
                  <a:srgbClr val="000000"/>
                </a:solidFill>
                <a:miter lim="800000"/>
                <a:headEnd/>
                <a:tailEnd/>
              </a14:hiddenLine>
            </a:ext>
          </a:extLst>
        </p:spPr>
        <p:txBody>
          <a:bodyPr lIns="0" tIns="0" rIns="0" bIns="0"/>
          <a:lstStyle/>
          <a:p>
            <a:pPr defTabSz="457200" eaLnBrk="1" hangingPunct="1"/>
            <a:endParaRPr lang="en-US" smtClean="0">
              <a:solidFill>
                <a:srgbClr val="C8DF93"/>
              </a:solidFill>
              <a:latin typeface="Arial" charset="0"/>
            </a:endParaRPr>
          </a:p>
        </p:txBody>
      </p:sp>
    </p:spTree>
    <p:extLst>
      <p:ext uri="{BB962C8B-B14F-4D97-AF65-F5344CB8AC3E}">
        <p14:creationId xmlns:p14="http://schemas.microsoft.com/office/powerpoint/2010/main" val="3967200677"/>
      </p:ext>
    </p:extLst>
  </p:cSld>
  <p:clrMapOvr>
    <a:masterClrMapping/>
  </p:clrMapOvr>
  <p:transition spd="med">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blank 2">
    <p:spTree>
      <p:nvGrpSpPr>
        <p:cNvPr id="1" name=""/>
        <p:cNvGrpSpPr/>
        <p:nvPr/>
      </p:nvGrpSpPr>
      <p:grpSpPr>
        <a:xfrm>
          <a:off x="0" y="0"/>
          <a:ext cx="0" cy="0"/>
          <a:chOff x="0" y="0"/>
          <a:chExt cx="0" cy="0"/>
        </a:xfrm>
      </p:grpSpPr>
      <p:sp>
        <p:nvSpPr>
          <p:cNvPr id="2" name="Rectangle 2"/>
          <p:cNvSpPr>
            <a:spLocks/>
          </p:cNvSpPr>
          <p:nvPr/>
        </p:nvSpPr>
        <p:spPr bwMode="ltGray">
          <a:xfrm>
            <a:off x="0" y="5257800"/>
            <a:ext cx="9144000" cy="1600200"/>
          </a:xfrm>
          <a:prstGeom prst="rect">
            <a:avLst/>
          </a:prstGeom>
          <a:gradFill rotWithShape="0">
            <a:gsLst>
              <a:gs pos="0">
                <a:srgbClr val="662506"/>
              </a:gs>
              <a:gs pos="100000">
                <a:srgbClr val="C35327"/>
              </a:gs>
            </a:gsLst>
            <a:lin ang="2400000" scaled="1"/>
          </a:gradFill>
          <a:ln>
            <a:noFill/>
          </a:ln>
          <a:extLst>
            <a:ext uri="{91240B29-F687-4f45-9708-019B960494DF}">
              <a14:hiddenLine xmlns="" xmlns:a14="http://schemas.microsoft.com/office/drawing/2010/main" w="25400">
                <a:solidFill>
                  <a:srgbClr val="000000"/>
                </a:solidFill>
                <a:miter lim="800000"/>
                <a:headEnd/>
                <a:tailEnd/>
              </a14:hiddenLine>
            </a:ext>
          </a:extLst>
        </p:spPr>
        <p:txBody>
          <a:bodyPr lIns="0" tIns="0" rIns="0" bIns="0"/>
          <a:lstStyle/>
          <a:p>
            <a:pPr defTabSz="457200" eaLnBrk="1" hangingPunct="1"/>
            <a:endParaRPr lang="en-US" smtClean="0">
              <a:solidFill>
                <a:srgbClr val="000000"/>
              </a:solidFill>
              <a:latin typeface="Arial" charset="0"/>
            </a:endParaRPr>
          </a:p>
        </p:txBody>
      </p:sp>
    </p:spTree>
    <p:extLst>
      <p:ext uri="{BB962C8B-B14F-4D97-AF65-F5344CB8AC3E}">
        <p14:creationId xmlns:p14="http://schemas.microsoft.com/office/powerpoint/2010/main" val="1305717547"/>
      </p:ext>
    </p:extLst>
  </p:cSld>
  <p:clrMapOvr>
    <a:masterClrMapping/>
  </p:clrMapOvr>
  <p:transition spd="med">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2814" y="687388"/>
            <a:ext cx="7313612" cy="365760"/>
          </a:xfrm>
        </p:spPr>
        <p:txBody>
          <a:bodyPr/>
          <a:lstStyle>
            <a:lvl1pPr>
              <a:defRPr baseline="0"/>
            </a:lvl1pPr>
          </a:lstStyle>
          <a:p>
            <a:r>
              <a:rPr lang="en-US" dirty="0"/>
              <a:t>Click to edit Master title style</a:t>
            </a:r>
            <a:endParaRPr lang="en-US"/>
          </a:p>
        </p:txBody>
      </p:sp>
      <p:sp>
        <p:nvSpPr>
          <p:cNvPr id="5" name="Text Placeholder 4"/>
          <p:cNvSpPr>
            <a:spLocks noGrp="1"/>
          </p:cNvSpPr>
          <p:nvPr>
            <p:ph type="body" sz="quarter" idx="10"/>
          </p:nvPr>
        </p:nvSpPr>
        <p:spPr>
          <a:xfrm>
            <a:off x="912814" y="1078992"/>
            <a:ext cx="7313612" cy="342900"/>
          </a:xfrm>
        </p:spPr>
        <p:txBody>
          <a:bodyPr/>
          <a:lstStyle>
            <a:lvl1pPr marL="0" indent="0">
              <a:buFontTx/>
              <a:buNone/>
              <a:defRPr lang="en-US" sz="1600" b="1" i="1">
                <a:solidFill>
                  <a:schemeClr val="accent2"/>
                </a:solidFill>
                <a:effectLst>
                  <a:outerShdw blurRad="50800" dist="38100" dir="2700000" algn="tl">
                    <a:srgbClr val="000000">
                      <a:alpha val="43000"/>
                    </a:srgbClr>
                  </a:outerShdw>
                </a:effectLst>
                <a:latin typeface="+mj-lt"/>
                <a:ea typeface="+mj-ea"/>
                <a:cs typeface="ＭＳ Ｐゴシック" pitchFamily="-110" charset="-128"/>
              </a:defRPr>
            </a:lvl1pPr>
          </a:lstStyle>
          <a:p>
            <a:pPr lvl="0"/>
            <a:r>
              <a:rPr lang="en-US"/>
              <a:t>Click to edit Master text styles</a:t>
            </a:r>
          </a:p>
        </p:txBody>
      </p:sp>
      <p:sp>
        <p:nvSpPr>
          <p:cNvPr id="12" name="Text Placeholder 11"/>
          <p:cNvSpPr>
            <a:spLocks noGrp="1"/>
          </p:cNvSpPr>
          <p:nvPr>
            <p:ph type="body" sz="quarter" idx="11"/>
          </p:nvPr>
        </p:nvSpPr>
        <p:spPr>
          <a:xfrm>
            <a:off x="911225" y="5716588"/>
            <a:ext cx="7315200" cy="457200"/>
          </a:xfrm>
        </p:spPr>
        <p:txBody>
          <a:bodyPr anchor="b"/>
          <a:lstStyle>
            <a:lvl1pPr algn="r">
              <a:buFontTx/>
              <a:buNone/>
              <a:defRPr sz="1300" i="1">
                <a:solidFill>
                  <a:schemeClr val="accent2"/>
                </a:solidFill>
                <a:effectLst>
                  <a:outerShdw blurRad="50800" dist="38100" dir="2700000" algn="tl">
                    <a:srgbClr val="000000">
                      <a:alpha val="43000"/>
                    </a:srgbClr>
                  </a:outerShdw>
                </a:effectLst>
                <a:latin typeface="Arial"/>
                <a:cs typeface="Arial"/>
              </a:defRPr>
            </a:lvl1pPr>
          </a:lstStyle>
          <a:p>
            <a:pPr lvl="0"/>
            <a:r>
              <a:rPr lang="en-US" smtClean="0"/>
              <a:t>Click to edit Master text styles</a:t>
            </a:r>
          </a:p>
        </p:txBody>
      </p:sp>
    </p:spTree>
    <p:extLst>
      <p:ext uri="{BB962C8B-B14F-4D97-AF65-F5344CB8AC3E}">
        <p14:creationId xmlns:p14="http://schemas.microsoft.com/office/powerpoint/2010/main" val="3755461530"/>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3_Title Only_water">
    <p:spTree>
      <p:nvGrpSpPr>
        <p:cNvPr id="1" name=""/>
        <p:cNvGrpSpPr/>
        <p:nvPr/>
      </p:nvGrpSpPr>
      <p:grpSpPr>
        <a:xfrm>
          <a:off x="0" y="0"/>
          <a:ext cx="0" cy="0"/>
          <a:chOff x="0" y="0"/>
          <a:chExt cx="0" cy="0"/>
        </a:xfrm>
      </p:grpSpPr>
      <p:sp>
        <p:nvSpPr>
          <p:cNvPr id="3" name="Rectangle 1"/>
          <p:cNvSpPr>
            <a:spLocks/>
          </p:cNvSpPr>
          <p:nvPr/>
        </p:nvSpPr>
        <p:spPr bwMode="auto">
          <a:xfrm>
            <a:off x="0" y="0"/>
            <a:ext cx="9144000" cy="6858000"/>
          </a:xfrm>
          <a:prstGeom prst="rect">
            <a:avLst/>
          </a:prstGeom>
          <a:solidFill>
            <a:srgbClr val="B9E0F7">
              <a:alpha val="59999"/>
            </a:srgbClr>
          </a:solidFill>
          <a:ln>
            <a:noFill/>
          </a:ln>
          <a:extLst>
            <a:ext uri="{91240B29-F687-4f45-9708-019B960494DF}">
              <a14:hiddenLine xmlns="" xmlns:a14="http://schemas.microsoft.com/office/drawing/2010/main" w="25400">
                <a:solidFill>
                  <a:srgbClr val="000000"/>
                </a:solidFill>
                <a:miter lim="800000"/>
                <a:headEnd/>
                <a:tailEnd/>
              </a14:hiddenLine>
            </a:ext>
          </a:extLst>
        </p:spPr>
        <p:txBody>
          <a:bodyPr lIns="0" tIns="0" rIns="0" bIns="0"/>
          <a:lstStyle/>
          <a:p>
            <a:pPr defTabSz="457200" eaLnBrk="1" hangingPunct="1"/>
            <a:endParaRPr lang="en-US" smtClean="0">
              <a:solidFill>
                <a:srgbClr val="C8DF93"/>
              </a:solidFill>
              <a:latin typeface="Arial" charset="0"/>
            </a:endParaRPr>
          </a:p>
        </p:txBody>
      </p:sp>
      <p:pic>
        <p:nvPicPr>
          <p:cNvPr id="4" name="Picture 4"/>
          <p:cNvPicPr>
            <a:picLocks noChangeAspect="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0" y="2947988"/>
            <a:ext cx="9144000" cy="39100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685800" y="457200"/>
            <a:ext cx="7312991" cy="484632"/>
          </a:xfrm>
        </p:spPr>
        <p:txBody>
          <a:bodyPr/>
          <a:lstStyle>
            <a:lvl1pPr algn="l" defTabSz="457200" rtl="0" eaLnBrk="1" latinLnBrk="0" hangingPunct="1">
              <a:lnSpc>
                <a:spcPct val="100000"/>
              </a:lnSpc>
              <a:spcBef>
                <a:spcPct val="0"/>
              </a:spcBef>
              <a:buNone/>
              <a:defRPr lang="en-US" sz="3600" b="1" i="0" kern="1200" baseline="0" dirty="0" smtClean="0">
                <a:solidFill>
                  <a:schemeClr val="tx1"/>
                </a:solidFill>
                <a:effectLst>
                  <a:outerShdw blurRad="50800" dist="50800" dir="2700000" algn="tl" rotWithShape="0">
                    <a:srgbClr val="000000">
                      <a:alpha val="43000"/>
                    </a:srgbClr>
                  </a:outerShdw>
                </a:effectLst>
                <a:latin typeface="Candara"/>
                <a:ea typeface="+mj-ea"/>
                <a:cs typeface="Candara"/>
              </a:defRPr>
            </a:lvl1pPr>
          </a:lstStyle>
          <a:p>
            <a:r>
              <a:rPr lang="en-US" dirty="0" smtClean="0"/>
              <a:t>Click to edit Master title style</a:t>
            </a:r>
            <a:endParaRPr lang="en-US" dirty="0"/>
          </a:p>
        </p:txBody>
      </p:sp>
      <p:sp>
        <p:nvSpPr>
          <p:cNvPr id="6" name="Content Placeholder 5"/>
          <p:cNvSpPr>
            <a:spLocks noGrp="1"/>
          </p:cNvSpPr>
          <p:nvPr>
            <p:ph sz="quarter" idx="10"/>
          </p:nvPr>
        </p:nvSpPr>
        <p:spPr>
          <a:xfrm>
            <a:off x="685800" y="1362075"/>
            <a:ext cx="7313613" cy="3775075"/>
          </a:xfrm>
        </p:spPr>
        <p:txBody>
          <a:bodyPr/>
          <a:lstStyle>
            <a:lvl1pPr>
              <a:defRPr>
                <a:latin typeface="Candara"/>
                <a:cs typeface="Candara"/>
              </a:defRPr>
            </a:lvl1pPr>
            <a:lvl2pPr>
              <a:defRPr>
                <a:latin typeface="Candara"/>
                <a:cs typeface="Candara"/>
              </a:defRPr>
            </a:lvl2pPr>
            <a:lvl3pPr>
              <a:defRPr>
                <a:latin typeface="Candara"/>
                <a:cs typeface="Candara"/>
              </a:defRPr>
            </a:lvl3pPr>
            <a:lvl4pPr>
              <a:defRPr>
                <a:latin typeface="Candara"/>
                <a:cs typeface="Candara"/>
              </a:defRPr>
            </a:lvl4pPr>
            <a:lvl5pPr>
              <a:defRPr>
                <a:latin typeface="Candara"/>
                <a:cs typeface="Candara"/>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531238530"/>
      </p:ext>
    </p:extLst>
  </p:cSld>
  <p:clrMapOvr>
    <a:masterClrMapping/>
  </p:clrMapOvr>
  <p:transition spd="med">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4_Title Only_water">
    <p:spTree>
      <p:nvGrpSpPr>
        <p:cNvPr id="1" name=""/>
        <p:cNvGrpSpPr/>
        <p:nvPr/>
      </p:nvGrpSpPr>
      <p:grpSpPr>
        <a:xfrm>
          <a:off x="0" y="0"/>
          <a:ext cx="0" cy="0"/>
          <a:chOff x="0" y="0"/>
          <a:chExt cx="0" cy="0"/>
        </a:xfrm>
      </p:grpSpPr>
      <p:sp>
        <p:nvSpPr>
          <p:cNvPr id="3" name="Rectangle 1"/>
          <p:cNvSpPr>
            <a:spLocks/>
          </p:cNvSpPr>
          <p:nvPr/>
        </p:nvSpPr>
        <p:spPr bwMode="auto">
          <a:xfrm>
            <a:off x="0" y="0"/>
            <a:ext cx="9144000" cy="6858000"/>
          </a:xfrm>
          <a:prstGeom prst="rect">
            <a:avLst/>
          </a:prstGeom>
          <a:solidFill>
            <a:srgbClr val="B9E0F7">
              <a:alpha val="59999"/>
            </a:srgbClr>
          </a:solidFill>
          <a:ln>
            <a:noFill/>
          </a:ln>
          <a:extLst>
            <a:ext uri="{91240B29-F687-4f45-9708-019B960494DF}">
              <a14:hiddenLine xmlns="" xmlns:a14="http://schemas.microsoft.com/office/drawing/2010/main" w="25400">
                <a:solidFill>
                  <a:srgbClr val="000000"/>
                </a:solidFill>
                <a:miter lim="800000"/>
                <a:headEnd/>
                <a:tailEnd/>
              </a14:hiddenLine>
            </a:ext>
          </a:extLst>
        </p:spPr>
        <p:txBody>
          <a:bodyPr lIns="0" tIns="0" rIns="0" bIns="0"/>
          <a:lstStyle/>
          <a:p>
            <a:pPr defTabSz="457200" eaLnBrk="1" hangingPunct="1"/>
            <a:endParaRPr lang="en-US" smtClean="0">
              <a:solidFill>
                <a:srgbClr val="C8DF93"/>
              </a:solidFill>
              <a:latin typeface="Arial" charset="0"/>
            </a:endParaRPr>
          </a:p>
        </p:txBody>
      </p:sp>
      <p:pic>
        <p:nvPicPr>
          <p:cNvPr id="4" name="Picture 4"/>
          <p:cNvPicPr>
            <a:picLocks noChangeAspect="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0" y="2947988"/>
            <a:ext cx="9144000" cy="39100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685800" y="457200"/>
            <a:ext cx="7312991" cy="484632"/>
          </a:xfrm>
        </p:spPr>
        <p:txBody>
          <a:bodyPr/>
          <a:lstStyle>
            <a:lvl1pPr algn="l" defTabSz="457200" rtl="0" eaLnBrk="1" latinLnBrk="0" hangingPunct="1">
              <a:lnSpc>
                <a:spcPct val="100000"/>
              </a:lnSpc>
              <a:spcBef>
                <a:spcPct val="0"/>
              </a:spcBef>
              <a:buNone/>
              <a:defRPr lang="en-US" sz="3600" b="1" i="0" kern="1200" baseline="0" dirty="0" smtClean="0">
                <a:solidFill>
                  <a:schemeClr val="tx1"/>
                </a:solidFill>
                <a:effectLst>
                  <a:outerShdw blurRad="50800" dist="50800" dir="2700000" algn="tl" rotWithShape="0">
                    <a:srgbClr val="000000">
                      <a:alpha val="43000"/>
                    </a:srgbClr>
                  </a:outerShdw>
                </a:effectLst>
                <a:latin typeface="Candara"/>
                <a:ea typeface="+mj-ea"/>
                <a:cs typeface="Candara"/>
              </a:defRPr>
            </a:lvl1pPr>
          </a:lstStyle>
          <a:p>
            <a:r>
              <a:rPr lang="en-US" dirty="0" smtClean="0"/>
              <a:t>Click to edit Master title style</a:t>
            </a:r>
            <a:endParaRPr lang="en-US" dirty="0"/>
          </a:p>
        </p:txBody>
      </p:sp>
      <p:sp>
        <p:nvSpPr>
          <p:cNvPr id="6" name="Content Placeholder 5"/>
          <p:cNvSpPr>
            <a:spLocks noGrp="1"/>
          </p:cNvSpPr>
          <p:nvPr>
            <p:ph sz="quarter" idx="10"/>
          </p:nvPr>
        </p:nvSpPr>
        <p:spPr>
          <a:xfrm>
            <a:off x="685800" y="1362075"/>
            <a:ext cx="7313613" cy="3775075"/>
          </a:xfrm>
        </p:spPr>
        <p:txBody>
          <a:bodyPr/>
          <a:lstStyle>
            <a:lvl1pPr>
              <a:defRPr>
                <a:latin typeface="Candara"/>
                <a:cs typeface="Candara"/>
              </a:defRPr>
            </a:lvl1pPr>
            <a:lvl2pPr>
              <a:defRPr>
                <a:latin typeface="Candara"/>
                <a:cs typeface="Candara"/>
              </a:defRPr>
            </a:lvl2pPr>
            <a:lvl3pPr>
              <a:defRPr>
                <a:latin typeface="Candara"/>
                <a:cs typeface="Candara"/>
              </a:defRPr>
            </a:lvl3pPr>
            <a:lvl4pPr>
              <a:defRPr>
                <a:latin typeface="Candara"/>
                <a:cs typeface="Candara"/>
              </a:defRPr>
            </a:lvl4pPr>
            <a:lvl5pPr>
              <a:defRPr>
                <a:latin typeface="Candara"/>
                <a:cs typeface="Candara"/>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531238530"/>
      </p:ext>
    </p:extLst>
  </p:cSld>
  <p:clrMapOvr>
    <a:masterClrMapping/>
  </p:clrMapOvr>
  <p:transition spd="med">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5_Title Only_water">
    <p:spTree>
      <p:nvGrpSpPr>
        <p:cNvPr id="1" name=""/>
        <p:cNvGrpSpPr/>
        <p:nvPr/>
      </p:nvGrpSpPr>
      <p:grpSpPr>
        <a:xfrm>
          <a:off x="0" y="0"/>
          <a:ext cx="0" cy="0"/>
          <a:chOff x="0" y="0"/>
          <a:chExt cx="0" cy="0"/>
        </a:xfrm>
      </p:grpSpPr>
      <p:sp>
        <p:nvSpPr>
          <p:cNvPr id="3" name="Rectangle 1"/>
          <p:cNvSpPr>
            <a:spLocks/>
          </p:cNvSpPr>
          <p:nvPr/>
        </p:nvSpPr>
        <p:spPr bwMode="auto">
          <a:xfrm>
            <a:off x="0" y="0"/>
            <a:ext cx="9144000" cy="6858000"/>
          </a:xfrm>
          <a:prstGeom prst="rect">
            <a:avLst/>
          </a:prstGeom>
          <a:solidFill>
            <a:srgbClr val="B9E0F7">
              <a:alpha val="59999"/>
            </a:srgbClr>
          </a:solidFill>
          <a:ln>
            <a:noFill/>
          </a:ln>
          <a:extLst>
            <a:ext uri="{91240B29-F687-4f45-9708-019B960494DF}">
              <a14:hiddenLine xmlns="" xmlns:a14="http://schemas.microsoft.com/office/drawing/2010/main" w="25400">
                <a:solidFill>
                  <a:srgbClr val="000000"/>
                </a:solidFill>
                <a:miter lim="800000"/>
                <a:headEnd/>
                <a:tailEnd/>
              </a14:hiddenLine>
            </a:ext>
          </a:extLst>
        </p:spPr>
        <p:txBody>
          <a:bodyPr lIns="0" tIns="0" rIns="0" bIns="0"/>
          <a:lstStyle/>
          <a:p>
            <a:pPr defTabSz="457200" eaLnBrk="1" hangingPunct="1"/>
            <a:endParaRPr lang="en-US" smtClean="0">
              <a:solidFill>
                <a:srgbClr val="C8DF93"/>
              </a:solidFill>
              <a:latin typeface="Arial" charset="0"/>
            </a:endParaRPr>
          </a:p>
        </p:txBody>
      </p:sp>
      <p:pic>
        <p:nvPicPr>
          <p:cNvPr id="4" name="Picture 4"/>
          <p:cNvPicPr>
            <a:picLocks noChangeAspect="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0" y="2947988"/>
            <a:ext cx="9144000" cy="39100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685800" y="457200"/>
            <a:ext cx="7312991" cy="484632"/>
          </a:xfrm>
        </p:spPr>
        <p:txBody>
          <a:bodyPr/>
          <a:lstStyle>
            <a:lvl1pPr algn="l" defTabSz="457200" rtl="0" eaLnBrk="1" latinLnBrk="0" hangingPunct="1">
              <a:lnSpc>
                <a:spcPct val="100000"/>
              </a:lnSpc>
              <a:spcBef>
                <a:spcPct val="0"/>
              </a:spcBef>
              <a:buNone/>
              <a:defRPr lang="en-US" sz="3600" b="1" i="0" kern="1200" baseline="0" dirty="0" smtClean="0">
                <a:solidFill>
                  <a:schemeClr val="tx1"/>
                </a:solidFill>
                <a:effectLst>
                  <a:outerShdw blurRad="50800" dist="50800" dir="2700000" algn="tl" rotWithShape="0">
                    <a:srgbClr val="000000">
                      <a:alpha val="43000"/>
                    </a:srgbClr>
                  </a:outerShdw>
                </a:effectLst>
                <a:latin typeface="Candara"/>
                <a:ea typeface="+mj-ea"/>
                <a:cs typeface="Candara"/>
              </a:defRPr>
            </a:lvl1pPr>
          </a:lstStyle>
          <a:p>
            <a:r>
              <a:rPr lang="en-US" dirty="0" smtClean="0"/>
              <a:t>Click to edit Master title style</a:t>
            </a:r>
            <a:endParaRPr lang="en-US" dirty="0"/>
          </a:p>
        </p:txBody>
      </p:sp>
      <p:sp>
        <p:nvSpPr>
          <p:cNvPr id="6" name="Content Placeholder 5"/>
          <p:cNvSpPr>
            <a:spLocks noGrp="1"/>
          </p:cNvSpPr>
          <p:nvPr>
            <p:ph sz="quarter" idx="10"/>
          </p:nvPr>
        </p:nvSpPr>
        <p:spPr>
          <a:xfrm>
            <a:off x="685800" y="1362075"/>
            <a:ext cx="7313613" cy="3775075"/>
          </a:xfrm>
        </p:spPr>
        <p:txBody>
          <a:bodyPr/>
          <a:lstStyle>
            <a:lvl1pPr>
              <a:defRPr>
                <a:latin typeface="Candara"/>
                <a:cs typeface="Candara"/>
              </a:defRPr>
            </a:lvl1pPr>
            <a:lvl2pPr>
              <a:defRPr>
                <a:latin typeface="Candara"/>
                <a:cs typeface="Candara"/>
              </a:defRPr>
            </a:lvl2pPr>
            <a:lvl3pPr>
              <a:defRPr>
                <a:latin typeface="Candara"/>
                <a:cs typeface="Candara"/>
              </a:defRPr>
            </a:lvl3pPr>
            <a:lvl4pPr>
              <a:defRPr>
                <a:latin typeface="Candara"/>
                <a:cs typeface="Candara"/>
              </a:defRPr>
            </a:lvl4pPr>
            <a:lvl5pPr>
              <a:defRPr>
                <a:latin typeface="Candara"/>
                <a:cs typeface="Candara"/>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531238530"/>
      </p:ext>
    </p:extLst>
  </p:cSld>
  <p:clrMapOvr>
    <a:masterClrMapping/>
  </p:clrMapOvr>
  <p:transition spd="med">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_blue">
    <p:spTree>
      <p:nvGrpSpPr>
        <p:cNvPr id="1" name=""/>
        <p:cNvGrpSpPr/>
        <p:nvPr/>
      </p:nvGrpSpPr>
      <p:grpSpPr>
        <a:xfrm>
          <a:off x="0" y="0"/>
          <a:ext cx="0" cy="0"/>
          <a:chOff x="0" y="0"/>
          <a:chExt cx="0" cy="0"/>
        </a:xfrm>
      </p:grpSpPr>
      <p:sp>
        <p:nvSpPr>
          <p:cNvPr id="7" name="Rectangle 2"/>
          <p:cNvSpPr>
            <a:spLocks/>
          </p:cNvSpPr>
          <p:nvPr/>
        </p:nvSpPr>
        <p:spPr bwMode="hidden">
          <a:xfrm>
            <a:off x="0" y="0"/>
            <a:ext cx="9144000" cy="5257800"/>
          </a:xfrm>
          <a:prstGeom prst="rect">
            <a:avLst/>
          </a:prstGeom>
          <a:gradFill rotWithShape="0">
            <a:gsLst>
              <a:gs pos="0">
                <a:srgbClr val="004575"/>
              </a:gs>
              <a:gs pos="100000">
                <a:srgbClr val="007AC2"/>
              </a:gs>
            </a:gsLst>
            <a:lin ang="2400000" scaled="1"/>
          </a:gradFill>
          <a:ln w="25400" cap="flat">
            <a:noFill/>
            <a:miter lim="800000"/>
            <a:headEnd type="none" w="med" len="med"/>
            <a:tailEnd type="none" w="med" len="med"/>
          </a:ln>
        </p:spPr>
        <p:txBody>
          <a:bodyPr lIns="0" tIns="0" rIns="0" bIns="0">
            <a:prstTxWarp prst="textNoShape">
              <a:avLst/>
            </a:prstTxWarp>
          </a:bodyPr>
          <a:lstStyle/>
          <a:p>
            <a:pPr defTabSz="457200" eaLnBrk="1" fontAlgn="auto" hangingPunct="1">
              <a:spcBef>
                <a:spcPts val="0"/>
              </a:spcBef>
              <a:spcAft>
                <a:spcPts val="0"/>
              </a:spcAft>
            </a:pPr>
            <a:endParaRPr lang="en-US">
              <a:solidFill>
                <a:prstClr val="black"/>
              </a:solidFill>
              <a:latin typeface="Arial"/>
              <a:ea typeface="ＭＳ Ｐゴシック"/>
              <a:cs typeface="ＭＳ Ｐゴシック"/>
            </a:endParaRPr>
          </a:p>
        </p:txBody>
      </p:sp>
      <p:sp>
        <p:nvSpPr>
          <p:cNvPr id="2" name="Title 1"/>
          <p:cNvSpPr>
            <a:spLocks noGrp="1"/>
          </p:cNvSpPr>
          <p:nvPr>
            <p:ph type="ctrTitle" hasCustomPrompt="1"/>
          </p:nvPr>
        </p:nvSpPr>
        <p:spPr>
          <a:xfrm>
            <a:off x="1371600" y="1828800"/>
            <a:ext cx="6400800" cy="1271016"/>
          </a:xfrm>
        </p:spPr>
        <p:txBody>
          <a:bodyPr rIns="0" anchor="b">
            <a:noAutofit/>
          </a:bodyPr>
          <a:lstStyle>
            <a:lvl1pPr algn="l">
              <a:defRPr sz="5400" b="1" i="0">
                <a:solidFill>
                  <a:srgbClr val="FFFFFF"/>
                </a:solidFill>
                <a:latin typeface="+mj-lt"/>
                <a:cs typeface="Avenir LT Std 55 Roman" pitchFamily="34" charset="0"/>
              </a:defRPr>
            </a:lvl1pPr>
          </a:lstStyle>
          <a:p>
            <a:r>
              <a:rPr lang="en-US" dirty="0"/>
              <a:t>Presentation title</a:t>
            </a:r>
          </a:p>
        </p:txBody>
      </p:sp>
      <p:sp>
        <p:nvSpPr>
          <p:cNvPr id="3" name="Subtitle 2"/>
          <p:cNvSpPr>
            <a:spLocks noGrp="1"/>
          </p:cNvSpPr>
          <p:nvPr>
            <p:ph type="subTitle" idx="1" hasCustomPrompt="1"/>
          </p:nvPr>
        </p:nvSpPr>
        <p:spPr>
          <a:xfrm>
            <a:off x="1371600" y="3246120"/>
            <a:ext cx="6400800" cy="758952"/>
          </a:xfrm>
        </p:spPr>
        <p:txBody>
          <a:bodyPr>
            <a:noAutofit/>
          </a:bodyPr>
          <a:lstStyle>
            <a:lvl1pPr marL="0" indent="0" algn="l">
              <a:spcBef>
                <a:spcPts val="0"/>
              </a:spcBef>
              <a:spcAft>
                <a:spcPts val="300"/>
              </a:spcAft>
              <a:buNone/>
              <a:defRPr sz="2400" b="0" i="0">
                <a:solidFill>
                  <a:schemeClr val="bg1"/>
                </a:solidFill>
                <a:latin typeface="+mn-lt"/>
                <a:cs typeface="Avenir LT Std 65 Medium"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Name of Presenter(s)</a:t>
            </a:r>
          </a:p>
        </p:txBody>
      </p:sp>
    </p:spTree>
    <p:extLst>
      <p:ext uri="{BB962C8B-B14F-4D97-AF65-F5344CB8AC3E}">
        <p14:creationId xmlns:p14="http://schemas.microsoft.com/office/powerpoint/2010/main" val="3846882631"/>
      </p:ext>
    </p:extLst>
  </p:cSld>
  <p:clrMapOvr>
    <a:masterClrMapping/>
  </p:clrMapOvr>
  <p:transition spd="med">
    <p:fade/>
  </p:transition>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_blue">
    <p:spTree>
      <p:nvGrpSpPr>
        <p:cNvPr id="1" name=""/>
        <p:cNvGrpSpPr/>
        <p:nvPr/>
      </p:nvGrpSpPr>
      <p:grpSpPr>
        <a:xfrm>
          <a:off x="0" y="0"/>
          <a:ext cx="0" cy="0"/>
          <a:chOff x="0" y="0"/>
          <a:chExt cx="0" cy="0"/>
        </a:xfrm>
      </p:grpSpPr>
      <p:sp>
        <p:nvSpPr>
          <p:cNvPr id="8" name="Rectangle 1"/>
          <p:cNvSpPr>
            <a:spLocks/>
          </p:cNvSpPr>
          <p:nvPr/>
        </p:nvSpPr>
        <p:spPr bwMode="auto">
          <a:xfrm>
            <a:off x="0" y="0"/>
            <a:ext cx="9144000" cy="5257800"/>
          </a:xfrm>
          <a:prstGeom prst="rect">
            <a:avLst/>
          </a:prstGeom>
          <a:solidFill>
            <a:srgbClr val="B9E0F7">
              <a:alpha val="60000"/>
            </a:srgbClr>
          </a:solidFill>
          <a:ln w="25400" cap="flat">
            <a:noFill/>
            <a:miter lim="800000"/>
            <a:headEnd type="none" w="med" len="med"/>
            <a:tailEnd type="none" w="med" len="med"/>
          </a:ln>
        </p:spPr>
        <p:txBody>
          <a:bodyPr lIns="0" tIns="0" rIns="0" bIns="0">
            <a:prstTxWarp prst="textNoShape">
              <a:avLst/>
            </a:prstTxWarp>
          </a:bodyPr>
          <a:lstStyle/>
          <a:p>
            <a:pPr defTabSz="457200" eaLnBrk="1" fontAlgn="auto" hangingPunct="1">
              <a:spcBef>
                <a:spcPts val="0"/>
              </a:spcBef>
              <a:spcAft>
                <a:spcPts val="0"/>
              </a:spcAft>
            </a:pPr>
            <a:endParaRPr lang="en-US">
              <a:solidFill>
                <a:srgbClr val="A3CA4B">
                  <a:lumMod val="60000"/>
                  <a:lumOff val="40000"/>
                </a:srgbClr>
              </a:solidFill>
              <a:latin typeface="Arial"/>
              <a:ea typeface="ＭＳ Ｐゴシック"/>
              <a:cs typeface="ＭＳ Ｐゴシック"/>
            </a:endParaRPr>
          </a:p>
        </p:txBody>
      </p:sp>
      <p:sp>
        <p:nvSpPr>
          <p:cNvPr id="6" name="Rectangle 2"/>
          <p:cNvSpPr>
            <a:spLocks/>
          </p:cNvSpPr>
          <p:nvPr/>
        </p:nvSpPr>
        <p:spPr bwMode="ltGray">
          <a:xfrm>
            <a:off x="0" y="5257800"/>
            <a:ext cx="9144000" cy="1600200"/>
          </a:xfrm>
          <a:prstGeom prst="rect">
            <a:avLst/>
          </a:prstGeom>
          <a:gradFill rotWithShape="0">
            <a:gsLst>
              <a:gs pos="0">
                <a:srgbClr val="003053"/>
              </a:gs>
              <a:gs pos="100000">
                <a:srgbClr val="0083D4"/>
              </a:gs>
            </a:gsLst>
            <a:lin ang="2400000" scaled="1"/>
          </a:gradFill>
          <a:ln w="25400" cap="flat">
            <a:noFill/>
            <a:miter lim="800000"/>
            <a:headEnd type="none" w="med" len="med"/>
            <a:tailEnd type="none" w="med" len="med"/>
          </a:ln>
        </p:spPr>
        <p:txBody>
          <a:bodyPr lIns="0" tIns="0" rIns="0" bIns="0">
            <a:prstTxWarp prst="textNoShape">
              <a:avLst/>
            </a:prstTxWarp>
          </a:bodyPr>
          <a:lstStyle/>
          <a:p>
            <a:pPr defTabSz="457200" eaLnBrk="1" fontAlgn="auto" hangingPunct="1">
              <a:spcBef>
                <a:spcPts val="0"/>
              </a:spcBef>
              <a:spcAft>
                <a:spcPts val="0"/>
              </a:spcAft>
            </a:pPr>
            <a:endParaRPr lang="en-US">
              <a:solidFill>
                <a:prstClr val="black"/>
              </a:solidFill>
              <a:latin typeface="Arial"/>
              <a:ea typeface="ＭＳ Ｐゴシック"/>
              <a:cs typeface="ＭＳ Ｐゴシック"/>
            </a:endParaRPr>
          </a:p>
        </p:txBody>
      </p:sp>
      <p:sp>
        <p:nvSpPr>
          <p:cNvPr id="2" name="Title 1"/>
          <p:cNvSpPr>
            <a:spLocks noGrp="1"/>
          </p:cNvSpPr>
          <p:nvPr>
            <p:ph type="title" hasCustomPrompt="1"/>
          </p:nvPr>
        </p:nvSpPr>
        <p:spPr>
          <a:xfrm>
            <a:off x="685800" y="457202"/>
            <a:ext cx="7315200" cy="484631"/>
          </a:xfrm>
        </p:spPr>
        <p:txBody>
          <a:bodyPr anchor="t"/>
          <a:lstStyle>
            <a:lvl1pPr>
              <a:defRPr lang="en-US" sz="3000" b="1" i="0" kern="1200" dirty="0">
                <a:solidFill>
                  <a:srgbClr val="007AC2"/>
                </a:solidFill>
                <a:latin typeface="+mj-lt"/>
                <a:ea typeface="+mj-ea"/>
                <a:cs typeface="Avenir LT Std 55 Roman" pitchFamily="34" charset="0"/>
              </a:defRPr>
            </a:lvl1pPr>
          </a:lstStyle>
          <a:p>
            <a:r>
              <a:rPr lang="en-US" dirty="0"/>
              <a:t>Click to edit master title style</a:t>
            </a:r>
          </a:p>
        </p:txBody>
      </p:sp>
      <p:sp>
        <p:nvSpPr>
          <p:cNvPr id="3" name="Content Placeholder 2"/>
          <p:cNvSpPr>
            <a:spLocks noGrp="1"/>
          </p:cNvSpPr>
          <p:nvPr>
            <p:ph idx="1" hasCustomPrompt="1"/>
          </p:nvPr>
        </p:nvSpPr>
        <p:spPr>
          <a:xfrm>
            <a:off x="685800" y="1602421"/>
            <a:ext cx="5486400" cy="2286000"/>
          </a:xfrm>
        </p:spPr>
        <p:txBody>
          <a:bodyPr/>
          <a:lstStyle>
            <a:lvl1pPr marL="0" marR="0" indent="0" algn="l" defTabSz="457200" rtl="0" eaLnBrk="1" fontAlgn="auto" latinLnBrk="0" hangingPunct="1">
              <a:lnSpc>
                <a:spcPct val="100000"/>
              </a:lnSpc>
              <a:spcBef>
                <a:spcPts val="300"/>
              </a:spcBef>
              <a:spcAft>
                <a:spcPts val="1200"/>
              </a:spcAft>
              <a:buClrTx/>
              <a:buSzPct val="80000"/>
              <a:buFontTx/>
              <a:buNone/>
              <a:tabLst/>
              <a:defRPr lang="en-US" sz="2600" b="0" i="0" kern="1200">
                <a:solidFill>
                  <a:schemeClr val="tx1"/>
                </a:solidFill>
                <a:latin typeface="+mn-lt"/>
                <a:ea typeface="+mn-ea"/>
                <a:cs typeface="Avenir LT Std 65 Medium" pitchFamily="34" charset="0"/>
              </a:defRPr>
            </a:lvl1pPr>
            <a:lvl2pPr marL="173038" indent="-173038">
              <a:defRPr/>
            </a:lvl2pPr>
            <a:lvl3pPr>
              <a:buFontTx/>
              <a:buNone/>
              <a:defRPr lang="en-US" sz="2400" b="0" i="0" kern="1200">
                <a:solidFill>
                  <a:schemeClr val="tx1"/>
                </a:solidFill>
                <a:latin typeface="Avenir LT Std 55 Roman"/>
                <a:ea typeface="+mn-ea"/>
                <a:cs typeface="Avenir LT Std 55 Roman"/>
              </a:defRPr>
            </a:lvl3pPr>
            <a:lvl4pPr>
              <a:defRPr/>
            </a:lvl4pPr>
            <a:lvl5pPr>
              <a:lnSpc>
                <a:spcPts val="1800"/>
              </a:lnSpc>
              <a:defRPr/>
            </a:lvl5pPr>
          </a:lstStyle>
          <a:p>
            <a:pPr marL="0" marR="0" lvl="0" indent="0" algn="l" defTabSz="457200" rtl="0" eaLnBrk="1" fontAlgn="auto" latinLnBrk="0" hangingPunct="1">
              <a:lnSpc>
                <a:spcPct val="100000"/>
              </a:lnSpc>
              <a:spcBef>
                <a:spcPts val="300"/>
              </a:spcBef>
              <a:spcAft>
                <a:spcPts val="1200"/>
              </a:spcAft>
              <a:buClrTx/>
              <a:buSzPct val="80000"/>
              <a:buFontTx/>
              <a:buNone/>
              <a:tabLst/>
              <a:defRPr/>
            </a:pPr>
            <a:r>
              <a:rPr kumimoji="0" lang="en-US" sz="2600" b="0" i="0" u="none" strike="noStrike" kern="1200" cap="none" spc="0" normalizeH="0" baseline="0" noProof="0" dirty="0">
                <a:ln>
                  <a:noFill/>
                </a:ln>
                <a:solidFill>
                  <a:prstClr val="black"/>
                </a:solidFill>
                <a:effectLst/>
                <a:uLnTx/>
                <a:uFillTx/>
                <a:latin typeface="Avenir LT Std 65 Medium"/>
                <a:ea typeface="+mn-ea"/>
                <a:cs typeface="Avenir LT Std 65 Medium"/>
              </a:rPr>
              <a:t>Click to edit body text</a:t>
            </a:r>
          </a:p>
        </p:txBody>
      </p:sp>
    </p:spTree>
    <p:extLst>
      <p:ext uri="{BB962C8B-B14F-4D97-AF65-F5344CB8AC3E}">
        <p14:creationId xmlns:p14="http://schemas.microsoft.com/office/powerpoint/2010/main" val="4225866279"/>
      </p:ext>
    </p:extLst>
  </p:cSld>
  <p:clrMapOvr>
    <a:masterClrMapping/>
  </p:clrMapOvr>
  <p:transition spd="med">
    <p:fade/>
  </p:transition>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_bullet_blue">
    <p:spTree>
      <p:nvGrpSpPr>
        <p:cNvPr id="1" name=""/>
        <p:cNvGrpSpPr/>
        <p:nvPr/>
      </p:nvGrpSpPr>
      <p:grpSpPr>
        <a:xfrm>
          <a:off x="0" y="0"/>
          <a:ext cx="0" cy="0"/>
          <a:chOff x="0" y="0"/>
          <a:chExt cx="0" cy="0"/>
        </a:xfrm>
      </p:grpSpPr>
      <p:sp>
        <p:nvSpPr>
          <p:cNvPr id="4" name="Rectangle 1"/>
          <p:cNvSpPr>
            <a:spLocks/>
          </p:cNvSpPr>
          <p:nvPr userDrawn="1"/>
        </p:nvSpPr>
        <p:spPr bwMode="auto">
          <a:xfrm>
            <a:off x="0" y="0"/>
            <a:ext cx="9144000" cy="5257800"/>
          </a:xfrm>
          <a:prstGeom prst="rect">
            <a:avLst/>
          </a:prstGeom>
          <a:solidFill>
            <a:srgbClr val="B9E0F7">
              <a:alpha val="60000"/>
            </a:srgbClr>
          </a:solidFill>
          <a:ln w="25400" cap="flat">
            <a:noFill/>
            <a:miter lim="800000"/>
            <a:headEnd type="none" w="med" len="med"/>
            <a:tailEnd type="none" w="med" len="med"/>
          </a:ln>
        </p:spPr>
        <p:txBody>
          <a:bodyPr lIns="0" tIns="0" rIns="0" bIns="0">
            <a:prstTxWarp prst="textNoShape">
              <a:avLst/>
            </a:prstTxWarp>
          </a:bodyPr>
          <a:lstStyle/>
          <a:p>
            <a:pPr defTabSz="457200" eaLnBrk="1" fontAlgn="auto" hangingPunct="1">
              <a:spcBef>
                <a:spcPts val="0"/>
              </a:spcBef>
              <a:spcAft>
                <a:spcPts val="0"/>
              </a:spcAft>
            </a:pPr>
            <a:endParaRPr lang="en-US">
              <a:solidFill>
                <a:srgbClr val="A3CA4B">
                  <a:lumMod val="60000"/>
                  <a:lumOff val="40000"/>
                </a:srgbClr>
              </a:solidFill>
              <a:latin typeface="Arial"/>
              <a:ea typeface="ＭＳ Ｐゴシック"/>
              <a:cs typeface="ＭＳ Ｐゴシック"/>
            </a:endParaRPr>
          </a:p>
        </p:txBody>
      </p:sp>
      <p:sp>
        <p:nvSpPr>
          <p:cNvPr id="5" name="Rectangle 1"/>
          <p:cNvSpPr>
            <a:spLocks/>
          </p:cNvSpPr>
          <p:nvPr userDrawn="1"/>
        </p:nvSpPr>
        <p:spPr bwMode="ltGray">
          <a:xfrm>
            <a:off x="0" y="5257800"/>
            <a:ext cx="9144000" cy="1600200"/>
          </a:xfrm>
          <a:prstGeom prst="rect">
            <a:avLst/>
          </a:prstGeom>
          <a:gradFill rotWithShape="0">
            <a:gsLst>
              <a:gs pos="0">
                <a:srgbClr val="003053"/>
              </a:gs>
              <a:gs pos="100000">
                <a:srgbClr val="0083D4"/>
              </a:gs>
            </a:gsLst>
            <a:lin ang="2400000" scaled="1"/>
          </a:gradFill>
          <a:ln w="25400" cap="flat">
            <a:noFill/>
            <a:miter lim="800000"/>
            <a:headEnd type="none" w="med" len="med"/>
            <a:tailEnd type="none" w="med" len="med"/>
          </a:ln>
        </p:spPr>
        <p:txBody>
          <a:bodyPr lIns="0" tIns="0" rIns="0" bIns="0">
            <a:prstTxWarp prst="textNoShape">
              <a:avLst/>
            </a:prstTxWarp>
          </a:bodyPr>
          <a:lstStyle/>
          <a:p>
            <a:pPr defTabSz="457200" eaLnBrk="1" fontAlgn="auto" hangingPunct="1">
              <a:spcBef>
                <a:spcPts val="0"/>
              </a:spcBef>
              <a:spcAft>
                <a:spcPts val="0"/>
              </a:spcAft>
            </a:pPr>
            <a:endParaRPr lang="en-US">
              <a:solidFill>
                <a:prstClr val="black"/>
              </a:solidFill>
              <a:latin typeface="Arial"/>
              <a:ea typeface="ＭＳ Ｐゴシック"/>
              <a:cs typeface="ＭＳ Ｐゴシック"/>
            </a:endParaRPr>
          </a:p>
        </p:txBody>
      </p:sp>
      <p:sp>
        <p:nvSpPr>
          <p:cNvPr id="2" name="Title 1"/>
          <p:cNvSpPr>
            <a:spLocks noGrp="1"/>
          </p:cNvSpPr>
          <p:nvPr>
            <p:ph type="title" hasCustomPrompt="1"/>
          </p:nvPr>
        </p:nvSpPr>
        <p:spPr/>
        <p:txBody>
          <a:bodyPr/>
          <a:lstStyle>
            <a:lvl1pPr algn="l" defTabSz="457200" rtl="0" eaLnBrk="1" latinLnBrk="0" hangingPunct="1">
              <a:lnSpc>
                <a:spcPct val="100000"/>
              </a:lnSpc>
              <a:spcBef>
                <a:spcPct val="0"/>
              </a:spcBef>
              <a:buNone/>
              <a:defRPr lang="en-US" sz="3000" b="1" i="0" kern="1200">
                <a:solidFill>
                  <a:srgbClr val="007AC2"/>
                </a:solidFill>
                <a:latin typeface="+mj-lt"/>
                <a:ea typeface="+mj-ea"/>
                <a:cs typeface="Avenir LT Std 55 Roman" pitchFamily="34" charset="0"/>
              </a:defRPr>
            </a:lvl1pPr>
          </a:lstStyle>
          <a:p>
            <a:r>
              <a:rPr lang="en-US"/>
              <a:t>Click to edit master title style</a:t>
            </a:r>
          </a:p>
        </p:txBody>
      </p:sp>
      <p:sp>
        <p:nvSpPr>
          <p:cNvPr id="3" name="Content Placeholder 2"/>
          <p:cNvSpPr>
            <a:spLocks noGrp="1"/>
          </p:cNvSpPr>
          <p:nvPr>
            <p:ph idx="1"/>
          </p:nvPr>
        </p:nvSpPr>
        <p:spPr/>
        <p:txBody>
          <a:bodyPr/>
          <a:lstStyle>
            <a:lvl2pPr marL="402336" indent="-173736">
              <a:lnSpc>
                <a:spcPts val="2700"/>
              </a:lnSpc>
              <a:spcAft>
                <a:spcPts val="1200"/>
              </a:spcAft>
              <a:defRPr sz="2400">
                <a:latin typeface="+mn-lt"/>
              </a:defRPr>
            </a:lvl2pPr>
            <a:lvl3pPr marL="569913" indent="-109538">
              <a:lnSpc>
                <a:spcPct val="100000"/>
              </a:lnSpc>
              <a:spcAft>
                <a:spcPts val="600"/>
              </a:spcAft>
              <a:defRPr sz="2400">
                <a:latin typeface="+mn-lt"/>
              </a:defRPr>
            </a:lvl3pPr>
            <a:lvl4pPr marL="800100" indent="-174625">
              <a:lnSpc>
                <a:spcPct val="100000"/>
              </a:lnSpc>
              <a:spcAft>
                <a:spcPts val="600"/>
              </a:spcAft>
              <a:defRPr sz="2400">
                <a:latin typeface="+mn-lt"/>
              </a:defRPr>
            </a:lvl4pPr>
            <a:lvl5pPr>
              <a:lnSpc>
                <a:spcPct val="100000"/>
              </a:lnSpc>
              <a:spcAft>
                <a:spcPts val="600"/>
              </a:spcAft>
              <a:defRPr sz="2400">
                <a:latin typeface="+mn-l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146868545"/>
      </p:ext>
    </p:extLst>
  </p:cSld>
  <p:clrMapOvr>
    <a:masterClrMapping/>
  </p:clrMapOvr>
  <p:transition spd="med">
    <p:fade/>
  </p:transition>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BIG title_blue">
    <p:spTree>
      <p:nvGrpSpPr>
        <p:cNvPr id="1" name=""/>
        <p:cNvGrpSpPr/>
        <p:nvPr/>
      </p:nvGrpSpPr>
      <p:grpSpPr>
        <a:xfrm>
          <a:off x="0" y="0"/>
          <a:ext cx="0" cy="0"/>
          <a:chOff x="0" y="0"/>
          <a:chExt cx="0" cy="0"/>
        </a:xfrm>
      </p:grpSpPr>
      <p:sp>
        <p:nvSpPr>
          <p:cNvPr id="6" name="Rectangle 2"/>
          <p:cNvSpPr>
            <a:spLocks/>
          </p:cNvSpPr>
          <p:nvPr/>
        </p:nvSpPr>
        <p:spPr bwMode="ltGray">
          <a:xfrm>
            <a:off x="0" y="5257800"/>
            <a:ext cx="9144000" cy="1600200"/>
          </a:xfrm>
          <a:prstGeom prst="rect">
            <a:avLst/>
          </a:prstGeom>
          <a:gradFill rotWithShape="0">
            <a:gsLst>
              <a:gs pos="0">
                <a:srgbClr val="003053"/>
              </a:gs>
              <a:gs pos="100000">
                <a:srgbClr val="0083D4"/>
              </a:gs>
            </a:gsLst>
            <a:lin ang="2400000" scaled="1"/>
          </a:gradFill>
          <a:ln w="25400" cap="flat">
            <a:noFill/>
            <a:miter lim="800000"/>
            <a:headEnd type="none" w="med" len="med"/>
            <a:tailEnd type="none" w="med" len="med"/>
          </a:ln>
        </p:spPr>
        <p:txBody>
          <a:bodyPr lIns="0" tIns="0" rIns="0" bIns="0">
            <a:prstTxWarp prst="textNoShape">
              <a:avLst/>
            </a:prstTxWarp>
          </a:bodyPr>
          <a:lstStyle/>
          <a:p>
            <a:pPr defTabSz="457200" eaLnBrk="1" fontAlgn="auto" hangingPunct="1">
              <a:spcBef>
                <a:spcPts val="0"/>
              </a:spcBef>
              <a:spcAft>
                <a:spcPts val="0"/>
              </a:spcAft>
            </a:pPr>
            <a:endParaRPr lang="en-US">
              <a:solidFill>
                <a:prstClr val="black"/>
              </a:solidFill>
              <a:latin typeface="Arial"/>
              <a:ea typeface="ＭＳ Ｐゴシック"/>
              <a:cs typeface="ＭＳ Ｐゴシック"/>
            </a:endParaRPr>
          </a:p>
        </p:txBody>
      </p:sp>
      <p:sp>
        <p:nvSpPr>
          <p:cNvPr id="8" name="Rectangle 1"/>
          <p:cNvSpPr>
            <a:spLocks/>
          </p:cNvSpPr>
          <p:nvPr/>
        </p:nvSpPr>
        <p:spPr bwMode="auto">
          <a:xfrm>
            <a:off x="0" y="0"/>
            <a:ext cx="9144000" cy="5257800"/>
          </a:xfrm>
          <a:prstGeom prst="rect">
            <a:avLst/>
          </a:prstGeom>
          <a:solidFill>
            <a:srgbClr val="B9E0F7">
              <a:alpha val="60000"/>
            </a:srgbClr>
          </a:solidFill>
          <a:ln w="25400" cap="flat">
            <a:noFill/>
            <a:miter lim="800000"/>
            <a:headEnd type="none" w="med" len="med"/>
            <a:tailEnd type="none" w="med" len="med"/>
          </a:ln>
        </p:spPr>
        <p:txBody>
          <a:bodyPr lIns="0" tIns="0" rIns="0" bIns="0">
            <a:prstTxWarp prst="textNoShape">
              <a:avLst/>
            </a:prstTxWarp>
          </a:bodyPr>
          <a:lstStyle/>
          <a:p>
            <a:pPr defTabSz="457200" eaLnBrk="1" fontAlgn="auto" hangingPunct="1">
              <a:spcBef>
                <a:spcPts val="0"/>
              </a:spcBef>
              <a:spcAft>
                <a:spcPts val="0"/>
              </a:spcAft>
            </a:pPr>
            <a:endParaRPr lang="en-US">
              <a:solidFill>
                <a:srgbClr val="A3CA4B">
                  <a:lumMod val="60000"/>
                  <a:lumOff val="40000"/>
                </a:srgbClr>
              </a:solidFill>
              <a:latin typeface="Arial"/>
              <a:ea typeface="ＭＳ Ｐゴシック"/>
              <a:cs typeface="ＭＳ Ｐゴシック"/>
            </a:endParaRPr>
          </a:p>
        </p:txBody>
      </p:sp>
      <p:sp>
        <p:nvSpPr>
          <p:cNvPr id="2" name="Title 1"/>
          <p:cNvSpPr>
            <a:spLocks noGrp="1"/>
          </p:cNvSpPr>
          <p:nvPr>
            <p:ph type="title" hasCustomPrompt="1"/>
          </p:nvPr>
        </p:nvSpPr>
        <p:spPr>
          <a:xfrm>
            <a:off x="914400" y="1600200"/>
            <a:ext cx="7315200" cy="2057400"/>
          </a:xfrm>
        </p:spPr>
        <p:txBody>
          <a:bodyPr anchor="t"/>
          <a:lstStyle>
            <a:lvl1pPr>
              <a:defRPr lang="en-US" sz="7200" b="1" i="0" kern="1200" baseline="0" dirty="0">
                <a:solidFill>
                  <a:srgbClr val="007AC2"/>
                </a:solidFill>
                <a:latin typeface="+mj-lt"/>
                <a:ea typeface="+mj-ea"/>
                <a:cs typeface="Avenir LT Std 55 Roman" pitchFamily="34" charset="0"/>
              </a:defRPr>
            </a:lvl1pPr>
          </a:lstStyle>
          <a:p>
            <a:r>
              <a:rPr lang="en-US" dirty="0"/>
              <a:t>BIG but short</a:t>
            </a:r>
            <a:br>
              <a:rPr lang="en-US" dirty="0"/>
            </a:br>
            <a:r>
              <a:rPr lang="en-US" dirty="0"/>
              <a:t>message here</a:t>
            </a:r>
          </a:p>
        </p:txBody>
      </p:sp>
    </p:spTree>
    <p:extLst>
      <p:ext uri="{BB962C8B-B14F-4D97-AF65-F5344CB8AC3E}">
        <p14:creationId xmlns:p14="http://schemas.microsoft.com/office/powerpoint/2010/main" val="1451484549"/>
      </p:ext>
    </p:extLst>
  </p:cSld>
  <p:clrMapOvr>
    <a:masterClrMapping/>
  </p:clrMapOvr>
  <p:transition spd="med">
    <p:fade/>
  </p:transition>
  <p:timing>
    <p:tnLst>
      <p:par>
        <p:cT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Quote_blue">
    <p:spTree>
      <p:nvGrpSpPr>
        <p:cNvPr id="1" name=""/>
        <p:cNvGrpSpPr/>
        <p:nvPr/>
      </p:nvGrpSpPr>
      <p:grpSpPr>
        <a:xfrm>
          <a:off x="0" y="0"/>
          <a:ext cx="0" cy="0"/>
          <a:chOff x="0" y="0"/>
          <a:chExt cx="0" cy="0"/>
        </a:xfrm>
      </p:grpSpPr>
      <p:sp>
        <p:nvSpPr>
          <p:cNvPr id="6" name="Rectangle 2"/>
          <p:cNvSpPr>
            <a:spLocks/>
          </p:cNvSpPr>
          <p:nvPr/>
        </p:nvSpPr>
        <p:spPr bwMode="ltGray">
          <a:xfrm>
            <a:off x="0" y="5257800"/>
            <a:ext cx="9144000" cy="1600200"/>
          </a:xfrm>
          <a:prstGeom prst="rect">
            <a:avLst/>
          </a:prstGeom>
          <a:gradFill rotWithShape="0">
            <a:gsLst>
              <a:gs pos="0">
                <a:srgbClr val="003053"/>
              </a:gs>
              <a:gs pos="100000">
                <a:srgbClr val="0083D4"/>
              </a:gs>
            </a:gsLst>
            <a:lin ang="2400000" scaled="1"/>
          </a:gradFill>
          <a:ln w="25400" cap="flat">
            <a:noFill/>
            <a:miter lim="800000"/>
            <a:headEnd type="none" w="med" len="med"/>
            <a:tailEnd type="none" w="med" len="med"/>
          </a:ln>
        </p:spPr>
        <p:txBody>
          <a:bodyPr lIns="0" tIns="0" rIns="0" bIns="0">
            <a:prstTxWarp prst="textNoShape">
              <a:avLst/>
            </a:prstTxWarp>
          </a:bodyPr>
          <a:lstStyle/>
          <a:p>
            <a:pPr defTabSz="457200" eaLnBrk="1" fontAlgn="auto" hangingPunct="1">
              <a:spcBef>
                <a:spcPts val="0"/>
              </a:spcBef>
              <a:spcAft>
                <a:spcPts val="0"/>
              </a:spcAft>
            </a:pPr>
            <a:endParaRPr lang="en-US">
              <a:solidFill>
                <a:prstClr val="black"/>
              </a:solidFill>
              <a:latin typeface="Arial"/>
              <a:ea typeface="ＭＳ Ｐゴシック"/>
              <a:cs typeface="ＭＳ Ｐゴシック"/>
            </a:endParaRPr>
          </a:p>
        </p:txBody>
      </p:sp>
      <p:sp>
        <p:nvSpPr>
          <p:cNvPr id="8" name="Rectangle 1"/>
          <p:cNvSpPr>
            <a:spLocks/>
          </p:cNvSpPr>
          <p:nvPr userDrawn="1"/>
        </p:nvSpPr>
        <p:spPr bwMode="auto">
          <a:xfrm>
            <a:off x="0" y="0"/>
            <a:ext cx="9144000" cy="5257800"/>
          </a:xfrm>
          <a:prstGeom prst="rect">
            <a:avLst/>
          </a:prstGeom>
          <a:solidFill>
            <a:srgbClr val="B9E0F7">
              <a:alpha val="60000"/>
            </a:srgbClr>
          </a:solidFill>
          <a:ln w="25400" cap="flat">
            <a:noFill/>
            <a:miter lim="800000"/>
            <a:headEnd type="none" w="med" len="med"/>
            <a:tailEnd type="none" w="med" len="med"/>
          </a:ln>
        </p:spPr>
        <p:txBody>
          <a:bodyPr lIns="0" tIns="0" rIns="0" bIns="0">
            <a:prstTxWarp prst="textNoShape">
              <a:avLst/>
            </a:prstTxWarp>
          </a:bodyPr>
          <a:lstStyle/>
          <a:p>
            <a:pPr defTabSz="457200" eaLnBrk="1" fontAlgn="auto" hangingPunct="1">
              <a:spcBef>
                <a:spcPts val="0"/>
              </a:spcBef>
              <a:spcAft>
                <a:spcPts val="0"/>
              </a:spcAft>
            </a:pPr>
            <a:endParaRPr lang="en-US">
              <a:solidFill>
                <a:srgbClr val="A3CA4B">
                  <a:lumMod val="60000"/>
                  <a:lumOff val="40000"/>
                </a:srgbClr>
              </a:solidFill>
              <a:latin typeface="Arial"/>
              <a:ea typeface="ＭＳ Ｐゴシック"/>
              <a:cs typeface="ＭＳ Ｐゴシック"/>
            </a:endParaRPr>
          </a:p>
        </p:txBody>
      </p:sp>
      <p:sp>
        <p:nvSpPr>
          <p:cNvPr id="2" name="Title 1"/>
          <p:cNvSpPr>
            <a:spLocks noGrp="1"/>
          </p:cNvSpPr>
          <p:nvPr>
            <p:ph type="title" hasCustomPrompt="1"/>
          </p:nvPr>
        </p:nvSpPr>
        <p:spPr>
          <a:xfrm>
            <a:off x="914400" y="1600200"/>
            <a:ext cx="5486400" cy="2057400"/>
          </a:xfrm>
        </p:spPr>
        <p:txBody>
          <a:bodyPr anchor="t"/>
          <a:lstStyle>
            <a:lvl1pPr marL="169863" indent="-169863">
              <a:lnSpc>
                <a:spcPts val="3700"/>
              </a:lnSpc>
              <a:spcAft>
                <a:spcPts val="300"/>
              </a:spcAft>
              <a:defRPr sz="3000" b="0" i="0" baseline="0">
                <a:solidFill>
                  <a:srgbClr val="000000"/>
                </a:solidFill>
                <a:latin typeface="+mn-lt"/>
                <a:cs typeface="Avenir LT Std 65 Medium"/>
              </a:defRPr>
            </a:lvl1pPr>
          </a:lstStyle>
          <a:p>
            <a:r>
              <a:rPr lang="en-US" dirty="0"/>
              <a:t>“Click to edit quote” </a:t>
            </a:r>
          </a:p>
        </p:txBody>
      </p:sp>
      <p:sp>
        <p:nvSpPr>
          <p:cNvPr id="10" name="Text Placeholder 9"/>
          <p:cNvSpPr>
            <a:spLocks noGrp="1"/>
          </p:cNvSpPr>
          <p:nvPr>
            <p:ph type="body" sz="quarter" idx="10" hasCustomPrompt="1"/>
          </p:nvPr>
        </p:nvSpPr>
        <p:spPr>
          <a:xfrm>
            <a:off x="3149070" y="4114800"/>
            <a:ext cx="3200400" cy="728662"/>
          </a:xfrm>
        </p:spPr>
        <p:txBody>
          <a:bodyPr anchor="t"/>
          <a:lstStyle>
            <a:lvl1pPr marL="0" indent="0" algn="r">
              <a:spcBef>
                <a:spcPts val="0"/>
              </a:spcBef>
              <a:spcAft>
                <a:spcPts val="300"/>
              </a:spcAft>
              <a:buFontTx/>
              <a:buNone/>
              <a:defRPr lang="en-US" sz="2600" b="0" i="0" kern="1200" baseline="0" dirty="0">
                <a:solidFill>
                  <a:srgbClr val="007AC2"/>
                </a:solidFill>
                <a:latin typeface="+mn-lt"/>
                <a:ea typeface="+mn-ea"/>
                <a:cs typeface="Avenir LT Std 65 Medium"/>
              </a:defRPr>
            </a:lvl1pPr>
          </a:lstStyle>
          <a:p>
            <a:pPr lvl="0"/>
            <a:r>
              <a:rPr lang="en-US" dirty="0"/>
              <a:t>Name</a:t>
            </a:r>
          </a:p>
        </p:txBody>
      </p:sp>
    </p:spTree>
    <p:extLst>
      <p:ext uri="{BB962C8B-B14F-4D97-AF65-F5344CB8AC3E}">
        <p14:creationId xmlns:p14="http://schemas.microsoft.com/office/powerpoint/2010/main" val="1158139174"/>
      </p:ext>
    </p:extLst>
  </p:cSld>
  <p:clrMapOvr>
    <a:masterClrMapping/>
  </p:clrMapOvr>
  <p:transition spd="med">
    <p:fade/>
  </p:transition>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_blue">
    <p:spTree>
      <p:nvGrpSpPr>
        <p:cNvPr id="1" name=""/>
        <p:cNvGrpSpPr/>
        <p:nvPr/>
      </p:nvGrpSpPr>
      <p:grpSpPr>
        <a:xfrm>
          <a:off x="0" y="0"/>
          <a:ext cx="0" cy="0"/>
          <a:chOff x="0" y="0"/>
          <a:chExt cx="0" cy="0"/>
        </a:xfrm>
      </p:grpSpPr>
      <p:sp>
        <p:nvSpPr>
          <p:cNvPr id="4" name="Rectangle 1"/>
          <p:cNvSpPr>
            <a:spLocks/>
          </p:cNvSpPr>
          <p:nvPr/>
        </p:nvSpPr>
        <p:spPr bwMode="auto">
          <a:xfrm>
            <a:off x="0" y="0"/>
            <a:ext cx="9144000" cy="6858000"/>
          </a:xfrm>
          <a:prstGeom prst="rect">
            <a:avLst/>
          </a:prstGeom>
          <a:solidFill>
            <a:srgbClr val="B9E0F7">
              <a:alpha val="60000"/>
            </a:srgbClr>
          </a:solidFill>
          <a:ln w="25400" cap="flat">
            <a:noFill/>
            <a:miter lim="800000"/>
            <a:headEnd type="none" w="med" len="med"/>
            <a:tailEnd type="none" w="med" len="med"/>
          </a:ln>
        </p:spPr>
        <p:txBody>
          <a:bodyPr lIns="0" tIns="0" rIns="0" bIns="0">
            <a:prstTxWarp prst="textNoShape">
              <a:avLst/>
            </a:prstTxWarp>
          </a:bodyPr>
          <a:lstStyle/>
          <a:p>
            <a:pPr defTabSz="457200" eaLnBrk="1" fontAlgn="auto" hangingPunct="1">
              <a:spcBef>
                <a:spcPts val="0"/>
              </a:spcBef>
              <a:spcAft>
                <a:spcPts val="0"/>
              </a:spcAft>
            </a:pPr>
            <a:endParaRPr lang="en-US">
              <a:solidFill>
                <a:srgbClr val="A3CA4B">
                  <a:lumMod val="60000"/>
                  <a:lumOff val="40000"/>
                </a:srgbClr>
              </a:solidFill>
              <a:latin typeface="Arial"/>
              <a:ea typeface="ＭＳ Ｐゴシック"/>
              <a:cs typeface="ＭＳ Ｐゴシック"/>
            </a:endParaRPr>
          </a:p>
        </p:txBody>
      </p:sp>
      <p:sp>
        <p:nvSpPr>
          <p:cNvPr id="2" name="Title 1"/>
          <p:cNvSpPr>
            <a:spLocks noGrp="1"/>
          </p:cNvSpPr>
          <p:nvPr>
            <p:ph type="title" hasCustomPrompt="1"/>
          </p:nvPr>
        </p:nvSpPr>
        <p:spPr>
          <a:xfrm>
            <a:off x="685801" y="457200"/>
            <a:ext cx="7312991" cy="484632"/>
          </a:xfrm>
        </p:spPr>
        <p:txBody>
          <a:bodyPr/>
          <a:lstStyle>
            <a:lvl1pPr algn="l" defTabSz="457200" rtl="0" eaLnBrk="1" latinLnBrk="0" hangingPunct="1">
              <a:lnSpc>
                <a:spcPct val="100000"/>
              </a:lnSpc>
              <a:spcBef>
                <a:spcPct val="0"/>
              </a:spcBef>
              <a:buNone/>
              <a:defRPr lang="en-US" sz="2800" b="1" i="0" kern="1200" baseline="0" dirty="0" smtClean="0">
                <a:solidFill>
                  <a:srgbClr val="007AC2"/>
                </a:solidFill>
                <a:latin typeface="+mj-lt"/>
                <a:ea typeface="+mj-ea"/>
                <a:cs typeface="Avenir LT Std 85 Heavy"/>
              </a:defRPr>
            </a:lvl1pPr>
          </a:lstStyle>
          <a:p>
            <a:r>
              <a:rPr lang="en-US" dirty="0" smtClean="0"/>
              <a:t>Click to edit master title style</a:t>
            </a:r>
            <a:endParaRPr lang="en-US" dirty="0"/>
          </a:p>
        </p:txBody>
      </p:sp>
    </p:spTree>
    <p:extLst>
      <p:ext uri="{BB962C8B-B14F-4D97-AF65-F5344CB8AC3E}">
        <p14:creationId xmlns:p14="http://schemas.microsoft.com/office/powerpoint/2010/main" val="3533743243"/>
      </p:ext>
    </p:extLst>
  </p:cSld>
  <p:clrMapOvr>
    <a:masterClrMapping/>
  </p:clrMapOvr>
  <p:transition spd="med">
    <p:fade/>
  </p:transition>
  <p:timing>
    <p:tnLst>
      <p:par>
        <p:cT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Title Only_water">
    <p:spTree>
      <p:nvGrpSpPr>
        <p:cNvPr id="1" name=""/>
        <p:cNvGrpSpPr/>
        <p:nvPr/>
      </p:nvGrpSpPr>
      <p:grpSpPr>
        <a:xfrm>
          <a:off x="0" y="0"/>
          <a:ext cx="0" cy="0"/>
          <a:chOff x="0" y="0"/>
          <a:chExt cx="0" cy="0"/>
        </a:xfrm>
      </p:grpSpPr>
      <p:sp>
        <p:nvSpPr>
          <p:cNvPr id="4" name="Rectangle 1"/>
          <p:cNvSpPr>
            <a:spLocks/>
          </p:cNvSpPr>
          <p:nvPr/>
        </p:nvSpPr>
        <p:spPr bwMode="auto">
          <a:xfrm>
            <a:off x="0" y="0"/>
            <a:ext cx="9144000" cy="6858000"/>
          </a:xfrm>
          <a:prstGeom prst="rect">
            <a:avLst/>
          </a:prstGeom>
          <a:solidFill>
            <a:srgbClr val="B9E0F7">
              <a:alpha val="60000"/>
            </a:srgbClr>
          </a:solidFill>
          <a:ln w="25400" cap="flat">
            <a:noFill/>
            <a:miter lim="800000"/>
            <a:headEnd type="none" w="med" len="med"/>
            <a:tailEnd type="none" w="med" len="med"/>
          </a:ln>
        </p:spPr>
        <p:txBody>
          <a:bodyPr lIns="0" tIns="0" rIns="0" bIns="0">
            <a:prstTxWarp prst="textNoShape">
              <a:avLst/>
            </a:prstTxWarp>
          </a:bodyPr>
          <a:lstStyle/>
          <a:p>
            <a:pPr defTabSz="457200" eaLnBrk="1" fontAlgn="auto" hangingPunct="1">
              <a:spcBef>
                <a:spcPts val="0"/>
              </a:spcBef>
              <a:spcAft>
                <a:spcPts val="0"/>
              </a:spcAft>
            </a:pPr>
            <a:endParaRPr lang="en-US">
              <a:solidFill>
                <a:srgbClr val="A3CA4B">
                  <a:lumMod val="60000"/>
                  <a:lumOff val="40000"/>
                </a:srgbClr>
              </a:solidFill>
              <a:latin typeface="Arial"/>
              <a:ea typeface="ＭＳ Ｐゴシック"/>
              <a:cs typeface="ＭＳ Ｐゴシック"/>
            </a:endParaRPr>
          </a:p>
        </p:txBody>
      </p:sp>
      <p:sp>
        <p:nvSpPr>
          <p:cNvPr id="2" name="Title 1"/>
          <p:cNvSpPr>
            <a:spLocks noGrp="1"/>
          </p:cNvSpPr>
          <p:nvPr>
            <p:ph type="title" hasCustomPrompt="1"/>
          </p:nvPr>
        </p:nvSpPr>
        <p:spPr>
          <a:xfrm>
            <a:off x="685801" y="457200"/>
            <a:ext cx="7312991" cy="484632"/>
          </a:xfrm>
        </p:spPr>
        <p:txBody>
          <a:bodyPr/>
          <a:lstStyle>
            <a:lvl1pPr algn="l" defTabSz="457200" rtl="0" eaLnBrk="1" latinLnBrk="0" hangingPunct="1">
              <a:lnSpc>
                <a:spcPct val="100000"/>
              </a:lnSpc>
              <a:spcBef>
                <a:spcPct val="0"/>
              </a:spcBef>
              <a:buNone/>
              <a:defRPr lang="en-US" sz="2800" b="1" i="0" kern="1200" baseline="0" dirty="0" smtClean="0">
                <a:solidFill>
                  <a:srgbClr val="007AC2"/>
                </a:solidFill>
                <a:latin typeface="+mj-lt"/>
                <a:ea typeface="+mj-ea"/>
                <a:cs typeface="Avenir LT Std 85 Heavy"/>
              </a:defRPr>
            </a:lvl1pPr>
          </a:lstStyle>
          <a:p>
            <a:r>
              <a:rPr lang="en-US" dirty="0" smtClean="0"/>
              <a:t>Click to edit master title style</a:t>
            </a:r>
            <a:endParaRPr lang="en-US" dirty="0"/>
          </a:p>
        </p:txBody>
      </p:sp>
      <p:pic>
        <p:nvPicPr>
          <p:cNvPr id="5" name="Picture 4"/>
          <p:cNvPicPr>
            <a:picLocks noChangeAspect="1"/>
          </p:cNvPicPr>
          <p:nvPr userDrawn="1"/>
        </p:nvPicPr>
        <p:blipFill rotWithShape="1">
          <a:blip r:embed="rId2" cstate="print">
            <a:alphaModFix/>
            <a:extLst>
              <a:ext uri="{28A0092B-C50C-407E-A947-70E740481C1C}">
                <a14:useLocalDpi xmlns:a14="http://schemas.microsoft.com/office/drawing/2010/main"/>
              </a:ext>
            </a:extLst>
          </a:blip>
          <a:srcRect/>
          <a:stretch/>
        </p:blipFill>
        <p:spPr>
          <a:xfrm>
            <a:off x="0" y="2947251"/>
            <a:ext cx="9144000" cy="3910751"/>
          </a:xfrm>
          <a:prstGeom prst="rect">
            <a:avLst/>
          </a:prstGeom>
        </p:spPr>
      </p:pic>
    </p:spTree>
    <p:extLst>
      <p:ext uri="{BB962C8B-B14F-4D97-AF65-F5344CB8AC3E}">
        <p14:creationId xmlns:p14="http://schemas.microsoft.com/office/powerpoint/2010/main" val="2233247572"/>
      </p:ext>
    </p:extLst>
  </p:cSld>
  <p:clrMapOvr>
    <a:masterClrMapping/>
  </p:clrMapOvr>
  <p:transition spd="med">
    <p:fade/>
  </p:transition>
  <p:timing>
    <p:tnLst>
      <p:par>
        <p:cTn id="1" dur="indefinite" restart="never" nodeType="tmRoot"/>
      </p:par>
    </p:tn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Blank_blue">
    <p:spTree>
      <p:nvGrpSpPr>
        <p:cNvPr id="1" name=""/>
        <p:cNvGrpSpPr/>
        <p:nvPr/>
      </p:nvGrpSpPr>
      <p:grpSpPr>
        <a:xfrm>
          <a:off x="0" y="0"/>
          <a:ext cx="0" cy="0"/>
          <a:chOff x="0" y="0"/>
          <a:chExt cx="0" cy="0"/>
        </a:xfrm>
      </p:grpSpPr>
      <p:sp>
        <p:nvSpPr>
          <p:cNvPr id="4" name="Rectangle 1"/>
          <p:cNvSpPr>
            <a:spLocks/>
          </p:cNvSpPr>
          <p:nvPr/>
        </p:nvSpPr>
        <p:spPr bwMode="auto">
          <a:xfrm>
            <a:off x="0" y="0"/>
            <a:ext cx="9144000" cy="6858000"/>
          </a:xfrm>
          <a:prstGeom prst="rect">
            <a:avLst/>
          </a:prstGeom>
          <a:solidFill>
            <a:srgbClr val="B9E0F7">
              <a:alpha val="60000"/>
            </a:srgbClr>
          </a:solidFill>
          <a:ln w="25400" cap="flat">
            <a:noFill/>
            <a:miter lim="800000"/>
            <a:headEnd type="none" w="med" len="med"/>
            <a:tailEnd type="none" w="med" len="med"/>
          </a:ln>
        </p:spPr>
        <p:txBody>
          <a:bodyPr lIns="0" tIns="0" rIns="0" bIns="0">
            <a:prstTxWarp prst="textNoShape">
              <a:avLst/>
            </a:prstTxWarp>
          </a:bodyPr>
          <a:lstStyle/>
          <a:p>
            <a:pPr defTabSz="457200" eaLnBrk="1" fontAlgn="auto" hangingPunct="1">
              <a:spcBef>
                <a:spcPts val="0"/>
              </a:spcBef>
              <a:spcAft>
                <a:spcPts val="0"/>
              </a:spcAft>
            </a:pPr>
            <a:endParaRPr lang="en-US">
              <a:solidFill>
                <a:srgbClr val="A3CA4B">
                  <a:lumMod val="60000"/>
                  <a:lumOff val="40000"/>
                </a:srgbClr>
              </a:solidFill>
              <a:latin typeface="Arial"/>
              <a:ea typeface="ＭＳ Ｐゴシック"/>
              <a:cs typeface="ＭＳ Ｐゴシック"/>
            </a:endParaRPr>
          </a:p>
        </p:txBody>
      </p:sp>
    </p:spTree>
    <p:extLst>
      <p:ext uri="{BB962C8B-B14F-4D97-AF65-F5344CB8AC3E}">
        <p14:creationId xmlns:p14="http://schemas.microsoft.com/office/powerpoint/2010/main" val="1420623569"/>
      </p:ext>
    </p:extLst>
  </p:cSld>
  <p:clrMapOvr>
    <a:masterClrMapping/>
  </p:clrMapOvr>
  <p:transition spd="med">
    <p:fade/>
  </p:transition>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p:cSld name="blank 2">
    <p:spTree>
      <p:nvGrpSpPr>
        <p:cNvPr id="1" name=""/>
        <p:cNvGrpSpPr/>
        <p:nvPr/>
      </p:nvGrpSpPr>
      <p:grpSpPr>
        <a:xfrm>
          <a:off x="0" y="0"/>
          <a:ext cx="0" cy="0"/>
          <a:chOff x="0" y="0"/>
          <a:chExt cx="0" cy="0"/>
        </a:xfrm>
      </p:grpSpPr>
      <p:sp>
        <p:nvSpPr>
          <p:cNvPr id="5" name="Rectangle 2"/>
          <p:cNvSpPr>
            <a:spLocks/>
          </p:cNvSpPr>
          <p:nvPr/>
        </p:nvSpPr>
        <p:spPr bwMode="ltGray">
          <a:xfrm>
            <a:off x="0" y="5257800"/>
            <a:ext cx="9144000" cy="1600200"/>
          </a:xfrm>
          <a:prstGeom prst="rect">
            <a:avLst/>
          </a:prstGeom>
          <a:gradFill rotWithShape="0">
            <a:gsLst>
              <a:gs pos="0">
                <a:srgbClr val="662506"/>
              </a:gs>
              <a:gs pos="100000">
                <a:srgbClr val="C35327"/>
              </a:gs>
            </a:gsLst>
            <a:lin ang="2400000" scaled="1"/>
          </a:gradFill>
          <a:ln w="25400" cap="flat">
            <a:noFill/>
            <a:miter lim="800000"/>
            <a:headEnd type="none" w="med" len="med"/>
            <a:tailEnd type="none" w="med" len="med"/>
          </a:ln>
        </p:spPr>
        <p:txBody>
          <a:bodyPr lIns="0" tIns="0" rIns="0" bIns="0">
            <a:prstTxWarp prst="textNoShape">
              <a:avLst/>
            </a:prstTxWarp>
          </a:bodyPr>
          <a:lstStyle/>
          <a:p>
            <a:pPr defTabSz="457200" eaLnBrk="1" fontAlgn="auto" hangingPunct="1">
              <a:spcBef>
                <a:spcPts val="0"/>
              </a:spcBef>
              <a:spcAft>
                <a:spcPts val="0"/>
              </a:spcAft>
            </a:pPr>
            <a:endParaRPr lang="en-US">
              <a:solidFill>
                <a:prstClr val="black"/>
              </a:solidFill>
              <a:latin typeface="Arial"/>
              <a:ea typeface="ＭＳ Ｐゴシック"/>
              <a:cs typeface="ＭＳ Ｐゴシック"/>
            </a:endParaRPr>
          </a:p>
        </p:txBody>
      </p:sp>
    </p:spTree>
    <p:extLst>
      <p:ext uri="{BB962C8B-B14F-4D97-AF65-F5344CB8AC3E}">
        <p14:creationId xmlns:p14="http://schemas.microsoft.com/office/powerpoint/2010/main" val="3663022931"/>
      </p:ext>
    </p:extLst>
  </p:cSld>
  <p:clrMapOvr>
    <a:masterClrMapping/>
  </p:clrMapOvr>
  <p:transition spd="med">
    <p:fade/>
  </p:transition>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2814" y="687388"/>
            <a:ext cx="7313612" cy="365760"/>
          </a:xfrm>
        </p:spPr>
        <p:txBody>
          <a:bodyPr lIns="0" tIns="0" rIns="0" bIns="0"/>
          <a:lstStyle>
            <a:lvl1pPr>
              <a:defRPr baseline="0"/>
            </a:lvl1pPr>
          </a:lstStyle>
          <a:p>
            <a:r>
              <a:rPr lang="en-US" dirty="0"/>
              <a:t>Click to edit Master title style</a:t>
            </a:r>
            <a:endParaRPr lang="en-US"/>
          </a:p>
        </p:txBody>
      </p:sp>
      <p:sp>
        <p:nvSpPr>
          <p:cNvPr id="5" name="Text Placeholder 4"/>
          <p:cNvSpPr>
            <a:spLocks noGrp="1"/>
          </p:cNvSpPr>
          <p:nvPr>
            <p:ph type="body" sz="quarter" idx="10"/>
          </p:nvPr>
        </p:nvSpPr>
        <p:spPr>
          <a:xfrm>
            <a:off x="912814" y="1078992"/>
            <a:ext cx="7313612" cy="342900"/>
          </a:xfrm>
        </p:spPr>
        <p:txBody>
          <a:bodyPr lIns="0" tIns="0" rIns="0" bIns="0"/>
          <a:lstStyle>
            <a:lvl1pPr marL="0" indent="0">
              <a:buFontTx/>
              <a:buNone/>
              <a:defRPr lang="en-US" sz="1600" b="1" i="1">
                <a:solidFill>
                  <a:schemeClr val="accent2"/>
                </a:solidFill>
                <a:effectLst>
                  <a:outerShdw blurRad="50800" dist="38100" dir="2700000" algn="tl">
                    <a:srgbClr val="000000">
                      <a:alpha val="43000"/>
                    </a:srgbClr>
                  </a:outerShdw>
                </a:effectLst>
                <a:latin typeface="+mj-lt"/>
                <a:ea typeface="+mj-ea"/>
                <a:cs typeface="ＭＳ Ｐゴシック" pitchFamily="-110" charset="-128"/>
              </a:defRPr>
            </a:lvl1pPr>
          </a:lstStyle>
          <a:p>
            <a:pPr lvl="0"/>
            <a:r>
              <a:rPr lang="en-US"/>
              <a:t>Click to edit Master text styles</a:t>
            </a:r>
          </a:p>
        </p:txBody>
      </p:sp>
      <p:sp>
        <p:nvSpPr>
          <p:cNvPr id="12" name="Text Placeholder 11"/>
          <p:cNvSpPr>
            <a:spLocks noGrp="1"/>
          </p:cNvSpPr>
          <p:nvPr>
            <p:ph type="body" sz="quarter" idx="11" hasCustomPrompt="1"/>
          </p:nvPr>
        </p:nvSpPr>
        <p:spPr>
          <a:xfrm>
            <a:off x="911225" y="5716588"/>
            <a:ext cx="7315200" cy="457200"/>
          </a:xfrm>
        </p:spPr>
        <p:txBody>
          <a:bodyPr anchor="b"/>
          <a:lstStyle>
            <a:lvl1pPr algn="r">
              <a:buFontTx/>
              <a:buNone/>
              <a:defRPr sz="1300" i="1">
                <a:solidFill>
                  <a:schemeClr val="accent2"/>
                </a:solidFill>
                <a:effectLst>
                  <a:outerShdw blurRad="50800" dist="38100" dir="2700000" algn="tl">
                    <a:srgbClr val="000000">
                      <a:alpha val="43000"/>
                    </a:srgbClr>
                  </a:outerShdw>
                </a:effectLst>
                <a:latin typeface="Arial"/>
                <a:cs typeface="Arial"/>
              </a:defRPr>
            </a:lvl1pPr>
          </a:lstStyle>
          <a:p>
            <a:r>
              <a:rPr lang="en-US"/>
              <a:t>Click to edit tagline</a:t>
            </a:r>
          </a:p>
        </p:txBody>
      </p:sp>
    </p:spTree>
    <p:extLst>
      <p:ext uri="{BB962C8B-B14F-4D97-AF65-F5344CB8AC3E}">
        <p14:creationId xmlns:p14="http://schemas.microsoft.com/office/powerpoint/2010/main" val="292567839"/>
      </p:ext>
    </p:extLst>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0" y="0"/>
            <a:ext cx="9144000" cy="6858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5126" name="Rectangle 6"/>
          <p:cNvSpPr>
            <a:spLocks noGrp="1" noChangeArrowheads="1"/>
          </p:cNvSpPr>
          <p:nvPr>
            <p:ph type="ctrTitle"/>
          </p:nvPr>
        </p:nvSpPr>
        <p:spPr>
          <a:xfrm>
            <a:off x="685800" y="2895600"/>
            <a:ext cx="4953000" cy="1143000"/>
          </a:xfrm>
        </p:spPr>
        <p:txBody>
          <a:bodyPr/>
          <a:lstStyle>
            <a:lvl1pPr>
              <a:defRPr sz="3600"/>
            </a:lvl1pPr>
          </a:lstStyle>
          <a:p>
            <a:r>
              <a:rPr lang="en-US" smtClean="0"/>
              <a:t>Click to edit Master title style</a:t>
            </a:r>
            <a:endParaRPr lang="en-US"/>
          </a:p>
        </p:txBody>
      </p:sp>
      <p:sp>
        <p:nvSpPr>
          <p:cNvPr id="5127" name="Rectangle 7"/>
          <p:cNvSpPr>
            <a:spLocks noGrp="1" noChangeArrowheads="1"/>
          </p:cNvSpPr>
          <p:nvPr>
            <p:ph type="subTitle" idx="1"/>
          </p:nvPr>
        </p:nvSpPr>
        <p:spPr>
          <a:xfrm>
            <a:off x="685800" y="4191000"/>
            <a:ext cx="6400800" cy="1752600"/>
          </a:xfrm>
        </p:spPr>
        <p:txBody>
          <a:bodyPr/>
          <a:lstStyle>
            <a:lvl1pPr marL="0" indent="0">
              <a:buFontTx/>
              <a:buNone/>
              <a:defRPr sz="1800"/>
            </a:lvl1pPr>
          </a:lstStyle>
          <a:p>
            <a:r>
              <a:rPr lang="en-US" smtClean="0"/>
              <a:t>Click to edit Master subtitle style</a:t>
            </a:r>
            <a:endParaRPr lang="en-US"/>
          </a:p>
        </p:txBody>
      </p:sp>
    </p:spTree>
    <p:extLst>
      <p:ext uri="{BB962C8B-B14F-4D97-AF65-F5344CB8AC3E}">
        <p14:creationId xmlns:p14="http://schemas.microsoft.com/office/powerpoint/2010/main" val="160022534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33587194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263618418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514475"/>
            <a:ext cx="38100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514475"/>
            <a:ext cx="38100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45677837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36451980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47693997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0776853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50537070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44554094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2551634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838200"/>
            <a:ext cx="1943100" cy="547687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0" y="838200"/>
            <a:ext cx="5676900" cy="547687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4937650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838200"/>
            <a:ext cx="7772400" cy="542925"/>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514475"/>
            <a:ext cx="3810000" cy="4800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648200" y="1514475"/>
            <a:ext cx="3810000" cy="23241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648200" y="3990975"/>
            <a:ext cx="3810000" cy="23241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528477256"/>
      </p:ext>
    </p:extLst>
  </p:cSld>
  <p:clrMapOvr>
    <a:masterClrMapping/>
  </p:clrMapOvr>
  <p:hf hdr="0" dt="0"/>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image" Target="../media/image1.jpeg"/><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3.xml"/><Relationship Id="rId12" Type="http://schemas.openxmlformats.org/officeDocument/2006/relationships/slideLayout" Target="../slideLayouts/slideLayout24.xml"/><Relationship Id="rId13" Type="http://schemas.openxmlformats.org/officeDocument/2006/relationships/slideLayout" Target="../slideLayouts/slideLayout25.xml"/><Relationship Id="rId14" Type="http://schemas.openxmlformats.org/officeDocument/2006/relationships/theme" Target="../theme/theme2.xml"/><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slideLayout" Target="../slideLayouts/slideLayout21.xml"/><Relationship Id="rId10"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28.xml"/><Relationship Id="rId4" Type="http://schemas.openxmlformats.org/officeDocument/2006/relationships/slideLayout" Target="../slideLayouts/slideLayout29.xml"/><Relationship Id="rId5" Type="http://schemas.openxmlformats.org/officeDocument/2006/relationships/slideLayout" Target="../slideLayouts/slideLayout30.xml"/><Relationship Id="rId6" Type="http://schemas.openxmlformats.org/officeDocument/2006/relationships/slideLayout" Target="../slideLayouts/slideLayout31.xml"/><Relationship Id="rId7" Type="http://schemas.openxmlformats.org/officeDocument/2006/relationships/slideLayout" Target="../slideLayouts/slideLayout32.xml"/><Relationship Id="rId8" Type="http://schemas.openxmlformats.org/officeDocument/2006/relationships/slideLayout" Target="../slideLayouts/slideLayout33.xml"/><Relationship Id="rId9" Type="http://schemas.openxmlformats.org/officeDocument/2006/relationships/slideLayout" Target="../slideLayouts/slideLayout34.xml"/><Relationship Id="rId10" Type="http://schemas.openxmlformats.org/officeDocument/2006/relationships/slideLayout" Target="../slideLayouts/slideLayout35.xml"/><Relationship Id="rId11" Type="http://schemas.openxmlformats.org/officeDocument/2006/relationships/theme" Target="../theme/theme3.xml"/><Relationship Id="rId1" Type="http://schemas.openxmlformats.org/officeDocument/2006/relationships/slideLayout" Target="../slideLayouts/slideLayout26.xml"/><Relationship Id="rId2" Type="http://schemas.openxmlformats.org/officeDocument/2006/relationships/slideLayout" Target="../slideLayouts/slideLayout27.xml"/></Relationships>
</file>

<file path=ppt/slideMasters/_rels/slideMaster4.xml.rels><?xml version="1.0" encoding="UTF-8" standalone="yes"?>
<Relationships xmlns="http://schemas.openxmlformats.org/package/2006/relationships"><Relationship Id="rId11" Type="http://schemas.openxmlformats.org/officeDocument/2006/relationships/slideLayout" Target="../slideLayouts/slideLayout46.xml"/><Relationship Id="rId12" Type="http://schemas.openxmlformats.org/officeDocument/2006/relationships/slideLayout" Target="../slideLayouts/slideLayout47.xml"/><Relationship Id="rId13" Type="http://schemas.openxmlformats.org/officeDocument/2006/relationships/theme" Target="../theme/theme4.xml"/><Relationship Id="rId14" Type="http://schemas.openxmlformats.org/officeDocument/2006/relationships/image" Target="../media/image5.jpeg"/><Relationship Id="rId1" Type="http://schemas.openxmlformats.org/officeDocument/2006/relationships/slideLayout" Target="../slideLayouts/slideLayout36.xml"/><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 Id="rId9" Type="http://schemas.openxmlformats.org/officeDocument/2006/relationships/slideLayout" Target="../slideLayouts/slideLayout44.xml"/><Relationship Id="rId10" Type="http://schemas.openxmlformats.org/officeDocument/2006/relationships/slideLayout" Target="../slideLayouts/slideLayout4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14">
            <a:extLst>
              <a:ext uri="{28A0092B-C50C-407E-A947-70E740481C1C}">
                <a14:useLocalDpi xmlns:a14="http://schemas.microsoft.com/office/drawing/2010/main"/>
              </a:ext>
            </a:extLst>
          </a:blip>
          <a:srcRect/>
          <a:stretch>
            <a:fillRect/>
          </a:stretch>
        </p:blipFill>
        <p:spPr bwMode="auto">
          <a:xfrm>
            <a:off x="0" y="0"/>
            <a:ext cx="9144000" cy="6858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027" name="Rectangle 4"/>
          <p:cNvSpPr>
            <a:spLocks noGrp="1" noChangeArrowheads="1"/>
          </p:cNvSpPr>
          <p:nvPr>
            <p:ph type="body" idx="1"/>
          </p:nvPr>
        </p:nvSpPr>
        <p:spPr bwMode="auto">
          <a:xfrm>
            <a:off x="685800" y="1514475"/>
            <a:ext cx="7772400" cy="4800600"/>
          </a:xfrm>
          <a:prstGeom prst="rect">
            <a:avLst/>
          </a:prstGeom>
          <a:noFill/>
          <a:ln>
            <a:noFill/>
          </a:ln>
          <a:extLst>
            <a:ext uri="{FAA26D3D-D897-4be2-8F04-BA451C77F1D7}">
              <ma14:placeholderFlag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3"/>
          <p:cNvSpPr>
            <a:spLocks noGrp="1" noChangeArrowheads="1"/>
          </p:cNvSpPr>
          <p:nvPr>
            <p:ph type="title"/>
          </p:nvPr>
        </p:nvSpPr>
        <p:spPr bwMode="auto">
          <a:xfrm>
            <a:off x="685800" y="838202"/>
            <a:ext cx="7772400" cy="542925"/>
          </a:xfrm>
          <a:prstGeom prst="rect">
            <a:avLst/>
          </a:prstGeom>
          <a:noFill/>
          <a:ln>
            <a:noFill/>
          </a:ln>
          <a:extLst>
            <a:ext uri="{FAA26D3D-D897-4be2-8F04-BA451C77F1D7}">
              <ma14:placeholderFlag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Tree>
  </p:cSld>
  <p:clrMap bg1="lt1" tx1="dk1" bg2="lt2" tx2="dk2" accent1="accent1" accent2="accent2" accent3="accent3" accent4="accent4" accent5="accent5" accent6="accent6" hlink="hlink" folHlink="folHlink"/>
  <p:sldLayoutIdLst>
    <p:sldLayoutId id="2147483904" r:id="rId1"/>
    <p:sldLayoutId id="2147483893" r:id="rId2"/>
    <p:sldLayoutId id="2147483894" r:id="rId3"/>
    <p:sldLayoutId id="2147483895" r:id="rId4"/>
    <p:sldLayoutId id="2147483896" r:id="rId5"/>
    <p:sldLayoutId id="2147483897" r:id="rId6"/>
    <p:sldLayoutId id="2147483898" r:id="rId7"/>
    <p:sldLayoutId id="2147483899" r:id="rId8"/>
    <p:sldLayoutId id="2147483900" r:id="rId9"/>
    <p:sldLayoutId id="2147483901" r:id="rId10"/>
    <p:sldLayoutId id="2147483902" r:id="rId11"/>
    <p:sldLayoutId id="2147483903" r:id="rId12"/>
  </p:sldLayoutIdLst>
  <p:hf hdr="0" dt="0"/>
  <p:txStyles>
    <p:titleStyle>
      <a:lvl1pPr algn="l" rtl="0" eaLnBrk="0" fontAlgn="base" hangingPunct="0">
        <a:spcBef>
          <a:spcPct val="0"/>
        </a:spcBef>
        <a:spcAft>
          <a:spcPct val="0"/>
        </a:spcAft>
        <a:defRPr sz="2800" b="1">
          <a:solidFill>
            <a:srgbClr val="005FAA"/>
          </a:solidFill>
          <a:latin typeface="+mj-lt"/>
          <a:ea typeface="ＭＳ Ｐゴシック" pitchFamily="-65" charset="-128"/>
          <a:cs typeface="ＭＳ Ｐゴシック" pitchFamily="-65" charset="-128"/>
        </a:defRPr>
      </a:lvl1pPr>
      <a:lvl2pPr algn="l" rtl="0" eaLnBrk="0" fontAlgn="base" hangingPunct="0">
        <a:spcBef>
          <a:spcPct val="0"/>
        </a:spcBef>
        <a:spcAft>
          <a:spcPct val="0"/>
        </a:spcAft>
        <a:defRPr sz="2800" b="1">
          <a:solidFill>
            <a:srgbClr val="005FAA"/>
          </a:solidFill>
          <a:latin typeface="Arial" pitchFamily="-65" charset="0"/>
          <a:ea typeface="ＭＳ Ｐゴシック" pitchFamily="-65" charset="-128"/>
          <a:cs typeface="ＭＳ Ｐゴシック" pitchFamily="-65" charset="-128"/>
        </a:defRPr>
      </a:lvl2pPr>
      <a:lvl3pPr algn="l" rtl="0" eaLnBrk="0" fontAlgn="base" hangingPunct="0">
        <a:spcBef>
          <a:spcPct val="0"/>
        </a:spcBef>
        <a:spcAft>
          <a:spcPct val="0"/>
        </a:spcAft>
        <a:defRPr sz="2800" b="1">
          <a:solidFill>
            <a:srgbClr val="005FAA"/>
          </a:solidFill>
          <a:latin typeface="Arial" pitchFamily="-65" charset="0"/>
          <a:ea typeface="ＭＳ Ｐゴシック" pitchFamily="-65" charset="-128"/>
          <a:cs typeface="ＭＳ Ｐゴシック" pitchFamily="-65" charset="-128"/>
        </a:defRPr>
      </a:lvl3pPr>
      <a:lvl4pPr algn="l" rtl="0" eaLnBrk="0" fontAlgn="base" hangingPunct="0">
        <a:spcBef>
          <a:spcPct val="0"/>
        </a:spcBef>
        <a:spcAft>
          <a:spcPct val="0"/>
        </a:spcAft>
        <a:defRPr sz="2800" b="1">
          <a:solidFill>
            <a:srgbClr val="005FAA"/>
          </a:solidFill>
          <a:latin typeface="Arial" pitchFamily="-65" charset="0"/>
          <a:ea typeface="ＭＳ Ｐゴシック" pitchFamily="-65" charset="-128"/>
          <a:cs typeface="ＭＳ Ｐゴシック" pitchFamily="-65" charset="-128"/>
        </a:defRPr>
      </a:lvl4pPr>
      <a:lvl5pPr algn="l" rtl="0" eaLnBrk="0" fontAlgn="base" hangingPunct="0">
        <a:spcBef>
          <a:spcPct val="0"/>
        </a:spcBef>
        <a:spcAft>
          <a:spcPct val="0"/>
        </a:spcAft>
        <a:defRPr sz="2800" b="1">
          <a:solidFill>
            <a:srgbClr val="005FAA"/>
          </a:solidFill>
          <a:latin typeface="Arial" pitchFamily="-65" charset="0"/>
          <a:ea typeface="ＭＳ Ｐゴシック" pitchFamily="-65" charset="-128"/>
          <a:cs typeface="ＭＳ Ｐゴシック" pitchFamily="-65" charset="-128"/>
        </a:defRPr>
      </a:lvl5pPr>
      <a:lvl6pPr marL="457200" algn="l" rtl="0" eaLnBrk="1" fontAlgn="base" hangingPunct="1">
        <a:spcBef>
          <a:spcPct val="0"/>
        </a:spcBef>
        <a:spcAft>
          <a:spcPct val="0"/>
        </a:spcAft>
        <a:defRPr sz="2800" b="1">
          <a:solidFill>
            <a:srgbClr val="005FAA"/>
          </a:solidFill>
          <a:latin typeface="Arial" pitchFamily="-65" charset="0"/>
        </a:defRPr>
      </a:lvl6pPr>
      <a:lvl7pPr marL="914400" algn="l" rtl="0" eaLnBrk="1" fontAlgn="base" hangingPunct="1">
        <a:spcBef>
          <a:spcPct val="0"/>
        </a:spcBef>
        <a:spcAft>
          <a:spcPct val="0"/>
        </a:spcAft>
        <a:defRPr sz="2800" b="1">
          <a:solidFill>
            <a:srgbClr val="005FAA"/>
          </a:solidFill>
          <a:latin typeface="Arial" pitchFamily="-65" charset="0"/>
        </a:defRPr>
      </a:lvl7pPr>
      <a:lvl8pPr marL="1371600" algn="l" rtl="0" eaLnBrk="1" fontAlgn="base" hangingPunct="1">
        <a:spcBef>
          <a:spcPct val="0"/>
        </a:spcBef>
        <a:spcAft>
          <a:spcPct val="0"/>
        </a:spcAft>
        <a:defRPr sz="2800" b="1">
          <a:solidFill>
            <a:srgbClr val="005FAA"/>
          </a:solidFill>
          <a:latin typeface="Arial" pitchFamily="-65" charset="0"/>
        </a:defRPr>
      </a:lvl8pPr>
      <a:lvl9pPr marL="1828800" algn="l" rtl="0" eaLnBrk="1" fontAlgn="base" hangingPunct="1">
        <a:spcBef>
          <a:spcPct val="0"/>
        </a:spcBef>
        <a:spcAft>
          <a:spcPct val="0"/>
        </a:spcAft>
        <a:defRPr sz="2800" b="1">
          <a:solidFill>
            <a:srgbClr val="005FAA"/>
          </a:solidFill>
          <a:latin typeface="Arial" pitchFamily="-65" charset="0"/>
        </a:defRPr>
      </a:lvl9pPr>
    </p:titleStyle>
    <p:bodyStyle>
      <a:lvl1pPr marL="342900" indent="-342900" algn="l" rtl="0" eaLnBrk="0" fontAlgn="base" hangingPunct="0">
        <a:spcBef>
          <a:spcPct val="20000"/>
        </a:spcBef>
        <a:spcAft>
          <a:spcPct val="0"/>
        </a:spcAft>
        <a:buChar char="•"/>
        <a:defRPr sz="2400">
          <a:solidFill>
            <a:schemeClr val="tx1"/>
          </a:solidFill>
          <a:latin typeface="+mn-lt"/>
          <a:ea typeface="ＭＳ Ｐゴシック" pitchFamily="-65" charset="-128"/>
          <a:cs typeface="ＭＳ Ｐゴシック" pitchFamily="-65" charset="-128"/>
        </a:defRPr>
      </a:lvl1pPr>
      <a:lvl2pPr marL="742950" indent="-285750" algn="l" rtl="0" eaLnBrk="0" fontAlgn="base" hangingPunct="0">
        <a:spcBef>
          <a:spcPct val="20000"/>
        </a:spcBef>
        <a:spcAft>
          <a:spcPct val="0"/>
        </a:spcAft>
        <a:buChar char="–"/>
        <a:defRPr sz="2400">
          <a:solidFill>
            <a:schemeClr val="tx1"/>
          </a:solidFill>
          <a:latin typeface="+mn-lt"/>
          <a:ea typeface="ＭＳ Ｐゴシック" pitchFamily="-65" charset="-128"/>
        </a:defRPr>
      </a:lvl2pPr>
      <a:lvl3pPr marL="1143000" indent="-228600" algn="l" rtl="0" eaLnBrk="0" fontAlgn="base" hangingPunct="0">
        <a:spcBef>
          <a:spcPct val="20000"/>
        </a:spcBef>
        <a:spcAft>
          <a:spcPct val="0"/>
        </a:spcAft>
        <a:buChar char="•"/>
        <a:defRPr sz="2400">
          <a:solidFill>
            <a:schemeClr val="tx1"/>
          </a:solidFill>
          <a:latin typeface="+mn-lt"/>
          <a:ea typeface="ＭＳ Ｐゴシック" pitchFamily="-65" charset="-128"/>
        </a:defRPr>
      </a:lvl3pPr>
      <a:lvl4pPr marL="1600200" indent="-228600" algn="l" rtl="0" eaLnBrk="0" fontAlgn="base" hangingPunct="0">
        <a:spcBef>
          <a:spcPct val="20000"/>
        </a:spcBef>
        <a:spcAft>
          <a:spcPct val="0"/>
        </a:spcAft>
        <a:buChar char="–"/>
        <a:defRPr sz="2400">
          <a:solidFill>
            <a:schemeClr val="tx1"/>
          </a:solidFill>
          <a:latin typeface="+mn-lt"/>
          <a:ea typeface="ＭＳ Ｐゴシック" pitchFamily="-65" charset="-128"/>
        </a:defRPr>
      </a:lvl4pPr>
      <a:lvl5pPr marL="2057400" indent="-228600" algn="l" rtl="0" eaLnBrk="0" fontAlgn="base" hangingPunct="0">
        <a:spcBef>
          <a:spcPct val="20000"/>
        </a:spcBef>
        <a:spcAft>
          <a:spcPct val="0"/>
        </a:spcAft>
        <a:buChar char="»"/>
        <a:defRPr sz="2400">
          <a:solidFill>
            <a:schemeClr val="tx1"/>
          </a:solidFill>
          <a:latin typeface="+mn-lt"/>
          <a:ea typeface="ＭＳ Ｐゴシック" pitchFamily="-65" charset="-128"/>
        </a:defRPr>
      </a:lvl5pPr>
      <a:lvl6pPr marL="2514600" indent="-228600" algn="l" rtl="0" eaLnBrk="1" fontAlgn="base" hangingPunct="1">
        <a:spcBef>
          <a:spcPct val="20000"/>
        </a:spcBef>
        <a:spcAft>
          <a:spcPct val="0"/>
        </a:spcAft>
        <a:buChar char="»"/>
        <a:defRPr sz="2400">
          <a:solidFill>
            <a:schemeClr val="tx1"/>
          </a:solidFill>
          <a:latin typeface="+mn-lt"/>
          <a:ea typeface="ＭＳ Ｐゴシック" pitchFamily="-65" charset="-128"/>
        </a:defRPr>
      </a:lvl6pPr>
      <a:lvl7pPr marL="2971800" indent="-228600" algn="l" rtl="0" eaLnBrk="1" fontAlgn="base" hangingPunct="1">
        <a:spcBef>
          <a:spcPct val="20000"/>
        </a:spcBef>
        <a:spcAft>
          <a:spcPct val="0"/>
        </a:spcAft>
        <a:buChar char="»"/>
        <a:defRPr sz="2400">
          <a:solidFill>
            <a:schemeClr val="tx1"/>
          </a:solidFill>
          <a:latin typeface="+mn-lt"/>
          <a:ea typeface="ＭＳ Ｐゴシック" pitchFamily="-65" charset="-128"/>
        </a:defRPr>
      </a:lvl7pPr>
      <a:lvl8pPr marL="3429000" indent="-228600" algn="l" rtl="0" eaLnBrk="1" fontAlgn="base" hangingPunct="1">
        <a:spcBef>
          <a:spcPct val="20000"/>
        </a:spcBef>
        <a:spcAft>
          <a:spcPct val="0"/>
        </a:spcAft>
        <a:buChar char="»"/>
        <a:defRPr sz="2400">
          <a:solidFill>
            <a:schemeClr val="tx1"/>
          </a:solidFill>
          <a:latin typeface="+mn-lt"/>
          <a:ea typeface="ＭＳ Ｐゴシック" pitchFamily="-65" charset="-128"/>
        </a:defRPr>
      </a:lvl8pPr>
      <a:lvl9pPr marL="3886200" indent="-228600" algn="l" rtl="0" eaLnBrk="1" fontAlgn="base" hangingPunct="1">
        <a:spcBef>
          <a:spcPct val="20000"/>
        </a:spcBef>
        <a:spcAft>
          <a:spcPct val="0"/>
        </a:spcAft>
        <a:buChar char="»"/>
        <a:defRPr sz="2400">
          <a:solidFill>
            <a:schemeClr val="tx1"/>
          </a:solidFill>
          <a:latin typeface="+mn-lt"/>
          <a:ea typeface="ＭＳ Ｐゴシック" pitchFamily="-65"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8434" name="Title Placeholder 1"/>
          <p:cNvSpPr>
            <a:spLocks noGrp="1"/>
          </p:cNvSpPr>
          <p:nvPr>
            <p:ph type="title"/>
          </p:nvPr>
        </p:nvSpPr>
        <p:spPr bwMode="auto">
          <a:xfrm>
            <a:off x="685800" y="457200"/>
            <a:ext cx="7315200" cy="484188"/>
          </a:xfrm>
          <a:prstGeom prst="rect">
            <a:avLst/>
          </a:prstGeom>
          <a:noFill/>
          <a:ln>
            <a:noFill/>
          </a:ln>
          <a:extLst>
            <a:ext uri="{FAA26D3D-D897-4be2-8F04-BA451C77F1D7}">
              <ma14:placeholderFlag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t>Click to edit Master title style</a:t>
            </a:r>
          </a:p>
        </p:txBody>
      </p:sp>
      <p:sp>
        <p:nvSpPr>
          <p:cNvPr id="3" name="Text Placeholder 2"/>
          <p:cNvSpPr>
            <a:spLocks noGrp="1"/>
          </p:cNvSpPr>
          <p:nvPr>
            <p:ph type="body" idx="1"/>
          </p:nvPr>
        </p:nvSpPr>
        <p:spPr>
          <a:xfrm>
            <a:off x="685800" y="1601788"/>
            <a:ext cx="5486400" cy="2743200"/>
          </a:xfrm>
          <a:prstGeom prst="rect">
            <a:avLst/>
          </a:prstGeom>
        </p:spPr>
        <p:txBody>
          <a:bodyPr vert="horz" lIns="0" tIns="0" rIns="0" bIns="0" rtlCol="0">
            <a:noAutofit/>
          </a:bodyPr>
          <a:lstStyle/>
          <a:p>
            <a:pPr lvl="0"/>
            <a:r>
              <a:rPr lang="en-US" noProof="0" dirty="0"/>
              <a:t>Click to edit master text styles</a:t>
            </a:r>
          </a:p>
          <a:p>
            <a:pPr lvl="2"/>
            <a:r>
              <a:rPr lang="en-US" dirty="0"/>
              <a:t>Second level</a:t>
            </a:r>
          </a:p>
        </p:txBody>
      </p:sp>
    </p:spTree>
  </p:cSld>
  <p:clrMap bg1="lt1" tx1="dk1" bg2="lt2" tx2="dk2" accent1="accent1" accent2="accent2" accent3="accent3" accent4="accent4" accent5="accent5" accent6="accent6" hlink="hlink" folHlink="folHlink"/>
  <p:sldLayoutIdLst>
    <p:sldLayoutId id="2147483906" r:id="rId1"/>
    <p:sldLayoutId id="2147483907" r:id="rId2"/>
    <p:sldLayoutId id="2147483908" r:id="rId3"/>
    <p:sldLayoutId id="2147483909" r:id="rId4"/>
    <p:sldLayoutId id="2147483910" r:id="rId5"/>
    <p:sldLayoutId id="2147483911" r:id="rId6"/>
    <p:sldLayoutId id="2147483912" r:id="rId7"/>
    <p:sldLayoutId id="2147483913" r:id="rId8"/>
    <p:sldLayoutId id="2147483914" r:id="rId9"/>
    <p:sldLayoutId id="2147483915" r:id="rId10"/>
    <p:sldLayoutId id="2147483943" r:id="rId11"/>
    <p:sldLayoutId id="2147483944" r:id="rId12"/>
    <p:sldLayoutId id="2147483945" r:id="rId13"/>
  </p:sldLayoutIdLst>
  <p:transition spd="med">
    <p:fade/>
  </p:transition>
  <p:timing>
    <p:tnLst>
      <p:par>
        <p:cTn id="1" dur="indefinite" restart="never" nodeType="tmRoot"/>
      </p:par>
    </p:tnLst>
  </p:timing>
  <p:txStyles>
    <p:titleStyle>
      <a:lvl1pPr algn="l" defTabSz="457200" rtl="0" fontAlgn="base">
        <a:spcBef>
          <a:spcPct val="0"/>
        </a:spcBef>
        <a:spcAft>
          <a:spcPct val="0"/>
        </a:spcAft>
        <a:defRPr sz="2800" b="1" kern="1200">
          <a:solidFill>
            <a:schemeClr val="tx1"/>
          </a:solidFill>
          <a:latin typeface="+mj-lt"/>
          <a:ea typeface="+mj-ea"/>
          <a:cs typeface="Avenir LT Std 55 Roman" pitchFamily="34" charset="0"/>
        </a:defRPr>
      </a:lvl1pPr>
      <a:lvl2pPr algn="l" defTabSz="457200" rtl="0" fontAlgn="base">
        <a:spcBef>
          <a:spcPct val="0"/>
        </a:spcBef>
        <a:spcAft>
          <a:spcPct val="0"/>
        </a:spcAft>
        <a:defRPr sz="2800" b="1">
          <a:solidFill>
            <a:schemeClr val="tx1"/>
          </a:solidFill>
          <a:latin typeface="Arial" charset="0"/>
          <a:ea typeface="ＭＳ Ｐゴシック" charset="0"/>
        </a:defRPr>
      </a:lvl2pPr>
      <a:lvl3pPr algn="l" defTabSz="457200" rtl="0" fontAlgn="base">
        <a:spcBef>
          <a:spcPct val="0"/>
        </a:spcBef>
        <a:spcAft>
          <a:spcPct val="0"/>
        </a:spcAft>
        <a:defRPr sz="2800" b="1">
          <a:solidFill>
            <a:schemeClr val="tx1"/>
          </a:solidFill>
          <a:latin typeface="Arial" charset="0"/>
          <a:ea typeface="ＭＳ Ｐゴシック" charset="0"/>
        </a:defRPr>
      </a:lvl3pPr>
      <a:lvl4pPr algn="l" defTabSz="457200" rtl="0" fontAlgn="base">
        <a:spcBef>
          <a:spcPct val="0"/>
        </a:spcBef>
        <a:spcAft>
          <a:spcPct val="0"/>
        </a:spcAft>
        <a:defRPr sz="2800" b="1">
          <a:solidFill>
            <a:schemeClr val="tx1"/>
          </a:solidFill>
          <a:latin typeface="Arial" charset="0"/>
          <a:ea typeface="ＭＳ Ｐゴシック" charset="0"/>
        </a:defRPr>
      </a:lvl4pPr>
      <a:lvl5pPr algn="l" defTabSz="457200" rtl="0" fontAlgn="base">
        <a:spcBef>
          <a:spcPct val="0"/>
        </a:spcBef>
        <a:spcAft>
          <a:spcPct val="0"/>
        </a:spcAft>
        <a:defRPr sz="2800" b="1">
          <a:solidFill>
            <a:schemeClr val="tx1"/>
          </a:solidFill>
          <a:latin typeface="Arial" charset="0"/>
          <a:ea typeface="ＭＳ Ｐゴシック" charset="0"/>
        </a:defRPr>
      </a:lvl5pPr>
      <a:lvl6pPr marL="457200" algn="l" defTabSz="457200" rtl="0" fontAlgn="base">
        <a:spcBef>
          <a:spcPct val="0"/>
        </a:spcBef>
        <a:spcAft>
          <a:spcPct val="0"/>
        </a:spcAft>
        <a:defRPr sz="2800" b="1">
          <a:solidFill>
            <a:schemeClr val="tx1"/>
          </a:solidFill>
          <a:latin typeface="Arial" charset="0"/>
          <a:ea typeface="ＭＳ Ｐゴシック" charset="0"/>
        </a:defRPr>
      </a:lvl6pPr>
      <a:lvl7pPr marL="914400" algn="l" defTabSz="457200" rtl="0" fontAlgn="base">
        <a:spcBef>
          <a:spcPct val="0"/>
        </a:spcBef>
        <a:spcAft>
          <a:spcPct val="0"/>
        </a:spcAft>
        <a:defRPr sz="2800" b="1">
          <a:solidFill>
            <a:schemeClr val="tx1"/>
          </a:solidFill>
          <a:latin typeface="Arial" charset="0"/>
          <a:ea typeface="ＭＳ Ｐゴシック" charset="0"/>
        </a:defRPr>
      </a:lvl7pPr>
      <a:lvl8pPr marL="1371600" algn="l" defTabSz="457200" rtl="0" fontAlgn="base">
        <a:spcBef>
          <a:spcPct val="0"/>
        </a:spcBef>
        <a:spcAft>
          <a:spcPct val="0"/>
        </a:spcAft>
        <a:defRPr sz="2800" b="1">
          <a:solidFill>
            <a:schemeClr val="tx1"/>
          </a:solidFill>
          <a:latin typeface="Arial" charset="0"/>
          <a:ea typeface="ＭＳ Ｐゴシック" charset="0"/>
        </a:defRPr>
      </a:lvl8pPr>
      <a:lvl9pPr marL="1828800" algn="l" defTabSz="457200" rtl="0" fontAlgn="base">
        <a:spcBef>
          <a:spcPct val="0"/>
        </a:spcBef>
        <a:spcAft>
          <a:spcPct val="0"/>
        </a:spcAft>
        <a:defRPr sz="2800" b="1">
          <a:solidFill>
            <a:schemeClr val="tx1"/>
          </a:solidFill>
          <a:latin typeface="Arial" charset="0"/>
          <a:ea typeface="ＭＳ Ｐゴシック" charset="0"/>
        </a:defRPr>
      </a:lvl9pPr>
    </p:titleStyle>
    <p:bodyStyle>
      <a:lvl1pPr marL="173038" indent="-173038" algn="l" defTabSz="457200" rtl="0" fontAlgn="base">
        <a:spcBef>
          <a:spcPts val="300"/>
        </a:spcBef>
        <a:spcAft>
          <a:spcPts val="1200"/>
        </a:spcAft>
        <a:buSzPct val="80000"/>
        <a:buFont typeface="Arial" charset="0"/>
        <a:buChar char="•"/>
        <a:defRPr lang="en-US" sz="2600" kern="1200">
          <a:solidFill>
            <a:schemeClr val="tx1"/>
          </a:solidFill>
          <a:latin typeface="+mn-lt"/>
          <a:ea typeface="+mn-ea"/>
          <a:cs typeface="Avenir LT Std 55 Roman"/>
        </a:defRPr>
      </a:lvl1pPr>
      <a:lvl2pPr marL="173038" indent="-173038" algn="l" defTabSz="457200" rtl="0" fontAlgn="base">
        <a:lnSpc>
          <a:spcPts val="2200"/>
        </a:lnSpc>
        <a:spcBef>
          <a:spcPct val="0"/>
        </a:spcBef>
        <a:spcAft>
          <a:spcPts val="600"/>
        </a:spcAft>
        <a:buClr>
          <a:srgbClr val="000000"/>
        </a:buClr>
        <a:buSzPct val="80000"/>
        <a:buFont typeface="Lucida Grande" charset="0"/>
        <a:buChar char="-"/>
        <a:defRPr sz="2200" kern="1200">
          <a:solidFill>
            <a:schemeClr val="tx1"/>
          </a:solidFill>
          <a:latin typeface="Avenir LT Std 55 Roman"/>
          <a:ea typeface="+mn-ea"/>
          <a:cs typeface="Avenir LT Std 55 Roman"/>
        </a:defRPr>
      </a:lvl2pPr>
      <a:lvl3pPr marL="401638" indent="-173038" algn="l" defTabSz="457200" rtl="0" fontAlgn="base">
        <a:lnSpc>
          <a:spcPts val="2700"/>
        </a:lnSpc>
        <a:spcBef>
          <a:spcPct val="0"/>
        </a:spcBef>
        <a:spcAft>
          <a:spcPts val="1200"/>
        </a:spcAft>
        <a:buClr>
          <a:srgbClr val="000000"/>
        </a:buClr>
        <a:buSzPct val="80000"/>
        <a:buFont typeface="Lucida Grande" charset="0"/>
        <a:buChar char="-"/>
        <a:defRPr sz="2400" kern="1200">
          <a:solidFill>
            <a:schemeClr val="tx1"/>
          </a:solidFill>
          <a:latin typeface="+mn-lt"/>
          <a:ea typeface="+mn-ea"/>
          <a:cs typeface="Avenir LT Std 65 Medium"/>
        </a:defRPr>
      </a:lvl3pPr>
      <a:lvl4pPr marL="742950" indent="-173038" algn="l" defTabSz="457200" rtl="0" fontAlgn="base">
        <a:lnSpc>
          <a:spcPts val="1800"/>
        </a:lnSpc>
        <a:spcBef>
          <a:spcPct val="0"/>
        </a:spcBef>
        <a:spcAft>
          <a:spcPts val="600"/>
        </a:spcAft>
        <a:buClr>
          <a:srgbClr val="000000"/>
        </a:buClr>
        <a:buSzPct val="80000"/>
        <a:buFont typeface="Lucida Grande" charset="0"/>
        <a:buChar char="-"/>
        <a:defRPr kern="1200">
          <a:solidFill>
            <a:schemeClr val="tx1"/>
          </a:solidFill>
          <a:latin typeface="Avenir LT Std 55 Roman"/>
          <a:ea typeface="Avenir LT Std 55 Roman" charset="0"/>
          <a:cs typeface="Avenir LT Std 55 Roman"/>
        </a:defRPr>
      </a:lvl4pPr>
      <a:lvl5pPr marL="1082675" indent="-176213" algn="l" defTabSz="457200" rtl="0" fontAlgn="base">
        <a:lnSpc>
          <a:spcPts val="1900"/>
        </a:lnSpc>
        <a:spcBef>
          <a:spcPct val="0"/>
        </a:spcBef>
        <a:spcAft>
          <a:spcPts val="600"/>
        </a:spcAft>
        <a:buClr>
          <a:srgbClr val="000000"/>
        </a:buClr>
        <a:buSzPct val="80000"/>
        <a:buFont typeface="Lucida Grande" charset="0"/>
        <a:buChar char="-"/>
        <a:defRPr sz="1600" kern="1200">
          <a:solidFill>
            <a:schemeClr val="tx1"/>
          </a:solidFill>
          <a:latin typeface="Avenir LT Std 55 Roman"/>
          <a:ea typeface="Avenir LT Std 55 Roman" charset="0"/>
          <a:cs typeface="Avenir LT Std 55 Roman"/>
        </a:defRPr>
      </a:lvl5pPr>
      <a:lvl6pPr marL="1773238" indent="-177800" algn="l" defTabSz="401638" rtl="0" eaLnBrk="1" latinLnBrk="0" hangingPunct="1">
        <a:lnSpc>
          <a:spcPts val="1700"/>
        </a:lnSpc>
        <a:spcBef>
          <a:spcPts val="300"/>
        </a:spcBef>
        <a:spcAft>
          <a:spcPts val="300"/>
        </a:spcAft>
        <a:buSzPct val="80000"/>
        <a:buFont typeface="Lucida Grande"/>
        <a:buChar char="-"/>
        <a:tabLst>
          <a:tab pos="1484313" algn="l"/>
        </a:tabLst>
        <a:defRPr sz="1400" b="1" kern="1200">
          <a:solidFill>
            <a:schemeClr val="tx1"/>
          </a:solidFill>
          <a:latin typeface="Arial"/>
          <a:ea typeface="+mn-ea"/>
          <a:cs typeface="Arial"/>
        </a:defRPr>
      </a:lvl6pPr>
      <a:lvl7pPr marL="2062163" indent="-176213" algn="l" defTabSz="457200" rtl="0" eaLnBrk="1" latinLnBrk="0" hangingPunct="1">
        <a:lnSpc>
          <a:spcPts val="1700"/>
        </a:lnSpc>
        <a:spcBef>
          <a:spcPts val="300"/>
        </a:spcBef>
        <a:spcAft>
          <a:spcPts val="300"/>
        </a:spcAft>
        <a:buSzPct val="80000"/>
        <a:buFont typeface="Lucida Grande"/>
        <a:buChar char="-"/>
        <a:defRPr sz="1400" b="1" kern="1200">
          <a:solidFill>
            <a:schemeClr val="tx1"/>
          </a:solidFill>
          <a:latin typeface="Arial"/>
          <a:ea typeface="+mn-ea"/>
          <a:cs typeface="Arial"/>
        </a:defRPr>
      </a:lvl7pPr>
      <a:lvl8pPr marL="2286000" indent="-173038" algn="l" defTabSz="457200" rtl="0" eaLnBrk="1" latinLnBrk="0" hangingPunct="1">
        <a:lnSpc>
          <a:spcPts val="1700"/>
        </a:lnSpc>
        <a:spcBef>
          <a:spcPts val="300"/>
        </a:spcBef>
        <a:spcAft>
          <a:spcPts val="300"/>
        </a:spcAft>
        <a:buSzPct val="80000"/>
        <a:buFont typeface="Lucida Grande"/>
        <a:buChar char="-"/>
        <a:defRPr sz="1400" b="1" kern="1200">
          <a:solidFill>
            <a:schemeClr val="tx1"/>
          </a:solidFill>
          <a:latin typeface="Arial"/>
          <a:ea typeface="+mn-ea"/>
          <a:cs typeface="Arial"/>
        </a:defRPr>
      </a:lvl8pPr>
      <a:lvl9pPr marL="2452688" indent="-163513" algn="l" defTabSz="457200" rtl="0" eaLnBrk="1" latinLnBrk="0" hangingPunct="1">
        <a:lnSpc>
          <a:spcPts val="1700"/>
        </a:lnSpc>
        <a:spcBef>
          <a:spcPts val="300"/>
        </a:spcBef>
        <a:spcAft>
          <a:spcPts val="300"/>
        </a:spcAft>
        <a:buSzPct val="80000"/>
        <a:buFont typeface="Lucida Grande"/>
        <a:buChar char="-"/>
        <a:defRPr sz="1400" b="1" kern="1200">
          <a:solidFill>
            <a:schemeClr val="tx1"/>
          </a:solidFill>
          <a:latin typeface="Arial"/>
          <a:ea typeface="+mn-ea"/>
          <a:cs typeface="Arial"/>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0" y="457202"/>
            <a:ext cx="7315200" cy="484631"/>
          </a:xfrm>
          <a:prstGeom prst="rect">
            <a:avLst/>
          </a:prstGeom>
        </p:spPr>
        <p:txBody>
          <a:bodyPr vert="horz" lIns="0" tIns="0" rIns="0" bIns="0" rtlCol="0" anchor="t">
            <a:no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685800" y="1602421"/>
            <a:ext cx="5486400" cy="2743200"/>
          </a:xfrm>
          <a:prstGeom prst="rect">
            <a:avLst/>
          </a:prstGeom>
        </p:spPr>
        <p:txBody>
          <a:bodyPr vert="horz" lIns="0" tIns="0" rIns="0" bIns="0" rtlCol="0">
            <a:noAutofit/>
          </a:bodyPr>
          <a:lstStyle/>
          <a:p>
            <a:pPr marL="173736" marR="0" lvl="0" indent="-173736" algn="l" defTabSz="457200" rtl="0" eaLnBrk="1" fontAlgn="auto" latinLnBrk="0" hangingPunct="1">
              <a:lnSpc>
                <a:spcPct val="100000"/>
              </a:lnSpc>
              <a:spcBef>
                <a:spcPts val="300"/>
              </a:spcBef>
              <a:spcAft>
                <a:spcPts val="1200"/>
              </a:spcAft>
              <a:buClrTx/>
              <a:buSzPct val="80000"/>
              <a:buFont typeface="Arial"/>
              <a:buChar char="•"/>
              <a:tabLst/>
              <a:defRPr/>
            </a:pPr>
            <a:r>
              <a:rPr kumimoji="0" lang="en-US" sz="2600" b="0" i="0" u="none" strike="noStrike" kern="1200" cap="none" spc="0" normalizeH="0" baseline="0" noProof="0" dirty="0">
                <a:ln>
                  <a:noFill/>
                </a:ln>
                <a:solidFill>
                  <a:prstClr val="black"/>
                </a:solidFill>
                <a:effectLst/>
                <a:uLnTx/>
                <a:uFillTx/>
                <a:latin typeface="Avenir LT Std 65 Medium"/>
                <a:ea typeface="+mn-ea"/>
                <a:cs typeface="Avenir LT Std 65 Medium"/>
              </a:rPr>
              <a:t>Click to edit master text styles</a:t>
            </a:r>
          </a:p>
          <a:p>
            <a:pPr lvl="2"/>
            <a:r>
              <a:rPr lang="en-US" dirty="0"/>
              <a:t>Second level</a:t>
            </a:r>
          </a:p>
        </p:txBody>
      </p:sp>
    </p:spTree>
    <p:extLst>
      <p:ext uri="{BB962C8B-B14F-4D97-AF65-F5344CB8AC3E}">
        <p14:creationId xmlns:p14="http://schemas.microsoft.com/office/powerpoint/2010/main" val="3117591517"/>
      </p:ext>
    </p:extLst>
  </p:cSld>
  <p:clrMap bg1="lt1" tx1="dk1" bg2="lt2" tx2="dk2" accent1="accent1" accent2="accent2" accent3="accent3" accent4="accent4" accent5="accent5" accent6="accent6" hlink="hlink" folHlink="folHlink"/>
  <p:sldLayoutIdLst>
    <p:sldLayoutId id="2147483931" r:id="rId1"/>
    <p:sldLayoutId id="2147483932" r:id="rId2"/>
    <p:sldLayoutId id="2147483933" r:id="rId3"/>
    <p:sldLayoutId id="2147483934" r:id="rId4"/>
    <p:sldLayoutId id="2147483935" r:id="rId5"/>
    <p:sldLayoutId id="2147483936" r:id="rId6"/>
    <p:sldLayoutId id="2147483937" r:id="rId7"/>
    <p:sldLayoutId id="2147483938" r:id="rId8"/>
    <p:sldLayoutId id="2147483939" r:id="rId9"/>
    <p:sldLayoutId id="2147483940" r:id="rId10"/>
  </p:sldLayoutIdLst>
  <p:transition spd="med">
    <p:fade/>
  </p:transition>
  <p:timing>
    <p:tnLst>
      <p:par>
        <p:cTn id="1" dur="indefinite" restart="never" nodeType="tmRoot"/>
      </p:par>
    </p:tnLst>
  </p:timing>
  <p:txStyles>
    <p:titleStyle>
      <a:lvl1pPr algn="l" defTabSz="457200" rtl="0" eaLnBrk="1" latinLnBrk="0" hangingPunct="1">
        <a:lnSpc>
          <a:spcPct val="100000"/>
        </a:lnSpc>
        <a:spcBef>
          <a:spcPct val="0"/>
        </a:spcBef>
        <a:buNone/>
        <a:defRPr sz="2800" b="1" i="0" kern="1200">
          <a:solidFill>
            <a:schemeClr val="tx1"/>
          </a:solidFill>
          <a:latin typeface="+mj-lt"/>
          <a:ea typeface="+mj-ea"/>
          <a:cs typeface="Avenir LT Std 55 Roman" pitchFamily="34" charset="0"/>
        </a:defRPr>
      </a:lvl1pPr>
    </p:titleStyle>
    <p:bodyStyle>
      <a:lvl1pPr marL="173736" marR="0" indent="-173736" algn="l" defTabSz="457200" rtl="0" eaLnBrk="1" fontAlgn="auto" latinLnBrk="0" hangingPunct="1">
        <a:lnSpc>
          <a:spcPct val="100000"/>
        </a:lnSpc>
        <a:spcBef>
          <a:spcPts val="300"/>
        </a:spcBef>
        <a:spcAft>
          <a:spcPts val="1200"/>
        </a:spcAft>
        <a:buClrTx/>
        <a:buSzPct val="80000"/>
        <a:buFont typeface="Arial"/>
        <a:buChar char="•"/>
        <a:tabLst/>
        <a:defRPr lang="en-US" sz="2600" b="0" i="0" kern="1200">
          <a:solidFill>
            <a:schemeClr val="tx1"/>
          </a:solidFill>
          <a:latin typeface="+mn-lt"/>
          <a:ea typeface="+mn-ea"/>
          <a:cs typeface="Avenir LT Std 55 Roman"/>
        </a:defRPr>
      </a:lvl1pPr>
      <a:lvl2pPr marL="173038" indent="-173038" algn="l" defTabSz="457200" rtl="0" eaLnBrk="1" latinLnBrk="0" hangingPunct="1">
        <a:lnSpc>
          <a:spcPts val="2200"/>
        </a:lnSpc>
        <a:spcBef>
          <a:spcPts val="0"/>
        </a:spcBef>
        <a:spcAft>
          <a:spcPts val="600"/>
        </a:spcAft>
        <a:buClr>
          <a:schemeClr val="tx1">
            <a:lumMod val="65000"/>
          </a:schemeClr>
        </a:buClr>
        <a:buSzPct val="80000"/>
        <a:buFont typeface="Lucida Grande"/>
        <a:buChar char="-"/>
        <a:defRPr sz="2200" b="0" i="0" kern="1200">
          <a:solidFill>
            <a:schemeClr val="tx1"/>
          </a:solidFill>
          <a:latin typeface="Avenir LT Std 55 Roman"/>
          <a:ea typeface="+mn-ea"/>
          <a:cs typeface="Avenir LT Std 55 Roman"/>
        </a:defRPr>
      </a:lvl2pPr>
      <a:lvl3pPr marL="401638" indent="-173038" algn="l" defTabSz="457200" rtl="0" eaLnBrk="1" latinLnBrk="0" hangingPunct="1">
        <a:lnSpc>
          <a:spcPts val="2700"/>
        </a:lnSpc>
        <a:spcBef>
          <a:spcPts val="0"/>
        </a:spcBef>
        <a:spcAft>
          <a:spcPts val="1200"/>
        </a:spcAft>
        <a:buClr>
          <a:schemeClr val="tx1">
            <a:lumMod val="65000"/>
          </a:schemeClr>
        </a:buClr>
        <a:buSzPct val="80000"/>
        <a:buFont typeface="Lucida Grande"/>
        <a:buChar char="-"/>
        <a:defRPr sz="2400" b="0" i="0" kern="1200">
          <a:solidFill>
            <a:schemeClr val="tx1"/>
          </a:solidFill>
          <a:latin typeface="+mn-lt"/>
          <a:ea typeface="+mn-ea"/>
          <a:cs typeface="Avenir LT Std 65 Medium"/>
        </a:defRPr>
      </a:lvl3pPr>
      <a:lvl4pPr marL="742950" indent="-173038" algn="l" defTabSz="457200" rtl="0" eaLnBrk="1" latinLnBrk="0" hangingPunct="1">
        <a:lnSpc>
          <a:spcPts val="1800"/>
        </a:lnSpc>
        <a:spcBef>
          <a:spcPts val="0"/>
        </a:spcBef>
        <a:spcAft>
          <a:spcPts val="600"/>
        </a:spcAft>
        <a:buClr>
          <a:schemeClr val="tx1">
            <a:lumMod val="65000"/>
          </a:schemeClr>
        </a:buClr>
        <a:buSzPct val="80000"/>
        <a:buFont typeface="Lucida Grande"/>
        <a:buChar char="-"/>
        <a:defRPr sz="1800" b="0" i="0" kern="1200">
          <a:solidFill>
            <a:schemeClr val="tx1"/>
          </a:solidFill>
          <a:latin typeface="Avenir LT Std 55 Roman"/>
          <a:ea typeface="+mn-ea"/>
          <a:cs typeface="Avenir LT Std 55 Roman"/>
        </a:defRPr>
      </a:lvl4pPr>
      <a:lvl5pPr marL="1082675" indent="-176213" algn="l" defTabSz="457200" rtl="0" eaLnBrk="1" latinLnBrk="0" hangingPunct="1">
        <a:lnSpc>
          <a:spcPts val="1900"/>
        </a:lnSpc>
        <a:spcBef>
          <a:spcPts val="0"/>
        </a:spcBef>
        <a:spcAft>
          <a:spcPts val="600"/>
        </a:spcAft>
        <a:buClr>
          <a:schemeClr val="tx1">
            <a:lumMod val="65000"/>
          </a:schemeClr>
        </a:buClr>
        <a:buSzPct val="80000"/>
        <a:buFont typeface="Lucida Grande"/>
        <a:buChar char="-"/>
        <a:defRPr sz="1600" b="0" i="0" kern="1200">
          <a:solidFill>
            <a:schemeClr val="tx1"/>
          </a:solidFill>
          <a:latin typeface="Avenir LT Std 55 Roman"/>
          <a:ea typeface="+mn-ea"/>
          <a:cs typeface="Avenir LT Std 55 Roman"/>
        </a:defRPr>
      </a:lvl5pPr>
      <a:lvl6pPr marL="1773238" indent="-177800" algn="l" defTabSz="401638" rtl="0" eaLnBrk="1" latinLnBrk="0" hangingPunct="1">
        <a:lnSpc>
          <a:spcPts val="1700"/>
        </a:lnSpc>
        <a:spcBef>
          <a:spcPts val="300"/>
        </a:spcBef>
        <a:spcAft>
          <a:spcPts val="300"/>
        </a:spcAft>
        <a:buSzPct val="80000"/>
        <a:buFont typeface="Lucida Grande"/>
        <a:buChar char="-"/>
        <a:tabLst>
          <a:tab pos="1484313" algn="l"/>
        </a:tabLst>
        <a:defRPr sz="1400" b="1" kern="1200">
          <a:solidFill>
            <a:schemeClr val="tx1"/>
          </a:solidFill>
          <a:latin typeface="Arial"/>
          <a:ea typeface="+mn-ea"/>
          <a:cs typeface="Arial"/>
        </a:defRPr>
      </a:lvl6pPr>
      <a:lvl7pPr marL="2062163" indent="-176213" algn="l" defTabSz="457200" rtl="0" eaLnBrk="1" latinLnBrk="0" hangingPunct="1">
        <a:lnSpc>
          <a:spcPts val="1700"/>
        </a:lnSpc>
        <a:spcBef>
          <a:spcPts val="300"/>
        </a:spcBef>
        <a:spcAft>
          <a:spcPts val="300"/>
        </a:spcAft>
        <a:buSzPct val="80000"/>
        <a:buFont typeface="Lucida Grande"/>
        <a:buChar char="-"/>
        <a:defRPr sz="1400" b="1" kern="1200">
          <a:solidFill>
            <a:schemeClr val="tx1"/>
          </a:solidFill>
          <a:latin typeface="Arial"/>
          <a:ea typeface="+mn-ea"/>
          <a:cs typeface="Arial"/>
        </a:defRPr>
      </a:lvl7pPr>
      <a:lvl8pPr marL="2286000" indent="-173038" algn="l" defTabSz="457200" rtl="0" eaLnBrk="1" latinLnBrk="0" hangingPunct="1">
        <a:lnSpc>
          <a:spcPts val="1700"/>
        </a:lnSpc>
        <a:spcBef>
          <a:spcPts val="300"/>
        </a:spcBef>
        <a:spcAft>
          <a:spcPts val="300"/>
        </a:spcAft>
        <a:buSzPct val="80000"/>
        <a:buFont typeface="Lucida Grande"/>
        <a:buChar char="-"/>
        <a:defRPr sz="1400" b="1" kern="1200">
          <a:solidFill>
            <a:schemeClr val="tx1"/>
          </a:solidFill>
          <a:latin typeface="Arial"/>
          <a:ea typeface="+mn-ea"/>
          <a:cs typeface="Arial"/>
        </a:defRPr>
      </a:lvl8pPr>
      <a:lvl9pPr marL="2452688" indent="-163513" algn="l" defTabSz="457200" rtl="0" eaLnBrk="1" latinLnBrk="0" hangingPunct="1">
        <a:lnSpc>
          <a:spcPts val="1700"/>
        </a:lnSpc>
        <a:spcBef>
          <a:spcPts val="300"/>
        </a:spcBef>
        <a:spcAft>
          <a:spcPts val="300"/>
        </a:spcAft>
        <a:buSzPct val="80000"/>
        <a:buFont typeface="Lucida Grande"/>
        <a:buChar char="-"/>
        <a:defRPr sz="1400" b="1" kern="1200">
          <a:solidFill>
            <a:schemeClr val="tx1"/>
          </a:solidFill>
          <a:latin typeface="Arial"/>
          <a:ea typeface="+mn-ea"/>
          <a:cs typeface="Arial"/>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14" cstate="email">
            <a:extLst>
              <a:ext uri="{28A0092B-C50C-407E-A947-70E740481C1C}">
                <a14:useLocalDpi xmlns:a14="http://schemas.microsoft.com/office/drawing/2010/main"/>
              </a:ext>
            </a:extLst>
          </a:blip>
          <a:srcRect/>
          <a:stretch>
            <a:fillRect/>
          </a:stretch>
        </p:blipFill>
        <p:spPr bwMode="auto">
          <a:xfrm>
            <a:off x="0" y="0"/>
            <a:ext cx="9144000" cy="6858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027" name="Rectangle 4"/>
          <p:cNvSpPr>
            <a:spLocks noGrp="1" noChangeArrowheads="1"/>
          </p:cNvSpPr>
          <p:nvPr>
            <p:ph type="body" idx="1"/>
          </p:nvPr>
        </p:nvSpPr>
        <p:spPr bwMode="auto">
          <a:xfrm>
            <a:off x="685800" y="1514475"/>
            <a:ext cx="7772400" cy="4800600"/>
          </a:xfrm>
          <a:prstGeom prst="rect">
            <a:avLst/>
          </a:prstGeom>
          <a:noFill/>
          <a:ln>
            <a:noFill/>
          </a:ln>
          <a:extLst>
            <a:ext uri="{FAA26D3D-D897-4be2-8F04-BA451C77F1D7}">
              <ma14:placeholderFlag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3"/>
          <p:cNvSpPr>
            <a:spLocks noGrp="1" noChangeArrowheads="1"/>
          </p:cNvSpPr>
          <p:nvPr>
            <p:ph type="title"/>
          </p:nvPr>
        </p:nvSpPr>
        <p:spPr bwMode="auto">
          <a:xfrm>
            <a:off x="685800" y="838200"/>
            <a:ext cx="7772400" cy="542925"/>
          </a:xfrm>
          <a:prstGeom prst="rect">
            <a:avLst/>
          </a:prstGeom>
          <a:noFill/>
          <a:ln>
            <a:noFill/>
          </a:ln>
          <a:extLst>
            <a:ext uri="{FAA26D3D-D897-4be2-8F04-BA451C77F1D7}">
              <ma14:placeholderFlag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Tree>
  </p:cSld>
  <p:clrMap bg1="lt1" tx1="dk1" bg2="lt2" tx2="dk2" accent1="accent1" accent2="accent2" accent3="accent3" accent4="accent4" accent5="accent5" accent6="accent6" hlink="hlink" folHlink="folHlink"/>
  <p:sldLayoutIdLst>
    <p:sldLayoutId id="2147484009" r:id="rId1"/>
    <p:sldLayoutId id="2147484010" r:id="rId2"/>
    <p:sldLayoutId id="2147484011" r:id="rId3"/>
    <p:sldLayoutId id="2147484012" r:id="rId4"/>
    <p:sldLayoutId id="2147484013" r:id="rId5"/>
    <p:sldLayoutId id="2147484014" r:id="rId6"/>
    <p:sldLayoutId id="2147484015" r:id="rId7"/>
    <p:sldLayoutId id="2147484016" r:id="rId8"/>
    <p:sldLayoutId id="2147484017" r:id="rId9"/>
    <p:sldLayoutId id="2147484018" r:id="rId10"/>
    <p:sldLayoutId id="2147484019" r:id="rId11"/>
    <p:sldLayoutId id="2147484020" r:id="rId12"/>
  </p:sldLayoutIdLst>
  <p:hf hdr="0" dt="0"/>
  <p:txStyles>
    <p:titleStyle>
      <a:lvl1pPr algn="l" rtl="0" eaLnBrk="0" fontAlgn="base" hangingPunct="0">
        <a:spcBef>
          <a:spcPct val="0"/>
        </a:spcBef>
        <a:spcAft>
          <a:spcPct val="0"/>
        </a:spcAft>
        <a:defRPr sz="2800" b="1">
          <a:solidFill>
            <a:srgbClr val="005FAA"/>
          </a:solidFill>
          <a:latin typeface="+mj-lt"/>
          <a:ea typeface="ＭＳ Ｐゴシック" pitchFamily="-65" charset="-128"/>
          <a:cs typeface="ＭＳ Ｐゴシック" pitchFamily="-65" charset="-128"/>
        </a:defRPr>
      </a:lvl1pPr>
      <a:lvl2pPr algn="l" rtl="0" eaLnBrk="0" fontAlgn="base" hangingPunct="0">
        <a:spcBef>
          <a:spcPct val="0"/>
        </a:spcBef>
        <a:spcAft>
          <a:spcPct val="0"/>
        </a:spcAft>
        <a:defRPr sz="2800" b="1">
          <a:solidFill>
            <a:srgbClr val="005FAA"/>
          </a:solidFill>
          <a:latin typeface="Arial" pitchFamily="-65" charset="0"/>
          <a:ea typeface="ＭＳ Ｐゴシック" pitchFamily="-65" charset="-128"/>
          <a:cs typeface="ＭＳ Ｐゴシック" pitchFamily="-65" charset="-128"/>
        </a:defRPr>
      </a:lvl2pPr>
      <a:lvl3pPr algn="l" rtl="0" eaLnBrk="0" fontAlgn="base" hangingPunct="0">
        <a:spcBef>
          <a:spcPct val="0"/>
        </a:spcBef>
        <a:spcAft>
          <a:spcPct val="0"/>
        </a:spcAft>
        <a:defRPr sz="2800" b="1">
          <a:solidFill>
            <a:srgbClr val="005FAA"/>
          </a:solidFill>
          <a:latin typeface="Arial" pitchFamily="-65" charset="0"/>
          <a:ea typeface="ＭＳ Ｐゴシック" pitchFamily="-65" charset="-128"/>
          <a:cs typeface="ＭＳ Ｐゴシック" pitchFamily="-65" charset="-128"/>
        </a:defRPr>
      </a:lvl3pPr>
      <a:lvl4pPr algn="l" rtl="0" eaLnBrk="0" fontAlgn="base" hangingPunct="0">
        <a:spcBef>
          <a:spcPct val="0"/>
        </a:spcBef>
        <a:spcAft>
          <a:spcPct val="0"/>
        </a:spcAft>
        <a:defRPr sz="2800" b="1">
          <a:solidFill>
            <a:srgbClr val="005FAA"/>
          </a:solidFill>
          <a:latin typeface="Arial" pitchFamily="-65" charset="0"/>
          <a:ea typeface="ＭＳ Ｐゴシック" pitchFamily="-65" charset="-128"/>
          <a:cs typeface="ＭＳ Ｐゴシック" pitchFamily="-65" charset="-128"/>
        </a:defRPr>
      </a:lvl4pPr>
      <a:lvl5pPr algn="l" rtl="0" eaLnBrk="0" fontAlgn="base" hangingPunct="0">
        <a:spcBef>
          <a:spcPct val="0"/>
        </a:spcBef>
        <a:spcAft>
          <a:spcPct val="0"/>
        </a:spcAft>
        <a:defRPr sz="2800" b="1">
          <a:solidFill>
            <a:srgbClr val="005FAA"/>
          </a:solidFill>
          <a:latin typeface="Arial" pitchFamily="-65" charset="0"/>
          <a:ea typeface="ＭＳ Ｐゴシック" pitchFamily="-65" charset="-128"/>
          <a:cs typeface="ＭＳ Ｐゴシック" pitchFamily="-65" charset="-128"/>
        </a:defRPr>
      </a:lvl5pPr>
      <a:lvl6pPr marL="457200" algn="l" rtl="0" eaLnBrk="1" fontAlgn="base" hangingPunct="1">
        <a:spcBef>
          <a:spcPct val="0"/>
        </a:spcBef>
        <a:spcAft>
          <a:spcPct val="0"/>
        </a:spcAft>
        <a:defRPr sz="2800" b="1">
          <a:solidFill>
            <a:srgbClr val="005FAA"/>
          </a:solidFill>
          <a:latin typeface="Arial" pitchFamily="-65" charset="0"/>
        </a:defRPr>
      </a:lvl6pPr>
      <a:lvl7pPr marL="914400" algn="l" rtl="0" eaLnBrk="1" fontAlgn="base" hangingPunct="1">
        <a:spcBef>
          <a:spcPct val="0"/>
        </a:spcBef>
        <a:spcAft>
          <a:spcPct val="0"/>
        </a:spcAft>
        <a:defRPr sz="2800" b="1">
          <a:solidFill>
            <a:srgbClr val="005FAA"/>
          </a:solidFill>
          <a:latin typeface="Arial" pitchFamily="-65" charset="0"/>
        </a:defRPr>
      </a:lvl7pPr>
      <a:lvl8pPr marL="1371600" algn="l" rtl="0" eaLnBrk="1" fontAlgn="base" hangingPunct="1">
        <a:spcBef>
          <a:spcPct val="0"/>
        </a:spcBef>
        <a:spcAft>
          <a:spcPct val="0"/>
        </a:spcAft>
        <a:defRPr sz="2800" b="1">
          <a:solidFill>
            <a:srgbClr val="005FAA"/>
          </a:solidFill>
          <a:latin typeface="Arial" pitchFamily="-65" charset="0"/>
        </a:defRPr>
      </a:lvl8pPr>
      <a:lvl9pPr marL="1828800" algn="l" rtl="0" eaLnBrk="1" fontAlgn="base" hangingPunct="1">
        <a:spcBef>
          <a:spcPct val="0"/>
        </a:spcBef>
        <a:spcAft>
          <a:spcPct val="0"/>
        </a:spcAft>
        <a:defRPr sz="2800" b="1">
          <a:solidFill>
            <a:srgbClr val="005FAA"/>
          </a:solidFill>
          <a:latin typeface="Arial" pitchFamily="-65" charset="0"/>
        </a:defRPr>
      </a:lvl9pPr>
    </p:titleStyle>
    <p:bodyStyle>
      <a:lvl1pPr marL="342900" indent="-342900" algn="l" rtl="0" eaLnBrk="0" fontAlgn="base" hangingPunct="0">
        <a:spcBef>
          <a:spcPct val="20000"/>
        </a:spcBef>
        <a:spcAft>
          <a:spcPct val="0"/>
        </a:spcAft>
        <a:buChar char="•"/>
        <a:defRPr sz="2400">
          <a:solidFill>
            <a:schemeClr val="tx1"/>
          </a:solidFill>
          <a:latin typeface="+mn-lt"/>
          <a:ea typeface="ＭＳ Ｐゴシック" pitchFamily="-65" charset="-128"/>
          <a:cs typeface="ＭＳ Ｐゴシック" pitchFamily="-65" charset="-128"/>
        </a:defRPr>
      </a:lvl1pPr>
      <a:lvl2pPr marL="742950" indent="-285750" algn="l" rtl="0" eaLnBrk="0" fontAlgn="base" hangingPunct="0">
        <a:spcBef>
          <a:spcPct val="20000"/>
        </a:spcBef>
        <a:spcAft>
          <a:spcPct val="0"/>
        </a:spcAft>
        <a:buChar char="–"/>
        <a:defRPr sz="2400">
          <a:solidFill>
            <a:schemeClr val="tx1"/>
          </a:solidFill>
          <a:latin typeface="+mn-lt"/>
          <a:ea typeface="ＭＳ Ｐゴシック" pitchFamily="-65" charset="-128"/>
        </a:defRPr>
      </a:lvl2pPr>
      <a:lvl3pPr marL="1143000" indent="-228600" algn="l" rtl="0" eaLnBrk="0" fontAlgn="base" hangingPunct="0">
        <a:spcBef>
          <a:spcPct val="20000"/>
        </a:spcBef>
        <a:spcAft>
          <a:spcPct val="0"/>
        </a:spcAft>
        <a:buChar char="•"/>
        <a:defRPr sz="2400">
          <a:solidFill>
            <a:schemeClr val="tx1"/>
          </a:solidFill>
          <a:latin typeface="+mn-lt"/>
          <a:ea typeface="ＭＳ Ｐゴシック" pitchFamily="-65" charset="-128"/>
        </a:defRPr>
      </a:lvl3pPr>
      <a:lvl4pPr marL="1600200" indent="-228600" algn="l" rtl="0" eaLnBrk="0" fontAlgn="base" hangingPunct="0">
        <a:spcBef>
          <a:spcPct val="20000"/>
        </a:spcBef>
        <a:spcAft>
          <a:spcPct val="0"/>
        </a:spcAft>
        <a:buChar char="–"/>
        <a:defRPr sz="2400">
          <a:solidFill>
            <a:schemeClr val="tx1"/>
          </a:solidFill>
          <a:latin typeface="+mn-lt"/>
          <a:ea typeface="ＭＳ Ｐゴシック" pitchFamily="-65" charset="-128"/>
        </a:defRPr>
      </a:lvl4pPr>
      <a:lvl5pPr marL="2057400" indent="-228600" algn="l" rtl="0" eaLnBrk="0" fontAlgn="base" hangingPunct="0">
        <a:spcBef>
          <a:spcPct val="20000"/>
        </a:spcBef>
        <a:spcAft>
          <a:spcPct val="0"/>
        </a:spcAft>
        <a:buChar char="»"/>
        <a:defRPr sz="2400">
          <a:solidFill>
            <a:schemeClr val="tx1"/>
          </a:solidFill>
          <a:latin typeface="+mn-lt"/>
          <a:ea typeface="ＭＳ Ｐゴシック" pitchFamily="-65" charset="-128"/>
        </a:defRPr>
      </a:lvl5pPr>
      <a:lvl6pPr marL="2514600" indent="-228600" algn="l" rtl="0" eaLnBrk="1" fontAlgn="base" hangingPunct="1">
        <a:spcBef>
          <a:spcPct val="20000"/>
        </a:spcBef>
        <a:spcAft>
          <a:spcPct val="0"/>
        </a:spcAft>
        <a:buChar char="»"/>
        <a:defRPr sz="2400">
          <a:solidFill>
            <a:schemeClr val="tx1"/>
          </a:solidFill>
          <a:latin typeface="+mn-lt"/>
          <a:ea typeface="ＭＳ Ｐゴシック" pitchFamily="-65" charset="-128"/>
        </a:defRPr>
      </a:lvl6pPr>
      <a:lvl7pPr marL="2971800" indent="-228600" algn="l" rtl="0" eaLnBrk="1" fontAlgn="base" hangingPunct="1">
        <a:spcBef>
          <a:spcPct val="20000"/>
        </a:spcBef>
        <a:spcAft>
          <a:spcPct val="0"/>
        </a:spcAft>
        <a:buChar char="»"/>
        <a:defRPr sz="2400">
          <a:solidFill>
            <a:schemeClr val="tx1"/>
          </a:solidFill>
          <a:latin typeface="+mn-lt"/>
          <a:ea typeface="ＭＳ Ｐゴシック" pitchFamily="-65" charset="-128"/>
        </a:defRPr>
      </a:lvl7pPr>
      <a:lvl8pPr marL="3429000" indent="-228600" algn="l" rtl="0" eaLnBrk="1" fontAlgn="base" hangingPunct="1">
        <a:spcBef>
          <a:spcPct val="20000"/>
        </a:spcBef>
        <a:spcAft>
          <a:spcPct val="0"/>
        </a:spcAft>
        <a:buChar char="»"/>
        <a:defRPr sz="2400">
          <a:solidFill>
            <a:schemeClr val="tx1"/>
          </a:solidFill>
          <a:latin typeface="+mn-lt"/>
          <a:ea typeface="ＭＳ Ｐゴシック" pitchFamily="-65" charset="-128"/>
        </a:defRPr>
      </a:lvl8pPr>
      <a:lvl9pPr marL="3886200" indent="-228600" algn="l" rtl="0" eaLnBrk="1" fontAlgn="base" hangingPunct="1">
        <a:spcBef>
          <a:spcPct val="20000"/>
        </a:spcBef>
        <a:spcAft>
          <a:spcPct val="0"/>
        </a:spcAft>
        <a:buChar char="»"/>
        <a:defRPr sz="2400">
          <a:solidFill>
            <a:schemeClr val="tx1"/>
          </a:solidFill>
          <a:latin typeface="+mn-lt"/>
          <a:ea typeface="ＭＳ Ｐゴシック" pitchFamily="-65"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mailto:david.arctur@utexas.edu"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7.jpeg"/><Relationship Id="rId4" Type="http://schemas.openxmlformats.org/officeDocument/2006/relationships/image" Target="../media/image8.jpeg"/><Relationship Id="rId5" Type="http://schemas.openxmlformats.org/officeDocument/2006/relationships/image" Target="../media/image9.jpeg"/><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xml"/><Relationship Id="rId3"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4" Type="http://schemas.openxmlformats.org/officeDocument/2006/relationships/image" Target="../media/image12.png"/><Relationship Id="rId1" Type="http://schemas.openxmlformats.org/officeDocument/2006/relationships/slideLayout" Target="../slideLayouts/slideLayout18.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4" Type="http://schemas.openxmlformats.org/officeDocument/2006/relationships/image" Target="../media/image14.png"/><Relationship Id="rId1" Type="http://schemas.openxmlformats.org/officeDocument/2006/relationships/slideLayout" Target="../slideLayouts/slideLayout18.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4" Type="http://schemas.openxmlformats.org/officeDocument/2006/relationships/image" Target="../media/image12.png"/><Relationship Id="rId1" Type="http://schemas.openxmlformats.org/officeDocument/2006/relationships/slideLayout" Target="../slideLayouts/slideLayout18.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9.png"/><Relationship Id="rId7" Type="http://schemas.openxmlformats.org/officeDocument/2006/relationships/hyperlink" Target="http://waterservices.usgs.gov/nwis/iv/?format=waterml,2.0&amp;sites=08158000&amp;period=P1D&amp;parameterCd=00060" TargetMode="External"/><Relationship Id="rId8" Type="http://schemas.openxmlformats.org/officeDocument/2006/relationships/image" Target="../media/image20.png"/><Relationship Id="rId1" Type="http://schemas.openxmlformats.org/officeDocument/2006/relationships/slideLayout" Target="../slideLayouts/slideLayout24.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3" Type="http://schemas.openxmlformats.org/officeDocument/2006/relationships/image" Target="../media/image21.jpg"/><Relationship Id="rId4" Type="http://schemas.openxmlformats.org/officeDocument/2006/relationships/image" Target="../media/image22.jpg"/><Relationship Id="rId5" Type="http://schemas.openxmlformats.org/officeDocument/2006/relationships/image" Target="../media/image23.jpg"/><Relationship Id="rId6" Type="http://schemas.openxmlformats.org/officeDocument/2006/relationships/image" Target="../media/image24.jpg"/><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4" Type="http://schemas.openxmlformats.org/officeDocument/2006/relationships/hyperlink" Target="http://arcg.is/1Ahus75" TargetMode="External"/><Relationship Id="rId1" Type="http://schemas.openxmlformats.org/officeDocument/2006/relationships/slideLayout" Target="../slideLayouts/slideLayout25.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26.png"/></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4" Type="http://schemas.openxmlformats.org/officeDocument/2006/relationships/image" Target="../media/image28.png"/><Relationship Id="rId1" Type="http://schemas.openxmlformats.org/officeDocument/2006/relationships/slideLayout" Target="../slideLayouts/slideLayout41.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9" Type="http://schemas.openxmlformats.org/officeDocument/2006/relationships/image" Target="../media/image35.png"/><Relationship Id="rId20" Type="http://schemas.openxmlformats.org/officeDocument/2006/relationships/image" Target="../media/image46.png"/><Relationship Id="rId21" Type="http://schemas.openxmlformats.org/officeDocument/2006/relationships/image" Target="../media/image47.png"/><Relationship Id="rId10" Type="http://schemas.openxmlformats.org/officeDocument/2006/relationships/image" Target="../media/image36.png"/><Relationship Id="rId11" Type="http://schemas.openxmlformats.org/officeDocument/2006/relationships/image" Target="../media/image37.png"/><Relationship Id="rId12" Type="http://schemas.openxmlformats.org/officeDocument/2006/relationships/image" Target="../media/image38.jpg"/><Relationship Id="rId13" Type="http://schemas.openxmlformats.org/officeDocument/2006/relationships/image" Target="../media/image39.png"/><Relationship Id="rId14" Type="http://schemas.openxmlformats.org/officeDocument/2006/relationships/image" Target="../media/image40.jpeg"/><Relationship Id="rId15" Type="http://schemas.openxmlformats.org/officeDocument/2006/relationships/image" Target="../media/image41.png"/><Relationship Id="rId16" Type="http://schemas.openxmlformats.org/officeDocument/2006/relationships/image" Target="../media/image42.png"/><Relationship Id="rId17" Type="http://schemas.openxmlformats.org/officeDocument/2006/relationships/image" Target="../media/image43.png"/><Relationship Id="rId18" Type="http://schemas.openxmlformats.org/officeDocument/2006/relationships/image" Target="../media/image44.png"/><Relationship Id="rId19" Type="http://schemas.openxmlformats.org/officeDocument/2006/relationships/image" Target="../media/image45.png"/><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31.png"/><Relationship Id="rId6" Type="http://schemas.openxmlformats.org/officeDocument/2006/relationships/image" Target="../media/image32.png"/><Relationship Id="rId7" Type="http://schemas.openxmlformats.org/officeDocument/2006/relationships/image" Target="../media/image33.png"/><Relationship Id="rId8" Type="http://schemas.openxmlformats.org/officeDocument/2006/relationships/image" Target="../media/image34.png"/></Relationships>
</file>

<file path=ppt/slides/_rels/slide14.xml.rels><?xml version="1.0" encoding="UTF-8" standalone="yes"?>
<Relationships xmlns="http://schemas.openxmlformats.org/package/2006/relationships"><Relationship Id="rId3" Type="http://schemas.openxmlformats.org/officeDocument/2006/relationships/image" Target="../media/image49.png"/><Relationship Id="rId4" Type="http://schemas.openxmlformats.org/officeDocument/2006/relationships/image" Target="../media/image50.png"/><Relationship Id="rId1" Type="http://schemas.openxmlformats.org/officeDocument/2006/relationships/slideLayout" Target="../slideLayouts/slideLayout32.xml"/><Relationship Id="rId2" Type="http://schemas.openxmlformats.org/officeDocument/2006/relationships/image" Target="../media/image4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image" Target="../media/image51.png"/><Relationship Id="rId3" Type="http://schemas.openxmlformats.org/officeDocument/2006/relationships/image" Target="../media/image5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3.jpg"/><Relationship Id="rId3" Type="http://schemas.openxmlformats.org/officeDocument/2006/relationships/image" Target="../media/image54.jpg"/></Relationships>
</file>

<file path=ppt/slides/_rels/slide17.xml.rels><?xml version="1.0" encoding="UTF-8" standalone="yes"?>
<Relationships xmlns="http://schemas.openxmlformats.org/package/2006/relationships"><Relationship Id="rId3" Type="http://schemas.openxmlformats.org/officeDocument/2006/relationships/image" Target="../media/image55.png"/><Relationship Id="rId4" Type="http://schemas.openxmlformats.org/officeDocument/2006/relationships/image" Target="../media/image56.png"/><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7.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Title 3"/>
          <p:cNvSpPr>
            <a:spLocks noGrp="1"/>
          </p:cNvSpPr>
          <p:nvPr>
            <p:ph type="ctrTitle"/>
          </p:nvPr>
        </p:nvSpPr>
        <p:spPr>
          <a:xfrm>
            <a:off x="293777" y="1076502"/>
            <a:ext cx="8660701" cy="1856621"/>
          </a:xfrm>
        </p:spPr>
        <p:txBody>
          <a:bodyPr/>
          <a:lstStyle/>
          <a:p>
            <a:pPr eaLnBrk="1" hangingPunct="1"/>
            <a:r>
              <a:rPr lang="en-US" sz="3200" b="0" dirty="0" smtClean="0">
                <a:latin typeface="Arial Black"/>
                <a:ea typeface="ＭＳ Ｐゴシック" charset="0"/>
                <a:cs typeface="Arial Black"/>
              </a:rPr>
              <a:t>GEOSS Water Services: </a:t>
            </a:r>
            <a:br>
              <a:rPr lang="en-US" sz="3200" b="0" dirty="0" smtClean="0">
                <a:latin typeface="Arial Black"/>
                <a:ea typeface="ＭＳ Ｐゴシック" charset="0"/>
                <a:cs typeface="Arial Black"/>
              </a:rPr>
            </a:br>
            <a:r>
              <a:rPr lang="en-US" sz="3200" b="0" dirty="0" smtClean="0">
                <a:latin typeface="Arial Black"/>
                <a:ea typeface="ＭＳ Ｐゴシック" charset="0"/>
                <a:cs typeface="Arial Black"/>
              </a:rPr>
              <a:t>Federating Data, Maps &amp; Processing</a:t>
            </a:r>
            <a:r>
              <a:rPr lang="en-US" b="0" dirty="0" smtClean="0">
                <a:latin typeface="Arial Black"/>
                <a:ea typeface="ＭＳ Ｐゴシック" charset="0"/>
                <a:cs typeface="Arial Black"/>
              </a:rPr>
              <a:t/>
            </a:r>
            <a:br>
              <a:rPr lang="en-US" b="0" dirty="0" smtClean="0">
                <a:latin typeface="Arial Black"/>
                <a:ea typeface="ＭＳ Ｐゴシック" charset="0"/>
                <a:cs typeface="Arial Black"/>
              </a:rPr>
            </a:br>
            <a:r>
              <a:rPr lang="en-US" sz="2000" b="0" dirty="0" smtClean="0">
                <a:solidFill>
                  <a:schemeClr val="tx1"/>
                </a:solidFill>
                <a:latin typeface="Arial Black"/>
                <a:ea typeface="ＭＳ Ｐゴシック" charset="0"/>
                <a:cs typeface="Arial Black"/>
              </a:rPr>
              <a:t>Water Theme for GEOSS Architecture Implementation Pilots 2012-2015</a:t>
            </a:r>
            <a:endParaRPr lang="en-US" b="0" dirty="0">
              <a:solidFill>
                <a:schemeClr val="tx1"/>
              </a:solidFill>
              <a:latin typeface="Arial Black"/>
              <a:ea typeface="ＭＳ Ｐゴシック" charset="0"/>
              <a:cs typeface="Arial Black"/>
            </a:endParaRPr>
          </a:p>
        </p:txBody>
      </p:sp>
      <p:sp>
        <p:nvSpPr>
          <p:cNvPr id="5122" name="Subtitle 4"/>
          <p:cNvSpPr>
            <a:spLocks noGrp="1"/>
          </p:cNvSpPr>
          <p:nvPr>
            <p:ph type="subTitle" idx="1"/>
          </p:nvPr>
        </p:nvSpPr>
        <p:spPr>
          <a:xfrm>
            <a:off x="301035" y="3029626"/>
            <a:ext cx="8485810" cy="3585278"/>
          </a:xfrm>
        </p:spPr>
        <p:txBody>
          <a:bodyPr/>
          <a:lstStyle/>
          <a:p>
            <a:pPr eaLnBrk="1" hangingPunct="1"/>
            <a:r>
              <a:rPr lang="en-CA" b="1" dirty="0" smtClean="0">
                <a:solidFill>
                  <a:srgbClr val="000000"/>
                </a:solidFill>
                <a:latin typeface="Calibri"/>
                <a:ea typeface="ＭＳ Ｐゴシック" charset="0"/>
                <a:cs typeface="Calibri"/>
              </a:rPr>
              <a:t>David K Arctur		</a:t>
            </a:r>
            <a:endParaRPr lang="en-CA" dirty="0" smtClean="0">
              <a:solidFill>
                <a:srgbClr val="000000"/>
              </a:solidFill>
              <a:latin typeface="Calibri"/>
              <a:ea typeface="ＭＳ Ｐゴシック" charset="0"/>
              <a:cs typeface="Calibri"/>
            </a:endParaRPr>
          </a:p>
          <a:p>
            <a:pPr eaLnBrk="1" hangingPunct="1"/>
            <a:r>
              <a:rPr lang="en-CA" sz="1400" dirty="0" smtClean="0">
                <a:solidFill>
                  <a:schemeClr val="bg2">
                    <a:lumMod val="75000"/>
                  </a:schemeClr>
                </a:solidFill>
                <a:latin typeface="Calibri"/>
                <a:ea typeface="ＭＳ Ｐゴシック" charset="0"/>
                <a:cs typeface="Calibri"/>
                <a:hlinkClick r:id="rId3"/>
              </a:rPr>
              <a:t>david.arctur@utexas.edu</a:t>
            </a:r>
            <a:r>
              <a:rPr lang="en-CA" sz="1400" dirty="0" smtClean="0">
                <a:solidFill>
                  <a:schemeClr val="bg2">
                    <a:lumMod val="75000"/>
                  </a:schemeClr>
                </a:solidFill>
                <a:latin typeface="Calibri"/>
                <a:ea typeface="ＭＳ Ｐゴシック" charset="0"/>
                <a:cs typeface="Calibri"/>
              </a:rPr>
              <a:t>			</a:t>
            </a:r>
          </a:p>
          <a:p>
            <a:pPr eaLnBrk="1" hangingPunct="1"/>
            <a:r>
              <a:rPr lang="en-CA" sz="1400" dirty="0" smtClean="0">
                <a:solidFill>
                  <a:schemeClr val="bg2">
                    <a:lumMod val="75000"/>
                  </a:schemeClr>
                </a:solidFill>
                <a:latin typeface="Calibri"/>
                <a:ea typeface="ＭＳ Ｐゴシック" charset="0"/>
                <a:cs typeface="Calibri"/>
              </a:rPr>
              <a:t>University </a:t>
            </a:r>
            <a:r>
              <a:rPr lang="en-CA" sz="1400" dirty="0">
                <a:solidFill>
                  <a:schemeClr val="bg2">
                    <a:lumMod val="75000"/>
                  </a:schemeClr>
                </a:solidFill>
                <a:latin typeface="Calibri"/>
                <a:ea typeface="ＭＳ Ｐゴシック" charset="0"/>
                <a:cs typeface="Calibri"/>
              </a:rPr>
              <a:t>of Texas at </a:t>
            </a:r>
            <a:r>
              <a:rPr lang="en-CA" sz="1400" dirty="0" smtClean="0">
                <a:solidFill>
                  <a:schemeClr val="bg2">
                    <a:lumMod val="75000"/>
                  </a:schemeClr>
                </a:solidFill>
                <a:latin typeface="Calibri"/>
                <a:ea typeface="ＭＳ Ｐゴシック" charset="0"/>
                <a:cs typeface="Calibri"/>
              </a:rPr>
              <a:t>Austin</a:t>
            </a:r>
            <a:br>
              <a:rPr lang="en-CA" sz="1400" dirty="0" smtClean="0">
                <a:solidFill>
                  <a:schemeClr val="bg2">
                    <a:lumMod val="75000"/>
                  </a:schemeClr>
                </a:solidFill>
                <a:latin typeface="Calibri"/>
                <a:ea typeface="ＭＳ Ｐゴシック" charset="0"/>
                <a:cs typeface="Calibri"/>
              </a:rPr>
            </a:br>
            <a:r>
              <a:rPr lang="en-CA" sz="1400" dirty="0" smtClean="0">
                <a:solidFill>
                  <a:schemeClr val="bg2">
                    <a:lumMod val="75000"/>
                  </a:schemeClr>
                </a:solidFill>
                <a:latin typeface="Calibri"/>
                <a:ea typeface="ＭＳ Ｐゴシック" charset="0"/>
                <a:cs typeface="Calibri"/>
              </a:rPr>
              <a:t>Open Geospatial Consortium (OGC)</a:t>
            </a:r>
            <a:endParaRPr lang="en-CA" sz="900" dirty="0" smtClean="0">
              <a:solidFill>
                <a:srgbClr val="606060"/>
              </a:solidFill>
              <a:latin typeface="Calibri"/>
              <a:ea typeface="ＭＳ Ｐゴシック" charset="0"/>
              <a:cs typeface="Calibri"/>
            </a:endParaRPr>
          </a:p>
          <a:p>
            <a:pPr eaLnBrk="1" hangingPunct="1"/>
            <a:endParaRPr lang="en-CA" sz="1400" dirty="0">
              <a:solidFill>
                <a:srgbClr val="606060"/>
              </a:solidFill>
              <a:latin typeface="Calibri"/>
              <a:ea typeface="ＭＳ Ｐゴシック" charset="0"/>
              <a:cs typeface="Calibri"/>
            </a:endParaRPr>
          </a:p>
          <a:p>
            <a:pPr eaLnBrk="1" hangingPunct="1"/>
            <a:r>
              <a:rPr lang="en-CA" sz="1400" dirty="0" smtClean="0">
                <a:solidFill>
                  <a:srgbClr val="606060"/>
                </a:solidFill>
                <a:latin typeface="Calibri"/>
                <a:ea typeface="ＭＳ Ｐゴシック" charset="0"/>
                <a:cs typeface="Calibri"/>
              </a:rPr>
              <a:t>Presented at the OGC HDWG Workshop</a:t>
            </a:r>
          </a:p>
          <a:p>
            <a:pPr eaLnBrk="1" hangingPunct="1"/>
            <a:r>
              <a:rPr lang="en-CA" sz="1400" dirty="0" smtClean="0">
                <a:solidFill>
                  <a:srgbClr val="606060"/>
                </a:solidFill>
                <a:latin typeface="Calibri"/>
                <a:ea typeface="ＭＳ Ｐゴシック" charset="0"/>
                <a:cs typeface="Calibri"/>
              </a:rPr>
              <a:t>Orleans France, 21 Sept 2015</a:t>
            </a:r>
          </a:p>
          <a:p>
            <a:pPr eaLnBrk="1" hangingPunct="1"/>
            <a:endParaRPr lang="en-CA" sz="1400" dirty="0">
              <a:solidFill>
                <a:srgbClr val="606060"/>
              </a:solidFill>
              <a:latin typeface="Calibri"/>
              <a:ea typeface="ＭＳ Ｐゴシック" charset="0"/>
              <a:cs typeface="Calibri"/>
            </a:endParaRPr>
          </a:p>
          <a:p>
            <a:pPr eaLnBrk="1" hangingPunct="1"/>
            <a:r>
              <a:rPr lang="en-CA" sz="1400" b="1" dirty="0">
                <a:latin typeface="Calibri"/>
                <a:ea typeface="ＭＳ Ｐゴシック" charset="0"/>
                <a:cs typeface="Calibri"/>
              </a:rPr>
              <a:t>Acknowledgements</a:t>
            </a:r>
            <a:r>
              <a:rPr lang="en-CA" sz="1400" dirty="0">
                <a:solidFill>
                  <a:srgbClr val="606060"/>
                </a:solidFill>
                <a:latin typeface="Calibri"/>
                <a:ea typeface="ＭＳ Ｐゴシック" charset="0"/>
                <a:cs typeface="Calibri"/>
              </a:rPr>
              <a:t>:  David Maidment, Fernando Salas, </a:t>
            </a:r>
          </a:p>
          <a:p>
            <a:pPr eaLnBrk="1" hangingPunct="1"/>
            <a:r>
              <a:rPr lang="en-CA" sz="1400" dirty="0">
                <a:solidFill>
                  <a:srgbClr val="606060"/>
                </a:solidFill>
                <a:latin typeface="Calibri"/>
                <a:ea typeface="ＭＳ Ｐゴシック" charset="0"/>
                <a:cs typeface="Calibri"/>
              </a:rPr>
              <a:t>Steve Kopp, Michael Natschke, Simon Cox, </a:t>
            </a:r>
          </a:p>
          <a:p>
            <a:pPr eaLnBrk="1" hangingPunct="1"/>
            <a:r>
              <a:rPr lang="en-CA" sz="1400" dirty="0">
                <a:solidFill>
                  <a:srgbClr val="606060"/>
                </a:solidFill>
                <a:latin typeface="Calibri"/>
                <a:ea typeface="ＭＳ Ｐゴシック" charset="0"/>
                <a:cs typeface="Calibri"/>
              </a:rPr>
              <a:t>Silvano Pecora, Sean Hodges, Brent Watson, </a:t>
            </a:r>
          </a:p>
          <a:p>
            <a:pPr eaLnBrk="1" hangingPunct="1"/>
            <a:r>
              <a:rPr lang="en-CA" sz="1400" dirty="0">
                <a:solidFill>
                  <a:srgbClr val="606060"/>
                </a:solidFill>
                <a:latin typeface="Calibri"/>
                <a:ea typeface="ＭＳ Ｐゴシック" charset="0"/>
                <a:cs typeface="Calibri"/>
              </a:rPr>
              <a:t>Peter Salamon, Dan Ames, Jim Nelson, </a:t>
            </a:r>
          </a:p>
          <a:p>
            <a:pPr eaLnBrk="1" hangingPunct="1"/>
            <a:r>
              <a:rPr lang="en-CA" sz="1400" dirty="0">
                <a:solidFill>
                  <a:srgbClr val="606060"/>
                </a:solidFill>
                <a:latin typeface="Calibri"/>
                <a:ea typeface="ＭＳ Ｐゴシック" charset="0"/>
                <a:cs typeface="Calibri"/>
              </a:rPr>
              <a:t>Alan Snow, Nathan Swain, Cedric David, </a:t>
            </a:r>
          </a:p>
          <a:p>
            <a:pPr eaLnBrk="1" hangingPunct="1"/>
            <a:r>
              <a:rPr lang="en-CA" sz="1400" dirty="0">
                <a:solidFill>
                  <a:srgbClr val="606060"/>
                </a:solidFill>
                <a:latin typeface="Calibri"/>
                <a:ea typeface="ＭＳ Ｐゴシック" charset="0"/>
                <a:cs typeface="Calibri"/>
              </a:rPr>
              <a:t>Kris Cauwenberghs, Angelica Gutierrez</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3303" y="904351"/>
            <a:ext cx="8466054" cy="708043"/>
          </a:xfrm>
        </p:spPr>
        <p:txBody>
          <a:bodyPr/>
          <a:lstStyle/>
          <a:p>
            <a:r>
              <a:rPr lang="en-US" sz="2400" dirty="0" smtClean="0">
                <a:latin typeface="Candara"/>
                <a:cs typeface="Candara"/>
              </a:rPr>
              <a:t>This is a story about millions of small datasets:</a:t>
            </a:r>
            <a:br>
              <a:rPr lang="en-US" sz="2400" dirty="0" smtClean="0">
                <a:latin typeface="Candara"/>
                <a:cs typeface="Candara"/>
              </a:rPr>
            </a:br>
            <a:r>
              <a:rPr lang="en-US" sz="2400" dirty="0" smtClean="0">
                <a:latin typeface="Candara"/>
                <a:cs typeface="Candara"/>
              </a:rPr>
              <a:t>each with a time series of a variable at a point location…</a:t>
            </a:r>
            <a:endParaRPr lang="en-US" sz="2400" dirty="0">
              <a:latin typeface="Candara"/>
              <a:cs typeface="Candara"/>
            </a:endParaRPr>
          </a:p>
        </p:txBody>
      </p:sp>
      <p:sp>
        <p:nvSpPr>
          <p:cNvPr id="3" name="TextBox 2"/>
          <p:cNvSpPr txBox="1"/>
          <p:nvPr/>
        </p:nvSpPr>
        <p:spPr>
          <a:xfrm>
            <a:off x="723047" y="1765727"/>
            <a:ext cx="2320098" cy="369332"/>
          </a:xfrm>
          <a:prstGeom prst="rect">
            <a:avLst/>
          </a:prstGeom>
          <a:noFill/>
        </p:spPr>
        <p:txBody>
          <a:bodyPr wrap="square" rtlCol="0">
            <a:spAutoFit/>
          </a:bodyPr>
          <a:lstStyle/>
          <a:p>
            <a:pPr algn="ctr" defTabSz="457200"/>
            <a:r>
              <a:rPr lang="en-US" b="1" dirty="0">
                <a:latin typeface="+mn-lt"/>
              </a:rPr>
              <a:t>Water Quantity</a:t>
            </a:r>
          </a:p>
        </p:txBody>
      </p:sp>
      <p:sp>
        <p:nvSpPr>
          <p:cNvPr id="41" name="TextBox 40"/>
          <p:cNvSpPr txBox="1"/>
          <p:nvPr/>
        </p:nvSpPr>
        <p:spPr>
          <a:xfrm>
            <a:off x="4294148" y="3004073"/>
            <a:ext cx="1648431" cy="369332"/>
          </a:xfrm>
          <a:prstGeom prst="rect">
            <a:avLst/>
          </a:prstGeom>
          <a:noFill/>
        </p:spPr>
        <p:txBody>
          <a:bodyPr wrap="square" rtlCol="0">
            <a:spAutoFit/>
          </a:bodyPr>
          <a:lstStyle/>
          <a:p>
            <a:pPr algn="ctr" defTabSz="457200"/>
            <a:r>
              <a:rPr lang="en-US" b="1" dirty="0">
                <a:latin typeface="+mn-lt"/>
              </a:rPr>
              <a:t>Rainfall</a:t>
            </a:r>
          </a:p>
        </p:txBody>
      </p:sp>
      <p:sp>
        <p:nvSpPr>
          <p:cNvPr id="42" name="TextBox 41"/>
          <p:cNvSpPr txBox="1"/>
          <p:nvPr/>
        </p:nvSpPr>
        <p:spPr>
          <a:xfrm>
            <a:off x="7012553" y="4300594"/>
            <a:ext cx="1648431" cy="369332"/>
          </a:xfrm>
          <a:prstGeom prst="rect">
            <a:avLst/>
          </a:prstGeom>
          <a:noFill/>
        </p:spPr>
        <p:txBody>
          <a:bodyPr wrap="square" rtlCol="0">
            <a:spAutoFit/>
          </a:bodyPr>
          <a:lstStyle/>
          <a:p>
            <a:pPr algn="ctr" defTabSz="457200"/>
            <a:r>
              <a:rPr lang="en-US" b="1" dirty="0">
                <a:latin typeface="+mn-lt"/>
              </a:rPr>
              <a:t>Soil </a:t>
            </a:r>
            <a:r>
              <a:rPr lang="en-US" b="1" dirty="0" smtClean="0">
                <a:latin typeface="+mn-lt"/>
              </a:rPr>
              <a:t>Moisture</a:t>
            </a:r>
            <a:endParaRPr lang="en-US" b="1" dirty="0">
              <a:latin typeface="+mn-lt"/>
            </a:endParaRPr>
          </a:p>
        </p:txBody>
      </p:sp>
      <p:pic>
        <p:nvPicPr>
          <p:cNvPr id="15" name="Picture 14" descr="rain-gauge-platform-400"/>
          <p:cNvPicPr>
            <a:picLocks noChangeAspect="1"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a:off x="3627900" y="3374988"/>
            <a:ext cx="2936023" cy="1956816"/>
          </a:xfrm>
          <a:prstGeom prst="rect">
            <a:avLst/>
          </a:prstGeom>
          <a:noFill/>
          <a:ln w="19050" cmpd="sng">
            <a:solidFill>
              <a:schemeClr val="accent4"/>
            </a:solidFill>
            <a:miter lim="800000"/>
            <a:headEnd/>
            <a:tailEnd/>
          </a:ln>
          <a:effectLst/>
        </p:spPr>
      </p:pic>
      <p:pic>
        <p:nvPicPr>
          <p:cNvPr id="16" name="Picture 6" descr="td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7026427" y="4671084"/>
            <a:ext cx="1612814" cy="1956816"/>
          </a:xfrm>
          <a:prstGeom prst="rect">
            <a:avLst/>
          </a:prstGeom>
          <a:noFill/>
          <a:ln w="19050" cmpd="sng">
            <a:solidFill>
              <a:schemeClr val="accent4"/>
            </a:solidFill>
            <a:miter lim="800000"/>
            <a:headEnd/>
            <a:tailEnd/>
          </a:ln>
          <a:effectLst/>
        </p:spPr>
      </p:pic>
      <p:pic>
        <p:nvPicPr>
          <p:cNvPr id="19" name="Picture 8" descr="TCO Sept 2010"/>
          <p:cNvPicPr>
            <a:picLocks noChangeAspect="1" noChangeArrowheads="1"/>
          </p:cNvPicPr>
          <p:nvPr/>
        </p:nvPicPr>
        <p:blipFill>
          <a:blip r:embed="rId5" cstate="print">
            <a:extLst>
              <a:ext uri="{28A0092B-C50C-407E-A947-70E740481C1C}">
                <a14:useLocalDpi xmlns:a14="http://schemas.microsoft.com/office/drawing/2010/main"/>
              </a:ext>
            </a:extLst>
          </a:blip>
          <a:srcRect/>
          <a:stretch>
            <a:fillRect/>
          </a:stretch>
        </p:blipFill>
        <p:spPr bwMode="auto">
          <a:xfrm>
            <a:off x="563551" y="2152407"/>
            <a:ext cx="2609089" cy="1956816"/>
          </a:xfrm>
          <a:prstGeom prst="rect">
            <a:avLst/>
          </a:prstGeom>
          <a:noFill/>
          <a:ln w="25400">
            <a:solidFill>
              <a:srgbClr val="00B9F2"/>
            </a:solidFill>
          </a:ln>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3346057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p:cNvSpPr/>
          <p:nvPr/>
        </p:nvSpPr>
        <p:spPr bwMode="auto">
          <a:xfrm>
            <a:off x="6350" y="1277938"/>
            <a:ext cx="9144000" cy="5562600"/>
          </a:xfrm>
          <a:prstGeom prst="rect">
            <a:avLst/>
          </a:prstGeom>
          <a:gradFill flip="none" rotWithShape="1">
            <a:gsLst>
              <a:gs pos="0">
                <a:schemeClr val="tx2">
                  <a:alpha val="60000"/>
                </a:schemeClr>
              </a:gs>
              <a:gs pos="49000">
                <a:schemeClr val="accent4">
                  <a:lumMod val="75000"/>
                </a:schemeClr>
              </a:gs>
              <a:gs pos="100000">
                <a:schemeClr val="tx2"/>
              </a:gs>
            </a:gsLst>
            <a:lin ang="16200000" scaled="0"/>
            <a:tileRect/>
          </a:gra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wrap="none" anchor="ctr"/>
          <a:lstStyle/>
          <a:p>
            <a:pPr algn="ctr">
              <a:defRPr/>
            </a:pPr>
            <a:endParaRPr lang="en-US" sz="1400" b="1" dirty="0">
              <a:solidFill>
                <a:srgbClr val="000000"/>
              </a:solidFill>
              <a:latin typeface="Arial"/>
              <a:ea typeface="ＭＳ Ｐゴシック"/>
              <a:cs typeface="ＭＳ Ｐゴシック"/>
            </a:endParaRPr>
          </a:p>
        </p:txBody>
      </p:sp>
      <p:sp>
        <p:nvSpPr>
          <p:cNvPr id="51202" name="TextBox 4"/>
          <p:cNvSpPr txBox="1">
            <a:spLocks noChangeArrowheads="1"/>
          </p:cNvSpPr>
          <p:nvPr/>
        </p:nvSpPr>
        <p:spPr bwMode="auto">
          <a:xfrm>
            <a:off x="685801" y="304800"/>
            <a:ext cx="7974013" cy="5334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lstStyle>
            <a:lvl1pPr eaLnBrk="0" hangingPunct="0">
              <a:defRPr sz="1000" b="1">
                <a:solidFill>
                  <a:schemeClr val="tx1"/>
                </a:solidFill>
                <a:latin typeface="CG Times" charset="0"/>
                <a:ea typeface="ＭＳ Ｐゴシック" charset="0"/>
                <a:cs typeface="ＭＳ Ｐゴシック" charset="0"/>
              </a:defRPr>
            </a:lvl1pPr>
            <a:lvl2pPr marL="742950" indent="-285750" eaLnBrk="0" hangingPunct="0">
              <a:defRPr sz="1000" b="1">
                <a:solidFill>
                  <a:schemeClr val="tx1"/>
                </a:solidFill>
                <a:latin typeface="CG Times" charset="0"/>
                <a:ea typeface="ＭＳ Ｐゴシック" charset="0"/>
              </a:defRPr>
            </a:lvl2pPr>
            <a:lvl3pPr marL="1143000" indent="-228600" eaLnBrk="0" hangingPunct="0">
              <a:defRPr sz="1000" b="1">
                <a:solidFill>
                  <a:schemeClr val="tx1"/>
                </a:solidFill>
                <a:latin typeface="CG Times" charset="0"/>
                <a:ea typeface="ＭＳ Ｐゴシック" charset="0"/>
              </a:defRPr>
            </a:lvl3pPr>
            <a:lvl4pPr marL="1600200" indent="-228600" eaLnBrk="0" hangingPunct="0">
              <a:defRPr sz="1000" b="1">
                <a:solidFill>
                  <a:schemeClr val="tx1"/>
                </a:solidFill>
                <a:latin typeface="CG Times" charset="0"/>
                <a:ea typeface="ＭＳ Ｐゴシック" charset="0"/>
              </a:defRPr>
            </a:lvl4pPr>
            <a:lvl5pPr marL="2057400" indent="-228600" eaLnBrk="0" hangingPunct="0">
              <a:defRPr sz="1000" b="1">
                <a:solidFill>
                  <a:schemeClr val="tx1"/>
                </a:solidFill>
                <a:latin typeface="CG Times" charset="0"/>
                <a:ea typeface="ＭＳ Ｐゴシック" charset="0"/>
              </a:defRPr>
            </a:lvl5pPr>
            <a:lvl6pPr marL="2514600" indent="-228600" eaLnBrk="0" fontAlgn="base" hangingPunct="0">
              <a:spcBef>
                <a:spcPct val="0"/>
              </a:spcBef>
              <a:spcAft>
                <a:spcPct val="0"/>
              </a:spcAft>
              <a:defRPr sz="1000" b="1">
                <a:solidFill>
                  <a:schemeClr val="tx1"/>
                </a:solidFill>
                <a:latin typeface="CG Times" charset="0"/>
                <a:ea typeface="ＭＳ Ｐゴシック" charset="0"/>
              </a:defRPr>
            </a:lvl6pPr>
            <a:lvl7pPr marL="2971800" indent="-228600" eaLnBrk="0" fontAlgn="base" hangingPunct="0">
              <a:spcBef>
                <a:spcPct val="0"/>
              </a:spcBef>
              <a:spcAft>
                <a:spcPct val="0"/>
              </a:spcAft>
              <a:defRPr sz="1000" b="1">
                <a:solidFill>
                  <a:schemeClr val="tx1"/>
                </a:solidFill>
                <a:latin typeface="CG Times" charset="0"/>
                <a:ea typeface="ＭＳ Ｐゴシック" charset="0"/>
              </a:defRPr>
            </a:lvl7pPr>
            <a:lvl8pPr marL="3429000" indent="-228600" eaLnBrk="0" fontAlgn="base" hangingPunct="0">
              <a:spcBef>
                <a:spcPct val="0"/>
              </a:spcBef>
              <a:spcAft>
                <a:spcPct val="0"/>
              </a:spcAft>
              <a:defRPr sz="1000" b="1">
                <a:solidFill>
                  <a:schemeClr val="tx1"/>
                </a:solidFill>
                <a:latin typeface="CG Times" charset="0"/>
                <a:ea typeface="ＭＳ Ｐゴシック" charset="0"/>
              </a:defRPr>
            </a:lvl8pPr>
            <a:lvl9pPr marL="3886200" indent="-228600" eaLnBrk="0" fontAlgn="base" hangingPunct="0">
              <a:spcBef>
                <a:spcPct val="0"/>
              </a:spcBef>
              <a:spcAft>
                <a:spcPct val="0"/>
              </a:spcAft>
              <a:defRPr sz="1000" b="1">
                <a:solidFill>
                  <a:schemeClr val="tx1"/>
                </a:solidFill>
                <a:latin typeface="CG Times" charset="0"/>
                <a:ea typeface="ＭＳ Ｐゴシック" charset="0"/>
              </a:defRPr>
            </a:lvl9pPr>
          </a:lstStyle>
          <a:p>
            <a:endParaRPr lang="en-US" sz="2800" smtClean="0">
              <a:solidFill>
                <a:srgbClr val="2362FF"/>
              </a:solidFill>
              <a:latin typeface="Arial" charset="0"/>
            </a:endParaRPr>
          </a:p>
        </p:txBody>
      </p:sp>
      <p:sp>
        <p:nvSpPr>
          <p:cNvPr id="51203" name="Title 1"/>
          <p:cNvSpPr>
            <a:spLocks noGrp="1"/>
          </p:cNvSpPr>
          <p:nvPr>
            <p:ph type="title"/>
          </p:nvPr>
        </p:nvSpPr>
        <p:spPr>
          <a:xfrm>
            <a:off x="368274" y="0"/>
            <a:ext cx="8458200" cy="1054622"/>
          </a:xfrm>
        </p:spPr>
        <p:txBody>
          <a:bodyPr/>
          <a:lstStyle/>
          <a:p>
            <a:pPr algn="ctr"/>
            <a:r>
              <a:rPr lang="en-US" sz="3600" dirty="0">
                <a:solidFill>
                  <a:srgbClr val="000000"/>
                </a:solidFill>
                <a:effectLst>
                  <a:outerShdw blurRad="50800" dist="38100" dir="2700000" algn="tl" rotWithShape="0">
                    <a:srgbClr val="000000">
                      <a:alpha val="43000"/>
                    </a:srgbClr>
                  </a:outerShdw>
                </a:effectLst>
                <a:latin typeface="Candara"/>
                <a:ea typeface="ＭＳ Ｐゴシック" charset="0"/>
                <a:cs typeface="Candara"/>
              </a:rPr>
              <a:t>Outreach through GEOSS </a:t>
            </a:r>
            <a:br>
              <a:rPr lang="en-US" sz="3600" dirty="0">
                <a:solidFill>
                  <a:srgbClr val="000000"/>
                </a:solidFill>
                <a:effectLst>
                  <a:outerShdw blurRad="50800" dist="38100" dir="2700000" algn="tl" rotWithShape="0">
                    <a:srgbClr val="000000">
                      <a:alpha val="43000"/>
                    </a:srgbClr>
                  </a:outerShdw>
                </a:effectLst>
                <a:latin typeface="Candara"/>
                <a:ea typeface="ＭＳ Ｐゴシック" charset="0"/>
                <a:cs typeface="Candara"/>
              </a:rPr>
            </a:br>
            <a:r>
              <a:rPr lang="en-US" sz="3600" dirty="0">
                <a:solidFill>
                  <a:srgbClr val="000000"/>
                </a:solidFill>
                <a:effectLst>
                  <a:outerShdw blurRad="50800" dist="38100" dir="2700000" algn="tl" rotWithShape="0">
                    <a:srgbClr val="000000">
                      <a:alpha val="43000"/>
                    </a:srgbClr>
                  </a:outerShdw>
                </a:effectLst>
                <a:latin typeface="Candara"/>
                <a:ea typeface="ＭＳ Ｐゴシック" charset="0"/>
                <a:cs typeface="Candara"/>
              </a:rPr>
              <a:t>Architecture Implementation Pilots (AIP)</a:t>
            </a:r>
            <a:endParaRPr dirty="0">
              <a:solidFill>
                <a:srgbClr val="000000"/>
              </a:solidFill>
              <a:latin typeface="Candara"/>
              <a:ea typeface="ＭＳ Ｐゴシック" charset="0"/>
              <a:cs typeface="Candara"/>
            </a:endParaRPr>
          </a:p>
        </p:txBody>
      </p:sp>
      <p:sp>
        <p:nvSpPr>
          <p:cNvPr id="20" name="Rectangle 19"/>
          <p:cNvSpPr/>
          <p:nvPr/>
        </p:nvSpPr>
        <p:spPr>
          <a:xfrm>
            <a:off x="0" y="5929313"/>
            <a:ext cx="9144000" cy="50800"/>
          </a:xfrm>
          <a:prstGeom prst="rect">
            <a:avLst/>
          </a:prstGeom>
          <a:solidFill>
            <a:schemeClr val="accent4">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457200" eaLnBrk="1" fontAlgn="auto" hangingPunct="1">
              <a:spcBef>
                <a:spcPts val="0"/>
              </a:spcBef>
              <a:spcAft>
                <a:spcPts val="0"/>
              </a:spcAft>
              <a:defRPr/>
            </a:pPr>
            <a:endParaRPr lang="en-US">
              <a:solidFill>
                <a:prstClr val="white"/>
              </a:solidFill>
              <a:latin typeface="Arial"/>
              <a:ea typeface="ＭＳ Ｐゴシック"/>
              <a:cs typeface="ＭＳ Ｐゴシック"/>
            </a:endParaRPr>
          </a:p>
        </p:txBody>
      </p:sp>
      <p:grpSp>
        <p:nvGrpSpPr>
          <p:cNvPr id="7" name="Group 6"/>
          <p:cNvGrpSpPr/>
          <p:nvPr/>
        </p:nvGrpSpPr>
        <p:grpSpPr>
          <a:xfrm>
            <a:off x="65845" y="5080000"/>
            <a:ext cx="1138238" cy="1677988"/>
            <a:chOff x="65844" y="5080000"/>
            <a:chExt cx="1138238" cy="1677988"/>
          </a:xfrm>
        </p:grpSpPr>
        <p:sp>
          <p:nvSpPr>
            <p:cNvPr id="51235" name="TextBox 42"/>
            <p:cNvSpPr txBox="1">
              <a:spLocks noChangeArrowheads="1"/>
            </p:cNvSpPr>
            <p:nvPr/>
          </p:nvSpPr>
          <p:spPr bwMode="auto">
            <a:xfrm>
              <a:off x="65844" y="6204011"/>
              <a:ext cx="1138238" cy="5539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lstStyle>
              <a:lvl1pPr eaLnBrk="0" hangingPunct="0">
                <a:defRPr sz="1000" b="1">
                  <a:solidFill>
                    <a:schemeClr val="tx1"/>
                  </a:solidFill>
                  <a:latin typeface="CG Times" charset="0"/>
                  <a:ea typeface="ＭＳ Ｐゴシック" charset="0"/>
                  <a:cs typeface="ＭＳ Ｐゴシック" charset="0"/>
                </a:defRPr>
              </a:lvl1pPr>
              <a:lvl2pPr marL="742950" indent="-285750" eaLnBrk="0" hangingPunct="0">
                <a:defRPr sz="1000" b="1">
                  <a:solidFill>
                    <a:schemeClr val="tx1"/>
                  </a:solidFill>
                  <a:latin typeface="CG Times" charset="0"/>
                  <a:ea typeface="ＭＳ Ｐゴシック" charset="0"/>
                </a:defRPr>
              </a:lvl2pPr>
              <a:lvl3pPr marL="1143000" indent="-228600" eaLnBrk="0" hangingPunct="0">
                <a:defRPr sz="1000" b="1">
                  <a:solidFill>
                    <a:schemeClr val="tx1"/>
                  </a:solidFill>
                  <a:latin typeface="CG Times" charset="0"/>
                  <a:ea typeface="ＭＳ Ｐゴシック" charset="0"/>
                </a:defRPr>
              </a:lvl3pPr>
              <a:lvl4pPr marL="1600200" indent="-228600" eaLnBrk="0" hangingPunct="0">
                <a:defRPr sz="1000" b="1">
                  <a:solidFill>
                    <a:schemeClr val="tx1"/>
                  </a:solidFill>
                  <a:latin typeface="CG Times" charset="0"/>
                  <a:ea typeface="ＭＳ Ｐゴシック" charset="0"/>
                </a:defRPr>
              </a:lvl4pPr>
              <a:lvl5pPr marL="2057400" indent="-228600" eaLnBrk="0" hangingPunct="0">
                <a:defRPr sz="1000" b="1">
                  <a:solidFill>
                    <a:schemeClr val="tx1"/>
                  </a:solidFill>
                  <a:latin typeface="CG Times" charset="0"/>
                  <a:ea typeface="ＭＳ Ｐゴシック" charset="0"/>
                </a:defRPr>
              </a:lvl5pPr>
              <a:lvl6pPr marL="2514600" indent="-228600" eaLnBrk="0" fontAlgn="base" hangingPunct="0">
                <a:spcBef>
                  <a:spcPct val="0"/>
                </a:spcBef>
                <a:spcAft>
                  <a:spcPct val="0"/>
                </a:spcAft>
                <a:defRPr sz="1000" b="1">
                  <a:solidFill>
                    <a:schemeClr val="tx1"/>
                  </a:solidFill>
                  <a:latin typeface="CG Times" charset="0"/>
                  <a:ea typeface="ＭＳ Ｐゴシック" charset="0"/>
                </a:defRPr>
              </a:lvl6pPr>
              <a:lvl7pPr marL="2971800" indent="-228600" eaLnBrk="0" fontAlgn="base" hangingPunct="0">
                <a:spcBef>
                  <a:spcPct val="0"/>
                </a:spcBef>
                <a:spcAft>
                  <a:spcPct val="0"/>
                </a:spcAft>
                <a:defRPr sz="1000" b="1">
                  <a:solidFill>
                    <a:schemeClr val="tx1"/>
                  </a:solidFill>
                  <a:latin typeface="CG Times" charset="0"/>
                  <a:ea typeface="ＭＳ Ｐゴシック" charset="0"/>
                </a:defRPr>
              </a:lvl7pPr>
              <a:lvl8pPr marL="3429000" indent="-228600" eaLnBrk="0" fontAlgn="base" hangingPunct="0">
                <a:spcBef>
                  <a:spcPct val="0"/>
                </a:spcBef>
                <a:spcAft>
                  <a:spcPct val="0"/>
                </a:spcAft>
                <a:defRPr sz="1000" b="1">
                  <a:solidFill>
                    <a:schemeClr val="tx1"/>
                  </a:solidFill>
                  <a:latin typeface="CG Times" charset="0"/>
                  <a:ea typeface="ＭＳ Ｐゴシック" charset="0"/>
                </a:defRPr>
              </a:lvl8pPr>
              <a:lvl9pPr marL="3886200" indent="-228600" eaLnBrk="0" fontAlgn="base" hangingPunct="0">
                <a:spcBef>
                  <a:spcPct val="0"/>
                </a:spcBef>
                <a:spcAft>
                  <a:spcPct val="0"/>
                </a:spcAft>
                <a:defRPr sz="1000" b="1">
                  <a:solidFill>
                    <a:schemeClr val="tx1"/>
                  </a:solidFill>
                  <a:latin typeface="CG Times" charset="0"/>
                  <a:ea typeface="ＭＳ Ｐゴシック" charset="0"/>
                </a:defRPr>
              </a:lvl9pPr>
            </a:lstStyle>
            <a:p>
              <a:pPr algn="ctr">
                <a:lnSpc>
                  <a:spcPts val="1800"/>
                </a:lnSpc>
              </a:pPr>
              <a:r>
                <a:rPr lang="en-US" sz="1800" dirty="0" smtClean="0">
                  <a:solidFill>
                    <a:srgbClr val="DFF0FA"/>
                  </a:solidFill>
                  <a:latin typeface="Arial" charset="0"/>
                </a:rPr>
                <a:t>2012</a:t>
              </a:r>
            </a:p>
          </p:txBody>
        </p:sp>
        <p:cxnSp>
          <p:nvCxnSpPr>
            <p:cNvPr id="46" name="Straight Connector 45"/>
            <p:cNvCxnSpPr/>
            <p:nvPr/>
          </p:nvCxnSpPr>
          <p:spPr bwMode="auto">
            <a:xfrm flipH="1" flipV="1">
              <a:off x="628952" y="5080000"/>
              <a:ext cx="6011" cy="900115"/>
            </a:xfrm>
            <a:prstGeom prst="line">
              <a:avLst/>
            </a:prstGeom>
            <a:noFill/>
            <a:ln w="19050" cap="flat" cmpd="sng" algn="ctr">
              <a:solidFill>
                <a:schemeClr val="accent3">
                  <a:lumMod val="60000"/>
                  <a:lumOff val="40000"/>
                </a:schemeClr>
              </a:solidFill>
              <a:prstDash val="solid"/>
              <a:round/>
              <a:headEnd type="none" w="med" len="med"/>
              <a:tailEnd type="none" w="med" len="med"/>
            </a:ln>
            <a:effectLst/>
          </p:spPr>
        </p:cxnSp>
        <p:sp>
          <p:nvSpPr>
            <p:cNvPr id="44" name="Oval 43"/>
            <p:cNvSpPr>
              <a:spLocks noChangeAspect="1"/>
            </p:cNvSpPr>
            <p:nvPr/>
          </p:nvSpPr>
          <p:spPr bwMode="auto">
            <a:xfrm>
              <a:off x="498438" y="5850083"/>
              <a:ext cx="273050" cy="271462"/>
            </a:xfrm>
            <a:prstGeom prst="ellipse">
              <a:avLst/>
            </a:prstGeom>
            <a:solidFill>
              <a:schemeClr val="accent3"/>
            </a:solidFill>
            <a:ln w="57150" cmpd="sng">
              <a:solidFill>
                <a:schemeClr val="accent3">
                  <a:lumMod val="60000"/>
                  <a:lumOff val="40000"/>
                </a:schemeClr>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wrap="none" anchor="ctr"/>
            <a:lstStyle/>
            <a:p>
              <a:pPr algn="ctr" fontAlgn="auto">
                <a:spcBef>
                  <a:spcPts val="0"/>
                </a:spcBef>
                <a:spcAft>
                  <a:spcPts val="0"/>
                </a:spcAft>
                <a:defRPr/>
              </a:pPr>
              <a:endParaRPr lang="en-US" sz="1400" b="1" dirty="0">
                <a:solidFill>
                  <a:srgbClr val="000000"/>
                </a:solidFill>
                <a:latin typeface="Arial"/>
                <a:ea typeface="ＭＳ Ｐゴシック"/>
                <a:cs typeface="ＭＳ Ｐゴシック"/>
              </a:endParaRPr>
            </a:p>
          </p:txBody>
        </p:sp>
      </p:grpSp>
      <p:sp>
        <p:nvSpPr>
          <p:cNvPr id="51233" name="TextBox 45"/>
          <p:cNvSpPr txBox="1">
            <a:spLocks noChangeArrowheads="1"/>
          </p:cNvSpPr>
          <p:nvPr/>
        </p:nvSpPr>
        <p:spPr bwMode="auto">
          <a:xfrm>
            <a:off x="2603386" y="6203742"/>
            <a:ext cx="1138237" cy="55424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lstStyle>
            <a:lvl1pPr eaLnBrk="0" hangingPunct="0">
              <a:defRPr sz="1000" b="1">
                <a:solidFill>
                  <a:schemeClr val="tx1"/>
                </a:solidFill>
                <a:latin typeface="CG Times" charset="0"/>
                <a:ea typeface="ＭＳ Ｐゴシック" charset="0"/>
                <a:cs typeface="ＭＳ Ｐゴシック" charset="0"/>
              </a:defRPr>
            </a:lvl1pPr>
            <a:lvl2pPr marL="742950" indent="-285750" eaLnBrk="0" hangingPunct="0">
              <a:defRPr sz="1000" b="1">
                <a:solidFill>
                  <a:schemeClr val="tx1"/>
                </a:solidFill>
                <a:latin typeface="CG Times" charset="0"/>
                <a:ea typeface="ＭＳ Ｐゴシック" charset="0"/>
              </a:defRPr>
            </a:lvl2pPr>
            <a:lvl3pPr marL="1143000" indent="-228600" eaLnBrk="0" hangingPunct="0">
              <a:defRPr sz="1000" b="1">
                <a:solidFill>
                  <a:schemeClr val="tx1"/>
                </a:solidFill>
                <a:latin typeface="CG Times" charset="0"/>
                <a:ea typeface="ＭＳ Ｐゴシック" charset="0"/>
              </a:defRPr>
            </a:lvl3pPr>
            <a:lvl4pPr marL="1600200" indent="-228600" eaLnBrk="0" hangingPunct="0">
              <a:defRPr sz="1000" b="1">
                <a:solidFill>
                  <a:schemeClr val="tx1"/>
                </a:solidFill>
                <a:latin typeface="CG Times" charset="0"/>
                <a:ea typeface="ＭＳ Ｐゴシック" charset="0"/>
              </a:defRPr>
            </a:lvl4pPr>
            <a:lvl5pPr marL="2057400" indent="-228600" eaLnBrk="0" hangingPunct="0">
              <a:defRPr sz="1000" b="1">
                <a:solidFill>
                  <a:schemeClr val="tx1"/>
                </a:solidFill>
                <a:latin typeface="CG Times" charset="0"/>
                <a:ea typeface="ＭＳ Ｐゴシック" charset="0"/>
              </a:defRPr>
            </a:lvl5pPr>
            <a:lvl6pPr marL="2514600" indent="-228600" eaLnBrk="0" fontAlgn="base" hangingPunct="0">
              <a:spcBef>
                <a:spcPct val="0"/>
              </a:spcBef>
              <a:spcAft>
                <a:spcPct val="0"/>
              </a:spcAft>
              <a:defRPr sz="1000" b="1">
                <a:solidFill>
                  <a:schemeClr val="tx1"/>
                </a:solidFill>
                <a:latin typeface="CG Times" charset="0"/>
                <a:ea typeface="ＭＳ Ｐゴシック" charset="0"/>
              </a:defRPr>
            </a:lvl6pPr>
            <a:lvl7pPr marL="2971800" indent="-228600" eaLnBrk="0" fontAlgn="base" hangingPunct="0">
              <a:spcBef>
                <a:spcPct val="0"/>
              </a:spcBef>
              <a:spcAft>
                <a:spcPct val="0"/>
              </a:spcAft>
              <a:defRPr sz="1000" b="1">
                <a:solidFill>
                  <a:schemeClr val="tx1"/>
                </a:solidFill>
                <a:latin typeface="CG Times" charset="0"/>
                <a:ea typeface="ＭＳ Ｐゴシック" charset="0"/>
              </a:defRPr>
            </a:lvl7pPr>
            <a:lvl8pPr marL="3429000" indent="-228600" eaLnBrk="0" fontAlgn="base" hangingPunct="0">
              <a:spcBef>
                <a:spcPct val="0"/>
              </a:spcBef>
              <a:spcAft>
                <a:spcPct val="0"/>
              </a:spcAft>
              <a:defRPr sz="1000" b="1">
                <a:solidFill>
                  <a:schemeClr val="tx1"/>
                </a:solidFill>
                <a:latin typeface="CG Times" charset="0"/>
                <a:ea typeface="ＭＳ Ｐゴシック" charset="0"/>
              </a:defRPr>
            </a:lvl8pPr>
            <a:lvl9pPr marL="3886200" indent="-228600" eaLnBrk="0" fontAlgn="base" hangingPunct="0">
              <a:spcBef>
                <a:spcPct val="0"/>
              </a:spcBef>
              <a:spcAft>
                <a:spcPct val="0"/>
              </a:spcAft>
              <a:defRPr sz="1000" b="1">
                <a:solidFill>
                  <a:schemeClr val="tx1"/>
                </a:solidFill>
                <a:latin typeface="CG Times" charset="0"/>
                <a:ea typeface="ＭＳ Ｐゴシック" charset="0"/>
              </a:defRPr>
            </a:lvl9pPr>
          </a:lstStyle>
          <a:p>
            <a:pPr algn="ctr">
              <a:lnSpc>
                <a:spcPts val="1800"/>
              </a:lnSpc>
            </a:pPr>
            <a:r>
              <a:rPr lang="en-US" sz="1800" dirty="0" smtClean="0">
                <a:solidFill>
                  <a:srgbClr val="DFF0FA"/>
                </a:solidFill>
                <a:latin typeface="Arial" charset="0"/>
              </a:rPr>
              <a:t>2013</a:t>
            </a:r>
          </a:p>
        </p:txBody>
      </p:sp>
      <p:cxnSp>
        <p:nvCxnSpPr>
          <p:cNvPr id="50" name="Straight Connector 49"/>
          <p:cNvCxnSpPr/>
          <p:nvPr/>
        </p:nvCxnSpPr>
        <p:spPr bwMode="auto">
          <a:xfrm flipH="1" flipV="1">
            <a:off x="2612571" y="2032002"/>
            <a:ext cx="1210" cy="3926213"/>
          </a:xfrm>
          <a:prstGeom prst="line">
            <a:avLst/>
          </a:prstGeom>
          <a:noFill/>
          <a:ln w="19050" cap="flat" cmpd="sng" algn="ctr">
            <a:solidFill>
              <a:schemeClr val="accent3">
                <a:lumMod val="60000"/>
                <a:lumOff val="40000"/>
              </a:schemeClr>
            </a:solidFill>
            <a:prstDash val="solid"/>
            <a:round/>
            <a:headEnd type="none" w="med" len="med"/>
            <a:tailEnd type="none" w="med" len="med"/>
          </a:ln>
          <a:effectLst/>
        </p:spPr>
      </p:cxnSp>
      <p:sp>
        <p:nvSpPr>
          <p:cNvPr id="51" name="Oval 50"/>
          <p:cNvSpPr>
            <a:spLocks noChangeAspect="1"/>
          </p:cNvSpPr>
          <p:nvPr/>
        </p:nvSpPr>
        <p:spPr bwMode="auto">
          <a:xfrm>
            <a:off x="3033625" y="5828182"/>
            <a:ext cx="273050" cy="271462"/>
          </a:xfrm>
          <a:prstGeom prst="ellipse">
            <a:avLst/>
          </a:prstGeom>
          <a:solidFill>
            <a:schemeClr val="accent3"/>
          </a:solidFill>
          <a:ln w="57150" cmpd="sng">
            <a:solidFill>
              <a:schemeClr val="accent3">
                <a:lumMod val="60000"/>
                <a:lumOff val="40000"/>
              </a:schemeClr>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wrap="none" anchor="ctr"/>
          <a:lstStyle/>
          <a:p>
            <a:pPr algn="ctr" fontAlgn="auto">
              <a:spcBef>
                <a:spcPts val="0"/>
              </a:spcBef>
              <a:spcAft>
                <a:spcPts val="0"/>
              </a:spcAft>
              <a:defRPr/>
            </a:pPr>
            <a:endParaRPr lang="en-US" sz="1400" b="1" dirty="0">
              <a:solidFill>
                <a:srgbClr val="000000"/>
              </a:solidFill>
              <a:latin typeface="Arial"/>
              <a:ea typeface="ＭＳ Ｐゴシック"/>
              <a:cs typeface="ＭＳ Ｐゴシック"/>
            </a:endParaRPr>
          </a:p>
        </p:txBody>
      </p:sp>
      <p:sp>
        <p:nvSpPr>
          <p:cNvPr id="45" name="Oval 44"/>
          <p:cNvSpPr>
            <a:spLocks noChangeAspect="1"/>
          </p:cNvSpPr>
          <p:nvPr/>
        </p:nvSpPr>
        <p:spPr bwMode="auto">
          <a:xfrm>
            <a:off x="8113714" y="5805490"/>
            <a:ext cx="274637" cy="274637"/>
          </a:xfrm>
          <a:prstGeom prst="ellipse">
            <a:avLst/>
          </a:prstGeom>
          <a:solidFill>
            <a:schemeClr val="accent3"/>
          </a:solidFill>
          <a:ln w="57150" cmpd="sng">
            <a:solidFill>
              <a:schemeClr val="accent3">
                <a:lumMod val="60000"/>
                <a:lumOff val="40000"/>
              </a:schemeClr>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wrap="none" anchor="ctr"/>
          <a:lstStyle/>
          <a:p>
            <a:pPr algn="ctr" fontAlgn="auto">
              <a:spcBef>
                <a:spcPts val="0"/>
              </a:spcBef>
              <a:spcAft>
                <a:spcPts val="0"/>
              </a:spcAft>
              <a:defRPr/>
            </a:pPr>
            <a:endParaRPr lang="en-US" sz="1400" b="1" dirty="0">
              <a:solidFill>
                <a:srgbClr val="000000"/>
              </a:solidFill>
              <a:latin typeface="Arial"/>
              <a:ea typeface="ＭＳ Ｐゴシック"/>
              <a:cs typeface="ＭＳ Ｐゴシック"/>
            </a:endParaRPr>
          </a:p>
        </p:txBody>
      </p:sp>
      <p:cxnSp>
        <p:nvCxnSpPr>
          <p:cNvPr id="68" name="Straight Connector 67"/>
          <p:cNvCxnSpPr/>
          <p:nvPr/>
        </p:nvCxnSpPr>
        <p:spPr bwMode="auto">
          <a:xfrm flipV="1">
            <a:off x="7414382" y="2080383"/>
            <a:ext cx="24190" cy="3846287"/>
          </a:xfrm>
          <a:prstGeom prst="line">
            <a:avLst/>
          </a:prstGeom>
          <a:noFill/>
          <a:ln w="19050" cap="flat" cmpd="sng" algn="ctr">
            <a:solidFill>
              <a:schemeClr val="accent3">
                <a:lumMod val="60000"/>
                <a:lumOff val="40000"/>
              </a:schemeClr>
            </a:solidFill>
            <a:prstDash val="solid"/>
            <a:round/>
            <a:headEnd type="none" w="med" len="med"/>
            <a:tailEnd type="none" w="med" len="med"/>
          </a:ln>
          <a:effectLst/>
        </p:spPr>
      </p:cxnSp>
      <p:sp>
        <p:nvSpPr>
          <p:cNvPr id="53" name="TextBox 36"/>
          <p:cNvSpPr txBox="1">
            <a:spLocks noChangeArrowheads="1"/>
          </p:cNvSpPr>
          <p:nvPr/>
        </p:nvSpPr>
        <p:spPr bwMode="auto">
          <a:xfrm>
            <a:off x="7678466" y="6203198"/>
            <a:ext cx="1138239" cy="55431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lstStyle>
            <a:lvl1pPr eaLnBrk="0" hangingPunct="0">
              <a:defRPr sz="1000" b="1">
                <a:solidFill>
                  <a:schemeClr val="tx1"/>
                </a:solidFill>
                <a:latin typeface="CG Times" charset="0"/>
                <a:ea typeface="ＭＳ Ｐゴシック" charset="0"/>
                <a:cs typeface="ＭＳ Ｐゴシック" charset="0"/>
              </a:defRPr>
            </a:lvl1pPr>
            <a:lvl2pPr marL="742950" indent="-285750" eaLnBrk="0" hangingPunct="0">
              <a:defRPr sz="1000" b="1">
                <a:solidFill>
                  <a:schemeClr val="tx1"/>
                </a:solidFill>
                <a:latin typeface="CG Times" charset="0"/>
                <a:ea typeface="ＭＳ Ｐゴシック" charset="0"/>
              </a:defRPr>
            </a:lvl2pPr>
            <a:lvl3pPr marL="1143000" indent="-228600" eaLnBrk="0" hangingPunct="0">
              <a:defRPr sz="1000" b="1">
                <a:solidFill>
                  <a:schemeClr val="tx1"/>
                </a:solidFill>
                <a:latin typeface="CG Times" charset="0"/>
                <a:ea typeface="ＭＳ Ｐゴシック" charset="0"/>
              </a:defRPr>
            </a:lvl3pPr>
            <a:lvl4pPr marL="1600200" indent="-228600" eaLnBrk="0" hangingPunct="0">
              <a:defRPr sz="1000" b="1">
                <a:solidFill>
                  <a:schemeClr val="tx1"/>
                </a:solidFill>
                <a:latin typeface="CG Times" charset="0"/>
                <a:ea typeface="ＭＳ Ｐゴシック" charset="0"/>
              </a:defRPr>
            </a:lvl4pPr>
            <a:lvl5pPr marL="2057400" indent="-228600" eaLnBrk="0" hangingPunct="0">
              <a:defRPr sz="1000" b="1">
                <a:solidFill>
                  <a:schemeClr val="tx1"/>
                </a:solidFill>
                <a:latin typeface="CG Times" charset="0"/>
                <a:ea typeface="ＭＳ Ｐゴシック" charset="0"/>
              </a:defRPr>
            </a:lvl5pPr>
            <a:lvl6pPr marL="2514600" indent="-228600" eaLnBrk="0" fontAlgn="base" hangingPunct="0">
              <a:spcBef>
                <a:spcPct val="0"/>
              </a:spcBef>
              <a:spcAft>
                <a:spcPct val="0"/>
              </a:spcAft>
              <a:defRPr sz="1000" b="1">
                <a:solidFill>
                  <a:schemeClr val="tx1"/>
                </a:solidFill>
                <a:latin typeface="CG Times" charset="0"/>
                <a:ea typeface="ＭＳ Ｐゴシック" charset="0"/>
              </a:defRPr>
            </a:lvl6pPr>
            <a:lvl7pPr marL="2971800" indent="-228600" eaLnBrk="0" fontAlgn="base" hangingPunct="0">
              <a:spcBef>
                <a:spcPct val="0"/>
              </a:spcBef>
              <a:spcAft>
                <a:spcPct val="0"/>
              </a:spcAft>
              <a:defRPr sz="1000" b="1">
                <a:solidFill>
                  <a:schemeClr val="tx1"/>
                </a:solidFill>
                <a:latin typeface="CG Times" charset="0"/>
                <a:ea typeface="ＭＳ Ｐゴシック" charset="0"/>
              </a:defRPr>
            </a:lvl7pPr>
            <a:lvl8pPr marL="3429000" indent="-228600" eaLnBrk="0" fontAlgn="base" hangingPunct="0">
              <a:spcBef>
                <a:spcPct val="0"/>
              </a:spcBef>
              <a:spcAft>
                <a:spcPct val="0"/>
              </a:spcAft>
              <a:defRPr sz="1000" b="1">
                <a:solidFill>
                  <a:schemeClr val="tx1"/>
                </a:solidFill>
                <a:latin typeface="CG Times" charset="0"/>
                <a:ea typeface="ＭＳ Ｐゴシック" charset="0"/>
              </a:defRPr>
            </a:lvl8pPr>
            <a:lvl9pPr marL="3886200" indent="-228600" eaLnBrk="0" fontAlgn="base" hangingPunct="0">
              <a:spcBef>
                <a:spcPct val="0"/>
              </a:spcBef>
              <a:spcAft>
                <a:spcPct val="0"/>
              </a:spcAft>
              <a:defRPr sz="1000" b="1">
                <a:solidFill>
                  <a:schemeClr val="tx1"/>
                </a:solidFill>
                <a:latin typeface="CG Times" charset="0"/>
                <a:ea typeface="ＭＳ Ｐゴシック" charset="0"/>
              </a:defRPr>
            </a:lvl9pPr>
          </a:lstStyle>
          <a:p>
            <a:pPr algn="ctr">
              <a:lnSpc>
                <a:spcPts val="1800"/>
              </a:lnSpc>
            </a:pPr>
            <a:r>
              <a:rPr lang="en-US" sz="1800" dirty="0" smtClean="0">
                <a:solidFill>
                  <a:srgbClr val="DFF0FA"/>
                </a:solidFill>
                <a:latin typeface="Arial" charset="0"/>
              </a:rPr>
              <a:t>2015</a:t>
            </a:r>
          </a:p>
        </p:txBody>
      </p:sp>
      <p:sp>
        <p:nvSpPr>
          <p:cNvPr id="42" name="Oval 41"/>
          <p:cNvSpPr>
            <a:spLocks noChangeAspect="1"/>
          </p:cNvSpPr>
          <p:nvPr/>
        </p:nvSpPr>
        <p:spPr bwMode="auto">
          <a:xfrm>
            <a:off x="5594512" y="5807075"/>
            <a:ext cx="273050" cy="273050"/>
          </a:xfrm>
          <a:prstGeom prst="ellipse">
            <a:avLst/>
          </a:prstGeom>
          <a:solidFill>
            <a:schemeClr val="accent3"/>
          </a:solidFill>
          <a:ln w="57150" cmpd="sng">
            <a:solidFill>
              <a:schemeClr val="accent3">
                <a:lumMod val="60000"/>
                <a:lumOff val="40000"/>
              </a:schemeClr>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wrap="none" anchor="ctr"/>
          <a:lstStyle/>
          <a:p>
            <a:pPr algn="ctr" fontAlgn="auto">
              <a:spcBef>
                <a:spcPts val="0"/>
              </a:spcBef>
              <a:spcAft>
                <a:spcPts val="0"/>
              </a:spcAft>
              <a:defRPr/>
            </a:pPr>
            <a:endParaRPr lang="en-US" sz="1400" b="1" dirty="0">
              <a:solidFill>
                <a:srgbClr val="000000"/>
              </a:solidFill>
              <a:latin typeface="Arial"/>
              <a:ea typeface="ＭＳ Ｐゴシック"/>
              <a:cs typeface="ＭＳ Ｐゴシック"/>
            </a:endParaRPr>
          </a:p>
        </p:txBody>
      </p:sp>
      <p:sp>
        <p:nvSpPr>
          <p:cNvPr id="52" name="TextBox 25"/>
          <p:cNvSpPr txBox="1">
            <a:spLocks noChangeArrowheads="1"/>
          </p:cNvSpPr>
          <p:nvPr/>
        </p:nvSpPr>
        <p:spPr bwMode="auto">
          <a:xfrm>
            <a:off x="5140926" y="6203601"/>
            <a:ext cx="1138238" cy="55390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lstStyle>
            <a:lvl1pPr eaLnBrk="0" hangingPunct="0">
              <a:defRPr sz="1000" b="1">
                <a:solidFill>
                  <a:schemeClr val="tx1"/>
                </a:solidFill>
                <a:latin typeface="CG Times" charset="0"/>
                <a:ea typeface="ＭＳ Ｐゴシック" charset="0"/>
                <a:cs typeface="ＭＳ Ｐゴシック" charset="0"/>
              </a:defRPr>
            </a:lvl1pPr>
            <a:lvl2pPr marL="742950" indent="-285750" eaLnBrk="0" hangingPunct="0">
              <a:defRPr sz="1000" b="1">
                <a:solidFill>
                  <a:schemeClr val="tx1"/>
                </a:solidFill>
                <a:latin typeface="CG Times" charset="0"/>
                <a:ea typeface="ＭＳ Ｐゴシック" charset="0"/>
              </a:defRPr>
            </a:lvl2pPr>
            <a:lvl3pPr marL="1143000" indent="-228600" eaLnBrk="0" hangingPunct="0">
              <a:defRPr sz="1000" b="1">
                <a:solidFill>
                  <a:schemeClr val="tx1"/>
                </a:solidFill>
                <a:latin typeface="CG Times" charset="0"/>
                <a:ea typeface="ＭＳ Ｐゴシック" charset="0"/>
              </a:defRPr>
            </a:lvl3pPr>
            <a:lvl4pPr marL="1600200" indent="-228600" eaLnBrk="0" hangingPunct="0">
              <a:defRPr sz="1000" b="1">
                <a:solidFill>
                  <a:schemeClr val="tx1"/>
                </a:solidFill>
                <a:latin typeface="CG Times" charset="0"/>
                <a:ea typeface="ＭＳ Ｐゴシック" charset="0"/>
              </a:defRPr>
            </a:lvl4pPr>
            <a:lvl5pPr marL="2057400" indent="-228600" eaLnBrk="0" hangingPunct="0">
              <a:defRPr sz="1000" b="1">
                <a:solidFill>
                  <a:schemeClr val="tx1"/>
                </a:solidFill>
                <a:latin typeface="CG Times" charset="0"/>
                <a:ea typeface="ＭＳ Ｐゴシック" charset="0"/>
              </a:defRPr>
            </a:lvl5pPr>
            <a:lvl6pPr marL="2514600" indent="-228600" eaLnBrk="0" fontAlgn="base" hangingPunct="0">
              <a:spcBef>
                <a:spcPct val="0"/>
              </a:spcBef>
              <a:spcAft>
                <a:spcPct val="0"/>
              </a:spcAft>
              <a:defRPr sz="1000" b="1">
                <a:solidFill>
                  <a:schemeClr val="tx1"/>
                </a:solidFill>
                <a:latin typeface="CG Times" charset="0"/>
                <a:ea typeface="ＭＳ Ｐゴシック" charset="0"/>
              </a:defRPr>
            </a:lvl6pPr>
            <a:lvl7pPr marL="2971800" indent="-228600" eaLnBrk="0" fontAlgn="base" hangingPunct="0">
              <a:spcBef>
                <a:spcPct val="0"/>
              </a:spcBef>
              <a:spcAft>
                <a:spcPct val="0"/>
              </a:spcAft>
              <a:defRPr sz="1000" b="1">
                <a:solidFill>
                  <a:schemeClr val="tx1"/>
                </a:solidFill>
                <a:latin typeface="CG Times" charset="0"/>
                <a:ea typeface="ＭＳ Ｐゴシック" charset="0"/>
              </a:defRPr>
            </a:lvl7pPr>
            <a:lvl8pPr marL="3429000" indent="-228600" eaLnBrk="0" fontAlgn="base" hangingPunct="0">
              <a:spcBef>
                <a:spcPct val="0"/>
              </a:spcBef>
              <a:spcAft>
                <a:spcPct val="0"/>
              </a:spcAft>
              <a:defRPr sz="1000" b="1">
                <a:solidFill>
                  <a:schemeClr val="tx1"/>
                </a:solidFill>
                <a:latin typeface="CG Times" charset="0"/>
                <a:ea typeface="ＭＳ Ｐゴシック" charset="0"/>
              </a:defRPr>
            </a:lvl8pPr>
            <a:lvl9pPr marL="3886200" indent="-228600" eaLnBrk="0" fontAlgn="base" hangingPunct="0">
              <a:spcBef>
                <a:spcPct val="0"/>
              </a:spcBef>
              <a:spcAft>
                <a:spcPct val="0"/>
              </a:spcAft>
              <a:defRPr sz="1000" b="1">
                <a:solidFill>
                  <a:schemeClr val="tx1"/>
                </a:solidFill>
                <a:latin typeface="CG Times" charset="0"/>
                <a:ea typeface="ＭＳ Ｐゴシック" charset="0"/>
              </a:defRPr>
            </a:lvl9pPr>
          </a:lstStyle>
          <a:p>
            <a:pPr algn="ctr">
              <a:lnSpc>
                <a:spcPts val="1800"/>
              </a:lnSpc>
            </a:pPr>
            <a:r>
              <a:rPr lang="en-US" sz="1800" dirty="0" smtClean="0">
                <a:solidFill>
                  <a:srgbClr val="DFF0FA"/>
                </a:solidFill>
                <a:latin typeface="Arial" charset="0"/>
              </a:rPr>
              <a:t>2014</a:t>
            </a:r>
          </a:p>
        </p:txBody>
      </p:sp>
      <p:cxnSp>
        <p:nvCxnSpPr>
          <p:cNvPr id="62" name="Straight Connector 61"/>
          <p:cNvCxnSpPr/>
          <p:nvPr/>
        </p:nvCxnSpPr>
        <p:spPr bwMode="auto">
          <a:xfrm flipV="1">
            <a:off x="5727309" y="3952323"/>
            <a:ext cx="33798" cy="1837293"/>
          </a:xfrm>
          <a:prstGeom prst="line">
            <a:avLst/>
          </a:prstGeom>
          <a:noFill/>
          <a:ln w="19050" cap="flat" cmpd="sng" algn="ctr">
            <a:solidFill>
              <a:schemeClr val="accent3">
                <a:lumMod val="60000"/>
                <a:lumOff val="40000"/>
              </a:schemeClr>
            </a:solidFill>
            <a:prstDash val="solid"/>
            <a:round/>
            <a:headEnd type="none" w="med" len="med"/>
            <a:tailEnd type="none" w="med" len="med"/>
          </a:ln>
          <a:effectLst/>
        </p:spPr>
      </p:cxnSp>
      <p:sp>
        <p:nvSpPr>
          <p:cNvPr id="51225" name="TextBox 51"/>
          <p:cNvSpPr txBox="1">
            <a:spLocks noChangeArrowheads="1"/>
          </p:cNvSpPr>
          <p:nvPr/>
        </p:nvSpPr>
        <p:spPr bwMode="auto">
          <a:xfrm>
            <a:off x="96765" y="4422589"/>
            <a:ext cx="3144762" cy="1153316"/>
          </a:xfrm>
          <a:prstGeom prst="rect">
            <a:avLst/>
          </a:prstGeom>
          <a:solidFill>
            <a:schemeClr val="bg1"/>
          </a:solidFill>
          <a:ln w="19050">
            <a:solidFill>
              <a:srgbClr val="00B9F2"/>
            </a:solidFill>
            <a:miter lim="800000"/>
            <a:headEnd/>
            <a:tailEnd/>
          </a:ln>
        </p:spPr>
        <p:txBody>
          <a:bodyPr wrap="none" lIns="0" tIns="0" rIns="0" bIns="0"/>
          <a:lstStyle>
            <a:lvl1pPr eaLnBrk="0" hangingPunct="0">
              <a:defRPr sz="1000" b="1">
                <a:solidFill>
                  <a:schemeClr val="tx1"/>
                </a:solidFill>
                <a:latin typeface="CG Times" charset="0"/>
                <a:ea typeface="ＭＳ Ｐゴシック" charset="0"/>
                <a:cs typeface="ＭＳ Ｐゴシック" charset="0"/>
              </a:defRPr>
            </a:lvl1pPr>
            <a:lvl2pPr marL="742950" indent="-285750" eaLnBrk="0" hangingPunct="0">
              <a:defRPr sz="1000" b="1">
                <a:solidFill>
                  <a:schemeClr val="tx1"/>
                </a:solidFill>
                <a:latin typeface="CG Times" charset="0"/>
                <a:ea typeface="ＭＳ Ｐゴシック" charset="0"/>
              </a:defRPr>
            </a:lvl2pPr>
            <a:lvl3pPr marL="1143000" indent="-228600" eaLnBrk="0" hangingPunct="0">
              <a:defRPr sz="1000" b="1">
                <a:solidFill>
                  <a:schemeClr val="tx1"/>
                </a:solidFill>
                <a:latin typeface="CG Times" charset="0"/>
                <a:ea typeface="ＭＳ Ｐゴシック" charset="0"/>
              </a:defRPr>
            </a:lvl3pPr>
            <a:lvl4pPr marL="1600200" indent="-228600" eaLnBrk="0" hangingPunct="0">
              <a:defRPr sz="1000" b="1">
                <a:solidFill>
                  <a:schemeClr val="tx1"/>
                </a:solidFill>
                <a:latin typeface="CG Times" charset="0"/>
                <a:ea typeface="ＭＳ Ｐゴシック" charset="0"/>
              </a:defRPr>
            </a:lvl4pPr>
            <a:lvl5pPr marL="2057400" indent="-228600" eaLnBrk="0" hangingPunct="0">
              <a:defRPr sz="1000" b="1">
                <a:solidFill>
                  <a:schemeClr val="tx1"/>
                </a:solidFill>
                <a:latin typeface="CG Times" charset="0"/>
                <a:ea typeface="ＭＳ Ｐゴシック" charset="0"/>
              </a:defRPr>
            </a:lvl5pPr>
            <a:lvl6pPr marL="2514600" indent="-228600" eaLnBrk="0" fontAlgn="base" hangingPunct="0">
              <a:spcBef>
                <a:spcPct val="0"/>
              </a:spcBef>
              <a:spcAft>
                <a:spcPct val="0"/>
              </a:spcAft>
              <a:defRPr sz="1000" b="1">
                <a:solidFill>
                  <a:schemeClr val="tx1"/>
                </a:solidFill>
                <a:latin typeface="CG Times" charset="0"/>
                <a:ea typeface="ＭＳ Ｐゴシック" charset="0"/>
              </a:defRPr>
            </a:lvl6pPr>
            <a:lvl7pPr marL="2971800" indent="-228600" eaLnBrk="0" fontAlgn="base" hangingPunct="0">
              <a:spcBef>
                <a:spcPct val="0"/>
              </a:spcBef>
              <a:spcAft>
                <a:spcPct val="0"/>
              </a:spcAft>
              <a:defRPr sz="1000" b="1">
                <a:solidFill>
                  <a:schemeClr val="tx1"/>
                </a:solidFill>
                <a:latin typeface="CG Times" charset="0"/>
                <a:ea typeface="ＭＳ Ｐゴシック" charset="0"/>
              </a:defRPr>
            </a:lvl7pPr>
            <a:lvl8pPr marL="3429000" indent="-228600" eaLnBrk="0" fontAlgn="base" hangingPunct="0">
              <a:spcBef>
                <a:spcPct val="0"/>
              </a:spcBef>
              <a:spcAft>
                <a:spcPct val="0"/>
              </a:spcAft>
              <a:defRPr sz="1000" b="1">
                <a:solidFill>
                  <a:schemeClr val="tx1"/>
                </a:solidFill>
                <a:latin typeface="CG Times" charset="0"/>
                <a:ea typeface="ＭＳ Ｐゴシック" charset="0"/>
              </a:defRPr>
            </a:lvl8pPr>
            <a:lvl9pPr marL="3886200" indent="-228600" eaLnBrk="0" fontAlgn="base" hangingPunct="0">
              <a:spcBef>
                <a:spcPct val="0"/>
              </a:spcBef>
              <a:spcAft>
                <a:spcPct val="0"/>
              </a:spcAft>
              <a:defRPr sz="1000" b="1">
                <a:solidFill>
                  <a:schemeClr val="tx1"/>
                </a:solidFill>
                <a:latin typeface="CG Times" charset="0"/>
                <a:ea typeface="ＭＳ Ｐゴシック" charset="0"/>
              </a:defRPr>
            </a:lvl9pPr>
          </a:lstStyle>
          <a:p>
            <a:pPr algn="ctr">
              <a:lnSpc>
                <a:spcPts val="1800"/>
              </a:lnSpc>
            </a:pPr>
            <a:r>
              <a:rPr lang="en-US" sz="1600" dirty="0" smtClean="0">
                <a:solidFill>
                  <a:srgbClr val="FF0000"/>
                </a:solidFill>
                <a:latin typeface="Candara"/>
                <a:cs typeface="Candara"/>
              </a:rPr>
              <a:t>AIP-5</a:t>
            </a:r>
            <a:r>
              <a:rPr lang="en-US" sz="1400" b="0" dirty="0" smtClean="0">
                <a:solidFill>
                  <a:srgbClr val="000000"/>
                </a:solidFill>
                <a:latin typeface="Candara"/>
                <a:cs typeface="Candara"/>
              </a:rPr>
              <a:t>: Web map of </a:t>
            </a:r>
            <a:r>
              <a:rPr lang="en-US" sz="1400" dirty="0" smtClean="0">
                <a:solidFill>
                  <a:srgbClr val="000000"/>
                </a:solidFill>
                <a:latin typeface="Candara"/>
                <a:cs typeface="Candara"/>
              </a:rPr>
              <a:t>GRDC, Mexico,</a:t>
            </a:r>
            <a:br>
              <a:rPr lang="en-US" sz="1400" dirty="0" smtClean="0">
                <a:solidFill>
                  <a:srgbClr val="000000"/>
                </a:solidFill>
                <a:latin typeface="Candara"/>
                <a:cs typeface="Candara"/>
              </a:rPr>
            </a:br>
            <a:r>
              <a:rPr lang="en-US" sz="1400" dirty="0" smtClean="0">
                <a:solidFill>
                  <a:srgbClr val="000000"/>
                </a:solidFill>
                <a:latin typeface="Candara"/>
                <a:cs typeface="Candara"/>
              </a:rPr>
              <a:t>Dominican Republic</a:t>
            </a:r>
            <a:r>
              <a:rPr lang="en-US" sz="1400" b="0" dirty="0" smtClean="0">
                <a:solidFill>
                  <a:srgbClr val="000000"/>
                </a:solidFill>
                <a:latin typeface="Candara"/>
                <a:cs typeface="Candara"/>
              </a:rPr>
              <a:t> stream gage </a:t>
            </a:r>
            <a:br>
              <a:rPr lang="en-US" sz="1400" b="0" dirty="0" smtClean="0">
                <a:solidFill>
                  <a:srgbClr val="000000"/>
                </a:solidFill>
                <a:latin typeface="Candara"/>
                <a:cs typeface="Candara"/>
              </a:rPr>
            </a:br>
            <a:r>
              <a:rPr lang="en-US" sz="1400" b="0" dirty="0" smtClean="0">
                <a:solidFill>
                  <a:srgbClr val="000000"/>
                </a:solidFill>
                <a:latin typeface="Candara"/>
                <a:cs typeface="Candara"/>
              </a:rPr>
              <a:t>sites created, each site linked to data </a:t>
            </a:r>
            <a:br>
              <a:rPr lang="en-US" sz="1400" b="0" dirty="0" smtClean="0">
                <a:solidFill>
                  <a:srgbClr val="000000"/>
                </a:solidFill>
                <a:latin typeface="Candara"/>
                <a:cs typeface="Candara"/>
              </a:rPr>
            </a:br>
            <a:r>
              <a:rPr lang="en-US" sz="1400" b="0" dirty="0" smtClean="0">
                <a:solidFill>
                  <a:srgbClr val="000000"/>
                </a:solidFill>
                <a:latin typeface="Candara"/>
                <a:cs typeface="Candara"/>
              </a:rPr>
              <a:t>services where allowed, with web maps </a:t>
            </a:r>
            <a:br>
              <a:rPr lang="en-US" sz="1400" b="0" dirty="0" smtClean="0">
                <a:solidFill>
                  <a:srgbClr val="000000"/>
                </a:solidFill>
                <a:latin typeface="Candara"/>
                <a:cs typeface="Candara"/>
              </a:rPr>
            </a:br>
            <a:r>
              <a:rPr lang="en-US" sz="1400" b="0" dirty="0" smtClean="0">
                <a:solidFill>
                  <a:srgbClr val="000000"/>
                </a:solidFill>
                <a:latin typeface="Candara"/>
                <a:cs typeface="Candara"/>
              </a:rPr>
              <a:t>hosted at Univ of Texas at Austin.</a:t>
            </a:r>
          </a:p>
        </p:txBody>
      </p:sp>
      <p:grpSp>
        <p:nvGrpSpPr>
          <p:cNvPr id="8" name="Group 7"/>
          <p:cNvGrpSpPr/>
          <p:nvPr/>
        </p:nvGrpSpPr>
        <p:grpSpPr>
          <a:xfrm>
            <a:off x="6626544" y="1639346"/>
            <a:ext cx="1776659" cy="1575498"/>
            <a:chOff x="7259745" y="2362200"/>
            <a:chExt cx="1776659" cy="1575498"/>
          </a:xfrm>
        </p:grpSpPr>
        <p:sp>
          <p:nvSpPr>
            <p:cNvPr id="58" name="TextBox 57"/>
            <p:cNvSpPr txBox="1"/>
            <p:nvPr/>
          </p:nvSpPr>
          <p:spPr bwMode="auto">
            <a:xfrm>
              <a:off x="7324150" y="2362200"/>
              <a:ext cx="1575663" cy="508014"/>
            </a:xfrm>
            <a:prstGeom prst="rect">
              <a:avLst/>
            </a:prstGeom>
            <a:solidFill>
              <a:schemeClr val="tx2">
                <a:lumMod val="75000"/>
                <a:lumOff val="25000"/>
              </a:schemeClr>
            </a:solidFill>
            <a:ln w="19050" cmpd="sng">
              <a:solidFill>
                <a:schemeClr val="accent4">
                  <a:lumMod val="60000"/>
                  <a:lumOff val="40000"/>
                </a:schemeClr>
              </a:solidFill>
            </a:ln>
          </p:spPr>
          <p:txBody>
            <a:bodyPr/>
            <a:lstStyle/>
            <a:p>
              <a:pPr algn="ctr" eaLnBrk="1" fontAlgn="auto" hangingPunct="1">
                <a:spcBef>
                  <a:spcPts val="0"/>
                </a:spcBef>
                <a:spcAft>
                  <a:spcPts val="0"/>
                </a:spcAft>
                <a:defRPr/>
              </a:pPr>
              <a:endParaRPr lang="en-US" sz="1400" b="1" dirty="0">
                <a:solidFill>
                  <a:schemeClr val="accent4">
                    <a:lumMod val="60000"/>
                    <a:lumOff val="40000"/>
                  </a:schemeClr>
                </a:solidFill>
                <a:latin typeface="Arial"/>
                <a:ea typeface="ＭＳ Ｐゴシック"/>
                <a:cs typeface="ＭＳ Ｐゴシック"/>
              </a:endParaRPr>
            </a:p>
          </p:txBody>
        </p:sp>
        <p:sp>
          <p:nvSpPr>
            <p:cNvPr id="12" name="TextBox 11"/>
            <p:cNvSpPr txBox="1"/>
            <p:nvPr/>
          </p:nvSpPr>
          <p:spPr>
            <a:xfrm>
              <a:off x="7324150" y="2362200"/>
              <a:ext cx="1541449" cy="503548"/>
            </a:xfrm>
            <a:prstGeom prst="rect">
              <a:avLst/>
            </a:prstGeom>
            <a:solidFill>
              <a:schemeClr val="tx2"/>
            </a:solidFill>
            <a:effectLst/>
          </p:spPr>
          <p:txBody>
            <a:bodyPr wrap="square" lIns="0" tIns="0" rIns="0" bIns="0" rtlCol="0" anchor="ctr">
              <a:noAutofit/>
            </a:bodyPr>
            <a:lstStyle/>
            <a:p>
              <a:pPr algn="ctr" fontAlgn="auto">
                <a:lnSpc>
                  <a:spcPct val="90000"/>
                </a:lnSpc>
                <a:spcBef>
                  <a:spcPts val="0"/>
                </a:spcBef>
                <a:spcAft>
                  <a:spcPts val="0"/>
                </a:spcAft>
              </a:pPr>
              <a:r>
                <a:rPr lang="en-US" sz="1600" dirty="0" smtClean="0">
                  <a:solidFill>
                    <a:srgbClr val="FFFFFF"/>
                  </a:solidFill>
                  <a:effectLst>
                    <a:outerShdw blurRad="50800" dist="38100" dir="2700000" algn="tl" rotWithShape="0">
                      <a:srgbClr val="000000">
                        <a:alpha val="43000"/>
                      </a:srgbClr>
                    </a:outerShdw>
                  </a:effectLst>
                  <a:latin typeface="Candara"/>
                  <a:ea typeface="ＭＳ Ｐゴシック"/>
                  <a:cs typeface="Candara"/>
                </a:rPr>
                <a:t>WML2 Part 2</a:t>
              </a:r>
              <a:br>
                <a:rPr lang="en-US" sz="1600" dirty="0" smtClean="0">
                  <a:solidFill>
                    <a:srgbClr val="FFFFFF"/>
                  </a:solidFill>
                  <a:effectLst>
                    <a:outerShdw blurRad="50800" dist="38100" dir="2700000" algn="tl" rotWithShape="0">
                      <a:srgbClr val="000000">
                        <a:alpha val="43000"/>
                      </a:srgbClr>
                    </a:outerShdw>
                  </a:effectLst>
                  <a:latin typeface="Candara"/>
                  <a:ea typeface="ＭＳ Ｐゴシック"/>
                  <a:cs typeface="Candara"/>
                </a:rPr>
              </a:br>
              <a:r>
                <a:rPr lang="en-US" sz="1400" dirty="0" smtClean="0">
                  <a:solidFill>
                    <a:srgbClr val="FFFFFF"/>
                  </a:solidFill>
                  <a:effectLst>
                    <a:outerShdw blurRad="50800" dist="38100" dir="2700000" algn="tl" rotWithShape="0">
                      <a:srgbClr val="000000">
                        <a:alpha val="43000"/>
                      </a:srgbClr>
                    </a:outerShdw>
                  </a:effectLst>
                  <a:latin typeface="Candara"/>
                  <a:ea typeface="ＭＳ Ｐゴシック"/>
                  <a:cs typeface="Candara"/>
                </a:rPr>
                <a:t>Ratings-Gaugings</a:t>
              </a:r>
            </a:p>
          </p:txBody>
        </p:sp>
        <p:sp>
          <p:nvSpPr>
            <p:cNvPr id="59" name="Rectangle 6"/>
            <p:cNvSpPr>
              <a:spLocks noChangeArrowheads="1"/>
            </p:cNvSpPr>
            <p:nvPr/>
          </p:nvSpPr>
          <p:spPr bwMode="auto">
            <a:xfrm>
              <a:off x="7259745" y="3106701"/>
              <a:ext cx="1776659" cy="830997"/>
            </a:xfrm>
            <a:prstGeom prst="rect">
              <a:avLst/>
            </a:prstGeom>
            <a:solidFill>
              <a:schemeClr val="tx2"/>
            </a:solidFill>
            <a:ln w="19050">
              <a:solidFill>
                <a:schemeClr val="accent4">
                  <a:lumMod val="60000"/>
                  <a:lumOff val="40000"/>
                </a:schemeClr>
              </a:solidFill>
              <a:miter lim="800000"/>
              <a:headEnd/>
              <a:tailEnd/>
            </a:ln>
          </p:spPr>
          <p:txBody>
            <a:bodyPr wrap="square">
              <a:spAutoFit/>
            </a:bodyPr>
            <a:lstStyle/>
            <a:p>
              <a:pPr algn="ctr" eaLnBrk="1" hangingPunct="1"/>
              <a:r>
                <a:rPr lang="en-US" sz="1200" dirty="0" smtClean="0">
                  <a:solidFill>
                    <a:prstClr val="white"/>
                  </a:solidFill>
                  <a:latin typeface="Candara"/>
                  <a:cs typeface="Candara"/>
                </a:rPr>
                <a:t>Sensor Observation Service 2.0 </a:t>
              </a:r>
            </a:p>
            <a:p>
              <a:pPr algn="ctr" eaLnBrk="1" hangingPunct="1"/>
              <a:r>
                <a:rPr lang="en-US" sz="1200" dirty="0" smtClean="0">
                  <a:solidFill>
                    <a:prstClr val="white"/>
                  </a:solidFill>
                  <a:latin typeface="Candara"/>
                  <a:cs typeface="Candara"/>
                </a:rPr>
                <a:t>Hydrology Profile</a:t>
              </a:r>
            </a:p>
            <a:p>
              <a:pPr algn="ctr" eaLnBrk="1" hangingPunct="1"/>
              <a:r>
                <a:rPr lang="en-US" sz="1200" dirty="0" smtClean="0">
                  <a:solidFill>
                    <a:prstClr val="white"/>
                  </a:solidFill>
                  <a:latin typeface="Candara"/>
                  <a:cs typeface="Candara"/>
                </a:rPr>
                <a:t>Best Practice</a:t>
              </a:r>
            </a:p>
          </p:txBody>
        </p:sp>
      </p:grpSp>
      <p:sp>
        <p:nvSpPr>
          <p:cNvPr id="49" name="TextBox 51"/>
          <p:cNvSpPr txBox="1">
            <a:spLocks noChangeArrowheads="1"/>
          </p:cNvSpPr>
          <p:nvPr/>
        </p:nvSpPr>
        <p:spPr bwMode="auto">
          <a:xfrm>
            <a:off x="2902858" y="1906783"/>
            <a:ext cx="3163260" cy="2189240"/>
          </a:xfrm>
          <a:prstGeom prst="rect">
            <a:avLst/>
          </a:prstGeom>
          <a:solidFill>
            <a:schemeClr val="bg1"/>
          </a:solidFill>
          <a:ln w="19050">
            <a:solidFill>
              <a:srgbClr val="00B9F2"/>
            </a:solidFill>
            <a:miter lim="800000"/>
            <a:headEnd/>
            <a:tailEnd/>
          </a:ln>
        </p:spPr>
        <p:txBody>
          <a:bodyPr wrap="none" lIns="0" tIns="0" rIns="0" bIns="0"/>
          <a:lstStyle>
            <a:lvl1pPr eaLnBrk="0" hangingPunct="0">
              <a:defRPr sz="1000" b="1">
                <a:solidFill>
                  <a:schemeClr val="tx1"/>
                </a:solidFill>
                <a:latin typeface="CG Times" charset="0"/>
                <a:ea typeface="ＭＳ Ｐゴシック" charset="0"/>
                <a:cs typeface="ＭＳ Ｐゴシック" charset="0"/>
              </a:defRPr>
            </a:lvl1pPr>
            <a:lvl2pPr marL="742950" indent="-285750" eaLnBrk="0" hangingPunct="0">
              <a:defRPr sz="1000" b="1">
                <a:solidFill>
                  <a:schemeClr val="tx1"/>
                </a:solidFill>
                <a:latin typeface="CG Times" charset="0"/>
                <a:ea typeface="ＭＳ Ｐゴシック" charset="0"/>
              </a:defRPr>
            </a:lvl2pPr>
            <a:lvl3pPr marL="1143000" indent="-228600" eaLnBrk="0" hangingPunct="0">
              <a:defRPr sz="1000" b="1">
                <a:solidFill>
                  <a:schemeClr val="tx1"/>
                </a:solidFill>
                <a:latin typeface="CG Times" charset="0"/>
                <a:ea typeface="ＭＳ Ｐゴシック" charset="0"/>
              </a:defRPr>
            </a:lvl3pPr>
            <a:lvl4pPr marL="1600200" indent="-228600" eaLnBrk="0" hangingPunct="0">
              <a:defRPr sz="1000" b="1">
                <a:solidFill>
                  <a:schemeClr val="tx1"/>
                </a:solidFill>
                <a:latin typeface="CG Times" charset="0"/>
                <a:ea typeface="ＭＳ Ｐゴシック" charset="0"/>
              </a:defRPr>
            </a:lvl4pPr>
            <a:lvl5pPr marL="2057400" indent="-228600" eaLnBrk="0" hangingPunct="0">
              <a:defRPr sz="1000" b="1">
                <a:solidFill>
                  <a:schemeClr val="tx1"/>
                </a:solidFill>
                <a:latin typeface="CG Times" charset="0"/>
                <a:ea typeface="ＭＳ Ｐゴシック" charset="0"/>
              </a:defRPr>
            </a:lvl5pPr>
            <a:lvl6pPr marL="2514600" indent="-228600" eaLnBrk="0" fontAlgn="base" hangingPunct="0">
              <a:spcBef>
                <a:spcPct val="0"/>
              </a:spcBef>
              <a:spcAft>
                <a:spcPct val="0"/>
              </a:spcAft>
              <a:defRPr sz="1000" b="1">
                <a:solidFill>
                  <a:schemeClr val="tx1"/>
                </a:solidFill>
                <a:latin typeface="CG Times" charset="0"/>
                <a:ea typeface="ＭＳ Ｐゴシック" charset="0"/>
              </a:defRPr>
            </a:lvl6pPr>
            <a:lvl7pPr marL="2971800" indent="-228600" eaLnBrk="0" fontAlgn="base" hangingPunct="0">
              <a:spcBef>
                <a:spcPct val="0"/>
              </a:spcBef>
              <a:spcAft>
                <a:spcPct val="0"/>
              </a:spcAft>
              <a:defRPr sz="1000" b="1">
                <a:solidFill>
                  <a:schemeClr val="tx1"/>
                </a:solidFill>
                <a:latin typeface="CG Times" charset="0"/>
                <a:ea typeface="ＭＳ Ｐゴシック" charset="0"/>
              </a:defRPr>
            </a:lvl7pPr>
            <a:lvl8pPr marL="3429000" indent="-228600" eaLnBrk="0" fontAlgn="base" hangingPunct="0">
              <a:spcBef>
                <a:spcPct val="0"/>
              </a:spcBef>
              <a:spcAft>
                <a:spcPct val="0"/>
              </a:spcAft>
              <a:defRPr sz="1000" b="1">
                <a:solidFill>
                  <a:schemeClr val="tx1"/>
                </a:solidFill>
                <a:latin typeface="CG Times" charset="0"/>
                <a:ea typeface="ＭＳ Ｐゴシック" charset="0"/>
              </a:defRPr>
            </a:lvl8pPr>
            <a:lvl9pPr marL="3886200" indent="-228600" eaLnBrk="0" fontAlgn="base" hangingPunct="0">
              <a:spcBef>
                <a:spcPct val="0"/>
              </a:spcBef>
              <a:spcAft>
                <a:spcPct val="0"/>
              </a:spcAft>
              <a:defRPr sz="1000" b="1">
                <a:solidFill>
                  <a:schemeClr val="tx1"/>
                </a:solidFill>
                <a:latin typeface="CG Times" charset="0"/>
                <a:ea typeface="ＭＳ Ｐゴシック" charset="0"/>
              </a:defRPr>
            </a:lvl9pPr>
          </a:lstStyle>
          <a:p>
            <a:pPr algn="ctr">
              <a:lnSpc>
                <a:spcPts val="1800"/>
              </a:lnSpc>
            </a:pPr>
            <a:r>
              <a:rPr lang="en-US" sz="1600" dirty="0" smtClean="0">
                <a:solidFill>
                  <a:srgbClr val="FF0000"/>
                </a:solidFill>
                <a:latin typeface="Candara"/>
                <a:cs typeface="Candara"/>
              </a:rPr>
              <a:t>AIP-6</a:t>
            </a:r>
            <a:r>
              <a:rPr lang="en-US" sz="1400" b="0" dirty="0" smtClean="0">
                <a:solidFill>
                  <a:srgbClr val="000000"/>
                </a:solidFill>
                <a:latin typeface="Candara"/>
                <a:cs typeface="Candara"/>
              </a:rPr>
              <a:t>: </a:t>
            </a:r>
            <a:r>
              <a:rPr lang="en-US" sz="1400" dirty="0">
                <a:solidFill>
                  <a:srgbClr val="000000"/>
                </a:solidFill>
                <a:latin typeface="Candara"/>
                <a:cs typeface="Candara"/>
              </a:rPr>
              <a:t>CUAHSI HIS Central </a:t>
            </a:r>
            <a:r>
              <a:rPr lang="en-US" sz="1400" b="0" dirty="0">
                <a:solidFill>
                  <a:srgbClr val="000000"/>
                </a:solidFill>
                <a:latin typeface="Candara"/>
                <a:cs typeface="Candara"/>
              </a:rPr>
              <a:t>is </a:t>
            </a:r>
          </a:p>
          <a:p>
            <a:pPr algn="ctr">
              <a:lnSpc>
                <a:spcPts val="1800"/>
              </a:lnSpc>
            </a:pPr>
            <a:r>
              <a:rPr lang="en-US" sz="1400" b="0" dirty="0">
                <a:solidFill>
                  <a:srgbClr val="000000"/>
                </a:solidFill>
                <a:latin typeface="Candara"/>
                <a:cs typeface="Candara"/>
              </a:rPr>
              <a:t>ported to open source.</a:t>
            </a:r>
            <a:br>
              <a:rPr lang="en-US" sz="1400" b="0" dirty="0">
                <a:solidFill>
                  <a:srgbClr val="000000"/>
                </a:solidFill>
                <a:latin typeface="Candara"/>
                <a:cs typeface="Candara"/>
              </a:rPr>
            </a:br>
            <a:r>
              <a:rPr lang="en-US" sz="1400" dirty="0" smtClean="0">
                <a:solidFill>
                  <a:srgbClr val="000000"/>
                </a:solidFill>
                <a:latin typeface="Candara"/>
                <a:cs typeface="Candara"/>
              </a:rPr>
              <a:t>Italy, New Zealand, Canada </a:t>
            </a:r>
            <a:r>
              <a:rPr lang="en-US" sz="1400" b="0" dirty="0" smtClean="0">
                <a:solidFill>
                  <a:srgbClr val="000000"/>
                </a:solidFill>
                <a:latin typeface="Candara"/>
                <a:cs typeface="Candara"/>
              </a:rPr>
              <a:t>host </a:t>
            </a:r>
            <a:br>
              <a:rPr lang="en-US" sz="1400" b="0" dirty="0" smtClean="0">
                <a:solidFill>
                  <a:srgbClr val="000000"/>
                </a:solidFill>
                <a:latin typeface="Candara"/>
                <a:cs typeface="Candara"/>
              </a:rPr>
            </a:br>
            <a:r>
              <a:rPr lang="en-US" sz="1400" b="0" dirty="0" smtClean="0">
                <a:solidFill>
                  <a:srgbClr val="000000"/>
                </a:solidFill>
                <a:latin typeface="Candara"/>
                <a:cs typeface="Candara"/>
              </a:rPr>
              <a:t>their own web maps and data services.</a:t>
            </a:r>
            <a:br>
              <a:rPr lang="en-US" sz="1400" b="0" dirty="0" smtClean="0">
                <a:solidFill>
                  <a:srgbClr val="000000"/>
                </a:solidFill>
                <a:latin typeface="Candara"/>
                <a:cs typeface="Candara"/>
              </a:rPr>
            </a:br>
            <a:r>
              <a:rPr lang="en-US" sz="1400" dirty="0" smtClean="0">
                <a:solidFill>
                  <a:srgbClr val="000000"/>
                </a:solidFill>
                <a:latin typeface="Candara"/>
                <a:cs typeface="Candara"/>
              </a:rPr>
              <a:t>CEOS Water Portal </a:t>
            </a:r>
            <a:r>
              <a:rPr lang="en-US" sz="1400" b="0" dirty="0" smtClean="0">
                <a:solidFill>
                  <a:srgbClr val="000000"/>
                </a:solidFill>
                <a:latin typeface="Candara"/>
                <a:cs typeface="Candara"/>
              </a:rPr>
              <a:t>and </a:t>
            </a:r>
            <a:r>
              <a:rPr lang="en-US" sz="1400" dirty="0" smtClean="0">
                <a:solidFill>
                  <a:srgbClr val="000000"/>
                </a:solidFill>
                <a:latin typeface="Candara"/>
                <a:cs typeface="Candara"/>
              </a:rPr>
              <a:t>Esri</a:t>
            </a:r>
            <a:r>
              <a:rPr lang="en-US" sz="1400" b="0" dirty="0" smtClean="0">
                <a:solidFill>
                  <a:srgbClr val="000000"/>
                </a:solidFill>
                <a:latin typeface="Candara"/>
                <a:cs typeface="Candara"/>
              </a:rPr>
              <a:t> integrate </a:t>
            </a:r>
            <a:br>
              <a:rPr lang="en-US" sz="1400" b="0" dirty="0" smtClean="0">
                <a:solidFill>
                  <a:srgbClr val="000000"/>
                </a:solidFill>
                <a:latin typeface="Candara"/>
                <a:cs typeface="Candara"/>
              </a:rPr>
            </a:br>
            <a:r>
              <a:rPr lang="en-US" sz="1400" b="0" dirty="0" smtClean="0">
                <a:solidFill>
                  <a:srgbClr val="000000"/>
                </a:solidFill>
                <a:latin typeface="Candara"/>
                <a:cs typeface="Candara"/>
              </a:rPr>
              <a:t>their catalogs with GEOSS Broker.</a:t>
            </a:r>
            <a:br>
              <a:rPr lang="en-US" sz="1400" b="0" dirty="0" smtClean="0">
                <a:solidFill>
                  <a:srgbClr val="000000"/>
                </a:solidFill>
                <a:latin typeface="Candara"/>
                <a:cs typeface="Candara"/>
              </a:rPr>
            </a:br>
            <a:r>
              <a:rPr lang="en-US" sz="1400" dirty="0" smtClean="0">
                <a:solidFill>
                  <a:srgbClr val="000000"/>
                </a:solidFill>
                <a:latin typeface="Candara"/>
                <a:cs typeface="Candara"/>
              </a:rPr>
              <a:t>NASA</a:t>
            </a:r>
            <a:r>
              <a:rPr lang="en-US" sz="1400" b="0" dirty="0" smtClean="0">
                <a:solidFill>
                  <a:srgbClr val="000000"/>
                </a:solidFill>
                <a:latin typeface="Candara"/>
                <a:cs typeface="Candara"/>
              </a:rPr>
              <a:t> generates WaterML time series</a:t>
            </a:r>
            <a:br>
              <a:rPr lang="en-US" sz="1400" b="0" dirty="0" smtClean="0">
                <a:solidFill>
                  <a:srgbClr val="000000"/>
                </a:solidFill>
                <a:latin typeface="Candara"/>
                <a:cs typeface="Candara"/>
              </a:rPr>
            </a:br>
            <a:r>
              <a:rPr lang="en-US" sz="1400" b="0" dirty="0" smtClean="0">
                <a:solidFill>
                  <a:srgbClr val="000000"/>
                </a:solidFill>
                <a:latin typeface="Candara"/>
                <a:cs typeface="Candara"/>
              </a:rPr>
              <a:t>for GLDAS, NLDAS products. </a:t>
            </a:r>
            <a:r>
              <a:rPr lang="en-US" sz="1400" dirty="0" smtClean="0">
                <a:solidFill>
                  <a:srgbClr val="000000"/>
                </a:solidFill>
                <a:latin typeface="Candara"/>
                <a:cs typeface="Candara"/>
              </a:rPr>
              <a:t>Esri, Kisters</a:t>
            </a:r>
            <a:r>
              <a:rPr lang="en-US" sz="1400" b="0" dirty="0" smtClean="0">
                <a:solidFill>
                  <a:srgbClr val="000000"/>
                </a:solidFill>
                <a:latin typeface="Candara"/>
                <a:cs typeface="Candara"/>
              </a:rPr>
              <a:t/>
            </a:r>
            <a:br>
              <a:rPr lang="en-US" sz="1400" b="0" dirty="0" smtClean="0">
                <a:solidFill>
                  <a:srgbClr val="000000"/>
                </a:solidFill>
                <a:latin typeface="Candara"/>
                <a:cs typeface="Candara"/>
              </a:rPr>
            </a:br>
            <a:r>
              <a:rPr lang="en-US" sz="1400" b="0" dirty="0" smtClean="0">
                <a:solidFill>
                  <a:srgbClr val="000000"/>
                </a:solidFill>
                <a:latin typeface="Candara"/>
                <a:cs typeface="Candara"/>
              </a:rPr>
              <a:t>develop web maps with time series.  </a:t>
            </a:r>
          </a:p>
        </p:txBody>
      </p:sp>
      <p:sp>
        <p:nvSpPr>
          <p:cNvPr id="55" name="TextBox 51"/>
          <p:cNvSpPr txBox="1">
            <a:spLocks noChangeArrowheads="1"/>
          </p:cNvSpPr>
          <p:nvPr/>
        </p:nvSpPr>
        <p:spPr bwMode="auto">
          <a:xfrm>
            <a:off x="5828865" y="4228353"/>
            <a:ext cx="3080489" cy="1479176"/>
          </a:xfrm>
          <a:prstGeom prst="rect">
            <a:avLst/>
          </a:prstGeom>
          <a:solidFill>
            <a:schemeClr val="bg1"/>
          </a:solidFill>
          <a:ln w="19050">
            <a:solidFill>
              <a:srgbClr val="00B9F2"/>
            </a:solidFill>
            <a:miter lim="800000"/>
            <a:headEnd/>
            <a:tailEnd/>
          </a:ln>
        </p:spPr>
        <p:txBody>
          <a:bodyPr wrap="none" lIns="0" tIns="0" rIns="0" bIns="0"/>
          <a:lstStyle>
            <a:lvl1pPr eaLnBrk="0" hangingPunct="0">
              <a:defRPr sz="1000" b="1">
                <a:solidFill>
                  <a:schemeClr val="tx1"/>
                </a:solidFill>
                <a:latin typeface="CG Times" charset="0"/>
                <a:ea typeface="ＭＳ Ｐゴシック" charset="0"/>
                <a:cs typeface="ＭＳ Ｐゴシック" charset="0"/>
              </a:defRPr>
            </a:lvl1pPr>
            <a:lvl2pPr marL="742950" indent="-285750" eaLnBrk="0" hangingPunct="0">
              <a:defRPr sz="1000" b="1">
                <a:solidFill>
                  <a:schemeClr val="tx1"/>
                </a:solidFill>
                <a:latin typeface="CG Times" charset="0"/>
                <a:ea typeface="ＭＳ Ｐゴシック" charset="0"/>
              </a:defRPr>
            </a:lvl2pPr>
            <a:lvl3pPr marL="1143000" indent="-228600" eaLnBrk="0" hangingPunct="0">
              <a:defRPr sz="1000" b="1">
                <a:solidFill>
                  <a:schemeClr val="tx1"/>
                </a:solidFill>
                <a:latin typeface="CG Times" charset="0"/>
                <a:ea typeface="ＭＳ Ｐゴシック" charset="0"/>
              </a:defRPr>
            </a:lvl3pPr>
            <a:lvl4pPr marL="1600200" indent="-228600" eaLnBrk="0" hangingPunct="0">
              <a:defRPr sz="1000" b="1">
                <a:solidFill>
                  <a:schemeClr val="tx1"/>
                </a:solidFill>
                <a:latin typeface="CG Times" charset="0"/>
                <a:ea typeface="ＭＳ Ｐゴシック" charset="0"/>
              </a:defRPr>
            </a:lvl4pPr>
            <a:lvl5pPr marL="2057400" indent="-228600" eaLnBrk="0" hangingPunct="0">
              <a:defRPr sz="1000" b="1">
                <a:solidFill>
                  <a:schemeClr val="tx1"/>
                </a:solidFill>
                <a:latin typeface="CG Times" charset="0"/>
                <a:ea typeface="ＭＳ Ｐゴシック" charset="0"/>
              </a:defRPr>
            </a:lvl5pPr>
            <a:lvl6pPr marL="2514600" indent="-228600" eaLnBrk="0" fontAlgn="base" hangingPunct="0">
              <a:spcBef>
                <a:spcPct val="0"/>
              </a:spcBef>
              <a:spcAft>
                <a:spcPct val="0"/>
              </a:spcAft>
              <a:defRPr sz="1000" b="1">
                <a:solidFill>
                  <a:schemeClr val="tx1"/>
                </a:solidFill>
                <a:latin typeface="CG Times" charset="0"/>
                <a:ea typeface="ＭＳ Ｐゴシック" charset="0"/>
              </a:defRPr>
            </a:lvl6pPr>
            <a:lvl7pPr marL="2971800" indent="-228600" eaLnBrk="0" fontAlgn="base" hangingPunct="0">
              <a:spcBef>
                <a:spcPct val="0"/>
              </a:spcBef>
              <a:spcAft>
                <a:spcPct val="0"/>
              </a:spcAft>
              <a:defRPr sz="1000" b="1">
                <a:solidFill>
                  <a:schemeClr val="tx1"/>
                </a:solidFill>
                <a:latin typeface="CG Times" charset="0"/>
                <a:ea typeface="ＭＳ Ｐゴシック" charset="0"/>
              </a:defRPr>
            </a:lvl7pPr>
            <a:lvl8pPr marL="3429000" indent="-228600" eaLnBrk="0" fontAlgn="base" hangingPunct="0">
              <a:spcBef>
                <a:spcPct val="0"/>
              </a:spcBef>
              <a:spcAft>
                <a:spcPct val="0"/>
              </a:spcAft>
              <a:defRPr sz="1000" b="1">
                <a:solidFill>
                  <a:schemeClr val="tx1"/>
                </a:solidFill>
                <a:latin typeface="CG Times" charset="0"/>
                <a:ea typeface="ＭＳ Ｐゴシック" charset="0"/>
              </a:defRPr>
            </a:lvl8pPr>
            <a:lvl9pPr marL="3886200" indent="-228600" eaLnBrk="0" fontAlgn="base" hangingPunct="0">
              <a:spcBef>
                <a:spcPct val="0"/>
              </a:spcBef>
              <a:spcAft>
                <a:spcPct val="0"/>
              </a:spcAft>
              <a:defRPr sz="1000" b="1">
                <a:solidFill>
                  <a:schemeClr val="tx1"/>
                </a:solidFill>
                <a:latin typeface="CG Times" charset="0"/>
                <a:ea typeface="ＭＳ Ｐゴシック" charset="0"/>
              </a:defRPr>
            </a:lvl9pPr>
          </a:lstStyle>
          <a:p>
            <a:pPr algn="ctr">
              <a:lnSpc>
                <a:spcPts val="1800"/>
              </a:lnSpc>
            </a:pPr>
            <a:r>
              <a:rPr lang="en-US" sz="1600" dirty="0" smtClean="0">
                <a:solidFill>
                  <a:srgbClr val="FF0000"/>
                </a:solidFill>
                <a:latin typeface="Candara"/>
                <a:cs typeface="Candara"/>
              </a:rPr>
              <a:t>AIP-7</a:t>
            </a:r>
            <a:r>
              <a:rPr lang="en-US" sz="1600" dirty="0" smtClean="0">
                <a:solidFill>
                  <a:srgbClr val="000000"/>
                </a:solidFill>
                <a:latin typeface="Candara"/>
                <a:cs typeface="Candara"/>
              </a:rPr>
              <a:t>: </a:t>
            </a:r>
            <a:r>
              <a:rPr lang="en-US" sz="1400" dirty="0" smtClean="0">
                <a:solidFill>
                  <a:srgbClr val="000000"/>
                </a:solidFill>
                <a:latin typeface="Candara"/>
                <a:cs typeface="Candara"/>
              </a:rPr>
              <a:t>France, Belgium, Taiwan </a:t>
            </a:r>
            <a:r>
              <a:rPr lang="en-US" sz="1400" b="0" dirty="0" smtClean="0">
                <a:solidFill>
                  <a:srgbClr val="000000"/>
                </a:solidFill>
                <a:latin typeface="Candara"/>
                <a:cs typeface="Candara"/>
              </a:rPr>
              <a:t>host </a:t>
            </a:r>
            <a:br>
              <a:rPr lang="en-US" sz="1400" b="0" dirty="0" smtClean="0">
                <a:solidFill>
                  <a:srgbClr val="000000"/>
                </a:solidFill>
                <a:latin typeface="Candara"/>
                <a:cs typeface="Candara"/>
              </a:rPr>
            </a:br>
            <a:r>
              <a:rPr lang="en-US" sz="1400" b="0" dirty="0" smtClean="0">
                <a:solidFill>
                  <a:srgbClr val="000000"/>
                </a:solidFill>
                <a:latin typeface="Candara"/>
                <a:cs typeface="Candara"/>
              </a:rPr>
              <a:t>WaterML data services. </a:t>
            </a:r>
            <a:r>
              <a:rPr lang="en-US" sz="1400" dirty="0" smtClean="0">
                <a:solidFill>
                  <a:srgbClr val="000000"/>
                </a:solidFill>
                <a:latin typeface="Candara"/>
                <a:cs typeface="Candara"/>
              </a:rPr>
              <a:t>New Zealand,  </a:t>
            </a:r>
            <a:br>
              <a:rPr lang="en-US" sz="1400" dirty="0" smtClean="0">
                <a:solidFill>
                  <a:srgbClr val="000000"/>
                </a:solidFill>
                <a:latin typeface="Candara"/>
                <a:cs typeface="Candara"/>
              </a:rPr>
            </a:br>
            <a:r>
              <a:rPr lang="en-US" sz="1400" dirty="0" smtClean="0">
                <a:solidFill>
                  <a:srgbClr val="000000"/>
                </a:solidFill>
                <a:latin typeface="Candara"/>
                <a:cs typeface="Candara"/>
              </a:rPr>
              <a:t>Belgium </a:t>
            </a:r>
            <a:r>
              <a:rPr lang="en-US" sz="1400" b="0" dirty="0" smtClean="0">
                <a:solidFill>
                  <a:srgbClr val="000000"/>
                </a:solidFill>
                <a:latin typeface="Candara"/>
                <a:cs typeface="Candara"/>
              </a:rPr>
              <a:t>host public water data portals.</a:t>
            </a:r>
            <a:br>
              <a:rPr lang="en-US" sz="1400" b="0" dirty="0" smtClean="0">
                <a:solidFill>
                  <a:srgbClr val="000000"/>
                </a:solidFill>
                <a:latin typeface="Candara"/>
                <a:cs typeface="Candara"/>
              </a:rPr>
            </a:br>
            <a:r>
              <a:rPr lang="en-US" sz="1400" dirty="0" smtClean="0">
                <a:solidFill>
                  <a:srgbClr val="000000"/>
                </a:solidFill>
                <a:latin typeface="Candara"/>
                <a:cs typeface="Candara"/>
              </a:rPr>
              <a:t>ECMWF/JRC </a:t>
            </a:r>
            <a:r>
              <a:rPr lang="en-US" sz="1400" b="0" dirty="0" smtClean="0">
                <a:solidFill>
                  <a:srgbClr val="000000"/>
                </a:solidFill>
                <a:latin typeface="Candara"/>
                <a:cs typeface="Candara"/>
              </a:rPr>
              <a:t>publish </a:t>
            </a:r>
            <a:r>
              <a:rPr lang="en-US" sz="1400" dirty="0" smtClean="0">
                <a:solidFill>
                  <a:srgbClr val="000000"/>
                </a:solidFill>
                <a:latin typeface="Candara"/>
                <a:cs typeface="Candara"/>
              </a:rPr>
              <a:t>GloFAS</a:t>
            </a:r>
            <a:r>
              <a:rPr lang="en-US" sz="1400" b="0" dirty="0" smtClean="0">
                <a:solidFill>
                  <a:srgbClr val="000000"/>
                </a:solidFill>
                <a:latin typeface="Candara"/>
                <a:cs typeface="Candara"/>
              </a:rPr>
              <a:t> flood</a:t>
            </a:r>
            <a:br>
              <a:rPr lang="en-US" sz="1400" b="0" dirty="0" smtClean="0">
                <a:solidFill>
                  <a:srgbClr val="000000"/>
                </a:solidFill>
                <a:latin typeface="Candara"/>
                <a:cs typeface="Candara"/>
              </a:rPr>
            </a:br>
            <a:r>
              <a:rPr lang="en-US" sz="1400" b="0" dirty="0" smtClean="0">
                <a:solidFill>
                  <a:srgbClr val="000000"/>
                </a:solidFill>
                <a:latin typeface="Candara"/>
                <a:cs typeface="Candara"/>
              </a:rPr>
              <a:t>predictions in WaterML.</a:t>
            </a:r>
            <a:br>
              <a:rPr lang="en-US" sz="1400" b="0" dirty="0" smtClean="0">
                <a:solidFill>
                  <a:srgbClr val="000000"/>
                </a:solidFill>
                <a:latin typeface="Candara"/>
                <a:cs typeface="Candara"/>
              </a:rPr>
            </a:br>
            <a:r>
              <a:rPr lang="en-US" sz="1400" dirty="0">
                <a:solidFill>
                  <a:srgbClr val="000000"/>
                </a:solidFill>
                <a:latin typeface="Candara"/>
                <a:cs typeface="Candara"/>
              </a:rPr>
              <a:t>USGS</a:t>
            </a:r>
            <a:r>
              <a:rPr lang="en-US" sz="1400" b="0" dirty="0">
                <a:solidFill>
                  <a:srgbClr val="000000"/>
                </a:solidFill>
                <a:latin typeface="Candara"/>
                <a:cs typeface="Candara"/>
              </a:rPr>
              <a:t> converts </a:t>
            </a:r>
            <a:r>
              <a:rPr lang="en-US" sz="1400" dirty="0">
                <a:solidFill>
                  <a:srgbClr val="000000"/>
                </a:solidFill>
                <a:latin typeface="Candara"/>
                <a:cs typeface="Candara"/>
              </a:rPr>
              <a:t>NWIS</a:t>
            </a:r>
            <a:r>
              <a:rPr lang="en-US" sz="1400" b="0" dirty="0">
                <a:solidFill>
                  <a:srgbClr val="000000"/>
                </a:solidFill>
                <a:latin typeface="Candara"/>
                <a:cs typeface="Candara"/>
              </a:rPr>
              <a:t> to WaterML2.</a:t>
            </a:r>
            <a:endParaRPr lang="en-US" sz="1400" b="0" dirty="0" smtClean="0">
              <a:solidFill>
                <a:srgbClr val="000000"/>
              </a:solidFill>
              <a:latin typeface="Candara"/>
              <a:cs typeface="Candara"/>
            </a:endParaRPr>
          </a:p>
        </p:txBody>
      </p:sp>
      <p:grpSp>
        <p:nvGrpSpPr>
          <p:cNvPr id="51219" name="Group 4104"/>
          <p:cNvGrpSpPr>
            <a:grpSpLocks/>
          </p:cNvGrpSpPr>
          <p:nvPr/>
        </p:nvGrpSpPr>
        <p:grpSpPr bwMode="auto">
          <a:xfrm>
            <a:off x="1322038" y="1556234"/>
            <a:ext cx="1435100" cy="515938"/>
            <a:chOff x="7020474" y="2115825"/>
            <a:chExt cx="1434551" cy="515945"/>
          </a:xfrm>
        </p:grpSpPr>
        <p:sp>
          <p:nvSpPr>
            <p:cNvPr id="77" name="TextBox 76"/>
            <p:cNvSpPr txBox="1"/>
            <p:nvPr/>
          </p:nvSpPr>
          <p:spPr>
            <a:xfrm>
              <a:off x="7020474" y="2115825"/>
              <a:ext cx="1434551" cy="515945"/>
            </a:xfrm>
            <a:prstGeom prst="rect">
              <a:avLst/>
            </a:prstGeom>
            <a:solidFill>
              <a:schemeClr val="tx2"/>
            </a:solidFill>
            <a:ln w="19050" cmpd="sng">
              <a:solidFill>
                <a:schemeClr val="accent4">
                  <a:lumMod val="60000"/>
                  <a:lumOff val="40000"/>
                </a:schemeClr>
              </a:solidFill>
            </a:ln>
          </p:spPr>
          <p:txBody>
            <a:bodyPr/>
            <a:lstStyle/>
            <a:p>
              <a:pPr algn="ctr" eaLnBrk="1" fontAlgn="auto" hangingPunct="1">
                <a:spcBef>
                  <a:spcPts val="0"/>
                </a:spcBef>
                <a:spcAft>
                  <a:spcPts val="0"/>
                </a:spcAft>
                <a:defRPr/>
              </a:pPr>
              <a:endParaRPr lang="en-US" sz="1400" b="1" dirty="0">
                <a:solidFill>
                  <a:prstClr val="white"/>
                </a:solidFill>
                <a:latin typeface="Arial"/>
                <a:ea typeface="ＭＳ Ｐゴシック"/>
                <a:cs typeface="ＭＳ Ｐゴシック"/>
              </a:endParaRPr>
            </a:p>
          </p:txBody>
        </p:sp>
        <p:pic>
          <p:nvPicPr>
            <p:cNvPr id="51222" name="Picture 4"/>
            <p:cNvPicPr>
              <a:picLocks noChangeAspect="1"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a:off x="7108700" y="2218701"/>
              <a:ext cx="1258652" cy="30957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grpSp>
    </p:spTree>
    <p:extLst>
      <p:ext uri="{BB962C8B-B14F-4D97-AF65-F5344CB8AC3E}">
        <p14:creationId xmlns:p14="http://schemas.microsoft.com/office/powerpoint/2010/main" val="2947195390"/>
      </p:ext>
    </p:extLst>
  </p:cSld>
  <p:clrMapOvr>
    <a:masterClrMapping/>
  </p:clrMapOvr>
  <p:transition spd="med">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Rectangle 169"/>
          <p:cNvSpPr/>
          <p:nvPr/>
        </p:nvSpPr>
        <p:spPr>
          <a:xfrm>
            <a:off x="5245100" y="1768945"/>
            <a:ext cx="3872740" cy="4432861"/>
          </a:xfrm>
          <a:prstGeom prst="rect">
            <a:avLst/>
          </a:prstGeom>
          <a:solidFill>
            <a:schemeClr val="tx2">
              <a:lumMod val="10000"/>
              <a:lumOff val="90000"/>
            </a:schemeClr>
          </a:solidFill>
          <a:ln>
            <a:solidFill>
              <a:schemeClr val="tx2">
                <a:lumMod val="50000"/>
                <a:lumOff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eaLnBrk="1" fontAlgn="auto" hangingPunct="1">
              <a:spcBef>
                <a:spcPts val="0"/>
              </a:spcBef>
              <a:spcAft>
                <a:spcPts val="0"/>
              </a:spcAft>
            </a:pPr>
            <a:endParaRPr lang="en-US">
              <a:solidFill>
                <a:prstClr val="white"/>
              </a:solidFill>
              <a:latin typeface="Arial"/>
              <a:ea typeface="ＭＳ Ｐゴシック"/>
              <a:cs typeface="ＭＳ Ｐゴシック"/>
            </a:endParaRPr>
          </a:p>
        </p:txBody>
      </p:sp>
      <p:sp>
        <p:nvSpPr>
          <p:cNvPr id="2" name="Title 1"/>
          <p:cNvSpPr>
            <a:spLocks noGrp="1"/>
          </p:cNvSpPr>
          <p:nvPr>
            <p:ph type="title"/>
          </p:nvPr>
        </p:nvSpPr>
        <p:spPr>
          <a:xfrm>
            <a:off x="381394" y="214884"/>
            <a:ext cx="8214794" cy="484632"/>
          </a:xfrm>
        </p:spPr>
        <p:txBody>
          <a:bodyPr/>
          <a:lstStyle/>
          <a:p>
            <a:r>
              <a:rPr lang="en-US" sz="3600" dirty="0" smtClean="0">
                <a:solidFill>
                  <a:srgbClr val="1F3D9B"/>
                </a:solidFill>
              </a:rPr>
              <a:t>OGC Observations &amp; Measurements: </a:t>
            </a:r>
            <a:br>
              <a:rPr lang="en-US" sz="3600" dirty="0" smtClean="0">
                <a:solidFill>
                  <a:srgbClr val="1F3D9B"/>
                </a:solidFill>
              </a:rPr>
            </a:br>
            <a:r>
              <a:rPr lang="en-US" sz="3600" dirty="0" smtClean="0"/>
              <a:t>a way of relating features &amp; phenomena</a:t>
            </a:r>
            <a:endParaRPr lang="en-US" sz="3600" dirty="0"/>
          </a:p>
        </p:txBody>
      </p:sp>
      <p:sp>
        <p:nvSpPr>
          <p:cNvPr id="3" name="Content Placeholder 2"/>
          <p:cNvSpPr>
            <a:spLocks noGrp="1"/>
          </p:cNvSpPr>
          <p:nvPr>
            <p:ph sz="quarter" idx="10"/>
          </p:nvPr>
        </p:nvSpPr>
        <p:spPr>
          <a:xfrm>
            <a:off x="381393" y="1763066"/>
            <a:ext cx="8214795" cy="3232972"/>
          </a:xfrm>
        </p:spPr>
        <p:txBody>
          <a:bodyPr>
            <a:normAutofit/>
          </a:bodyPr>
          <a:lstStyle/>
          <a:p>
            <a:pPr marL="0" indent="0" fontAlgn="base">
              <a:spcBef>
                <a:spcPct val="0"/>
              </a:spcBef>
              <a:spcAft>
                <a:spcPct val="0"/>
              </a:spcAft>
              <a:buNone/>
            </a:pPr>
            <a:r>
              <a:rPr lang="en-AU" sz="2800" dirty="0"/>
              <a:t>An</a:t>
            </a:r>
            <a:r>
              <a:rPr lang="en-AU" sz="2800" dirty="0">
                <a:solidFill>
                  <a:srgbClr val="0F3277"/>
                </a:solidFill>
                <a:ea typeface="ＭＳ Ｐゴシック"/>
                <a:cs typeface="Candara"/>
              </a:rPr>
              <a:t> </a:t>
            </a:r>
            <a:r>
              <a:rPr lang="en-AU" sz="2800" b="1" dirty="0">
                <a:solidFill>
                  <a:srgbClr val="FF0066"/>
                </a:solidFill>
                <a:ea typeface="ＭＳ Ｐゴシック"/>
                <a:cs typeface="Candara"/>
              </a:rPr>
              <a:t>Observation</a:t>
            </a:r>
            <a:r>
              <a:rPr lang="en-AU" sz="2800" dirty="0">
                <a:solidFill>
                  <a:srgbClr val="0F3277"/>
                </a:solidFill>
                <a:ea typeface="ＭＳ Ｐゴシック"/>
                <a:cs typeface="Candara"/>
              </a:rPr>
              <a:t> </a:t>
            </a:r>
            <a:r>
              <a:rPr lang="en-AU" sz="2800" dirty="0"/>
              <a:t>is an action </a:t>
            </a:r>
            <a:r>
              <a:rPr lang="en-AU" sz="2800" dirty="0" smtClean="0"/>
              <a:t/>
            </a:r>
            <a:br>
              <a:rPr lang="en-AU" sz="2800" dirty="0" smtClean="0"/>
            </a:br>
            <a:r>
              <a:rPr lang="en-AU" sz="2800" dirty="0" smtClean="0"/>
              <a:t>whose</a:t>
            </a:r>
            <a:r>
              <a:rPr lang="en-AU" sz="2800" dirty="0" smtClean="0">
                <a:solidFill>
                  <a:srgbClr val="0F3277"/>
                </a:solidFill>
                <a:ea typeface="ＭＳ Ｐゴシック"/>
                <a:cs typeface="Candara"/>
              </a:rPr>
              <a:t> </a:t>
            </a:r>
            <a:r>
              <a:rPr lang="en-AU" sz="2800" b="1" dirty="0">
                <a:solidFill>
                  <a:srgbClr val="008000"/>
                </a:solidFill>
                <a:ea typeface="ＭＳ Ｐゴシック"/>
                <a:cs typeface="Candara"/>
              </a:rPr>
              <a:t>result</a:t>
            </a:r>
            <a:r>
              <a:rPr lang="en-AU" sz="2800" dirty="0">
                <a:solidFill>
                  <a:srgbClr val="008000"/>
                </a:solidFill>
                <a:ea typeface="ＭＳ Ｐゴシック"/>
                <a:cs typeface="Candara"/>
              </a:rPr>
              <a:t> </a:t>
            </a:r>
            <a:r>
              <a:rPr lang="en-AU" sz="2800" dirty="0"/>
              <a:t>is an estimate </a:t>
            </a:r>
            <a:r>
              <a:rPr lang="en-AU" sz="2800" dirty="0" smtClean="0"/>
              <a:t/>
            </a:r>
            <a:br>
              <a:rPr lang="en-AU" sz="2800" dirty="0" smtClean="0"/>
            </a:br>
            <a:r>
              <a:rPr lang="en-AU" sz="2800" dirty="0" smtClean="0"/>
              <a:t>of </a:t>
            </a:r>
            <a:r>
              <a:rPr lang="en-AU" sz="2800" dirty="0"/>
              <a:t>the value of </a:t>
            </a:r>
            <a:r>
              <a:rPr lang="en-AU" sz="2800" dirty="0" smtClean="0"/>
              <a:t>some</a:t>
            </a:r>
            <a:r>
              <a:rPr lang="en-AU" sz="2800" dirty="0" smtClean="0">
                <a:solidFill>
                  <a:srgbClr val="0F3277"/>
                </a:solidFill>
                <a:ea typeface="ＭＳ Ｐゴシック"/>
                <a:cs typeface="Candara"/>
              </a:rPr>
              <a:t> </a:t>
            </a:r>
            <a:r>
              <a:rPr lang="en-AU" sz="2800" b="1" dirty="0">
                <a:solidFill>
                  <a:srgbClr val="0000FF"/>
                </a:solidFill>
                <a:ea typeface="ＭＳ Ｐゴシック"/>
                <a:cs typeface="Candara"/>
              </a:rPr>
              <a:t>property</a:t>
            </a:r>
            <a:r>
              <a:rPr lang="en-AU" sz="2800" dirty="0">
                <a:solidFill>
                  <a:srgbClr val="0000FF"/>
                </a:solidFill>
                <a:ea typeface="ＭＳ Ｐゴシック"/>
                <a:cs typeface="Candara"/>
              </a:rPr>
              <a:t> </a:t>
            </a:r>
            <a:r>
              <a:rPr lang="en-AU" sz="2800" dirty="0" smtClean="0">
                <a:solidFill>
                  <a:srgbClr val="0000FF"/>
                </a:solidFill>
                <a:ea typeface="ＭＳ Ｐゴシック"/>
                <a:cs typeface="Candara"/>
              </a:rPr>
              <a:t/>
            </a:r>
            <a:br>
              <a:rPr lang="en-AU" sz="2800" dirty="0" smtClean="0">
                <a:solidFill>
                  <a:srgbClr val="0000FF"/>
                </a:solidFill>
                <a:ea typeface="ＭＳ Ｐゴシック"/>
                <a:cs typeface="Candara"/>
              </a:rPr>
            </a:br>
            <a:r>
              <a:rPr lang="en-AU" sz="2800" dirty="0" smtClean="0"/>
              <a:t>of </a:t>
            </a:r>
            <a:r>
              <a:rPr lang="en-AU" sz="2800" dirty="0"/>
              <a:t>the</a:t>
            </a:r>
            <a:r>
              <a:rPr lang="en-AU" sz="2800" dirty="0">
                <a:solidFill>
                  <a:srgbClr val="0F3277"/>
                </a:solidFill>
                <a:ea typeface="ＭＳ Ｐゴシック"/>
                <a:cs typeface="Candara"/>
              </a:rPr>
              <a:t> </a:t>
            </a:r>
            <a:r>
              <a:rPr lang="en-AU" sz="2800" b="1" dirty="0">
                <a:solidFill>
                  <a:schemeClr val="accent3">
                    <a:lumMod val="50000"/>
                  </a:schemeClr>
                </a:solidFill>
                <a:ea typeface="ＭＳ Ｐゴシック"/>
                <a:cs typeface="Candara"/>
              </a:rPr>
              <a:t>feature-of-interest</a:t>
            </a:r>
            <a:r>
              <a:rPr lang="en-AU" sz="2800" dirty="0"/>
              <a:t>,</a:t>
            </a:r>
            <a:r>
              <a:rPr lang="en-AU" sz="2800" dirty="0">
                <a:solidFill>
                  <a:srgbClr val="0F3277"/>
                </a:solidFill>
                <a:ea typeface="ＭＳ Ｐゴシック"/>
                <a:cs typeface="Candara"/>
              </a:rPr>
              <a:t> </a:t>
            </a:r>
            <a:r>
              <a:rPr lang="en-AU" sz="2800" dirty="0" smtClean="0">
                <a:solidFill>
                  <a:srgbClr val="0F3277"/>
                </a:solidFill>
                <a:ea typeface="ＭＳ Ｐゴシック"/>
                <a:cs typeface="Candara"/>
              </a:rPr>
              <a:t/>
            </a:r>
            <a:br>
              <a:rPr lang="en-AU" sz="2800" dirty="0" smtClean="0">
                <a:solidFill>
                  <a:srgbClr val="0F3277"/>
                </a:solidFill>
                <a:ea typeface="ＭＳ Ｐゴシック"/>
                <a:cs typeface="Candara"/>
              </a:rPr>
            </a:br>
            <a:r>
              <a:rPr lang="en-AU" sz="2800" dirty="0" smtClean="0"/>
              <a:t>obtained </a:t>
            </a:r>
            <a:r>
              <a:rPr lang="en-AU" sz="2800" dirty="0"/>
              <a:t>using a specified</a:t>
            </a:r>
            <a:r>
              <a:rPr lang="en-AU" sz="2800" dirty="0">
                <a:solidFill>
                  <a:srgbClr val="0F3277"/>
                </a:solidFill>
                <a:ea typeface="ＭＳ Ｐゴシック"/>
                <a:cs typeface="Candara"/>
              </a:rPr>
              <a:t> </a:t>
            </a:r>
            <a:r>
              <a:rPr lang="en-AU" sz="2800" dirty="0" smtClean="0">
                <a:solidFill>
                  <a:srgbClr val="0F3277"/>
                </a:solidFill>
                <a:ea typeface="ＭＳ Ｐゴシック"/>
                <a:cs typeface="Candara"/>
              </a:rPr>
              <a:t/>
            </a:r>
            <a:br>
              <a:rPr lang="en-AU" sz="2800" dirty="0" smtClean="0">
                <a:solidFill>
                  <a:srgbClr val="0F3277"/>
                </a:solidFill>
                <a:ea typeface="ＭＳ Ｐゴシック"/>
                <a:cs typeface="Candara"/>
              </a:rPr>
            </a:br>
            <a:r>
              <a:rPr lang="en-AU" sz="2800" b="1" dirty="0" smtClean="0">
                <a:solidFill>
                  <a:schemeClr val="accent6">
                    <a:lumMod val="75000"/>
                  </a:schemeClr>
                </a:solidFill>
                <a:ea typeface="ＭＳ Ｐゴシック"/>
                <a:cs typeface="Candara"/>
              </a:rPr>
              <a:t>procedure</a:t>
            </a:r>
            <a:endParaRPr lang="en-AU" sz="2800" b="1" dirty="0">
              <a:solidFill>
                <a:schemeClr val="accent6">
                  <a:lumMod val="75000"/>
                </a:schemeClr>
              </a:solidFill>
              <a:ea typeface="ＭＳ Ｐゴシック"/>
              <a:cs typeface="Candara"/>
            </a:endParaRPr>
          </a:p>
        </p:txBody>
      </p:sp>
      <p:grpSp>
        <p:nvGrpSpPr>
          <p:cNvPr id="4" name="Group 3"/>
          <p:cNvGrpSpPr/>
          <p:nvPr/>
        </p:nvGrpSpPr>
        <p:grpSpPr>
          <a:xfrm>
            <a:off x="5487863" y="2029001"/>
            <a:ext cx="3417888" cy="3913188"/>
            <a:chOff x="5322763" y="2611700"/>
            <a:chExt cx="3417888" cy="3913188"/>
          </a:xfrm>
        </p:grpSpPr>
        <p:sp>
          <p:nvSpPr>
            <p:cNvPr id="5" name="Rectangle 4"/>
            <p:cNvSpPr/>
            <p:nvPr/>
          </p:nvSpPr>
          <p:spPr>
            <a:xfrm>
              <a:off x="7011863" y="4051563"/>
              <a:ext cx="1728788" cy="936625"/>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AU">
                <a:solidFill>
                  <a:srgbClr val="FFFFFF"/>
                </a:solidFill>
                <a:latin typeface="Calibri"/>
                <a:ea typeface="ＭＳ Ｐゴシック"/>
                <a:cs typeface="ＭＳ Ｐゴシック"/>
              </a:endParaRPr>
            </a:p>
          </p:txBody>
        </p:sp>
        <p:grpSp>
          <p:nvGrpSpPr>
            <p:cNvPr id="6" name="Group 271"/>
            <p:cNvGrpSpPr>
              <a:grpSpLocks/>
            </p:cNvGrpSpPr>
            <p:nvPr/>
          </p:nvGrpSpPr>
          <p:grpSpPr bwMode="auto">
            <a:xfrm>
              <a:off x="5322763" y="4124588"/>
              <a:ext cx="1574800" cy="1152525"/>
              <a:chOff x="3464" y="2111"/>
              <a:chExt cx="1074" cy="726"/>
            </a:xfrm>
          </p:grpSpPr>
          <p:sp>
            <p:nvSpPr>
              <p:cNvPr id="7" name="Rectangle 12"/>
              <p:cNvSpPr>
                <a:spLocks noChangeArrowheads="1"/>
              </p:cNvSpPr>
              <p:nvPr/>
            </p:nvSpPr>
            <p:spPr bwMode="auto">
              <a:xfrm>
                <a:off x="3482" y="2129"/>
                <a:ext cx="1056" cy="708"/>
              </a:xfrm>
              <a:prstGeom prst="rect">
                <a:avLst/>
              </a:prstGeom>
              <a:solidFill>
                <a:srgbClr val="C0BFC0"/>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8" name="Rectangle 13"/>
              <p:cNvSpPr>
                <a:spLocks noChangeArrowheads="1"/>
              </p:cNvSpPr>
              <p:nvPr/>
            </p:nvSpPr>
            <p:spPr bwMode="auto">
              <a:xfrm>
                <a:off x="3464" y="2111"/>
                <a:ext cx="36" cy="708"/>
              </a:xfrm>
              <a:prstGeom prst="rect">
                <a:avLst/>
              </a:prstGeom>
              <a:solidFill>
                <a:srgbClr val="E8CDCA"/>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9" name="Rectangle 14"/>
              <p:cNvSpPr>
                <a:spLocks noChangeArrowheads="1"/>
              </p:cNvSpPr>
              <p:nvPr/>
            </p:nvSpPr>
            <p:spPr bwMode="auto">
              <a:xfrm>
                <a:off x="3500" y="2111"/>
                <a:ext cx="42" cy="708"/>
              </a:xfrm>
              <a:prstGeom prst="rect">
                <a:avLst/>
              </a:prstGeom>
              <a:solidFill>
                <a:srgbClr val="EACFCC"/>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10" name="Rectangle 15"/>
              <p:cNvSpPr>
                <a:spLocks noChangeArrowheads="1"/>
              </p:cNvSpPr>
              <p:nvPr/>
            </p:nvSpPr>
            <p:spPr bwMode="auto">
              <a:xfrm>
                <a:off x="3542" y="2111"/>
                <a:ext cx="48" cy="708"/>
              </a:xfrm>
              <a:prstGeom prst="rect">
                <a:avLst/>
              </a:prstGeom>
              <a:solidFill>
                <a:srgbClr val="ECD1CE"/>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11" name="Rectangle 16"/>
              <p:cNvSpPr>
                <a:spLocks noChangeArrowheads="1"/>
              </p:cNvSpPr>
              <p:nvPr/>
            </p:nvSpPr>
            <p:spPr bwMode="auto">
              <a:xfrm>
                <a:off x="3590" y="2111"/>
                <a:ext cx="42" cy="708"/>
              </a:xfrm>
              <a:prstGeom prst="rect">
                <a:avLst/>
              </a:prstGeom>
              <a:solidFill>
                <a:srgbClr val="EED3D0"/>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12" name="Rectangle 17"/>
              <p:cNvSpPr>
                <a:spLocks noChangeArrowheads="1"/>
              </p:cNvSpPr>
              <p:nvPr/>
            </p:nvSpPr>
            <p:spPr bwMode="auto">
              <a:xfrm>
                <a:off x="3632" y="2111"/>
                <a:ext cx="42" cy="708"/>
              </a:xfrm>
              <a:prstGeom prst="rect">
                <a:avLst/>
              </a:prstGeom>
              <a:solidFill>
                <a:srgbClr val="F0D5D2"/>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13" name="Rectangle 18"/>
              <p:cNvSpPr>
                <a:spLocks noChangeArrowheads="1"/>
              </p:cNvSpPr>
              <p:nvPr/>
            </p:nvSpPr>
            <p:spPr bwMode="auto">
              <a:xfrm>
                <a:off x="3674" y="2111"/>
                <a:ext cx="48" cy="708"/>
              </a:xfrm>
              <a:prstGeom prst="rect">
                <a:avLst/>
              </a:prstGeom>
              <a:solidFill>
                <a:srgbClr val="F2D7D4"/>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14" name="Rectangle 19"/>
              <p:cNvSpPr>
                <a:spLocks noChangeArrowheads="1"/>
              </p:cNvSpPr>
              <p:nvPr/>
            </p:nvSpPr>
            <p:spPr bwMode="auto">
              <a:xfrm>
                <a:off x="3722" y="2111"/>
                <a:ext cx="60" cy="708"/>
              </a:xfrm>
              <a:prstGeom prst="rect">
                <a:avLst/>
              </a:prstGeom>
              <a:solidFill>
                <a:srgbClr val="F4D9D6"/>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15" name="Rectangle 20"/>
              <p:cNvSpPr>
                <a:spLocks noChangeArrowheads="1"/>
              </p:cNvSpPr>
              <p:nvPr/>
            </p:nvSpPr>
            <p:spPr bwMode="auto">
              <a:xfrm>
                <a:off x="3782" y="2111"/>
                <a:ext cx="48" cy="708"/>
              </a:xfrm>
              <a:prstGeom prst="rect">
                <a:avLst/>
              </a:prstGeom>
              <a:solidFill>
                <a:srgbClr val="F6DBD8"/>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16" name="Rectangle 21"/>
              <p:cNvSpPr>
                <a:spLocks noChangeArrowheads="1"/>
              </p:cNvSpPr>
              <p:nvPr/>
            </p:nvSpPr>
            <p:spPr bwMode="auto">
              <a:xfrm>
                <a:off x="3830" y="2111"/>
                <a:ext cx="42" cy="708"/>
              </a:xfrm>
              <a:prstGeom prst="rect">
                <a:avLst/>
              </a:prstGeom>
              <a:solidFill>
                <a:srgbClr val="F8DDDA"/>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17" name="Rectangle 22"/>
              <p:cNvSpPr>
                <a:spLocks noChangeArrowheads="1"/>
              </p:cNvSpPr>
              <p:nvPr/>
            </p:nvSpPr>
            <p:spPr bwMode="auto">
              <a:xfrm>
                <a:off x="3872" y="2111"/>
                <a:ext cx="48" cy="708"/>
              </a:xfrm>
              <a:prstGeom prst="rect">
                <a:avLst/>
              </a:prstGeom>
              <a:solidFill>
                <a:srgbClr val="FADFDC"/>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18" name="Rectangle 23"/>
              <p:cNvSpPr>
                <a:spLocks noChangeArrowheads="1"/>
              </p:cNvSpPr>
              <p:nvPr/>
            </p:nvSpPr>
            <p:spPr bwMode="auto">
              <a:xfrm>
                <a:off x="3920" y="2111"/>
                <a:ext cx="42" cy="708"/>
              </a:xfrm>
              <a:prstGeom prst="rect">
                <a:avLst/>
              </a:prstGeom>
              <a:solidFill>
                <a:srgbClr val="FCE1DE"/>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19" name="Rectangle 24"/>
              <p:cNvSpPr>
                <a:spLocks noChangeArrowheads="1"/>
              </p:cNvSpPr>
              <p:nvPr/>
            </p:nvSpPr>
            <p:spPr bwMode="auto">
              <a:xfrm>
                <a:off x="3962" y="2111"/>
                <a:ext cx="558" cy="708"/>
              </a:xfrm>
              <a:prstGeom prst="rect">
                <a:avLst/>
              </a:prstGeom>
              <a:solidFill>
                <a:srgbClr val="FFE4E1"/>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0" name="Rectangle 25"/>
              <p:cNvSpPr>
                <a:spLocks noChangeArrowheads="1"/>
              </p:cNvSpPr>
              <p:nvPr/>
            </p:nvSpPr>
            <p:spPr bwMode="auto">
              <a:xfrm>
                <a:off x="3464" y="2111"/>
                <a:ext cx="1056" cy="708"/>
              </a:xfrm>
              <a:prstGeom prst="rect">
                <a:avLst/>
              </a:prstGeom>
              <a:noFill/>
              <a:ln w="9525">
                <a:solidFill>
                  <a:srgbClr val="000000"/>
                </a:solid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1" name="Rectangle 26"/>
              <p:cNvSpPr>
                <a:spLocks noChangeArrowheads="1"/>
              </p:cNvSpPr>
              <p:nvPr/>
            </p:nvSpPr>
            <p:spPr bwMode="auto">
              <a:xfrm>
                <a:off x="3704" y="2165"/>
                <a:ext cx="659" cy="97"/>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1000">
                    <a:solidFill>
                      <a:srgbClr val="000000"/>
                    </a:solidFill>
                    <a:latin typeface="Arial" pitchFamily="34" charset="0"/>
                    <a:ea typeface="ＭＳ Ｐゴシック"/>
                    <a:cs typeface="ＭＳ Ｐゴシック"/>
                  </a:rPr>
                  <a:t>OM_Observation</a:t>
                </a:r>
                <a:endParaRPr lang="en-US">
                  <a:solidFill>
                    <a:srgbClr val="000000"/>
                  </a:solidFill>
                  <a:latin typeface="Arial" pitchFamily="34" charset="0"/>
                  <a:ea typeface="ＭＳ Ｐゴシック"/>
                  <a:cs typeface="ＭＳ Ｐゴシック"/>
                </a:endParaRPr>
              </a:p>
            </p:txBody>
          </p:sp>
          <p:sp>
            <p:nvSpPr>
              <p:cNvPr id="22" name="Line 27"/>
              <p:cNvSpPr>
                <a:spLocks noChangeShapeType="1"/>
              </p:cNvSpPr>
              <p:nvPr/>
            </p:nvSpPr>
            <p:spPr bwMode="auto">
              <a:xfrm>
                <a:off x="3464" y="2291"/>
                <a:ext cx="1056" cy="0"/>
              </a:xfrm>
              <a:prstGeom prst="line">
                <a:avLst/>
              </a:prstGeom>
              <a:noFill/>
              <a:ln w="9525">
                <a:solidFill>
                  <a:srgbClr val="000000"/>
                </a:solidFill>
                <a:miter lim="800000"/>
                <a:headEnd/>
                <a:tailEnd/>
              </a:ln>
            </p:spPr>
            <p:txBody>
              <a:bodyPr/>
              <a:lstStyle/>
              <a:p>
                <a:pPr eaLnBrk="1" hangingPunct="1"/>
                <a:endParaRPr lang="en-AU">
                  <a:solidFill>
                    <a:srgbClr val="000000"/>
                  </a:solidFill>
                  <a:latin typeface="Arial" charset="0"/>
                  <a:ea typeface="ＭＳ Ｐゴシック"/>
                  <a:cs typeface="ＭＳ Ｐゴシック"/>
                </a:endParaRPr>
              </a:p>
            </p:txBody>
          </p:sp>
          <p:sp>
            <p:nvSpPr>
              <p:cNvPr id="23" name="Rectangle 28"/>
              <p:cNvSpPr>
                <a:spLocks noChangeArrowheads="1"/>
              </p:cNvSpPr>
              <p:nvPr/>
            </p:nvSpPr>
            <p:spPr bwMode="auto">
              <a:xfrm>
                <a:off x="3494" y="2315"/>
                <a:ext cx="75" cy="97"/>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1000">
                    <a:solidFill>
                      <a:srgbClr val="8B0000"/>
                    </a:solidFill>
                    <a:latin typeface="Arial" pitchFamily="34" charset="0"/>
                    <a:ea typeface="ＭＳ Ｐゴシック"/>
                    <a:cs typeface="ＭＳ Ｐゴシック"/>
                  </a:rPr>
                  <a:t>+ </a:t>
                </a:r>
                <a:endParaRPr lang="en-US">
                  <a:solidFill>
                    <a:srgbClr val="000000"/>
                  </a:solidFill>
                  <a:latin typeface="Arial" pitchFamily="34" charset="0"/>
                  <a:ea typeface="ＭＳ Ｐゴシック"/>
                  <a:cs typeface="ＭＳ Ｐゴシック"/>
                </a:endParaRPr>
              </a:p>
            </p:txBody>
          </p:sp>
          <p:sp>
            <p:nvSpPr>
              <p:cNvPr id="24" name="Rectangle 29"/>
              <p:cNvSpPr>
                <a:spLocks noChangeArrowheads="1"/>
              </p:cNvSpPr>
              <p:nvPr/>
            </p:nvSpPr>
            <p:spPr bwMode="auto">
              <a:xfrm>
                <a:off x="3620" y="2315"/>
                <a:ext cx="701" cy="97"/>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1000">
                    <a:solidFill>
                      <a:srgbClr val="8B0000"/>
                    </a:solidFill>
                    <a:latin typeface="Arial" pitchFamily="34" charset="0"/>
                    <a:ea typeface="ＭＳ Ｐゴシック"/>
                    <a:cs typeface="ＭＳ Ｐゴシック"/>
                  </a:rPr>
                  <a:t>phenomenonTime</a:t>
                </a:r>
                <a:endParaRPr lang="en-US">
                  <a:solidFill>
                    <a:srgbClr val="000000"/>
                  </a:solidFill>
                  <a:latin typeface="Arial" pitchFamily="34" charset="0"/>
                  <a:ea typeface="ＭＳ Ｐゴシック"/>
                  <a:cs typeface="ＭＳ Ｐゴシック"/>
                </a:endParaRPr>
              </a:p>
            </p:txBody>
          </p:sp>
          <p:sp>
            <p:nvSpPr>
              <p:cNvPr id="25" name="Rectangle 30"/>
              <p:cNvSpPr>
                <a:spLocks noChangeArrowheads="1"/>
              </p:cNvSpPr>
              <p:nvPr/>
            </p:nvSpPr>
            <p:spPr bwMode="auto">
              <a:xfrm>
                <a:off x="3494" y="2411"/>
                <a:ext cx="75" cy="97"/>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1000">
                    <a:solidFill>
                      <a:srgbClr val="8B0000"/>
                    </a:solidFill>
                    <a:latin typeface="Arial" pitchFamily="34" charset="0"/>
                    <a:ea typeface="ＭＳ Ｐゴシック"/>
                    <a:cs typeface="ＭＳ Ｐゴシック"/>
                  </a:rPr>
                  <a:t>+ </a:t>
                </a:r>
                <a:endParaRPr lang="en-US">
                  <a:solidFill>
                    <a:srgbClr val="000000"/>
                  </a:solidFill>
                  <a:latin typeface="Arial" pitchFamily="34" charset="0"/>
                  <a:ea typeface="ＭＳ Ｐゴシック"/>
                  <a:cs typeface="ＭＳ Ｐゴシック"/>
                </a:endParaRPr>
              </a:p>
            </p:txBody>
          </p:sp>
          <p:sp>
            <p:nvSpPr>
              <p:cNvPr id="26" name="Rectangle 31"/>
              <p:cNvSpPr>
                <a:spLocks noChangeArrowheads="1"/>
              </p:cNvSpPr>
              <p:nvPr/>
            </p:nvSpPr>
            <p:spPr bwMode="auto">
              <a:xfrm>
                <a:off x="3620" y="2411"/>
                <a:ext cx="408" cy="97"/>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1000" dirty="0">
                    <a:solidFill>
                      <a:srgbClr val="8B0000"/>
                    </a:solidFill>
                    <a:latin typeface="Arial" pitchFamily="34" charset="0"/>
                    <a:ea typeface="ＭＳ Ｐゴシック"/>
                    <a:cs typeface="ＭＳ Ｐゴシック"/>
                  </a:rPr>
                  <a:t>resultTime</a:t>
                </a:r>
                <a:endParaRPr lang="en-US" dirty="0">
                  <a:solidFill>
                    <a:srgbClr val="000000"/>
                  </a:solidFill>
                  <a:latin typeface="Arial" pitchFamily="34" charset="0"/>
                  <a:ea typeface="ＭＳ Ｐゴシック"/>
                  <a:cs typeface="ＭＳ Ｐゴシック"/>
                </a:endParaRPr>
              </a:p>
            </p:txBody>
          </p:sp>
          <p:sp>
            <p:nvSpPr>
              <p:cNvPr id="27" name="Rectangle 32"/>
              <p:cNvSpPr>
                <a:spLocks noChangeArrowheads="1"/>
              </p:cNvSpPr>
              <p:nvPr/>
            </p:nvSpPr>
            <p:spPr bwMode="auto">
              <a:xfrm>
                <a:off x="3494" y="2507"/>
                <a:ext cx="75" cy="97"/>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1000">
                    <a:solidFill>
                      <a:srgbClr val="8B0000"/>
                    </a:solidFill>
                    <a:latin typeface="Arial" pitchFamily="34" charset="0"/>
                    <a:ea typeface="ＭＳ Ｐゴシック"/>
                    <a:cs typeface="ＭＳ Ｐゴシック"/>
                  </a:rPr>
                  <a:t>+ </a:t>
                </a:r>
                <a:endParaRPr lang="en-US">
                  <a:solidFill>
                    <a:srgbClr val="000000"/>
                  </a:solidFill>
                  <a:latin typeface="Arial" pitchFamily="34" charset="0"/>
                  <a:ea typeface="ＭＳ Ｐゴシック"/>
                  <a:cs typeface="ＭＳ Ｐゴシック"/>
                </a:endParaRPr>
              </a:p>
            </p:txBody>
          </p:sp>
          <p:sp>
            <p:nvSpPr>
              <p:cNvPr id="28" name="Rectangle 33"/>
              <p:cNvSpPr>
                <a:spLocks noChangeArrowheads="1"/>
              </p:cNvSpPr>
              <p:nvPr/>
            </p:nvSpPr>
            <p:spPr bwMode="auto">
              <a:xfrm>
                <a:off x="3620" y="2507"/>
                <a:ext cx="591" cy="97"/>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1000">
                    <a:solidFill>
                      <a:srgbClr val="8B0000"/>
                    </a:solidFill>
                    <a:latin typeface="Arial" pitchFamily="34" charset="0"/>
                    <a:ea typeface="ＭＳ Ｐゴシック"/>
                    <a:cs typeface="ＭＳ Ｐゴシック"/>
                  </a:rPr>
                  <a:t>validTime [0..1]</a:t>
                </a:r>
                <a:endParaRPr lang="en-US">
                  <a:solidFill>
                    <a:srgbClr val="000000"/>
                  </a:solidFill>
                  <a:latin typeface="Arial" pitchFamily="34" charset="0"/>
                  <a:ea typeface="ＭＳ Ｐゴシック"/>
                  <a:cs typeface="ＭＳ Ｐゴシック"/>
                </a:endParaRPr>
              </a:p>
            </p:txBody>
          </p:sp>
          <p:sp>
            <p:nvSpPr>
              <p:cNvPr id="29" name="Rectangle 34"/>
              <p:cNvSpPr>
                <a:spLocks noChangeArrowheads="1"/>
              </p:cNvSpPr>
              <p:nvPr/>
            </p:nvSpPr>
            <p:spPr bwMode="auto">
              <a:xfrm>
                <a:off x="3494" y="2603"/>
                <a:ext cx="75" cy="97"/>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1000">
                    <a:solidFill>
                      <a:srgbClr val="8B0000"/>
                    </a:solidFill>
                    <a:latin typeface="Arial" pitchFamily="34" charset="0"/>
                    <a:ea typeface="ＭＳ Ｐゴシック"/>
                    <a:cs typeface="ＭＳ Ｐゴシック"/>
                  </a:rPr>
                  <a:t>+ </a:t>
                </a:r>
                <a:endParaRPr lang="en-US">
                  <a:solidFill>
                    <a:srgbClr val="000000"/>
                  </a:solidFill>
                  <a:latin typeface="Arial" pitchFamily="34" charset="0"/>
                  <a:ea typeface="ＭＳ Ｐゴシック"/>
                  <a:cs typeface="ＭＳ Ｐゴシック"/>
                </a:endParaRPr>
              </a:p>
            </p:txBody>
          </p:sp>
          <p:sp>
            <p:nvSpPr>
              <p:cNvPr id="30" name="Rectangle 35"/>
              <p:cNvSpPr>
                <a:spLocks noChangeArrowheads="1"/>
              </p:cNvSpPr>
              <p:nvPr/>
            </p:nvSpPr>
            <p:spPr bwMode="auto">
              <a:xfrm>
                <a:off x="3620" y="2603"/>
                <a:ext cx="687" cy="97"/>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1000">
                    <a:solidFill>
                      <a:srgbClr val="8B0000"/>
                    </a:solidFill>
                    <a:latin typeface="Arial" pitchFamily="34" charset="0"/>
                    <a:ea typeface="ＭＳ Ｐゴシック"/>
                    <a:cs typeface="ＭＳ Ｐゴシック"/>
                  </a:rPr>
                  <a:t>resultQuality [0..*]</a:t>
                </a:r>
                <a:endParaRPr lang="en-US">
                  <a:solidFill>
                    <a:srgbClr val="000000"/>
                  </a:solidFill>
                  <a:latin typeface="Arial" pitchFamily="34" charset="0"/>
                  <a:ea typeface="ＭＳ Ｐゴシック"/>
                  <a:cs typeface="ＭＳ Ｐゴシック"/>
                </a:endParaRPr>
              </a:p>
            </p:txBody>
          </p:sp>
          <p:sp>
            <p:nvSpPr>
              <p:cNvPr id="31" name="Rectangle 36"/>
              <p:cNvSpPr>
                <a:spLocks noChangeArrowheads="1"/>
              </p:cNvSpPr>
              <p:nvPr/>
            </p:nvSpPr>
            <p:spPr bwMode="auto">
              <a:xfrm>
                <a:off x="3494" y="2699"/>
                <a:ext cx="75" cy="97"/>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1000">
                    <a:solidFill>
                      <a:srgbClr val="8B0000"/>
                    </a:solidFill>
                    <a:latin typeface="Arial" pitchFamily="34" charset="0"/>
                    <a:ea typeface="ＭＳ Ｐゴシック"/>
                    <a:cs typeface="ＭＳ Ｐゴシック"/>
                  </a:rPr>
                  <a:t>+ </a:t>
                </a:r>
                <a:endParaRPr lang="en-US">
                  <a:solidFill>
                    <a:srgbClr val="000000"/>
                  </a:solidFill>
                  <a:latin typeface="Arial" pitchFamily="34" charset="0"/>
                  <a:ea typeface="ＭＳ Ｐゴシック"/>
                  <a:cs typeface="ＭＳ Ｐゴシック"/>
                </a:endParaRPr>
              </a:p>
            </p:txBody>
          </p:sp>
          <p:sp>
            <p:nvSpPr>
              <p:cNvPr id="32" name="Rectangle 37"/>
              <p:cNvSpPr>
                <a:spLocks noChangeArrowheads="1"/>
              </p:cNvSpPr>
              <p:nvPr/>
            </p:nvSpPr>
            <p:spPr bwMode="auto">
              <a:xfrm>
                <a:off x="3620" y="2699"/>
                <a:ext cx="599" cy="97"/>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1000">
                    <a:solidFill>
                      <a:srgbClr val="8B0000"/>
                    </a:solidFill>
                    <a:latin typeface="Arial" pitchFamily="34" charset="0"/>
                    <a:ea typeface="ＭＳ Ｐゴシック"/>
                    <a:cs typeface="ＭＳ Ｐゴシック"/>
                  </a:rPr>
                  <a:t>parameter [0..*]</a:t>
                </a:r>
                <a:endParaRPr lang="en-US">
                  <a:solidFill>
                    <a:srgbClr val="000000"/>
                  </a:solidFill>
                  <a:latin typeface="Arial" pitchFamily="34" charset="0"/>
                  <a:ea typeface="ＭＳ Ｐゴシック"/>
                  <a:cs typeface="ＭＳ Ｐゴシック"/>
                </a:endParaRPr>
              </a:p>
            </p:txBody>
          </p:sp>
        </p:grpSp>
        <p:grpSp>
          <p:nvGrpSpPr>
            <p:cNvPr id="33" name="Group 269"/>
            <p:cNvGrpSpPr>
              <a:grpSpLocks/>
            </p:cNvGrpSpPr>
            <p:nvPr/>
          </p:nvGrpSpPr>
          <p:grpSpPr bwMode="auto">
            <a:xfrm>
              <a:off x="7223001" y="4162688"/>
              <a:ext cx="1373187" cy="542925"/>
              <a:chOff x="4760" y="2135"/>
              <a:chExt cx="759" cy="342"/>
            </a:xfrm>
          </p:grpSpPr>
          <p:sp>
            <p:nvSpPr>
              <p:cNvPr id="34" name="Rectangle 38"/>
              <p:cNvSpPr>
                <a:spLocks noChangeArrowheads="1"/>
              </p:cNvSpPr>
              <p:nvPr/>
            </p:nvSpPr>
            <p:spPr bwMode="auto">
              <a:xfrm>
                <a:off x="4778" y="2153"/>
                <a:ext cx="708" cy="324"/>
              </a:xfrm>
              <a:prstGeom prst="rect">
                <a:avLst/>
              </a:prstGeom>
              <a:solidFill>
                <a:srgbClr val="C0BFC0"/>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35" name="Rectangle 39"/>
              <p:cNvSpPr>
                <a:spLocks noChangeArrowheads="1"/>
              </p:cNvSpPr>
              <p:nvPr/>
            </p:nvSpPr>
            <p:spPr bwMode="auto">
              <a:xfrm>
                <a:off x="4760" y="2135"/>
                <a:ext cx="12" cy="324"/>
              </a:xfrm>
              <a:prstGeom prst="rect">
                <a:avLst/>
              </a:prstGeom>
              <a:solidFill>
                <a:srgbClr val="B5E8E8"/>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36" name="Rectangle 40"/>
              <p:cNvSpPr>
                <a:spLocks noChangeArrowheads="1"/>
              </p:cNvSpPr>
              <p:nvPr/>
            </p:nvSpPr>
            <p:spPr bwMode="auto">
              <a:xfrm>
                <a:off x="4772" y="2135"/>
                <a:ext cx="12" cy="324"/>
              </a:xfrm>
              <a:prstGeom prst="rect">
                <a:avLst/>
              </a:prstGeom>
              <a:solidFill>
                <a:srgbClr val="B6E9E9"/>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37" name="Rectangle 41"/>
              <p:cNvSpPr>
                <a:spLocks noChangeArrowheads="1"/>
              </p:cNvSpPr>
              <p:nvPr/>
            </p:nvSpPr>
            <p:spPr bwMode="auto">
              <a:xfrm>
                <a:off x="4784" y="2135"/>
                <a:ext cx="18" cy="324"/>
              </a:xfrm>
              <a:prstGeom prst="rect">
                <a:avLst/>
              </a:prstGeom>
              <a:solidFill>
                <a:srgbClr val="B7EAEA"/>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38" name="Rectangle 42"/>
              <p:cNvSpPr>
                <a:spLocks noChangeArrowheads="1"/>
              </p:cNvSpPr>
              <p:nvPr/>
            </p:nvSpPr>
            <p:spPr bwMode="auto">
              <a:xfrm>
                <a:off x="4802" y="2135"/>
                <a:ext cx="12" cy="324"/>
              </a:xfrm>
              <a:prstGeom prst="rect">
                <a:avLst/>
              </a:prstGeom>
              <a:solidFill>
                <a:srgbClr val="B8EBEB"/>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39" name="Rectangle 43"/>
              <p:cNvSpPr>
                <a:spLocks noChangeArrowheads="1"/>
              </p:cNvSpPr>
              <p:nvPr/>
            </p:nvSpPr>
            <p:spPr bwMode="auto">
              <a:xfrm>
                <a:off x="4814" y="2135"/>
                <a:ext cx="18" cy="324"/>
              </a:xfrm>
              <a:prstGeom prst="rect">
                <a:avLst/>
              </a:prstGeom>
              <a:solidFill>
                <a:srgbClr val="B9ECEC"/>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40" name="Rectangle 44"/>
              <p:cNvSpPr>
                <a:spLocks noChangeArrowheads="1"/>
              </p:cNvSpPr>
              <p:nvPr/>
            </p:nvSpPr>
            <p:spPr bwMode="auto">
              <a:xfrm>
                <a:off x="4832" y="2135"/>
                <a:ext cx="12" cy="324"/>
              </a:xfrm>
              <a:prstGeom prst="rect">
                <a:avLst/>
              </a:prstGeom>
              <a:solidFill>
                <a:srgbClr val="BAEDED"/>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41" name="Rectangle 45"/>
              <p:cNvSpPr>
                <a:spLocks noChangeArrowheads="1"/>
              </p:cNvSpPr>
              <p:nvPr/>
            </p:nvSpPr>
            <p:spPr bwMode="auto">
              <a:xfrm>
                <a:off x="4844" y="2135"/>
                <a:ext cx="12" cy="324"/>
              </a:xfrm>
              <a:prstGeom prst="rect">
                <a:avLst/>
              </a:prstGeom>
              <a:solidFill>
                <a:srgbClr val="BBEEEE"/>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42" name="Rectangle 46"/>
              <p:cNvSpPr>
                <a:spLocks noChangeArrowheads="1"/>
              </p:cNvSpPr>
              <p:nvPr/>
            </p:nvSpPr>
            <p:spPr bwMode="auto">
              <a:xfrm>
                <a:off x="4856" y="2135"/>
                <a:ext cx="18" cy="324"/>
              </a:xfrm>
              <a:prstGeom prst="rect">
                <a:avLst/>
              </a:prstGeom>
              <a:solidFill>
                <a:srgbClr val="BCEFEF"/>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43" name="Rectangle 47"/>
              <p:cNvSpPr>
                <a:spLocks noChangeArrowheads="1"/>
              </p:cNvSpPr>
              <p:nvPr/>
            </p:nvSpPr>
            <p:spPr bwMode="auto">
              <a:xfrm>
                <a:off x="4874" y="2135"/>
                <a:ext cx="12" cy="324"/>
              </a:xfrm>
              <a:prstGeom prst="rect">
                <a:avLst/>
              </a:prstGeom>
              <a:solidFill>
                <a:srgbClr val="BDF0F0"/>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44" name="Rectangle 48"/>
              <p:cNvSpPr>
                <a:spLocks noChangeArrowheads="1"/>
              </p:cNvSpPr>
              <p:nvPr/>
            </p:nvSpPr>
            <p:spPr bwMode="auto">
              <a:xfrm>
                <a:off x="4886" y="2135"/>
                <a:ext cx="18" cy="324"/>
              </a:xfrm>
              <a:prstGeom prst="rect">
                <a:avLst/>
              </a:prstGeom>
              <a:solidFill>
                <a:srgbClr val="BEF1F1"/>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45" name="Rectangle 49"/>
              <p:cNvSpPr>
                <a:spLocks noChangeArrowheads="1"/>
              </p:cNvSpPr>
              <p:nvPr/>
            </p:nvSpPr>
            <p:spPr bwMode="auto">
              <a:xfrm>
                <a:off x="4904" y="2135"/>
                <a:ext cx="12" cy="324"/>
              </a:xfrm>
              <a:prstGeom prst="rect">
                <a:avLst/>
              </a:prstGeom>
              <a:solidFill>
                <a:srgbClr val="BFF2F2"/>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46" name="Rectangle 50"/>
              <p:cNvSpPr>
                <a:spLocks noChangeArrowheads="1"/>
              </p:cNvSpPr>
              <p:nvPr/>
            </p:nvSpPr>
            <p:spPr bwMode="auto">
              <a:xfrm>
                <a:off x="4916" y="2135"/>
                <a:ext cx="18" cy="324"/>
              </a:xfrm>
              <a:prstGeom prst="rect">
                <a:avLst/>
              </a:prstGeom>
              <a:solidFill>
                <a:srgbClr val="C0F3F3"/>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47" name="Rectangle 51"/>
              <p:cNvSpPr>
                <a:spLocks noChangeArrowheads="1"/>
              </p:cNvSpPr>
              <p:nvPr/>
            </p:nvSpPr>
            <p:spPr bwMode="auto">
              <a:xfrm>
                <a:off x="4934" y="2135"/>
                <a:ext cx="18" cy="324"/>
              </a:xfrm>
              <a:prstGeom prst="rect">
                <a:avLst/>
              </a:prstGeom>
              <a:solidFill>
                <a:srgbClr val="C1F4F4"/>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48" name="Rectangle 52"/>
              <p:cNvSpPr>
                <a:spLocks noChangeArrowheads="1"/>
              </p:cNvSpPr>
              <p:nvPr/>
            </p:nvSpPr>
            <p:spPr bwMode="auto">
              <a:xfrm>
                <a:off x="4952" y="2135"/>
                <a:ext cx="24" cy="324"/>
              </a:xfrm>
              <a:prstGeom prst="rect">
                <a:avLst/>
              </a:prstGeom>
              <a:solidFill>
                <a:srgbClr val="C2F5F5"/>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49" name="Rectangle 53"/>
              <p:cNvSpPr>
                <a:spLocks noChangeArrowheads="1"/>
              </p:cNvSpPr>
              <p:nvPr/>
            </p:nvSpPr>
            <p:spPr bwMode="auto">
              <a:xfrm>
                <a:off x="4976" y="2135"/>
                <a:ext cx="18" cy="324"/>
              </a:xfrm>
              <a:prstGeom prst="rect">
                <a:avLst/>
              </a:prstGeom>
              <a:solidFill>
                <a:srgbClr val="C3F6F6"/>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50" name="Rectangle 54"/>
              <p:cNvSpPr>
                <a:spLocks noChangeArrowheads="1"/>
              </p:cNvSpPr>
              <p:nvPr/>
            </p:nvSpPr>
            <p:spPr bwMode="auto">
              <a:xfrm>
                <a:off x="4994" y="2135"/>
                <a:ext cx="12" cy="324"/>
              </a:xfrm>
              <a:prstGeom prst="rect">
                <a:avLst/>
              </a:prstGeom>
              <a:solidFill>
                <a:srgbClr val="C4F7F7"/>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51" name="Rectangle 55"/>
              <p:cNvSpPr>
                <a:spLocks noChangeArrowheads="1"/>
              </p:cNvSpPr>
              <p:nvPr/>
            </p:nvSpPr>
            <p:spPr bwMode="auto">
              <a:xfrm>
                <a:off x="5006" y="2135"/>
                <a:ext cx="18" cy="324"/>
              </a:xfrm>
              <a:prstGeom prst="rect">
                <a:avLst/>
              </a:prstGeom>
              <a:solidFill>
                <a:srgbClr val="C5F8F8"/>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52" name="Rectangle 56"/>
              <p:cNvSpPr>
                <a:spLocks noChangeArrowheads="1"/>
              </p:cNvSpPr>
              <p:nvPr/>
            </p:nvSpPr>
            <p:spPr bwMode="auto">
              <a:xfrm>
                <a:off x="5024" y="2135"/>
                <a:ext cx="12" cy="324"/>
              </a:xfrm>
              <a:prstGeom prst="rect">
                <a:avLst/>
              </a:prstGeom>
              <a:solidFill>
                <a:srgbClr val="C6F9F9"/>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53" name="Rectangle 57"/>
              <p:cNvSpPr>
                <a:spLocks noChangeArrowheads="1"/>
              </p:cNvSpPr>
              <p:nvPr/>
            </p:nvSpPr>
            <p:spPr bwMode="auto">
              <a:xfrm>
                <a:off x="5036" y="2135"/>
                <a:ext cx="12" cy="324"/>
              </a:xfrm>
              <a:prstGeom prst="rect">
                <a:avLst/>
              </a:prstGeom>
              <a:solidFill>
                <a:srgbClr val="C7FAFA"/>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54" name="Rectangle 58"/>
              <p:cNvSpPr>
                <a:spLocks noChangeArrowheads="1"/>
              </p:cNvSpPr>
              <p:nvPr/>
            </p:nvSpPr>
            <p:spPr bwMode="auto">
              <a:xfrm>
                <a:off x="5048" y="2135"/>
                <a:ext cx="18" cy="324"/>
              </a:xfrm>
              <a:prstGeom prst="rect">
                <a:avLst/>
              </a:prstGeom>
              <a:solidFill>
                <a:srgbClr val="C8FBFB"/>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55" name="Rectangle 59"/>
              <p:cNvSpPr>
                <a:spLocks noChangeArrowheads="1"/>
              </p:cNvSpPr>
              <p:nvPr/>
            </p:nvSpPr>
            <p:spPr bwMode="auto">
              <a:xfrm>
                <a:off x="5066" y="2135"/>
                <a:ext cx="12" cy="324"/>
              </a:xfrm>
              <a:prstGeom prst="rect">
                <a:avLst/>
              </a:prstGeom>
              <a:solidFill>
                <a:srgbClr val="C9FCFC"/>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56" name="Rectangle 60"/>
              <p:cNvSpPr>
                <a:spLocks noChangeArrowheads="1"/>
              </p:cNvSpPr>
              <p:nvPr/>
            </p:nvSpPr>
            <p:spPr bwMode="auto">
              <a:xfrm>
                <a:off x="5078" y="2135"/>
                <a:ext cx="18" cy="324"/>
              </a:xfrm>
              <a:prstGeom prst="rect">
                <a:avLst/>
              </a:prstGeom>
              <a:solidFill>
                <a:srgbClr val="CAFDFD"/>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57" name="Rectangle 61"/>
              <p:cNvSpPr>
                <a:spLocks noChangeArrowheads="1"/>
              </p:cNvSpPr>
              <p:nvPr/>
            </p:nvSpPr>
            <p:spPr bwMode="auto">
              <a:xfrm>
                <a:off x="5096" y="2135"/>
                <a:ext cx="12" cy="324"/>
              </a:xfrm>
              <a:prstGeom prst="rect">
                <a:avLst/>
              </a:prstGeom>
              <a:solidFill>
                <a:srgbClr val="CBFEFE"/>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58" name="Rectangle 62"/>
              <p:cNvSpPr>
                <a:spLocks noChangeArrowheads="1"/>
              </p:cNvSpPr>
              <p:nvPr/>
            </p:nvSpPr>
            <p:spPr bwMode="auto">
              <a:xfrm>
                <a:off x="5108" y="2135"/>
                <a:ext cx="360" cy="324"/>
              </a:xfrm>
              <a:prstGeom prst="rect">
                <a:avLst/>
              </a:prstGeom>
              <a:solidFill>
                <a:srgbClr val="CCFFFF"/>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59" name="Rectangle 63"/>
              <p:cNvSpPr>
                <a:spLocks noChangeArrowheads="1"/>
              </p:cNvSpPr>
              <p:nvPr/>
            </p:nvSpPr>
            <p:spPr bwMode="auto">
              <a:xfrm>
                <a:off x="4760" y="2135"/>
                <a:ext cx="708" cy="324"/>
              </a:xfrm>
              <a:prstGeom prst="rect">
                <a:avLst/>
              </a:prstGeom>
              <a:noFill/>
              <a:ln w="9525">
                <a:solidFill>
                  <a:srgbClr val="000000"/>
                </a:solid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60" name="Rectangle 64"/>
              <p:cNvSpPr>
                <a:spLocks noChangeArrowheads="1"/>
              </p:cNvSpPr>
              <p:nvPr/>
            </p:nvSpPr>
            <p:spPr bwMode="auto">
              <a:xfrm>
                <a:off x="4802" y="2189"/>
                <a:ext cx="717" cy="97"/>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1000" dirty="0">
                    <a:solidFill>
                      <a:srgbClr val="000000"/>
                    </a:solidFill>
                    <a:latin typeface="Arial" pitchFamily="34" charset="0"/>
                    <a:ea typeface="ＭＳ Ｐゴシック"/>
                    <a:cs typeface="ＭＳ Ｐゴシック"/>
                  </a:rPr>
                  <a:t>GF_PropertyType</a:t>
                </a:r>
                <a:endParaRPr lang="en-US" dirty="0">
                  <a:solidFill>
                    <a:srgbClr val="000000"/>
                  </a:solidFill>
                  <a:latin typeface="Arial" pitchFamily="34" charset="0"/>
                  <a:ea typeface="ＭＳ Ｐゴシック"/>
                  <a:cs typeface="ＭＳ Ｐゴシック"/>
                </a:endParaRPr>
              </a:p>
            </p:txBody>
          </p:sp>
          <p:sp>
            <p:nvSpPr>
              <p:cNvPr id="61" name="Line 65"/>
              <p:cNvSpPr>
                <a:spLocks noChangeShapeType="1"/>
              </p:cNvSpPr>
              <p:nvPr/>
            </p:nvSpPr>
            <p:spPr bwMode="auto">
              <a:xfrm>
                <a:off x="4760" y="2315"/>
                <a:ext cx="708" cy="0"/>
              </a:xfrm>
              <a:prstGeom prst="line">
                <a:avLst/>
              </a:prstGeom>
              <a:noFill/>
              <a:ln w="9525">
                <a:solidFill>
                  <a:srgbClr val="000000"/>
                </a:solidFill>
                <a:miter lim="800000"/>
                <a:headEnd/>
                <a:tailEnd/>
              </a:ln>
            </p:spPr>
            <p:txBody>
              <a:bodyPr/>
              <a:lstStyle/>
              <a:p>
                <a:pPr eaLnBrk="1" hangingPunct="1"/>
                <a:endParaRPr lang="en-AU">
                  <a:solidFill>
                    <a:srgbClr val="000000"/>
                  </a:solidFill>
                  <a:latin typeface="Arial" charset="0"/>
                  <a:ea typeface="ＭＳ Ｐゴシック"/>
                  <a:cs typeface="ＭＳ Ｐゴシック"/>
                </a:endParaRPr>
              </a:p>
            </p:txBody>
          </p:sp>
        </p:grpSp>
        <p:grpSp>
          <p:nvGrpSpPr>
            <p:cNvPr id="62" name="Group 264"/>
            <p:cNvGrpSpPr>
              <a:grpSpLocks/>
            </p:cNvGrpSpPr>
            <p:nvPr/>
          </p:nvGrpSpPr>
          <p:grpSpPr bwMode="auto">
            <a:xfrm>
              <a:off x="7083301" y="2611700"/>
              <a:ext cx="1066800" cy="542925"/>
              <a:chOff x="1790" y="2225"/>
              <a:chExt cx="606" cy="342"/>
            </a:xfrm>
          </p:grpSpPr>
          <p:sp>
            <p:nvSpPr>
              <p:cNvPr id="63" name="Rectangle 66"/>
              <p:cNvSpPr>
                <a:spLocks noChangeArrowheads="1"/>
              </p:cNvSpPr>
              <p:nvPr/>
            </p:nvSpPr>
            <p:spPr bwMode="auto">
              <a:xfrm>
                <a:off x="1808" y="2243"/>
                <a:ext cx="588" cy="324"/>
              </a:xfrm>
              <a:prstGeom prst="rect">
                <a:avLst/>
              </a:prstGeom>
              <a:solidFill>
                <a:srgbClr val="C0BFC0"/>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64" name="Rectangle 67"/>
              <p:cNvSpPr>
                <a:spLocks noChangeArrowheads="1"/>
              </p:cNvSpPr>
              <p:nvPr/>
            </p:nvSpPr>
            <p:spPr bwMode="auto">
              <a:xfrm>
                <a:off x="1790" y="2225"/>
                <a:ext cx="12" cy="324"/>
              </a:xfrm>
              <a:prstGeom prst="rect">
                <a:avLst/>
              </a:prstGeom>
              <a:solidFill>
                <a:srgbClr val="E8E8C9"/>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65" name="Rectangle 68"/>
              <p:cNvSpPr>
                <a:spLocks noChangeArrowheads="1"/>
              </p:cNvSpPr>
              <p:nvPr/>
            </p:nvSpPr>
            <p:spPr bwMode="auto">
              <a:xfrm>
                <a:off x="1802" y="2225"/>
                <a:ext cx="12" cy="324"/>
              </a:xfrm>
              <a:prstGeom prst="rect">
                <a:avLst/>
              </a:prstGeom>
              <a:solidFill>
                <a:srgbClr val="E9E9CA"/>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66" name="Rectangle 69"/>
              <p:cNvSpPr>
                <a:spLocks noChangeArrowheads="1"/>
              </p:cNvSpPr>
              <p:nvPr/>
            </p:nvSpPr>
            <p:spPr bwMode="auto">
              <a:xfrm>
                <a:off x="1814" y="2225"/>
                <a:ext cx="12" cy="324"/>
              </a:xfrm>
              <a:prstGeom prst="rect">
                <a:avLst/>
              </a:prstGeom>
              <a:solidFill>
                <a:srgbClr val="EAEACB"/>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67" name="Rectangle 70"/>
              <p:cNvSpPr>
                <a:spLocks noChangeArrowheads="1"/>
              </p:cNvSpPr>
              <p:nvPr/>
            </p:nvSpPr>
            <p:spPr bwMode="auto">
              <a:xfrm>
                <a:off x="1826" y="2225"/>
                <a:ext cx="12" cy="324"/>
              </a:xfrm>
              <a:prstGeom prst="rect">
                <a:avLst/>
              </a:prstGeom>
              <a:solidFill>
                <a:srgbClr val="EBEBCC"/>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68" name="Rectangle 71"/>
              <p:cNvSpPr>
                <a:spLocks noChangeArrowheads="1"/>
              </p:cNvSpPr>
              <p:nvPr/>
            </p:nvSpPr>
            <p:spPr bwMode="auto">
              <a:xfrm>
                <a:off x="1838" y="2225"/>
                <a:ext cx="12" cy="324"/>
              </a:xfrm>
              <a:prstGeom prst="rect">
                <a:avLst/>
              </a:prstGeom>
              <a:solidFill>
                <a:srgbClr val="ECECCD"/>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69" name="Rectangle 72"/>
              <p:cNvSpPr>
                <a:spLocks noChangeArrowheads="1"/>
              </p:cNvSpPr>
              <p:nvPr/>
            </p:nvSpPr>
            <p:spPr bwMode="auto">
              <a:xfrm>
                <a:off x="1850" y="2225"/>
                <a:ext cx="12" cy="324"/>
              </a:xfrm>
              <a:prstGeom prst="rect">
                <a:avLst/>
              </a:prstGeom>
              <a:solidFill>
                <a:srgbClr val="EDEDCE"/>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70" name="Rectangle 73"/>
              <p:cNvSpPr>
                <a:spLocks noChangeArrowheads="1"/>
              </p:cNvSpPr>
              <p:nvPr/>
            </p:nvSpPr>
            <p:spPr bwMode="auto">
              <a:xfrm>
                <a:off x="1862" y="2225"/>
                <a:ext cx="12" cy="324"/>
              </a:xfrm>
              <a:prstGeom prst="rect">
                <a:avLst/>
              </a:prstGeom>
              <a:solidFill>
                <a:srgbClr val="EEEECF"/>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71" name="Rectangle 74"/>
              <p:cNvSpPr>
                <a:spLocks noChangeArrowheads="1"/>
              </p:cNvSpPr>
              <p:nvPr/>
            </p:nvSpPr>
            <p:spPr bwMode="auto">
              <a:xfrm>
                <a:off x="1874" y="2225"/>
                <a:ext cx="12" cy="324"/>
              </a:xfrm>
              <a:prstGeom prst="rect">
                <a:avLst/>
              </a:prstGeom>
              <a:solidFill>
                <a:srgbClr val="EFEFD0"/>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72" name="Rectangle 75"/>
              <p:cNvSpPr>
                <a:spLocks noChangeArrowheads="1"/>
              </p:cNvSpPr>
              <p:nvPr/>
            </p:nvSpPr>
            <p:spPr bwMode="auto">
              <a:xfrm>
                <a:off x="1886" y="2225"/>
                <a:ext cx="12" cy="324"/>
              </a:xfrm>
              <a:prstGeom prst="rect">
                <a:avLst/>
              </a:prstGeom>
              <a:solidFill>
                <a:srgbClr val="F0F0D1"/>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73" name="Rectangle 76"/>
              <p:cNvSpPr>
                <a:spLocks noChangeArrowheads="1"/>
              </p:cNvSpPr>
              <p:nvPr/>
            </p:nvSpPr>
            <p:spPr bwMode="auto">
              <a:xfrm>
                <a:off x="1898" y="2225"/>
                <a:ext cx="12" cy="324"/>
              </a:xfrm>
              <a:prstGeom prst="rect">
                <a:avLst/>
              </a:prstGeom>
              <a:solidFill>
                <a:srgbClr val="F1F1D2"/>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74" name="Rectangle 77"/>
              <p:cNvSpPr>
                <a:spLocks noChangeArrowheads="1"/>
              </p:cNvSpPr>
              <p:nvPr/>
            </p:nvSpPr>
            <p:spPr bwMode="auto">
              <a:xfrm>
                <a:off x="1910" y="2225"/>
                <a:ext cx="12" cy="324"/>
              </a:xfrm>
              <a:prstGeom prst="rect">
                <a:avLst/>
              </a:prstGeom>
              <a:solidFill>
                <a:srgbClr val="F2F2D3"/>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75" name="Rectangle 78"/>
              <p:cNvSpPr>
                <a:spLocks noChangeArrowheads="1"/>
              </p:cNvSpPr>
              <p:nvPr/>
            </p:nvSpPr>
            <p:spPr bwMode="auto">
              <a:xfrm>
                <a:off x="1922" y="2225"/>
                <a:ext cx="12" cy="324"/>
              </a:xfrm>
              <a:prstGeom prst="rect">
                <a:avLst/>
              </a:prstGeom>
              <a:solidFill>
                <a:srgbClr val="F3F3D4"/>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76" name="Rectangle 79"/>
              <p:cNvSpPr>
                <a:spLocks noChangeArrowheads="1"/>
              </p:cNvSpPr>
              <p:nvPr/>
            </p:nvSpPr>
            <p:spPr bwMode="auto">
              <a:xfrm>
                <a:off x="1934" y="2225"/>
                <a:ext cx="18" cy="324"/>
              </a:xfrm>
              <a:prstGeom prst="rect">
                <a:avLst/>
              </a:prstGeom>
              <a:solidFill>
                <a:srgbClr val="F4F4D5"/>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77" name="Rectangle 80"/>
              <p:cNvSpPr>
                <a:spLocks noChangeArrowheads="1"/>
              </p:cNvSpPr>
              <p:nvPr/>
            </p:nvSpPr>
            <p:spPr bwMode="auto">
              <a:xfrm>
                <a:off x="1952" y="2225"/>
                <a:ext cx="18" cy="324"/>
              </a:xfrm>
              <a:prstGeom prst="rect">
                <a:avLst/>
              </a:prstGeom>
              <a:solidFill>
                <a:srgbClr val="F5F5D6"/>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78" name="Rectangle 81"/>
              <p:cNvSpPr>
                <a:spLocks noChangeArrowheads="1"/>
              </p:cNvSpPr>
              <p:nvPr/>
            </p:nvSpPr>
            <p:spPr bwMode="auto">
              <a:xfrm>
                <a:off x="1970" y="2225"/>
                <a:ext cx="12" cy="324"/>
              </a:xfrm>
              <a:prstGeom prst="rect">
                <a:avLst/>
              </a:prstGeom>
              <a:solidFill>
                <a:srgbClr val="F6F6D7"/>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79" name="Rectangle 82"/>
              <p:cNvSpPr>
                <a:spLocks noChangeArrowheads="1"/>
              </p:cNvSpPr>
              <p:nvPr/>
            </p:nvSpPr>
            <p:spPr bwMode="auto">
              <a:xfrm>
                <a:off x="1982" y="2225"/>
                <a:ext cx="12" cy="324"/>
              </a:xfrm>
              <a:prstGeom prst="rect">
                <a:avLst/>
              </a:prstGeom>
              <a:solidFill>
                <a:srgbClr val="F7F7D8"/>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80" name="Rectangle 83"/>
              <p:cNvSpPr>
                <a:spLocks noChangeArrowheads="1"/>
              </p:cNvSpPr>
              <p:nvPr/>
            </p:nvSpPr>
            <p:spPr bwMode="auto">
              <a:xfrm>
                <a:off x="1994" y="2225"/>
                <a:ext cx="12" cy="324"/>
              </a:xfrm>
              <a:prstGeom prst="rect">
                <a:avLst/>
              </a:prstGeom>
              <a:solidFill>
                <a:srgbClr val="F8F8D9"/>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81" name="Rectangle 84"/>
              <p:cNvSpPr>
                <a:spLocks noChangeArrowheads="1"/>
              </p:cNvSpPr>
              <p:nvPr/>
            </p:nvSpPr>
            <p:spPr bwMode="auto">
              <a:xfrm>
                <a:off x="2006" y="2225"/>
                <a:ext cx="12" cy="324"/>
              </a:xfrm>
              <a:prstGeom prst="rect">
                <a:avLst/>
              </a:prstGeom>
              <a:solidFill>
                <a:srgbClr val="F9F9DA"/>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82" name="Rectangle 85"/>
              <p:cNvSpPr>
                <a:spLocks noChangeArrowheads="1"/>
              </p:cNvSpPr>
              <p:nvPr/>
            </p:nvSpPr>
            <p:spPr bwMode="auto">
              <a:xfrm>
                <a:off x="2018" y="2225"/>
                <a:ext cx="12" cy="324"/>
              </a:xfrm>
              <a:prstGeom prst="rect">
                <a:avLst/>
              </a:prstGeom>
              <a:solidFill>
                <a:srgbClr val="FAFADB"/>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83" name="Rectangle 86"/>
              <p:cNvSpPr>
                <a:spLocks noChangeArrowheads="1"/>
              </p:cNvSpPr>
              <p:nvPr/>
            </p:nvSpPr>
            <p:spPr bwMode="auto">
              <a:xfrm>
                <a:off x="2030" y="2225"/>
                <a:ext cx="12" cy="324"/>
              </a:xfrm>
              <a:prstGeom prst="rect">
                <a:avLst/>
              </a:prstGeom>
              <a:solidFill>
                <a:srgbClr val="FBFBDC"/>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84" name="Rectangle 87"/>
              <p:cNvSpPr>
                <a:spLocks noChangeArrowheads="1"/>
              </p:cNvSpPr>
              <p:nvPr/>
            </p:nvSpPr>
            <p:spPr bwMode="auto">
              <a:xfrm>
                <a:off x="2042" y="2225"/>
                <a:ext cx="12" cy="324"/>
              </a:xfrm>
              <a:prstGeom prst="rect">
                <a:avLst/>
              </a:prstGeom>
              <a:solidFill>
                <a:srgbClr val="FCFCDD"/>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85" name="Rectangle 88"/>
              <p:cNvSpPr>
                <a:spLocks noChangeArrowheads="1"/>
              </p:cNvSpPr>
              <p:nvPr/>
            </p:nvSpPr>
            <p:spPr bwMode="auto">
              <a:xfrm>
                <a:off x="2054" y="2225"/>
                <a:ext cx="12" cy="324"/>
              </a:xfrm>
              <a:prstGeom prst="rect">
                <a:avLst/>
              </a:prstGeom>
              <a:solidFill>
                <a:srgbClr val="FDFDDE"/>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86" name="Rectangle 89"/>
              <p:cNvSpPr>
                <a:spLocks noChangeArrowheads="1"/>
              </p:cNvSpPr>
              <p:nvPr/>
            </p:nvSpPr>
            <p:spPr bwMode="auto">
              <a:xfrm>
                <a:off x="2066" y="2225"/>
                <a:ext cx="12" cy="324"/>
              </a:xfrm>
              <a:prstGeom prst="rect">
                <a:avLst/>
              </a:prstGeom>
              <a:solidFill>
                <a:srgbClr val="FEFEDF"/>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87" name="Rectangle 90"/>
              <p:cNvSpPr>
                <a:spLocks noChangeArrowheads="1"/>
              </p:cNvSpPr>
              <p:nvPr/>
            </p:nvSpPr>
            <p:spPr bwMode="auto">
              <a:xfrm>
                <a:off x="2078" y="2225"/>
                <a:ext cx="300" cy="324"/>
              </a:xfrm>
              <a:prstGeom prst="rect">
                <a:avLst/>
              </a:prstGeom>
              <a:solidFill>
                <a:srgbClr val="FFFFE0"/>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88" name="Rectangle 91"/>
              <p:cNvSpPr>
                <a:spLocks noChangeArrowheads="1"/>
              </p:cNvSpPr>
              <p:nvPr/>
            </p:nvSpPr>
            <p:spPr bwMode="auto">
              <a:xfrm>
                <a:off x="1790" y="2225"/>
                <a:ext cx="588" cy="324"/>
              </a:xfrm>
              <a:prstGeom prst="rect">
                <a:avLst/>
              </a:prstGeom>
              <a:noFill/>
              <a:ln w="9525">
                <a:solidFill>
                  <a:srgbClr val="000000"/>
                </a:solid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89" name="Rectangle 92"/>
              <p:cNvSpPr>
                <a:spLocks noChangeArrowheads="1"/>
              </p:cNvSpPr>
              <p:nvPr/>
            </p:nvSpPr>
            <p:spPr bwMode="auto">
              <a:xfrm>
                <a:off x="1868" y="2279"/>
                <a:ext cx="493" cy="97"/>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1000">
                    <a:solidFill>
                      <a:srgbClr val="000000"/>
                    </a:solidFill>
                    <a:latin typeface="Arial" pitchFamily="34" charset="0"/>
                    <a:ea typeface="ＭＳ Ｐゴシック"/>
                    <a:cs typeface="ＭＳ Ｐゴシック"/>
                  </a:rPr>
                  <a:t>GFI_Feature</a:t>
                </a:r>
                <a:endParaRPr lang="en-US">
                  <a:solidFill>
                    <a:srgbClr val="000000"/>
                  </a:solidFill>
                  <a:latin typeface="Arial" pitchFamily="34" charset="0"/>
                  <a:ea typeface="ＭＳ Ｐゴシック"/>
                  <a:cs typeface="ＭＳ Ｐゴシック"/>
                </a:endParaRPr>
              </a:p>
            </p:txBody>
          </p:sp>
          <p:sp>
            <p:nvSpPr>
              <p:cNvPr id="90" name="Line 93"/>
              <p:cNvSpPr>
                <a:spLocks noChangeShapeType="1"/>
              </p:cNvSpPr>
              <p:nvPr/>
            </p:nvSpPr>
            <p:spPr bwMode="auto">
              <a:xfrm>
                <a:off x="1790" y="2405"/>
                <a:ext cx="588" cy="0"/>
              </a:xfrm>
              <a:prstGeom prst="line">
                <a:avLst/>
              </a:prstGeom>
              <a:noFill/>
              <a:ln w="9525">
                <a:solidFill>
                  <a:srgbClr val="000000"/>
                </a:solidFill>
                <a:miter lim="800000"/>
                <a:headEnd/>
                <a:tailEnd/>
              </a:ln>
            </p:spPr>
            <p:txBody>
              <a:bodyPr/>
              <a:lstStyle/>
              <a:p>
                <a:pPr eaLnBrk="1" hangingPunct="1"/>
                <a:endParaRPr lang="en-AU">
                  <a:solidFill>
                    <a:srgbClr val="000000"/>
                  </a:solidFill>
                  <a:latin typeface="Arial" charset="0"/>
                  <a:ea typeface="ＭＳ Ｐゴシック"/>
                  <a:cs typeface="ＭＳ Ｐゴシック"/>
                </a:endParaRPr>
              </a:p>
            </p:txBody>
          </p:sp>
        </p:grpSp>
        <p:grpSp>
          <p:nvGrpSpPr>
            <p:cNvPr id="91" name="Group 267"/>
            <p:cNvGrpSpPr>
              <a:grpSpLocks/>
            </p:cNvGrpSpPr>
            <p:nvPr/>
          </p:nvGrpSpPr>
          <p:grpSpPr bwMode="auto">
            <a:xfrm>
              <a:off x="5446588" y="5972438"/>
              <a:ext cx="1133475" cy="542925"/>
              <a:chOff x="3548" y="3275"/>
              <a:chExt cx="594" cy="342"/>
            </a:xfrm>
          </p:grpSpPr>
          <p:sp>
            <p:nvSpPr>
              <p:cNvPr id="92" name="Rectangle 94"/>
              <p:cNvSpPr>
                <a:spLocks noChangeArrowheads="1"/>
              </p:cNvSpPr>
              <p:nvPr/>
            </p:nvSpPr>
            <p:spPr bwMode="auto">
              <a:xfrm>
                <a:off x="3566" y="3293"/>
                <a:ext cx="576" cy="324"/>
              </a:xfrm>
              <a:prstGeom prst="rect">
                <a:avLst/>
              </a:prstGeom>
              <a:solidFill>
                <a:srgbClr val="C0BFC0"/>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93" name="Rectangle 95"/>
              <p:cNvSpPr>
                <a:spLocks noChangeArrowheads="1"/>
              </p:cNvSpPr>
              <p:nvPr/>
            </p:nvSpPr>
            <p:spPr bwMode="auto">
              <a:xfrm>
                <a:off x="3548" y="3275"/>
                <a:ext cx="12" cy="324"/>
              </a:xfrm>
              <a:prstGeom prst="rect">
                <a:avLst/>
              </a:prstGeom>
              <a:solidFill>
                <a:srgbClr val="B582E8"/>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94" name="Rectangle 96"/>
              <p:cNvSpPr>
                <a:spLocks noChangeArrowheads="1"/>
              </p:cNvSpPr>
              <p:nvPr/>
            </p:nvSpPr>
            <p:spPr bwMode="auto">
              <a:xfrm>
                <a:off x="3560" y="3275"/>
                <a:ext cx="6" cy="324"/>
              </a:xfrm>
              <a:prstGeom prst="rect">
                <a:avLst/>
              </a:prstGeom>
              <a:solidFill>
                <a:srgbClr val="B683E9"/>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95" name="Rectangle 97"/>
              <p:cNvSpPr>
                <a:spLocks noChangeArrowheads="1"/>
              </p:cNvSpPr>
              <p:nvPr/>
            </p:nvSpPr>
            <p:spPr bwMode="auto">
              <a:xfrm>
                <a:off x="3566" y="3275"/>
                <a:ext cx="18" cy="324"/>
              </a:xfrm>
              <a:prstGeom prst="rect">
                <a:avLst/>
              </a:prstGeom>
              <a:solidFill>
                <a:srgbClr val="B784EA"/>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96" name="Rectangle 98"/>
              <p:cNvSpPr>
                <a:spLocks noChangeArrowheads="1"/>
              </p:cNvSpPr>
              <p:nvPr/>
            </p:nvSpPr>
            <p:spPr bwMode="auto">
              <a:xfrm>
                <a:off x="3584" y="3275"/>
                <a:ext cx="12" cy="324"/>
              </a:xfrm>
              <a:prstGeom prst="rect">
                <a:avLst/>
              </a:prstGeom>
              <a:solidFill>
                <a:srgbClr val="B885EB"/>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97" name="Rectangle 99"/>
              <p:cNvSpPr>
                <a:spLocks noChangeArrowheads="1"/>
              </p:cNvSpPr>
              <p:nvPr/>
            </p:nvSpPr>
            <p:spPr bwMode="auto">
              <a:xfrm>
                <a:off x="3596" y="3275"/>
                <a:ext cx="6" cy="324"/>
              </a:xfrm>
              <a:prstGeom prst="rect">
                <a:avLst/>
              </a:prstGeom>
              <a:solidFill>
                <a:srgbClr val="B986EC"/>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98" name="Rectangle 100"/>
              <p:cNvSpPr>
                <a:spLocks noChangeArrowheads="1"/>
              </p:cNvSpPr>
              <p:nvPr/>
            </p:nvSpPr>
            <p:spPr bwMode="auto">
              <a:xfrm>
                <a:off x="3602" y="3275"/>
                <a:ext cx="18" cy="324"/>
              </a:xfrm>
              <a:prstGeom prst="rect">
                <a:avLst/>
              </a:prstGeom>
              <a:solidFill>
                <a:srgbClr val="BA87ED"/>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99" name="Rectangle 101"/>
              <p:cNvSpPr>
                <a:spLocks noChangeArrowheads="1"/>
              </p:cNvSpPr>
              <p:nvPr/>
            </p:nvSpPr>
            <p:spPr bwMode="auto">
              <a:xfrm>
                <a:off x="3620" y="3275"/>
                <a:ext cx="12" cy="324"/>
              </a:xfrm>
              <a:prstGeom prst="rect">
                <a:avLst/>
              </a:prstGeom>
              <a:solidFill>
                <a:srgbClr val="BB88EE"/>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100" name="Rectangle 102"/>
              <p:cNvSpPr>
                <a:spLocks noChangeArrowheads="1"/>
              </p:cNvSpPr>
              <p:nvPr/>
            </p:nvSpPr>
            <p:spPr bwMode="auto">
              <a:xfrm>
                <a:off x="3632" y="3275"/>
                <a:ext cx="6" cy="324"/>
              </a:xfrm>
              <a:prstGeom prst="rect">
                <a:avLst/>
              </a:prstGeom>
              <a:solidFill>
                <a:srgbClr val="BC89EF"/>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101" name="Rectangle 103"/>
              <p:cNvSpPr>
                <a:spLocks noChangeArrowheads="1"/>
              </p:cNvSpPr>
              <p:nvPr/>
            </p:nvSpPr>
            <p:spPr bwMode="auto">
              <a:xfrm>
                <a:off x="3638" y="3275"/>
                <a:ext cx="18" cy="324"/>
              </a:xfrm>
              <a:prstGeom prst="rect">
                <a:avLst/>
              </a:prstGeom>
              <a:solidFill>
                <a:srgbClr val="BD8AF0"/>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102" name="Rectangle 104"/>
              <p:cNvSpPr>
                <a:spLocks noChangeArrowheads="1"/>
              </p:cNvSpPr>
              <p:nvPr/>
            </p:nvSpPr>
            <p:spPr bwMode="auto">
              <a:xfrm>
                <a:off x="3656" y="3275"/>
                <a:ext cx="12" cy="324"/>
              </a:xfrm>
              <a:prstGeom prst="rect">
                <a:avLst/>
              </a:prstGeom>
              <a:solidFill>
                <a:srgbClr val="BE8BF1"/>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103" name="Rectangle 105"/>
              <p:cNvSpPr>
                <a:spLocks noChangeArrowheads="1"/>
              </p:cNvSpPr>
              <p:nvPr/>
            </p:nvSpPr>
            <p:spPr bwMode="auto">
              <a:xfrm>
                <a:off x="3668" y="3275"/>
                <a:ext cx="6" cy="324"/>
              </a:xfrm>
              <a:prstGeom prst="rect">
                <a:avLst/>
              </a:prstGeom>
              <a:solidFill>
                <a:srgbClr val="BF8CF2"/>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104" name="Rectangle 106"/>
              <p:cNvSpPr>
                <a:spLocks noChangeArrowheads="1"/>
              </p:cNvSpPr>
              <p:nvPr/>
            </p:nvSpPr>
            <p:spPr bwMode="auto">
              <a:xfrm>
                <a:off x="3674" y="3275"/>
                <a:ext cx="18" cy="324"/>
              </a:xfrm>
              <a:prstGeom prst="rect">
                <a:avLst/>
              </a:prstGeom>
              <a:solidFill>
                <a:srgbClr val="C08DF3"/>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105" name="Rectangle 107"/>
              <p:cNvSpPr>
                <a:spLocks noChangeArrowheads="1"/>
              </p:cNvSpPr>
              <p:nvPr/>
            </p:nvSpPr>
            <p:spPr bwMode="auto">
              <a:xfrm>
                <a:off x="3692" y="3275"/>
                <a:ext cx="12" cy="324"/>
              </a:xfrm>
              <a:prstGeom prst="rect">
                <a:avLst/>
              </a:prstGeom>
              <a:solidFill>
                <a:srgbClr val="C18EF4"/>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106" name="Rectangle 108"/>
              <p:cNvSpPr>
                <a:spLocks noChangeArrowheads="1"/>
              </p:cNvSpPr>
              <p:nvPr/>
            </p:nvSpPr>
            <p:spPr bwMode="auto">
              <a:xfrm>
                <a:off x="3704" y="3275"/>
                <a:ext cx="18" cy="324"/>
              </a:xfrm>
              <a:prstGeom prst="rect">
                <a:avLst/>
              </a:prstGeom>
              <a:solidFill>
                <a:srgbClr val="C28FF5"/>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107" name="Rectangle 109"/>
              <p:cNvSpPr>
                <a:spLocks noChangeArrowheads="1"/>
              </p:cNvSpPr>
              <p:nvPr/>
            </p:nvSpPr>
            <p:spPr bwMode="auto">
              <a:xfrm>
                <a:off x="3722" y="3275"/>
                <a:ext cx="18" cy="324"/>
              </a:xfrm>
              <a:prstGeom prst="rect">
                <a:avLst/>
              </a:prstGeom>
              <a:solidFill>
                <a:srgbClr val="C390F6"/>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108" name="Rectangle 110"/>
              <p:cNvSpPr>
                <a:spLocks noChangeArrowheads="1"/>
              </p:cNvSpPr>
              <p:nvPr/>
            </p:nvSpPr>
            <p:spPr bwMode="auto">
              <a:xfrm>
                <a:off x="3740" y="3275"/>
                <a:ext cx="6" cy="324"/>
              </a:xfrm>
              <a:prstGeom prst="rect">
                <a:avLst/>
              </a:prstGeom>
              <a:solidFill>
                <a:srgbClr val="C491F7"/>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109" name="Rectangle 111"/>
              <p:cNvSpPr>
                <a:spLocks noChangeArrowheads="1"/>
              </p:cNvSpPr>
              <p:nvPr/>
            </p:nvSpPr>
            <p:spPr bwMode="auto">
              <a:xfrm>
                <a:off x="3746" y="3275"/>
                <a:ext cx="18" cy="324"/>
              </a:xfrm>
              <a:prstGeom prst="rect">
                <a:avLst/>
              </a:prstGeom>
              <a:solidFill>
                <a:srgbClr val="C592F8"/>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110" name="Rectangle 112"/>
              <p:cNvSpPr>
                <a:spLocks noChangeArrowheads="1"/>
              </p:cNvSpPr>
              <p:nvPr/>
            </p:nvSpPr>
            <p:spPr bwMode="auto">
              <a:xfrm>
                <a:off x="3764" y="3275"/>
                <a:ext cx="12" cy="324"/>
              </a:xfrm>
              <a:prstGeom prst="rect">
                <a:avLst/>
              </a:prstGeom>
              <a:solidFill>
                <a:srgbClr val="C693F9"/>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111" name="Rectangle 113"/>
              <p:cNvSpPr>
                <a:spLocks noChangeArrowheads="1"/>
              </p:cNvSpPr>
              <p:nvPr/>
            </p:nvSpPr>
            <p:spPr bwMode="auto">
              <a:xfrm>
                <a:off x="3776" y="3275"/>
                <a:ext cx="6" cy="324"/>
              </a:xfrm>
              <a:prstGeom prst="rect">
                <a:avLst/>
              </a:prstGeom>
              <a:solidFill>
                <a:srgbClr val="C794FA"/>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112" name="Rectangle 114"/>
              <p:cNvSpPr>
                <a:spLocks noChangeArrowheads="1"/>
              </p:cNvSpPr>
              <p:nvPr/>
            </p:nvSpPr>
            <p:spPr bwMode="auto">
              <a:xfrm>
                <a:off x="3782" y="3275"/>
                <a:ext cx="18" cy="324"/>
              </a:xfrm>
              <a:prstGeom prst="rect">
                <a:avLst/>
              </a:prstGeom>
              <a:solidFill>
                <a:srgbClr val="C895FB"/>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113" name="Rectangle 115"/>
              <p:cNvSpPr>
                <a:spLocks noChangeArrowheads="1"/>
              </p:cNvSpPr>
              <p:nvPr/>
            </p:nvSpPr>
            <p:spPr bwMode="auto">
              <a:xfrm>
                <a:off x="3800" y="3275"/>
                <a:ext cx="12" cy="324"/>
              </a:xfrm>
              <a:prstGeom prst="rect">
                <a:avLst/>
              </a:prstGeom>
              <a:solidFill>
                <a:srgbClr val="C996FC"/>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114" name="Rectangle 116"/>
              <p:cNvSpPr>
                <a:spLocks noChangeArrowheads="1"/>
              </p:cNvSpPr>
              <p:nvPr/>
            </p:nvSpPr>
            <p:spPr bwMode="auto">
              <a:xfrm>
                <a:off x="3812" y="3275"/>
                <a:ext cx="6" cy="324"/>
              </a:xfrm>
              <a:prstGeom prst="rect">
                <a:avLst/>
              </a:prstGeom>
              <a:solidFill>
                <a:srgbClr val="CA97FD"/>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115" name="Rectangle 117"/>
              <p:cNvSpPr>
                <a:spLocks noChangeArrowheads="1"/>
              </p:cNvSpPr>
              <p:nvPr/>
            </p:nvSpPr>
            <p:spPr bwMode="auto">
              <a:xfrm>
                <a:off x="3818" y="3275"/>
                <a:ext cx="18" cy="324"/>
              </a:xfrm>
              <a:prstGeom prst="rect">
                <a:avLst/>
              </a:prstGeom>
              <a:solidFill>
                <a:srgbClr val="CB98FE"/>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116" name="Rectangle 118"/>
              <p:cNvSpPr>
                <a:spLocks noChangeArrowheads="1"/>
              </p:cNvSpPr>
              <p:nvPr/>
            </p:nvSpPr>
            <p:spPr bwMode="auto">
              <a:xfrm>
                <a:off x="3836" y="3275"/>
                <a:ext cx="288" cy="324"/>
              </a:xfrm>
              <a:prstGeom prst="rect">
                <a:avLst/>
              </a:prstGeom>
              <a:solidFill>
                <a:srgbClr val="CC99FF"/>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117" name="Rectangle 119"/>
              <p:cNvSpPr>
                <a:spLocks noChangeArrowheads="1"/>
              </p:cNvSpPr>
              <p:nvPr/>
            </p:nvSpPr>
            <p:spPr bwMode="auto">
              <a:xfrm>
                <a:off x="3548" y="3275"/>
                <a:ext cx="576" cy="324"/>
              </a:xfrm>
              <a:prstGeom prst="rect">
                <a:avLst/>
              </a:prstGeom>
              <a:noFill/>
              <a:ln w="9525">
                <a:solidFill>
                  <a:srgbClr val="000000"/>
                </a:solid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118" name="Rectangle 120"/>
              <p:cNvSpPr>
                <a:spLocks noChangeArrowheads="1"/>
              </p:cNvSpPr>
              <p:nvPr/>
            </p:nvSpPr>
            <p:spPr bwMode="auto">
              <a:xfrm>
                <a:off x="3614" y="3329"/>
                <a:ext cx="504" cy="97"/>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1000">
                    <a:solidFill>
                      <a:srgbClr val="000000"/>
                    </a:solidFill>
                    <a:latin typeface="Arial" pitchFamily="34" charset="0"/>
                    <a:ea typeface="ＭＳ Ｐゴシック"/>
                    <a:cs typeface="ＭＳ Ｐゴシック"/>
                  </a:rPr>
                  <a:t>OM_Process</a:t>
                </a:r>
                <a:endParaRPr lang="en-US">
                  <a:solidFill>
                    <a:srgbClr val="000000"/>
                  </a:solidFill>
                  <a:latin typeface="Arial" pitchFamily="34" charset="0"/>
                  <a:ea typeface="ＭＳ Ｐゴシック"/>
                  <a:cs typeface="ＭＳ Ｐゴシック"/>
                </a:endParaRPr>
              </a:p>
            </p:txBody>
          </p:sp>
          <p:sp>
            <p:nvSpPr>
              <p:cNvPr id="119" name="Line 121"/>
              <p:cNvSpPr>
                <a:spLocks noChangeShapeType="1"/>
              </p:cNvSpPr>
              <p:nvPr/>
            </p:nvSpPr>
            <p:spPr bwMode="auto">
              <a:xfrm>
                <a:off x="3548" y="3455"/>
                <a:ext cx="576" cy="0"/>
              </a:xfrm>
              <a:prstGeom prst="line">
                <a:avLst/>
              </a:prstGeom>
              <a:noFill/>
              <a:ln w="9525">
                <a:solidFill>
                  <a:srgbClr val="000000"/>
                </a:solidFill>
                <a:miter lim="800000"/>
                <a:headEnd/>
                <a:tailEnd/>
              </a:ln>
            </p:spPr>
            <p:txBody>
              <a:bodyPr/>
              <a:lstStyle/>
              <a:p>
                <a:pPr eaLnBrk="1" hangingPunct="1"/>
                <a:endParaRPr lang="en-AU">
                  <a:solidFill>
                    <a:srgbClr val="000000"/>
                  </a:solidFill>
                  <a:latin typeface="Arial" charset="0"/>
                  <a:ea typeface="ＭＳ Ｐゴシック"/>
                  <a:cs typeface="ＭＳ Ｐゴシック"/>
                </a:endParaRPr>
              </a:p>
            </p:txBody>
          </p:sp>
        </p:grpSp>
        <p:grpSp>
          <p:nvGrpSpPr>
            <p:cNvPr id="120" name="Group 268"/>
            <p:cNvGrpSpPr>
              <a:grpSpLocks/>
            </p:cNvGrpSpPr>
            <p:nvPr/>
          </p:nvGrpSpPr>
          <p:grpSpPr bwMode="auto">
            <a:xfrm>
              <a:off x="7327776" y="5981963"/>
              <a:ext cx="809625" cy="542925"/>
              <a:chOff x="4832" y="3281"/>
              <a:chExt cx="552" cy="342"/>
            </a:xfrm>
          </p:grpSpPr>
          <p:sp>
            <p:nvSpPr>
              <p:cNvPr id="121" name="Rectangle 166"/>
              <p:cNvSpPr>
                <a:spLocks noChangeArrowheads="1"/>
              </p:cNvSpPr>
              <p:nvPr/>
            </p:nvSpPr>
            <p:spPr bwMode="auto">
              <a:xfrm>
                <a:off x="4850" y="3299"/>
                <a:ext cx="534" cy="324"/>
              </a:xfrm>
              <a:prstGeom prst="rect">
                <a:avLst/>
              </a:prstGeom>
              <a:solidFill>
                <a:srgbClr val="C0BFC0"/>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122" name="Rectangle 167"/>
              <p:cNvSpPr>
                <a:spLocks noChangeArrowheads="1"/>
              </p:cNvSpPr>
              <p:nvPr/>
            </p:nvSpPr>
            <p:spPr bwMode="auto">
              <a:xfrm>
                <a:off x="4832" y="3281"/>
                <a:ext cx="6" cy="324"/>
              </a:xfrm>
              <a:prstGeom prst="rect">
                <a:avLst/>
              </a:prstGeom>
              <a:solidFill>
                <a:srgbClr val="B5E8B5"/>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123" name="Rectangle 168"/>
              <p:cNvSpPr>
                <a:spLocks noChangeArrowheads="1"/>
              </p:cNvSpPr>
              <p:nvPr/>
            </p:nvSpPr>
            <p:spPr bwMode="auto">
              <a:xfrm>
                <a:off x="4838" y="3281"/>
                <a:ext cx="12" cy="324"/>
              </a:xfrm>
              <a:prstGeom prst="rect">
                <a:avLst/>
              </a:prstGeom>
              <a:solidFill>
                <a:srgbClr val="B6E9B6"/>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124" name="Rectangle 169"/>
              <p:cNvSpPr>
                <a:spLocks noChangeArrowheads="1"/>
              </p:cNvSpPr>
              <p:nvPr/>
            </p:nvSpPr>
            <p:spPr bwMode="auto">
              <a:xfrm>
                <a:off x="4850" y="3281"/>
                <a:ext cx="12" cy="324"/>
              </a:xfrm>
              <a:prstGeom prst="rect">
                <a:avLst/>
              </a:prstGeom>
              <a:solidFill>
                <a:srgbClr val="B7EAB7"/>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125" name="Rectangle 170"/>
              <p:cNvSpPr>
                <a:spLocks noChangeArrowheads="1"/>
              </p:cNvSpPr>
              <p:nvPr/>
            </p:nvSpPr>
            <p:spPr bwMode="auto">
              <a:xfrm>
                <a:off x="4862" y="3281"/>
                <a:ext cx="12" cy="324"/>
              </a:xfrm>
              <a:prstGeom prst="rect">
                <a:avLst/>
              </a:prstGeom>
              <a:solidFill>
                <a:srgbClr val="B8EBB8"/>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126" name="Rectangle 171"/>
              <p:cNvSpPr>
                <a:spLocks noChangeArrowheads="1"/>
              </p:cNvSpPr>
              <p:nvPr/>
            </p:nvSpPr>
            <p:spPr bwMode="auto">
              <a:xfrm>
                <a:off x="4874" y="3281"/>
                <a:ext cx="12" cy="324"/>
              </a:xfrm>
              <a:prstGeom prst="rect">
                <a:avLst/>
              </a:prstGeom>
              <a:solidFill>
                <a:srgbClr val="B9ECB9"/>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127" name="Rectangle 172"/>
              <p:cNvSpPr>
                <a:spLocks noChangeArrowheads="1"/>
              </p:cNvSpPr>
              <p:nvPr/>
            </p:nvSpPr>
            <p:spPr bwMode="auto">
              <a:xfrm>
                <a:off x="4886" y="3281"/>
                <a:ext cx="12" cy="324"/>
              </a:xfrm>
              <a:prstGeom prst="rect">
                <a:avLst/>
              </a:prstGeom>
              <a:solidFill>
                <a:srgbClr val="BAEDBA"/>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128" name="Rectangle 173"/>
              <p:cNvSpPr>
                <a:spLocks noChangeArrowheads="1"/>
              </p:cNvSpPr>
              <p:nvPr/>
            </p:nvSpPr>
            <p:spPr bwMode="auto">
              <a:xfrm>
                <a:off x="4898" y="3281"/>
                <a:ext cx="12" cy="324"/>
              </a:xfrm>
              <a:prstGeom prst="rect">
                <a:avLst/>
              </a:prstGeom>
              <a:solidFill>
                <a:srgbClr val="BBEEBB"/>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129" name="Rectangle 174"/>
              <p:cNvSpPr>
                <a:spLocks noChangeArrowheads="1"/>
              </p:cNvSpPr>
              <p:nvPr/>
            </p:nvSpPr>
            <p:spPr bwMode="auto">
              <a:xfrm>
                <a:off x="4910" y="3281"/>
                <a:ext cx="6" cy="324"/>
              </a:xfrm>
              <a:prstGeom prst="rect">
                <a:avLst/>
              </a:prstGeom>
              <a:solidFill>
                <a:srgbClr val="BCEFBC"/>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130" name="Rectangle 175"/>
              <p:cNvSpPr>
                <a:spLocks noChangeArrowheads="1"/>
              </p:cNvSpPr>
              <p:nvPr/>
            </p:nvSpPr>
            <p:spPr bwMode="auto">
              <a:xfrm>
                <a:off x="4916" y="3281"/>
                <a:ext cx="12" cy="324"/>
              </a:xfrm>
              <a:prstGeom prst="rect">
                <a:avLst/>
              </a:prstGeom>
              <a:solidFill>
                <a:srgbClr val="BDF0BD"/>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131" name="Rectangle 176"/>
              <p:cNvSpPr>
                <a:spLocks noChangeArrowheads="1"/>
              </p:cNvSpPr>
              <p:nvPr/>
            </p:nvSpPr>
            <p:spPr bwMode="auto">
              <a:xfrm>
                <a:off x="4928" y="3281"/>
                <a:ext cx="12" cy="324"/>
              </a:xfrm>
              <a:prstGeom prst="rect">
                <a:avLst/>
              </a:prstGeom>
              <a:solidFill>
                <a:srgbClr val="BEF1BE"/>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132" name="Rectangle 177"/>
              <p:cNvSpPr>
                <a:spLocks noChangeArrowheads="1"/>
              </p:cNvSpPr>
              <p:nvPr/>
            </p:nvSpPr>
            <p:spPr bwMode="auto">
              <a:xfrm>
                <a:off x="4940" y="3281"/>
                <a:ext cx="12" cy="324"/>
              </a:xfrm>
              <a:prstGeom prst="rect">
                <a:avLst/>
              </a:prstGeom>
              <a:solidFill>
                <a:srgbClr val="BFF2BF"/>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133" name="Rectangle 178"/>
              <p:cNvSpPr>
                <a:spLocks noChangeArrowheads="1"/>
              </p:cNvSpPr>
              <p:nvPr/>
            </p:nvSpPr>
            <p:spPr bwMode="auto">
              <a:xfrm>
                <a:off x="4952" y="3281"/>
                <a:ext cx="12" cy="324"/>
              </a:xfrm>
              <a:prstGeom prst="rect">
                <a:avLst/>
              </a:prstGeom>
              <a:solidFill>
                <a:srgbClr val="C0F3C0"/>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134" name="Rectangle 179"/>
              <p:cNvSpPr>
                <a:spLocks noChangeArrowheads="1"/>
              </p:cNvSpPr>
              <p:nvPr/>
            </p:nvSpPr>
            <p:spPr bwMode="auto">
              <a:xfrm>
                <a:off x="4964" y="3281"/>
                <a:ext cx="12" cy="324"/>
              </a:xfrm>
              <a:prstGeom prst="rect">
                <a:avLst/>
              </a:prstGeom>
              <a:solidFill>
                <a:srgbClr val="C1F4C1"/>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135" name="Rectangle 180"/>
              <p:cNvSpPr>
                <a:spLocks noChangeArrowheads="1"/>
              </p:cNvSpPr>
              <p:nvPr/>
            </p:nvSpPr>
            <p:spPr bwMode="auto">
              <a:xfrm>
                <a:off x="4976" y="3281"/>
                <a:ext cx="18" cy="324"/>
              </a:xfrm>
              <a:prstGeom prst="rect">
                <a:avLst/>
              </a:prstGeom>
              <a:solidFill>
                <a:srgbClr val="C2F5C2"/>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136" name="Rectangle 181"/>
              <p:cNvSpPr>
                <a:spLocks noChangeArrowheads="1"/>
              </p:cNvSpPr>
              <p:nvPr/>
            </p:nvSpPr>
            <p:spPr bwMode="auto">
              <a:xfrm>
                <a:off x="4994" y="3281"/>
                <a:ext cx="12" cy="324"/>
              </a:xfrm>
              <a:prstGeom prst="rect">
                <a:avLst/>
              </a:prstGeom>
              <a:solidFill>
                <a:srgbClr val="C3F6C3"/>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137" name="Rectangle 182"/>
              <p:cNvSpPr>
                <a:spLocks noChangeArrowheads="1"/>
              </p:cNvSpPr>
              <p:nvPr/>
            </p:nvSpPr>
            <p:spPr bwMode="auto">
              <a:xfrm>
                <a:off x="5006" y="3281"/>
                <a:ext cx="12" cy="324"/>
              </a:xfrm>
              <a:prstGeom prst="rect">
                <a:avLst/>
              </a:prstGeom>
              <a:solidFill>
                <a:srgbClr val="C4F7C4"/>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138" name="Rectangle 183"/>
              <p:cNvSpPr>
                <a:spLocks noChangeArrowheads="1"/>
              </p:cNvSpPr>
              <p:nvPr/>
            </p:nvSpPr>
            <p:spPr bwMode="auto">
              <a:xfrm>
                <a:off x="5018" y="3281"/>
                <a:ext cx="12" cy="324"/>
              </a:xfrm>
              <a:prstGeom prst="rect">
                <a:avLst/>
              </a:prstGeom>
              <a:solidFill>
                <a:srgbClr val="C5F8C5"/>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139" name="Rectangle 184"/>
              <p:cNvSpPr>
                <a:spLocks noChangeArrowheads="1"/>
              </p:cNvSpPr>
              <p:nvPr/>
            </p:nvSpPr>
            <p:spPr bwMode="auto">
              <a:xfrm>
                <a:off x="5030" y="3281"/>
                <a:ext cx="12" cy="324"/>
              </a:xfrm>
              <a:prstGeom prst="rect">
                <a:avLst/>
              </a:prstGeom>
              <a:solidFill>
                <a:srgbClr val="C6F9C6"/>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140" name="Rectangle 185"/>
              <p:cNvSpPr>
                <a:spLocks noChangeArrowheads="1"/>
              </p:cNvSpPr>
              <p:nvPr/>
            </p:nvSpPr>
            <p:spPr bwMode="auto">
              <a:xfrm>
                <a:off x="5042" y="3281"/>
                <a:ext cx="12" cy="324"/>
              </a:xfrm>
              <a:prstGeom prst="rect">
                <a:avLst/>
              </a:prstGeom>
              <a:solidFill>
                <a:srgbClr val="C7FAC7"/>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141" name="Rectangle 186"/>
              <p:cNvSpPr>
                <a:spLocks noChangeArrowheads="1"/>
              </p:cNvSpPr>
              <p:nvPr/>
            </p:nvSpPr>
            <p:spPr bwMode="auto">
              <a:xfrm>
                <a:off x="5054" y="3281"/>
                <a:ext cx="12" cy="324"/>
              </a:xfrm>
              <a:prstGeom prst="rect">
                <a:avLst/>
              </a:prstGeom>
              <a:solidFill>
                <a:srgbClr val="C8FBC8"/>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142" name="Rectangle 187"/>
              <p:cNvSpPr>
                <a:spLocks noChangeArrowheads="1"/>
              </p:cNvSpPr>
              <p:nvPr/>
            </p:nvSpPr>
            <p:spPr bwMode="auto">
              <a:xfrm>
                <a:off x="5066" y="3281"/>
                <a:ext cx="6" cy="324"/>
              </a:xfrm>
              <a:prstGeom prst="rect">
                <a:avLst/>
              </a:prstGeom>
              <a:solidFill>
                <a:srgbClr val="C9FCC9"/>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143" name="Rectangle 188"/>
              <p:cNvSpPr>
                <a:spLocks noChangeArrowheads="1"/>
              </p:cNvSpPr>
              <p:nvPr/>
            </p:nvSpPr>
            <p:spPr bwMode="auto">
              <a:xfrm>
                <a:off x="5072" y="3281"/>
                <a:ext cx="12" cy="324"/>
              </a:xfrm>
              <a:prstGeom prst="rect">
                <a:avLst/>
              </a:prstGeom>
              <a:solidFill>
                <a:srgbClr val="CAFDCA"/>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144" name="Rectangle 189"/>
              <p:cNvSpPr>
                <a:spLocks noChangeArrowheads="1"/>
              </p:cNvSpPr>
              <p:nvPr/>
            </p:nvSpPr>
            <p:spPr bwMode="auto">
              <a:xfrm>
                <a:off x="5084" y="3281"/>
                <a:ext cx="12" cy="324"/>
              </a:xfrm>
              <a:prstGeom prst="rect">
                <a:avLst/>
              </a:prstGeom>
              <a:solidFill>
                <a:srgbClr val="CBFECB"/>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145" name="Rectangle 190"/>
              <p:cNvSpPr>
                <a:spLocks noChangeArrowheads="1"/>
              </p:cNvSpPr>
              <p:nvPr/>
            </p:nvSpPr>
            <p:spPr bwMode="auto">
              <a:xfrm>
                <a:off x="5096" y="3281"/>
                <a:ext cx="270" cy="324"/>
              </a:xfrm>
              <a:prstGeom prst="rect">
                <a:avLst/>
              </a:prstGeom>
              <a:solidFill>
                <a:srgbClr val="CCFFCC"/>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146" name="Rectangle 191"/>
              <p:cNvSpPr>
                <a:spLocks noChangeArrowheads="1"/>
              </p:cNvSpPr>
              <p:nvPr/>
            </p:nvSpPr>
            <p:spPr bwMode="auto">
              <a:xfrm>
                <a:off x="4832" y="3281"/>
                <a:ext cx="534" cy="324"/>
              </a:xfrm>
              <a:prstGeom prst="rect">
                <a:avLst/>
              </a:prstGeom>
              <a:noFill/>
              <a:ln w="9525">
                <a:solidFill>
                  <a:srgbClr val="000000"/>
                </a:solid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147" name="Rectangle 192"/>
              <p:cNvSpPr>
                <a:spLocks noChangeArrowheads="1"/>
              </p:cNvSpPr>
              <p:nvPr/>
            </p:nvSpPr>
            <p:spPr bwMode="auto">
              <a:xfrm>
                <a:off x="5030" y="3335"/>
                <a:ext cx="150" cy="97"/>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1000">
                    <a:solidFill>
                      <a:srgbClr val="000000"/>
                    </a:solidFill>
                    <a:latin typeface="Arial" pitchFamily="34" charset="0"/>
                    <a:ea typeface="ＭＳ Ｐゴシック"/>
                    <a:cs typeface="ＭＳ Ｐゴシック"/>
                  </a:rPr>
                  <a:t>Any</a:t>
                </a:r>
                <a:endParaRPr lang="en-US">
                  <a:solidFill>
                    <a:srgbClr val="000000"/>
                  </a:solidFill>
                  <a:latin typeface="Arial" pitchFamily="34" charset="0"/>
                  <a:ea typeface="ＭＳ Ｐゴシック"/>
                  <a:cs typeface="ＭＳ Ｐゴシック"/>
                </a:endParaRPr>
              </a:p>
            </p:txBody>
          </p:sp>
          <p:sp>
            <p:nvSpPr>
              <p:cNvPr id="148" name="Line 193"/>
              <p:cNvSpPr>
                <a:spLocks noChangeShapeType="1"/>
              </p:cNvSpPr>
              <p:nvPr/>
            </p:nvSpPr>
            <p:spPr bwMode="auto">
              <a:xfrm>
                <a:off x="4832" y="3461"/>
                <a:ext cx="534" cy="0"/>
              </a:xfrm>
              <a:prstGeom prst="line">
                <a:avLst/>
              </a:prstGeom>
              <a:noFill/>
              <a:ln w="9525">
                <a:solidFill>
                  <a:srgbClr val="000000"/>
                </a:solidFill>
                <a:miter lim="800000"/>
                <a:headEnd/>
                <a:tailEnd/>
              </a:ln>
            </p:spPr>
            <p:txBody>
              <a:bodyPr/>
              <a:lstStyle/>
              <a:p>
                <a:pPr eaLnBrk="1" hangingPunct="1"/>
                <a:endParaRPr lang="en-AU">
                  <a:solidFill>
                    <a:srgbClr val="000000"/>
                  </a:solidFill>
                  <a:latin typeface="Arial" charset="0"/>
                  <a:ea typeface="ＭＳ Ｐゴシック"/>
                  <a:cs typeface="ＭＳ Ｐゴシック"/>
                </a:endParaRPr>
              </a:p>
            </p:txBody>
          </p:sp>
        </p:grpSp>
        <p:grpSp>
          <p:nvGrpSpPr>
            <p:cNvPr id="149" name="Group 273"/>
            <p:cNvGrpSpPr>
              <a:grpSpLocks/>
            </p:cNvGrpSpPr>
            <p:nvPr/>
          </p:nvGrpSpPr>
          <p:grpSpPr bwMode="auto">
            <a:xfrm>
              <a:off x="6880101" y="4477013"/>
              <a:ext cx="1546225" cy="431800"/>
              <a:chOff x="4526" y="2333"/>
              <a:chExt cx="1055" cy="272"/>
            </a:xfrm>
          </p:grpSpPr>
          <p:sp>
            <p:nvSpPr>
              <p:cNvPr id="150" name="Line 225"/>
              <p:cNvSpPr>
                <a:spLocks noChangeShapeType="1"/>
              </p:cNvSpPr>
              <p:nvPr/>
            </p:nvSpPr>
            <p:spPr bwMode="auto">
              <a:xfrm flipV="1">
                <a:off x="4526" y="2429"/>
                <a:ext cx="234" cy="30"/>
              </a:xfrm>
              <a:prstGeom prst="line">
                <a:avLst/>
              </a:prstGeom>
              <a:noFill/>
              <a:ln w="9525">
                <a:solidFill>
                  <a:srgbClr val="000000"/>
                </a:solidFill>
                <a:miter lim="800000"/>
                <a:headEnd/>
                <a:tailEnd/>
              </a:ln>
            </p:spPr>
            <p:txBody>
              <a:bodyPr/>
              <a:lstStyle/>
              <a:p>
                <a:pPr eaLnBrk="1" hangingPunct="1"/>
                <a:endParaRPr lang="en-AU">
                  <a:solidFill>
                    <a:srgbClr val="000000"/>
                  </a:solidFill>
                  <a:latin typeface="Arial" charset="0"/>
                  <a:ea typeface="ＭＳ Ｐゴシック"/>
                  <a:cs typeface="ＭＳ Ｐゴシック"/>
                </a:endParaRPr>
              </a:p>
            </p:txBody>
          </p:sp>
          <p:sp>
            <p:nvSpPr>
              <p:cNvPr id="151" name="Freeform 226"/>
              <p:cNvSpPr>
                <a:spLocks noEditPoints="1"/>
              </p:cNvSpPr>
              <p:nvPr/>
            </p:nvSpPr>
            <p:spPr bwMode="auto">
              <a:xfrm>
                <a:off x="4664" y="2405"/>
                <a:ext cx="96" cy="72"/>
              </a:xfrm>
              <a:custGeom>
                <a:avLst/>
                <a:gdLst>
                  <a:gd name="T0" fmla="*/ 96 w 96"/>
                  <a:gd name="T1" fmla="*/ 24 h 72"/>
                  <a:gd name="T2" fmla="*/ 12 w 96"/>
                  <a:gd name="T3" fmla="*/ 72 h 72"/>
                  <a:gd name="T4" fmla="*/ 96 w 96"/>
                  <a:gd name="T5" fmla="*/ 24 h 72"/>
                  <a:gd name="T6" fmla="*/ 0 w 96"/>
                  <a:gd name="T7" fmla="*/ 0 h 72"/>
                  <a:gd name="T8" fmla="*/ 0 60000 65536"/>
                  <a:gd name="T9" fmla="*/ 0 60000 65536"/>
                  <a:gd name="T10" fmla="*/ 0 60000 65536"/>
                  <a:gd name="T11" fmla="*/ 0 60000 65536"/>
                  <a:gd name="T12" fmla="*/ 0 w 96"/>
                  <a:gd name="T13" fmla="*/ 0 h 72"/>
                  <a:gd name="T14" fmla="*/ 96 w 96"/>
                  <a:gd name="T15" fmla="*/ 72 h 72"/>
                </a:gdLst>
                <a:ahLst/>
                <a:cxnLst>
                  <a:cxn ang="T8">
                    <a:pos x="T0" y="T1"/>
                  </a:cxn>
                  <a:cxn ang="T9">
                    <a:pos x="T2" y="T3"/>
                  </a:cxn>
                  <a:cxn ang="T10">
                    <a:pos x="T4" y="T5"/>
                  </a:cxn>
                  <a:cxn ang="T11">
                    <a:pos x="T6" y="T7"/>
                  </a:cxn>
                </a:cxnLst>
                <a:rect l="T12" t="T13" r="T14" b="T15"/>
                <a:pathLst>
                  <a:path w="96" h="72">
                    <a:moveTo>
                      <a:pt x="96" y="24"/>
                    </a:moveTo>
                    <a:lnTo>
                      <a:pt x="12" y="72"/>
                    </a:lnTo>
                    <a:moveTo>
                      <a:pt x="96" y="24"/>
                    </a:moveTo>
                    <a:lnTo>
                      <a:pt x="0" y="0"/>
                    </a:lnTo>
                  </a:path>
                </a:pathLst>
              </a:custGeom>
              <a:noFill/>
              <a:ln w="9525" cap="flat">
                <a:solidFill>
                  <a:srgbClr val="000000"/>
                </a:solidFill>
                <a:prstDash val="solid"/>
                <a:miter lim="800000"/>
                <a:headEnd/>
                <a:tailEnd/>
              </a:ln>
            </p:spPr>
            <p:txBody>
              <a:bodyPr/>
              <a:lstStyle/>
              <a:p>
                <a:pPr eaLnBrk="1" hangingPunct="1"/>
                <a:endParaRPr lang="en-AU">
                  <a:solidFill>
                    <a:srgbClr val="000000"/>
                  </a:solidFill>
                  <a:latin typeface="Arial" charset="0"/>
                  <a:ea typeface="ＭＳ Ｐゴシック"/>
                  <a:cs typeface="ＭＳ Ｐゴシック"/>
                </a:endParaRPr>
              </a:p>
            </p:txBody>
          </p:sp>
          <p:sp>
            <p:nvSpPr>
              <p:cNvPr id="152" name="Rectangle 227"/>
              <p:cNvSpPr>
                <a:spLocks noChangeArrowheads="1"/>
              </p:cNvSpPr>
              <p:nvPr/>
            </p:nvSpPr>
            <p:spPr bwMode="auto">
              <a:xfrm>
                <a:off x="4694" y="2489"/>
                <a:ext cx="887" cy="116"/>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1200">
                    <a:solidFill>
                      <a:srgbClr val="000000"/>
                    </a:solidFill>
                    <a:latin typeface="Arial" pitchFamily="34" charset="0"/>
                    <a:ea typeface="ＭＳ Ｐゴシック"/>
                    <a:cs typeface="ＭＳ Ｐゴシック"/>
                  </a:rPr>
                  <a:t>+observedProperty</a:t>
                </a:r>
                <a:endParaRPr lang="en-US" sz="3600">
                  <a:solidFill>
                    <a:srgbClr val="000000"/>
                  </a:solidFill>
                  <a:latin typeface="Arial" pitchFamily="34" charset="0"/>
                  <a:ea typeface="ＭＳ Ｐゴシック"/>
                  <a:cs typeface="ＭＳ Ｐゴシック"/>
                </a:endParaRPr>
              </a:p>
            </p:txBody>
          </p:sp>
          <p:sp>
            <p:nvSpPr>
              <p:cNvPr id="153" name="Rectangle 228"/>
              <p:cNvSpPr>
                <a:spLocks noChangeArrowheads="1"/>
              </p:cNvSpPr>
              <p:nvPr/>
            </p:nvSpPr>
            <p:spPr bwMode="auto">
              <a:xfrm>
                <a:off x="4694" y="2333"/>
                <a:ext cx="39" cy="78"/>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800">
                    <a:solidFill>
                      <a:srgbClr val="000000"/>
                    </a:solidFill>
                    <a:latin typeface="Arial" pitchFamily="34" charset="0"/>
                    <a:ea typeface="ＭＳ Ｐゴシック"/>
                    <a:cs typeface="ＭＳ Ｐゴシック"/>
                  </a:rPr>
                  <a:t>1</a:t>
                </a:r>
                <a:endParaRPr lang="en-US">
                  <a:solidFill>
                    <a:srgbClr val="000000"/>
                  </a:solidFill>
                  <a:latin typeface="Arial" pitchFamily="34" charset="0"/>
                  <a:ea typeface="ＭＳ Ｐゴシック"/>
                  <a:cs typeface="ＭＳ Ｐゴシック"/>
                </a:endParaRPr>
              </a:p>
            </p:txBody>
          </p:sp>
        </p:grpSp>
        <p:grpSp>
          <p:nvGrpSpPr>
            <p:cNvPr id="154" name="Group 178"/>
            <p:cNvGrpSpPr>
              <a:grpSpLocks/>
            </p:cNvGrpSpPr>
            <p:nvPr/>
          </p:nvGrpSpPr>
          <p:grpSpPr bwMode="auto">
            <a:xfrm rot="7440675">
              <a:off x="6228433" y="3553881"/>
              <a:ext cx="1281112" cy="180975"/>
              <a:chOff x="3532889" y="2379360"/>
              <a:chExt cx="1582615" cy="190500"/>
            </a:xfrm>
          </p:grpSpPr>
          <p:sp>
            <p:nvSpPr>
              <p:cNvPr id="155" name="Line 229"/>
              <p:cNvSpPr>
                <a:spLocks noChangeShapeType="1"/>
              </p:cNvSpPr>
              <p:nvPr/>
            </p:nvSpPr>
            <p:spPr bwMode="auto">
              <a:xfrm flipH="1" flipV="1">
                <a:off x="3532889" y="2426985"/>
                <a:ext cx="1582615" cy="142875"/>
              </a:xfrm>
              <a:prstGeom prst="line">
                <a:avLst/>
              </a:prstGeom>
              <a:noFill/>
              <a:ln w="9525">
                <a:solidFill>
                  <a:srgbClr val="000000"/>
                </a:solidFill>
                <a:miter lim="800000"/>
                <a:headEnd/>
                <a:tailEnd/>
              </a:ln>
            </p:spPr>
            <p:txBody>
              <a:bodyPr/>
              <a:lstStyle/>
              <a:p>
                <a:pPr eaLnBrk="1" hangingPunct="1"/>
                <a:endParaRPr lang="en-AU">
                  <a:solidFill>
                    <a:srgbClr val="000000"/>
                  </a:solidFill>
                  <a:latin typeface="Arial" charset="0"/>
                  <a:ea typeface="ＭＳ Ｐゴシック"/>
                  <a:cs typeface="ＭＳ Ｐゴシック"/>
                </a:endParaRPr>
              </a:p>
            </p:txBody>
          </p:sp>
          <p:sp>
            <p:nvSpPr>
              <p:cNvPr id="156" name="Freeform 230"/>
              <p:cNvSpPr>
                <a:spLocks noEditPoints="1"/>
              </p:cNvSpPr>
              <p:nvPr/>
            </p:nvSpPr>
            <p:spPr bwMode="auto">
              <a:xfrm>
                <a:off x="3532889" y="2379360"/>
                <a:ext cx="131885" cy="114300"/>
              </a:xfrm>
              <a:custGeom>
                <a:avLst/>
                <a:gdLst>
                  <a:gd name="T0" fmla="*/ 0 w 90"/>
                  <a:gd name="T1" fmla="*/ 75604680 h 72"/>
                  <a:gd name="T2" fmla="*/ 193262840 w 90"/>
                  <a:gd name="T3" fmla="*/ 0 h 72"/>
                  <a:gd name="T4" fmla="*/ 0 w 90"/>
                  <a:gd name="T5" fmla="*/ 75604680 h 72"/>
                  <a:gd name="T6" fmla="*/ 180379099 w 90"/>
                  <a:gd name="T7" fmla="*/ 181451223 h 72"/>
                  <a:gd name="T8" fmla="*/ 0 60000 65536"/>
                  <a:gd name="T9" fmla="*/ 0 60000 65536"/>
                  <a:gd name="T10" fmla="*/ 0 60000 65536"/>
                  <a:gd name="T11" fmla="*/ 0 60000 65536"/>
                  <a:gd name="T12" fmla="*/ 0 w 90"/>
                  <a:gd name="T13" fmla="*/ 0 h 72"/>
                  <a:gd name="T14" fmla="*/ 90 w 90"/>
                  <a:gd name="T15" fmla="*/ 72 h 72"/>
                </a:gdLst>
                <a:ahLst/>
                <a:cxnLst>
                  <a:cxn ang="T8">
                    <a:pos x="T0" y="T1"/>
                  </a:cxn>
                  <a:cxn ang="T9">
                    <a:pos x="T2" y="T3"/>
                  </a:cxn>
                  <a:cxn ang="T10">
                    <a:pos x="T4" y="T5"/>
                  </a:cxn>
                  <a:cxn ang="T11">
                    <a:pos x="T6" y="T7"/>
                  </a:cxn>
                </a:cxnLst>
                <a:rect l="T12" t="T13" r="T14" b="T15"/>
                <a:pathLst>
                  <a:path w="90" h="72">
                    <a:moveTo>
                      <a:pt x="0" y="30"/>
                    </a:moveTo>
                    <a:lnTo>
                      <a:pt x="90" y="0"/>
                    </a:lnTo>
                    <a:moveTo>
                      <a:pt x="0" y="30"/>
                    </a:moveTo>
                    <a:lnTo>
                      <a:pt x="84" y="72"/>
                    </a:lnTo>
                  </a:path>
                </a:pathLst>
              </a:custGeom>
              <a:noFill/>
              <a:ln w="9525" cap="flat">
                <a:solidFill>
                  <a:srgbClr val="000000"/>
                </a:solidFill>
                <a:prstDash val="solid"/>
                <a:miter lim="800000"/>
                <a:headEnd/>
                <a:tailEnd/>
              </a:ln>
            </p:spPr>
            <p:txBody>
              <a:bodyPr/>
              <a:lstStyle/>
              <a:p>
                <a:pPr eaLnBrk="1" hangingPunct="1"/>
                <a:endParaRPr lang="en-AU">
                  <a:solidFill>
                    <a:srgbClr val="000000"/>
                  </a:solidFill>
                  <a:latin typeface="Arial" charset="0"/>
                  <a:ea typeface="ＭＳ Ｐゴシック"/>
                  <a:cs typeface="ＭＳ Ｐゴシック"/>
                </a:endParaRPr>
              </a:p>
            </p:txBody>
          </p:sp>
        </p:grpSp>
        <p:sp>
          <p:nvSpPr>
            <p:cNvPr id="157" name="Rectangle 232"/>
            <p:cNvSpPr>
              <a:spLocks noChangeArrowheads="1"/>
            </p:cNvSpPr>
            <p:nvPr/>
          </p:nvSpPr>
          <p:spPr bwMode="auto">
            <a:xfrm>
              <a:off x="6292726" y="3908688"/>
              <a:ext cx="153987" cy="123825"/>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800">
                  <a:solidFill>
                    <a:srgbClr val="000000"/>
                  </a:solidFill>
                  <a:latin typeface="Arial" pitchFamily="34" charset="0"/>
                  <a:ea typeface="ＭＳ Ｐゴシック"/>
                  <a:cs typeface="ＭＳ Ｐゴシック"/>
                </a:rPr>
                <a:t>0..*</a:t>
              </a:r>
              <a:endParaRPr lang="en-US">
                <a:solidFill>
                  <a:srgbClr val="000000"/>
                </a:solidFill>
                <a:latin typeface="Arial" pitchFamily="34" charset="0"/>
                <a:ea typeface="ＭＳ Ｐゴシック"/>
                <a:cs typeface="ＭＳ Ｐゴシック"/>
              </a:endParaRPr>
            </a:p>
          </p:txBody>
        </p:sp>
        <p:sp>
          <p:nvSpPr>
            <p:cNvPr id="158" name="Rectangle 233"/>
            <p:cNvSpPr>
              <a:spLocks noChangeArrowheads="1"/>
            </p:cNvSpPr>
            <p:nvPr/>
          </p:nvSpPr>
          <p:spPr bwMode="auto">
            <a:xfrm>
              <a:off x="7351588" y="3187963"/>
              <a:ext cx="1244600" cy="184150"/>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1200" dirty="0">
                  <a:solidFill>
                    <a:srgbClr val="000000"/>
                  </a:solidFill>
                  <a:latin typeface="Arial" pitchFamily="34" charset="0"/>
                  <a:ea typeface="ＭＳ Ｐゴシック"/>
                  <a:cs typeface="ＭＳ Ｐゴシック"/>
                </a:rPr>
                <a:t>+featureOfInterest</a:t>
              </a:r>
              <a:endParaRPr lang="en-US" sz="3600" dirty="0">
                <a:solidFill>
                  <a:srgbClr val="000000"/>
                </a:solidFill>
                <a:latin typeface="Arial" pitchFamily="34" charset="0"/>
                <a:ea typeface="ＭＳ Ｐゴシック"/>
                <a:cs typeface="ＭＳ Ｐゴシック"/>
              </a:endParaRPr>
            </a:p>
          </p:txBody>
        </p:sp>
        <p:sp>
          <p:nvSpPr>
            <p:cNvPr id="159" name="Rectangle 234"/>
            <p:cNvSpPr>
              <a:spLocks noChangeArrowheads="1"/>
            </p:cNvSpPr>
            <p:nvPr/>
          </p:nvSpPr>
          <p:spPr bwMode="auto">
            <a:xfrm>
              <a:off x="6864494" y="3187963"/>
              <a:ext cx="203500" cy="123825"/>
            </a:xfrm>
            <a:prstGeom prst="rect">
              <a:avLst/>
            </a:prstGeom>
            <a:noFill/>
            <a:ln w="9525">
              <a:noFill/>
              <a:miter lim="800000"/>
              <a:headEnd/>
              <a:tailEnd/>
            </a:ln>
          </p:spPr>
          <p:txBody>
            <a:bodyPr wrap="square" lIns="0" tIns="0" rIns="0" bIns="0">
              <a:spAutoFit/>
            </a:bodyPr>
            <a:lstStyle/>
            <a:p>
              <a:pPr marL="361950" indent="-361950" algn="r" defTabSz="966788" eaLnBrk="1" hangingPunct="1">
                <a:tabLst>
                  <a:tab pos="188913" algn="l"/>
                </a:tabLst>
              </a:pPr>
              <a:r>
                <a:rPr lang="en-US" sz="800" dirty="0">
                  <a:solidFill>
                    <a:srgbClr val="000000"/>
                  </a:solidFill>
                  <a:latin typeface="Arial" pitchFamily="34" charset="0"/>
                  <a:ea typeface="ＭＳ Ｐゴシック"/>
                  <a:cs typeface="ＭＳ Ｐゴシック"/>
                </a:rPr>
                <a:t>1</a:t>
              </a:r>
              <a:endParaRPr lang="en-US" dirty="0">
                <a:solidFill>
                  <a:srgbClr val="000000"/>
                </a:solidFill>
                <a:latin typeface="Arial" pitchFamily="34" charset="0"/>
                <a:ea typeface="ＭＳ Ｐゴシック"/>
                <a:cs typeface="ＭＳ Ｐゴシック"/>
              </a:endParaRPr>
            </a:p>
          </p:txBody>
        </p:sp>
        <p:sp>
          <p:nvSpPr>
            <p:cNvPr id="160" name="Line 241"/>
            <p:cNvSpPr>
              <a:spLocks noChangeShapeType="1"/>
            </p:cNvSpPr>
            <p:nvPr/>
          </p:nvSpPr>
          <p:spPr bwMode="auto">
            <a:xfrm flipH="1">
              <a:off x="5754563" y="5258063"/>
              <a:ext cx="280988" cy="714375"/>
            </a:xfrm>
            <a:prstGeom prst="line">
              <a:avLst/>
            </a:prstGeom>
            <a:noFill/>
            <a:ln w="9525">
              <a:solidFill>
                <a:srgbClr val="000000"/>
              </a:solidFill>
              <a:miter lim="800000"/>
              <a:headEnd/>
              <a:tailEnd/>
            </a:ln>
          </p:spPr>
          <p:txBody>
            <a:bodyPr/>
            <a:lstStyle/>
            <a:p>
              <a:pPr eaLnBrk="1" hangingPunct="1"/>
              <a:endParaRPr lang="en-AU">
                <a:solidFill>
                  <a:srgbClr val="000000"/>
                </a:solidFill>
                <a:latin typeface="Arial" charset="0"/>
                <a:ea typeface="ＭＳ Ｐゴシック"/>
                <a:cs typeface="ＭＳ Ｐゴシック"/>
              </a:endParaRPr>
            </a:p>
          </p:txBody>
        </p:sp>
        <p:sp>
          <p:nvSpPr>
            <p:cNvPr id="161" name="Freeform 242"/>
            <p:cNvSpPr>
              <a:spLocks noEditPoints="1"/>
            </p:cNvSpPr>
            <p:nvPr/>
          </p:nvSpPr>
          <p:spPr bwMode="auto">
            <a:xfrm>
              <a:off x="5754563" y="5820038"/>
              <a:ext cx="96838" cy="152400"/>
            </a:xfrm>
            <a:custGeom>
              <a:avLst/>
              <a:gdLst>
                <a:gd name="T0" fmla="*/ 0 w 66"/>
                <a:gd name="T1" fmla="*/ 241935022 h 96"/>
                <a:gd name="T2" fmla="*/ 0 w 66"/>
                <a:gd name="T3" fmla="*/ 0 h 96"/>
                <a:gd name="T4" fmla="*/ 0 w 66"/>
                <a:gd name="T5" fmla="*/ 241935022 h 96"/>
                <a:gd name="T6" fmla="*/ 142084802 w 66"/>
                <a:gd name="T7" fmla="*/ 75604688 h 96"/>
                <a:gd name="T8" fmla="*/ 0 60000 65536"/>
                <a:gd name="T9" fmla="*/ 0 60000 65536"/>
                <a:gd name="T10" fmla="*/ 0 60000 65536"/>
                <a:gd name="T11" fmla="*/ 0 60000 65536"/>
                <a:gd name="T12" fmla="*/ 0 w 66"/>
                <a:gd name="T13" fmla="*/ 0 h 96"/>
                <a:gd name="T14" fmla="*/ 66 w 66"/>
                <a:gd name="T15" fmla="*/ 96 h 96"/>
              </a:gdLst>
              <a:ahLst/>
              <a:cxnLst>
                <a:cxn ang="T8">
                  <a:pos x="T0" y="T1"/>
                </a:cxn>
                <a:cxn ang="T9">
                  <a:pos x="T2" y="T3"/>
                </a:cxn>
                <a:cxn ang="T10">
                  <a:pos x="T4" y="T5"/>
                </a:cxn>
                <a:cxn ang="T11">
                  <a:pos x="T6" y="T7"/>
                </a:cxn>
              </a:cxnLst>
              <a:rect l="T12" t="T13" r="T14" b="T15"/>
              <a:pathLst>
                <a:path w="66" h="96">
                  <a:moveTo>
                    <a:pt x="0" y="96"/>
                  </a:moveTo>
                  <a:lnTo>
                    <a:pt x="0" y="0"/>
                  </a:lnTo>
                  <a:moveTo>
                    <a:pt x="0" y="96"/>
                  </a:moveTo>
                  <a:lnTo>
                    <a:pt x="66" y="30"/>
                  </a:lnTo>
                </a:path>
              </a:pathLst>
            </a:custGeom>
            <a:noFill/>
            <a:ln w="9525" cap="flat">
              <a:solidFill>
                <a:srgbClr val="000000"/>
              </a:solidFill>
              <a:prstDash val="solid"/>
              <a:miter lim="800000"/>
              <a:headEnd/>
              <a:tailEnd/>
            </a:ln>
          </p:spPr>
          <p:txBody>
            <a:bodyPr/>
            <a:lstStyle/>
            <a:p>
              <a:pPr eaLnBrk="1" hangingPunct="1"/>
              <a:endParaRPr lang="en-AU">
                <a:solidFill>
                  <a:srgbClr val="000000"/>
                </a:solidFill>
                <a:latin typeface="Arial" charset="0"/>
                <a:ea typeface="ＭＳ Ｐゴシック"/>
                <a:cs typeface="ＭＳ Ｐゴシック"/>
              </a:endParaRPr>
            </a:p>
          </p:txBody>
        </p:sp>
        <p:sp>
          <p:nvSpPr>
            <p:cNvPr id="162" name="Rectangle 244"/>
            <p:cNvSpPr>
              <a:spLocks noChangeArrowheads="1"/>
            </p:cNvSpPr>
            <p:nvPr/>
          </p:nvSpPr>
          <p:spPr bwMode="auto">
            <a:xfrm>
              <a:off x="6026026" y="5429513"/>
              <a:ext cx="155575" cy="123825"/>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800">
                  <a:solidFill>
                    <a:srgbClr val="000000"/>
                  </a:solidFill>
                  <a:latin typeface="Arial" pitchFamily="34" charset="0"/>
                  <a:ea typeface="ＭＳ Ｐゴシック"/>
                  <a:cs typeface="ＭＳ Ｐゴシック"/>
                </a:rPr>
                <a:t>0..*</a:t>
              </a:r>
              <a:endParaRPr lang="en-US">
                <a:solidFill>
                  <a:srgbClr val="000000"/>
                </a:solidFill>
                <a:latin typeface="Arial" pitchFamily="34" charset="0"/>
                <a:ea typeface="ＭＳ Ｐゴシック"/>
                <a:cs typeface="ＭＳ Ｐゴシック"/>
              </a:endParaRPr>
            </a:p>
          </p:txBody>
        </p:sp>
        <p:sp>
          <p:nvSpPr>
            <p:cNvPr id="163" name="Rectangle 245"/>
            <p:cNvSpPr>
              <a:spLocks noChangeArrowheads="1"/>
            </p:cNvSpPr>
            <p:nvPr/>
          </p:nvSpPr>
          <p:spPr bwMode="auto">
            <a:xfrm>
              <a:off x="5932363" y="5708913"/>
              <a:ext cx="777875" cy="184150"/>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1200">
                  <a:solidFill>
                    <a:srgbClr val="000000"/>
                  </a:solidFill>
                  <a:latin typeface="Arial" pitchFamily="34" charset="0"/>
                  <a:ea typeface="ＭＳ Ｐゴシック"/>
                  <a:cs typeface="ＭＳ Ｐゴシック"/>
                </a:rPr>
                <a:t>+procedure</a:t>
              </a:r>
              <a:endParaRPr lang="en-US" sz="3600">
                <a:solidFill>
                  <a:srgbClr val="000000"/>
                </a:solidFill>
                <a:latin typeface="Arial" pitchFamily="34" charset="0"/>
                <a:ea typeface="ＭＳ Ｐゴシック"/>
                <a:cs typeface="ＭＳ Ｐゴシック"/>
              </a:endParaRPr>
            </a:p>
          </p:txBody>
        </p:sp>
        <p:sp>
          <p:nvSpPr>
            <p:cNvPr id="164" name="Rectangle 246"/>
            <p:cNvSpPr>
              <a:spLocks noChangeArrowheads="1"/>
            </p:cNvSpPr>
            <p:nvPr/>
          </p:nvSpPr>
          <p:spPr bwMode="auto">
            <a:xfrm>
              <a:off x="5578351" y="5762888"/>
              <a:ext cx="57150" cy="123825"/>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800">
                  <a:solidFill>
                    <a:srgbClr val="000000"/>
                  </a:solidFill>
                  <a:latin typeface="Arial" pitchFamily="34" charset="0"/>
                  <a:ea typeface="ＭＳ Ｐゴシック"/>
                  <a:cs typeface="ＭＳ Ｐゴシック"/>
                </a:rPr>
                <a:t>1</a:t>
              </a:r>
              <a:endParaRPr lang="en-US">
                <a:solidFill>
                  <a:srgbClr val="000000"/>
                </a:solidFill>
                <a:latin typeface="Arial" pitchFamily="34" charset="0"/>
                <a:ea typeface="ＭＳ Ｐゴシック"/>
                <a:cs typeface="ＭＳ Ｐゴシック"/>
              </a:endParaRPr>
            </a:p>
          </p:txBody>
        </p:sp>
        <p:sp>
          <p:nvSpPr>
            <p:cNvPr id="165" name="Line 258"/>
            <p:cNvSpPr>
              <a:spLocks noChangeShapeType="1"/>
            </p:cNvSpPr>
            <p:nvPr/>
          </p:nvSpPr>
          <p:spPr bwMode="auto">
            <a:xfrm flipH="1" flipV="1">
              <a:off x="6880101" y="5229488"/>
              <a:ext cx="782637" cy="752475"/>
            </a:xfrm>
            <a:prstGeom prst="line">
              <a:avLst/>
            </a:prstGeom>
            <a:noFill/>
            <a:ln w="9525">
              <a:solidFill>
                <a:srgbClr val="000000"/>
              </a:solidFill>
              <a:miter lim="800000"/>
              <a:headEnd/>
              <a:tailEnd/>
            </a:ln>
          </p:spPr>
          <p:txBody>
            <a:bodyPr/>
            <a:lstStyle/>
            <a:p>
              <a:pPr eaLnBrk="1" hangingPunct="1"/>
              <a:endParaRPr lang="en-AU">
                <a:solidFill>
                  <a:srgbClr val="000000"/>
                </a:solidFill>
                <a:latin typeface="Arial" charset="0"/>
                <a:ea typeface="ＭＳ Ｐゴシック"/>
                <a:cs typeface="ＭＳ Ｐゴシック"/>
              </a:endParaRPr>
            </a:p>
          </p:txBody>
        </p:sp>
        <p:sp>
          <p:nvSpPr>
            <p:cNvPr id="166" name="Freeform 259"/>
            <p:cNvSpPr>
              <a:spLocks/>
            </p:cNvSpPr>
            <p:nvPr/>
          </p:nvSpPr>
          <p:spPr bwMode="auto">
            <a:xfrm>
              <a:off x="6880101" y="5229488"/>
              <a:ext cx="131762" cy="123825"/>
            </a:xfrm>
            <a:custGeom>
              <a:avLst/>
              <a:gdLst>
                <a:gd name="T0" fmla="*/ 141461145 w 90"/>
                <a:gd name="T1" fmla="*/ 45362807 h 78"/>
                <a:gd name="T2" fmla="*/ 0 w 90"/>
                <a:gd name="T3" fmla="*/ 0 h 78"/>
                <a:gd name="T4" fmla="*/ 51441354 w 90"/>
                <a:gd name="T5" fmla="*/ 151209365 h 78"/>
                <a:gd name="T6" fmla="*/ 192902522 w 90"/>
                <a:gd name="T7" fmla="*/ 196572160 h 78"/>
                <a:gd name="T8" fmla="*/ 141461145 w 90"/>
                <a:gd name="T9" fmla="*/ 45362807 h 78"/>
                <a:gd name="T10" fmla="*/ 0 60000 65536"/>
                <a:gd name="T11" fmla="*/ 0 60000 65536"/>
                <a:gd name="T12" fmla="*/ 0 60000 65536"/>
                <a:gd name="T13" fmla="*/ 0 60000 65536"/>
                <a:gd name="T14" fmla="*/ 0 60000 65536"/>
                <a:gd name="T15" fmla="*/ 0 w 90"/>
                <a:gd name="T16" fmla="*/ 0 h 78"/>
                <a:gd name="T17" fmla="*/ 90 w 90"/>
                <a:gd name="T18" fmla="*/ 78 h 78"/>
              </a:gdLst>
              <a:ahLst/>
              <a:cxnLst>
                <a:cxn ang="T10">
                  <a:pos x="T0" y="T1"/>
                </a:cxn>
                <a:cxn ang="T11">
                  <a:pos x="T2" y="T3"/>
                </a:cxn>
                <a:cxn ang="T12">
                  <a:pos x="T4" y="T5"/>
                </a:cxn>
                <a:cxn ang="T13">
                  <a:pos x="T6" y="T7"/>
                </a:cxn>
                <a:cxn ang="T14">
                  <a:pos x="T8" y="T9"/>
                </a:cxn>
              </a:cxnLst>
              <a:rect l="T15" t="T16" r="T17" b="T18"/>
              <a:pathLst>
                <a:path w="90" h="78">
                  <a:moveTo>
                    <a:pt x="66" y="18"/>
                  </a:moveTo>
                  <a:lnTo>
                    <a:pt x="0" y="0"/>
                  </a:lnTo>
                  <a:lnTo>
                    <a:pt x="24" y="60"/>
                  </a:lnTo>
                  <a:lnTo>
                    <a:pt x="90" y="78"/>
                  </a:lnTo>
                  <a:lnTo>
                    <a:pt x="66" y="18"/>
                  </a:lnTo>
                  <a:close/>
                </a:path>
              </a:pathLst>
            </a:custGeom>
            <a:solidFill>
              <a:srgbClr val="000000"/>
            </a:solidFill>
            <a:ln w="9525">
              <a:noFill/>
              <a:round/>
              <a:headEnd/>
              <a:tailEnd/>
            </a:ln>
          </p:spPr>
          <p:txBody>
            <a:bodyPr/>
            <a:lstStyle/>
            <a:p>
              <a:pPr eaLnBrk="1" hangingPunct="1"/>
              <a:endParaRPr lang="en-AU">
                <a:solidFill>
                  <a:srgbClr val="000000"/>
                </a:solidFill>
                <a:latin typeface="Arial" charset="0"/>
                <a:ea typeface="ＭＳ Ｐゴシック"/>
                <a:cs typeface="ＭＳ Ｐゴシック"/>
              </a:endParaRPr>
            </a:p>
          </p:txBody>
        </p:sp>
        <p:sp>
          <p:nvSpPr>
            <p:cNvPr id="167" name="Freeform 260"/>
            <p:cNvSpPr>
              <a:spLocks/>
            </p:cNvSpPr>
            <p:nvPr/>
          </p:nvSpPr>
          <p:spPr bwMode="auto">
            <a:xfrm>
              <a:off x="6880101" y="5229488"/>
              <a:ext cx="131762" cy="123825"/>
            </a:xfrm>
            <a:custGeom>
              <a:avLst/>
              <a:gdLst>
                <a:gd name="T0" fmla="*/ 141461145 w 90"/>
                <a:gd name="T1" fmla="*/ 45362807 h 78"/>
                <a:gd name="T2" fmla="*/ 0 w 90"/>
                <a:gd name="T3" fmla="*/ 0 h 78"/>
                <a:gd name="T4" fmla="*/ 51441354 w 90"/>
                <a:gd name="T5" fmla="*/ 151209365 h 78"/>
                <a:gd name="T6" fmla="*/ 192902522 w 90"/>
                <a:gd name="T7" fmla="*/ 196572160 h 78"/>
                <a:gd name="T8" fmla="*/ 141461145 w 90"/>
                <a:gd name="T9" fmla="*/ 45362807 h 78"/>
                <a:gd name="T10" fmla="*/ 0 60000 65536"/>
                <a:gd name="T11" fmla="*/ 0 60000 65536"/>
                <a:gd name="T12" fmla="*/ 0 60000 65536"/>
                <a:gd name="T13" fmla="*/ 0 60000 65536"/>
                <a:gd name="T14" fmla="*/ 0 60000 65536"/>
                <a:gd name="T15" fmla="*/ 0 w 90"/>
                <a:gd name="T16" fmla="*/ 0 h 78"/>
                <a:gd name="T17" fmla="*/ 90 w 90"/>
                <a:gd name="T18" fmla="*/ 78 h 78"/>
              </a:gdLst>
              <a:ahLst/>
              <a:cxnLst>
                <a:cxn ang="T10">
                  <a:pos x="T0" y="T1"/>
                </a:cxn>
                <a:cxn ang="T11">
                  <a:pos x="T2" y="T3"/>
                </a:cxn>
                <a:cxn ang="T12">
                  <a:pos x="T4" y="T5"/>
                </a:cxn>
                <a:cxn ang="T13">
                  <a:pos x="T6" y="T7"/>
                </a:cxn>
                <a:cxn ang="T14">
                  <a:pos x="T8" y="T9"/>
                </a:cxn>
              </a:cxnLst>
              <a:rect l="T15" t="T16" r="T17" b="T18"/>
              <a:pathLst>
                <a:path w="90" h="78">
                  <a:moveTo>
                    <a:pt x="66" y="18"/>
                  </a:moveTo>
                  <a:lnTo>
                    <a:pt x="0" y="0"/>
                  </a:lnTo>
                  <a:lnTo>
                    <a:pt x="24" y="60"/>
                  </a:lnTo>
                  <a:lnTo>
                    <a:pt x="90" y="78"/>
                  </a:lnTo>
                  <a:lnTo>
                    <a:pt x="66" y="18"/>
                  </a:lnTo>
                  <a:close/>
                </a:path>
              </a:pathLst>
            </a:custGeom>
            <a:noFill/>
            <a:ln w="9525" cap="flat">
              <a:solidFill>
                <a:srgbClr val="000000"/>
              </a:solidFill>
              <a:prstDash val="solid"/>
              <a:miter lim="800000"/>
              <a:headEnd/>
              <a:tailEnd/>
            </a:ln>
          </p:spPr>
          <p:txBody>
            <a:bodyPr/>
            <a:lstStyle/>
            <a:p>
              <a:pPr eaLnBrk="1" hangingPunct="1"/>
              <a:endParaRPr lang="en-AU">
                <a:solidFill>
                  <a:srgbClr val="000000"/>
                </a:solidFill>
                <a:latin typeface="Arial" charset="0"/>
                <a:ea typeface="ＭＳ Ｐゴシック"/>
                <a:cs typeface="ＭＳ Ｐゴシック"/>
              </a:endParaRPr>
            </a:p>
          </p:txBody>
        </p:sp>
        <p:sp>
          <p:nvSpPr>
            <p:cNvPr id="168" name="Freeform 261"/>
            <p:cNvSpPr>
              <a:spLocks noEditPoints="1"/>
            </p:cNvSpPr>
            <p:nvPr/>
          </p:nvSpPr>
          <p:spPr bwMode="auto">
            <a:xfrm>
              <a:off x="7530976" y="5848613"/>
              <a:ext cx="131762" cy="133350"/>
            </a:xfrm>
            <a:custGeom>
              <a:avLst/>
              <a:gdLst>
                <a:gd name="T0" fmla="*/ 192902522 w 90"/>
                <a:gd name="T1" fmla="*/ 211693147 h 84"/>
                <a:gd name="T2" fmla="*/ 102881244 w 90"/>
                <a:gd name="T3" fmla="*/ 0 h 84"/>
                <a:gd name="T4" fmla="*/ 192902522 w 90"/>
                <a:gd name="T5" fmla="*/ 211693147 h 84"/>
                <a:gd name="T6" fmla="*/ 0 w 90"/>
                <a:gd name="T7" fmla="*/ 136088438 h 84"/>
                <a:gd name="T8" fmla="*/ 0 60000 65536"/>
                <a:gd name="T9" fmla="*/ 0 60000 65536"/>
                <a:gd name="T10" fmla="*/ 0 60000 65536"/>
                <a:gd name="T11" fmla="*/ 0 60000 65536"/>
                <a:gd name="T12" fmla="*/ 0 w 90"/>
                <a:gd name="T13" fmla="*/ 0 h 84"/>
                <a:gd name="T14" fmla="*/ 90 w 90"/>
                <a:gd name="T15" fmla="*/ 84 h 84"/>
              </a:gdLst>
              <a:ahLst/>
              <a:cxnLst>
                <a:cxn ang="T8">
                  <a:pos x="T0" y="T1"/>
                </a:cxn>
                <a:cxn ang="T9">
                  <a:pos x="T2" y="T3"/>
                </a:cxn>
                <a:cxn ang="T10">
                  <a:pos x="T4" y="T5"/>
                </a:cxn>
                <a:cxn ang="T11">
                  <a:pos x="T6" y="T7"/>
                </a:cxn>
              </a:cxnLst>
              <a:rect l="T12" t="T13" r="T14" b="T15"/>
              <a:pathLst>
                <a:path w="90" h="84">
                  <a:moveTo>
                    <a:pt x="90" y="84"/>
                  </a:moveTo>
                  <a:lnTo>
                    <a:pt x="48" y="0"/>
                  </a:lnTo>
                  <a:moveTo>
                    <a:pt x="90" y="84"/>
                  </a:moveTo>
                  <a:lnTo>
                    <a:pt x="0" y="54"/>
                  </a:lnTo>
                </a:path>
              </a:pathLst>
            </a:custGeom>
            <a:noFill/>
            <a:ln w="9525" cap="flat">
              <a:solidFill>
                <a:srgbClr val="000000"/>
              </a:solidFill>
              <a:prstDash val="solid"/>
              <a:miter lim="800000"/>
              <a:headEnd/>
              <a:tailEnd/>
            </a:ln>
          </p:spPr>
          <p:txBody>
            <a:bodyPr/>
            <a:lstStyle/>
            <a:p>
              <a:pPr eaLnBrk="1" hangingPunct="1"/>
              <a:endParaRPr lang="en-AU">
                <a:solidFill>
                  <a:srgbClr val="000000"/>
                </a:solidFill>
                <a:latin typeface="Arial" charset="0"/>
                <a:ea typeface="ＭＳ Ｐゴシック"/>
                <a:cs typeface="ＭＳ Ｐゴシック"/>
              </a:endParaRPr>
            </a:p>
          </p:txBody>
        </p:sp>
        <p:sp>
          <p:nvSpPr>
            <p:cNvPr id="169" name="Rectangle 262"/>
            <p:cNvSpPr>
              <a:spLocks noChangeArrowheads="1"/>
            </p:cNvSpPr>
            <p:nvPr/>
          </p:nvSpPr>
          <p:spPr bwMode="auto">
            <a:xfrm>
              <a:off x="7732588" y="5739075"/>
              <a:ext cx="465138" cy="185738"/>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1200">
                  <a:solidFill>
                    <a:srgbClr val="000000"/>
                  </a:solidFill>
                  <a:latin typeface="Arial" pitchFamily="34" charset="0"/>
                  <a:ea typeface="ＭＳ Ｐゴシック"/>
                  <a:cs typeface="ＭＳ Ｐゴシック"/>
                </a:rPr>
                <a:t>+result</a:t>
              </a:r>
              <a:endParaRPr lang="en-US" sz="3600">
                <a:solidFill>
                  <a:srgbClr val="000000"/>
                </a:solidFill>
                <a:latin typeface="Arial" pitchFamily="34" charset="0"/>
                <a:ea typeface="ＭＳ Ｐゴシック"/>
                <a:cs typeface="ＭＳ Ｐゴシック"/>
              </a:endParaRPr>
            </a:p>
          </p:txBody>
        </p:sp>
      </p:grpSp>
      <p:sp>
        <p:nvSpPr>
          <p:cNvPr id="171" name="TextBox 170"/>
          <p:cNvSpPr txBox="1"/>
          <p:nvPr/>
        </p:nvSpPr>
        <p:spPr>
          <a:xfrm>
            <a:off x="76200" y="6442854"/>
            <a:ext cx="3416300" cy="369332"/>
          </a:xfrm>
          <a:prstGeom prst="rect">
            <a:avLst/>
          </a:prstGeom>
          <a:noFill/>
        </p:spPr>
        <p:txBody>
          <a:bodyPr wrap="square" rtlCol="0">
            <a:spAutoFit/>
          </a:bodyPr>
          <a:lstStyle/>
          <a:p>
            <a:pPr eaLnBrk="1" fontAlgn="auto" hangingPunct="1">
              <a:spcBef>
                <a:spcPts val="0"/>
              </a:spcBef>
              <a:spcAft>
                <a:spcPts val="0"/>
              </a:spcAft>
            </a:pPr>
            <a:r>
              <a:rPr lang="en-US" dirty="0" smtClean="0">
                <a:solidFill>
                  <a:prstClr val="white"/>
                </a:solidFill>
                <a:latin typeface="Candara"/>
                <a:ea typeface="ＭＳ Ｐゴシック"/>
                <a:cs typeface="Candara"/>
              </a:rPr>
              <a:t>Source: ISO 19156</a:t>
            </a:r>
            <a:endParaRPr lang="en-US" dirty="0">
              <a:solidFill>
                <a:prstClr val="white"/>
              </a:solidFill>
              <a:latin typeface="Candara"/>
              <a:ea typeface="ＭＳ Ｐゴシック"/>
              <a:cs typeface="Candara"/>
            </a:endParaRPr>
          </a:p>
        </p:txBody>
      </p:sp>
    </p:spTree>
    <p:extLst>
      <p:ext uri="{BB962C8B-B14F-4D97-AF65-F5344CB8AC3E}">
        <p14:creationId xmlns:p14="http://schemas.microsoft.com/office/powerpoint/2010/main" val="28291626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usgs-graph-gage ht 2wks.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549812" y="2987627"/>
            <a:ext cx="4594187" cy="3027618"/>
          </a:xfrm>
          <a:prstGeom prst="rect">
            <a:avLst/>
          </a:prstGeom>
        </p:spPr>
      </p:pic>
      <p:sp>
        <p:nvSpPr>
          <p:cNvPr id="905497" name="Rectangle 281"/>
          <p:cNvSpPr>
            <a:spLocks noChangeArrowheads="1"/>
          </p:cNvSpPr>
          <p:nvPr/>
        </p:nvSpPr>
        <p:spPr bwMode="auto">
          <a:xfrm>
            <a:off x="67871" y="6051332"/>
            <a:ext cx="9077424" cy="707886"/>
          </a:xfrm>
          <a:prstGeom prst="rect">
            <a:avLst/>
          </a:prstGeom>
          <a:noFill/>
          <a:ln w="9525">
            <a:noFill/>
            <a:miter lim="800000"/>
            <a:headEnd/>
            <a:tailEnd/>
          </a:ln>
        </p:spPr>
        <p:txBody>
          <a:bodyPr wrap="none">
            <a:spAutoFit/>
          </a:bodyPr>
          <a:lstStyle/>
          <a:p>
            <a:pPr marL="342900" indent="-342900" eaLnBrk="1" hangingPunct="1"/>
            <a:r>
              <a:rPr lang="en-AU" sz="2000" dirty="0">
                <a:solidFill>
                  <a:srgbClr val="0F3277"/>
                </a:solidFill>
                <a:latin typeface="Candara"/>
                <a:ea typeface="ＭＳ Ｐゴシック"/>
                <a:cs typeface="Candara"/>
              </a:rPr>
              <a:t>An </a:t>
            </a:r>
            <a:r>
              <a:rPr lang="en-AU" sz="2000" b="1" dirty="0">
                <a:solidFill>
                  <a:srgbClr val="FF0066"/>
                </a:solidFill>
                <a:latin typeface="Candara"/>
                <a:ea typeface="ＭＳ Ｐゴシック"/>
                <a:cs typeface="Candara"/>
              </a:rPr>
              <a:t>Observation</a:t>
            </a:r>
            <a:r>
              <a:rPr lang="en-AU" sz="2000" dirty="0">
                <a:solidFill>
                  <a:srgbClr val="0F3277"/>
                </a:solidFill>
                <a:latin typeface="Candara"/>
                <a:ea typeface="ＭＳ Ｐゴシック"/>
                <a:cs typeface="Candara"/>
              </a:rPr>
              <a:t> is an action whose </a:t>
            </a:r>
            <a:r>
              <a:rPr lang="en-AU" sz="2000" b="1" dirty="0">
                <a:solidFill>
                  <a:srgbClr val="A3CA4B">
                    <a:lumMod val="50000"/>
                  </a:srgbClr>
                </a:solidFill>
                <a:latin typeface="Candara"/>
                <a:ea typeface="ＭＳ Ｐゴシック"/>
                <a:cs typeface="Candara"/>
              </a:rPr>
              <a:t>result</a:t>
            </a:r>
            <a:r>
              <a:rPr lang="en-AU" sz="2000" dirty="0">
                <a:solidFill>
                  <a:srgbClr val="A3CA4B">
                    <a:lumMod val="50000"/>
                  </a:srgbClr>
                </a:solidFill>
                <a:latin typeface="Candara"/>
                <a:ea typeface="ＭＳ Ｐゴシック"/>
                <a:cs typeface="Candara"/>
              </a:rPr>
              <a:t> </a:t>
            </a:r>
            <a:r>
              <a:rPr lang="en-AU" sz="2000" dirty="0">
                <a:solidFill>
                  <a:srgbClr val="0F3277"/>
                </a:solidFill>
                <a:latin typeface="Candara"/>
                <a:ea typeface="ＭＳ Ｐゴシック"/>
                <a:cs typeface="Candara"/>
              </a:rPr>
              <a:t>is an estimate of the value </a:t>
            </a:r>
            <a:r>
              <a:rPr lang="en-AU" sz="2000" dirty="0" smtClean="0">
                <a:solidFill>
                  <a:srgbClr val="0F3277"/>
                </a:solidFill>
                <a:latin typeface="Candara"/>
                <a:ea typeface="ＭＳ Ｐゴシック"/>
                <a:cs typeface="Candara"/>
              </a:rPr>
              <a:t>of </a:t>
            </a:r>
            <a:br>
              <a:rPr lang="en-AU" sz="2000" dirty="0" smtClean="0">
                <a:solidFill>
                  <a:srgbClr val="0F3277"/>
                </a:solidFill>
                <a:latin typeface="Candara"/>
                <a:ea typeface="ＭＳ Ｐゴシック"/>
                <a:cs typeface="Candara"/>
              </a:rPr>
            </a:br>
            <a:r>
              <a:rPr lang="en-AU" sz="2000" dirty="0" smtClean="0">
                <a:solidFill>
                  <a:srgbClr val="0F3277"/>
                </a:solidFill>
                <a:latin typeface="Candara"/>
                <a:ea typeface="ＭＳ Ｐゴシック"/>
                <a:cs typeface="Candara"/>
              </a:rPr>
              <a:t>some </a:t>
            </a:r>
            <a:r>
              <a:rPr lang="en-AU" sz="2000" b="1" dirty="0">
                <a:solidFill>
                  <a:srgbClr val="8DA3E8">
                    <a:lumMod val="75000"/>
                  </a:srgbClr>
                </a:solidFill>
                <a:latin typeface="Candara"/>
                <a:ea typeface="ＭＳ Ｐゴシック"/>
                <a:cs typeface="Candara"/>
              </a:rPr>
              <a:t>property</a:t>
            </a:r>
            <a:r>
              <a:rPr lang="en-AU" sz="2000" dirty="0">
                <a:solidFill>
                  <a:srgbClr val="8DA3E8">
                    <a:lumMod val="75000"/>
                  </a:srgbClr>
                </a:solidFill>
                <a:latin typeface="Candara"/>
                <a:ea typeface="ＭＳ Ｐゴシック"/>
                <a:cs typeface="Candara"/>
              </a:rPr>
              <a:t> </a:t>
            </a:r>
            <a:r>
              <a:rPr lang="en-AU" sz="2000" dirty="0">
                <a:solidFill>
                  <a:srgbClr val="0F3277"/>
                </a:solidFill>
                <a:latin typeface="Candara"/>
                <a:ea typeface="ＭＳ Ｐゴシック"/>
                <a:cs typeface="Candara"/>
              </a:rPr>
              <a:t>of the </a:t>
            </a:r>
            <a:r>
              <a:rPr lang="en-AU" sz="2000" b="1" dirty="0">
                <a:solidFill>
                  <a:srgbClr val="FAC15A">
                    <a:lumMod val="50000"/>
                  </a:srgbClr>
                </a:solidFill>
                <a:latin typeface="Candara"/>
                <a:ea typeface="ＭＳ Ｐゴシック"/>
                <a:cs typeface="Candara"/>
              </a:rPr>
              <a:t>feature-of-interest</a:t>
            </a:r>
            <a:r>
              <a:rPr lang="en-AU" sz="2000" dirty="0">
                <a:solidFill>
                  <a:srgbClr val="0F3277"/>
                </a:solidFill>
                <a:latin typeface="Candara"/>
                <a:ea typeface="ＭＳ Ｐゴシック"/>
                <a:cs typeface="Candara"/>
              </a:rPr>
              <a:t>, obtained using a specified </a:t>
            </a:r>
            <a:r>
              <a:rPr lang="en-AU" sz="2000" b="1" dirty="0" smtClean="0">
                <a:solidFill>
                  <a:srgbClr val="8E55BB"/>
                </a:solidFill>
                <a:latin typeface="Candara"/>
                <a:ea typeface="ＭＳ Ｐゴシック"/>
                <a:cs typeface="Candara"/>
              </a:rPr>
              <a:t>procedure</a:t>
            </a:r>
            <a:endParaRPr lang="en-AU" sz="2000" b="1" dirty="0">
              <a:solidFill>
                <a:srgbClr val="8E55BB"/>
              </a:solidFill>
              <a:latin typeface="Candara"/>
              <a:ea typeface="ＭＳ Ｐゴシック"/>
              <a:cs typeface="Candara"/>
            </a:endParaRPr>
          </a:p>
        </p:txBody>
      </p:sp>
      <p:sp>
        <p:nvSpPr>
          <p:cNvPr id="16" name="Title 15"/>
          <p:cNvSpPr>
            <a:spLocks noGrp="1"/>
          </p:cNvSpPr>
          <p:nvPr>
            <p:ph type="title"/>
          </p:nvPr>
        </p:nvSpPr>
        <p:spPr>
          <a:xfrm>
            <a:off x="121317" y="136508"/>
            <a:ext cx="4497190" cy="979500"/>
          </a:xfrm>
        </p:spPr>
        <p:txBody>
          <a:bodyPr/>
          <a:lstStyle/>
          <a:p>
            <a:r>
              <a:rPr lang="en-US" sz="3200" dirty="0" smtClean="0">
                <a:effectLst>
                  <a:outerShdw blurRad="50800" dist="38100" dir="2700000" algn="tl" rotWithShape="0">
                    <a:srgbClr val="000000">
                      <a:alpha val="43000"/>
                    </a:srgbClr>
                  </a:outerShdw>
                </a:effectLst>
                <a:latin typeface="Candara"/>
                <a:cs typeface="Candara"/>
              </a:rPr>
              <a:t>Using OGC O&amp;M model for </a:t>
            </a:r>
            <a:r>
              <a:rPr lang="en-US" sz="3200" dirty="0" smtClean="0">
                <a:solidFill>
                  <a:srgbClr val="000000"/>
                </a:solidFill>
                <a:effectLst>
                  <a:outerShdw blurRad="50800" dist="38100" dir="2700000" algn="tl" rotWithShape="0">
                    <a:srgbClr val="000000">
                      <a:alpha val="43000"/>
                    </a:srgbClr>
                  </a:outerShdw>
                </a:effectLst>
                <a:latin typeface="Candara"/>
                <a:cs typeface="Candara"/>
              </a:rPr>
              <a:t>water level </a:t>
            </a:r>
            <a:r>
              <a:rPr lang="en-US" sz="3200" dirty="0" smtClean="0">
                <a:effectLst>
                  <a:outerShdw blurRad="50800" dist="38100" dir="2700000" algn="tl" rotWithShape="0">
                    <a:srgbClr val="000000">
                      <a:alpha val="43000"/>
                    </a:srgbClr>
                  </a:outerShdw>
                </a:effectLst>
                <a:latin typeface="Candara"/>
                <a:cs typeface="Candara"/>
              </a:rPr>
              <a:t>…</a:t>
            </a:r>
            <a:endParaRPr lang="en-US" sz="3200" dirty="0">
              <a:effectLst>
                <a:outerShdw blurRad="50800" dist="38100" dir="2700000" algn="tl" rotWithShape="0">
                  <a:srgbClr val="000000">
                    <a:alpha val="43000"/>
                  </a:srgbClr>
                </a:outerShdw>
              </a:effectLst>
              <a:latin typeface="Candara"/>
              <a:cs typeface="Candara"/>
            </a:endParaRPr>
          </a:p>
        </p:txBody>
      </p:sp>
      <p:grpSp>
        <p:nvGrpSpPr>
          <p:cNvPr id="12" name="Group 11"/>
          <p:cNvGrpSpPr/>
          <p:nvPr/>
        </p:nvGrpSpPr>
        <p:grpSpPr>
          <a:xfrm>
            <a:off x="432273" y="1335705"/>
            <a:ext cx="3337570" cy="3913188"/>
            <a:chOff x="432273" y="1335705"/>
            <a:chExt cx="3337570" cy="3913188"/>
          </a:xfrm>
        </p:grpSpPr>
        <p:grpSp>
          <p:nvGrpSpPr>
            <p:cNvPr id="9" name="Group 8"/>
            <p:cNvGrpSpPr/>
            <p:nvPr/>
          </p:nvGrpSpPr>
          <p:grpSpPr>
            <a:xfrm>
              <a:off x="2332511" y="2886693"/>
              <a:ext cx="1437332" cy="514350"/>
              <a:chOff x="2332511" y="2886693"/>
              <a:chExt cx="1437332" cy="514350"/>
            </a:xfrm>
          </p:grpSpPr>
          <p:sp>
            <p:nvSpPr>
              <p:cNvPr id="313" name="Rectangle 63"/>
              <p:cNvSpPr>
                <a:spLocks noChangeArrowheads="1"/>
              </p:cNvSpPr>
              <p:nvPr/>
            </p:nvSpPr>
            <p:spPr bwMode="auto">
              <a:xfrm>
                <a:off x="2332511" y="2886693"/>
                <a:ext cx="1280918" cy="514350"/>
              </a:xfrm>
              <a:prstGeom prst="rect">
                <a:avLst/>
              </a:prstGeom>
              <a:gradFill flip="none" rotWithShape="1">
                <a:gsLst>
                  <a:gs pos="100000">
                    <a:srgbClr val="FFFFFF"/>
                  </a:gs>
                  <a:gs pos="98000">
                    <a:schemeClr val="tx2">
                      <a:lumMod val="25000"/>
                      <a:lumOff val="75000"/>
                    </a:schemeClr>
                  </a:gs>
                  <a:gs pos="99000">
                    <a:schemeClr val="tx2">
                      <a:lumMod val="10000"/>
                      <a:lumOff val="90000"/>
                    </a:schemeClr>
                  </a:gs>
                </a:gsLst>
                <a:lin ang="0" scaled="1"/>
                <a:tileRect/>
              </a:gradFill>
              <a:ln w="9525">
                <a:solidFill>
                  <a:srgbClr val="000000"/>
                </a:solid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314" name="Rectangle 64"/>
              <p:cNvSpPr>
                <a:spLocks noChangeArrowheads="1"/>
              </p:cNvSpPr>
              <p:nvPr/>
            </p:nvSpPr>
            <p:spPr bwMode="auto">
              <a:xfrm>
                <a:off x="2472643" y="2946763"/>
                <a:ext cx="1297200" cy="153988"/>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1000" dirty="0">
                    <a:solidFill>
                      <a:srgbClr val="000000"/>
                    </a:solidFill>
                    <a:latin typeface="Arial" pitchFamily="34" charset="0"/>
                    <a:ea typeface="ＭＳ Ｐゴシック"/>
                    <a:cs typeface="ＭＳ Ｐゴシック"/>
                  </a:rPr>
                  <a:t>GF_PropertyType</a:t>
                </a:r>
                <a:endParaRPr lang="en-US" dirty="0">
                  <a:solidFill>
                    <a:srgbClr val="000000"/>
                  </a:solidFill>
                  <a:latin typeface="Arial" pitchFamily="34" charset="0"/>
                  <a:ea typeface="ＭＳ Ｐゴシック"/>
                  <a:cs typeface="ＭＳ Ｐゴシック"/>
                </a:endParaRPr>
              </a:p>
            </p:txBody>
          </p:sp>
          <p:sp>
            <p:nvSpPr>
              <p:cNvPr id="315" name="Line 65"/>
              <p:cNvSpPr>
                <a:spLocks noChangeShapeType="1"/>
              </p:cNvSpPr>
              <p:nvPr/>
            </p:nvSpPr>
            <p:spPr bwMode="auto">
              <a:xfrm>
                <a:off x="2332511" y="3172443"/>
                <a:ext cx="1280918" cy="0"/>
              </a:xfrm>
              <a:prstGeom prst="line">
                <a:avLst/>
              </a:prstGeom>
              <a:noFill/>
              <a:ln w="9525">
                <a:solidFill>
                  <a:srgbClr val="000000"/>
                </a:solidFill>
                <a:miter lim="800000"/>
                <a:headEnd/>
                <a:tailEnd/>
              </a:ln>
            </p:spPr>
            <p:txBody>
              <a:bodyPr/>
              <a:lstStyle/>
              <a:p>
                <a:pPr eaLnBrk="1" hangingPunct="1"/>
                <a:endParaRPr lang="en-AU">
                  <a:solidFill>
                    <a:srgbClr val="000000"/>
                  </a:solidFill>
                  <a:latin typeface="Arial" charset="0"/>
                  <a:ea typeface="ＭＳ Ｐゴシック"/>
                  <a:cs typeface="ＭＳ Ｐゴシック"/>
                </a:endParaRPr>
              </a:p>
            </p:txBody>
          </p:sp>
        </p:grpSp>
        <p:grpSp>
          <p:nvGrpSpPr>
            <p:cNvPr id="11" name="Group 10"/>
            <p:cNvGrpSpPr/>
            <p:nvPr/>
          </p:nvGrpSpPr>
          <p:grpSpPr>
            <a:xfrm>
              <a:off x="432273" y="1335705"/>
              <a:ext cx="3223580" cy="3913188"/>
              <a:chOff x="432273" y="1335705"/>
              <a:chExt cx="3223580" cy="3913188"/>
            </a:xfrm>
          </p:grpSpPr>
          <p:grpSp>
            <p:nvGrpSpPr>
              <p:cNvPr id="176" name="Group 271"/>
              <p:cNvGrpSpPr>
                <a:grpSpLocks/>
              </p:cNvGrpSpPr>
              <p:nvPr/>
            </p:nvGrpSpPr>
            <p:grpSpPr bwMode="auto">
              <a:xfrm>
                <a:off x="432273" y="2848593"/>
                <a:ext cx="1574800" cy="1152525"/>
                <a:chOff x="3464" y="2111"/>
                <a:chExt cx="1074" cy="726"/>
              </a:xfrm>
            </p:grpSpPr>
            <p:sp>
              <p:nvSpPr>
                <p:cNvPr id="316" name="Rectangle 12"/>
                <p:cNvSpPr>
                  <a:spLocks noChangeArrowheads="1"/>
                </p:cNvSpPr>
                <p:nvPr/>
              </p:nvSpPr>
              <p:spPr bwMode="auto">
                <a:xfrm>
                  <a:off x="3482" y="2129"/>
                  <a:ext cx="1056" cy="708"/>
                </a:xfrm>
                <a:prstGeom prst="rect">
                  <a:avLst/>
                </a:prstGeom>
                <a:solidFill>
                  <a:srgbClr val="C0BFC0"/>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317" name="Rectangle 13"/>
                <p:cNvSpPr>
                  <a:spLocks noChangeArrowheads="1"/>
                </p:cNvSpPr>
                <p:nvPr/>
              </p:nvSpPr>
              <p:spPr bwMode="auto">
                <a:xfrm>
                  <a:off x="3464" y="2111"/>
                  <a:ext cx="36" cy="708"/>
                </a:xfrm>
                <a:prstGeom prst="rect">
                  <a:avLst/>
                </a:prstGeom>
                <a:solidFill>
                  <a:srgbClr val="E8CDCA"/>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318" name="Rectangle 14"/>
                <p:cNvSpPr>
                  <a:spLocks noChangeArrowheads="1"/>
                </p:cNvSpPr>
                <p:nvPr/>
              </p:nvSpPr>
              <p:spPr bwMode="auto">
                <a:xfrm>
                  <a:off x="3500" y="2111"/>
                  <a:ext cx="42" cy="708"/>
                </a:xfrm>
                <a:prstGeom prst="rect">
                  <a:avLst/>
                </a:prstGeom>
                <a:solidFill>
                  <a:srgbClr val="EACFCC"/>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319" name="Rectangle 15"/>
                <p:cNvSpPr>
                  <a:spLocks noChangeArrowheads="1"/>
                </p:cNvSpPr>
                <p:nvPr/>
              </p:nvSpPr>
              <p:spPr bwMode="auto">
                <a:xfrm>
                  <a:off x="3542" y="2111"/>
                  <a:ext cx="48" cy="708"/>
                </a:xfrm>
                <a:prstGeom prst="rect">
                  <a:avLst/>
                </a:prstGeom>
                <a:solidFill>
                  <a:srgbClr val="ECD1CE"/>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320" name="Rectangle 16"/>
                <p:cNvSpPr>
                  <a:spLocks noChangeArrowheads="1"/>
                </p:cNvSpPr>
                <p:nvPr/>
              </p:nvSpPr>
              <p:spPr bwMode="auto">
                <a:xfrm>
                  <a:off x="3590" y="2111"/>
                  <a:ext cx="42" cy="708"/>
                </a:xfrm>
                <a:prstGeom prst="rect">
                  <a:avLst/>
                </a:prstGeom>
                <a:solidFill>
                  <a:srgbClr val="EED3D0"/>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321" name="Rectangle 17"/>
                <p:cNvSpPr>
                  <a:spLocks noChangeArrowheads="1"/>
                </p:cNvSpPr>
                <p:nvPr/>
              </p:nvSpPr>
              <p:spPr bwMode="auto">
                <a:xfrm>
                  <a:off x="3632" y="2111"/>
                  <a:ext cx="42" cy="708"/>
                </a:xfrm>
                <a:prstGeom prst="rect">
                  <a:avLst/>
                </a:prstGeom>
                <a:solidFill>
                  <a:srgbClr val="F0D5D2"/>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322" name="Rectangle 18"/>
                <p:cNvSpPr>
                  <a:spLocks noChangeArrowheads="1"/>
                </p:cNvSpPr>
                <p:nvPr/>
              </p:nvSpPr>
              <p:spPr bwMode="auto">
                <a:xfrm>
                  <a:off x="3674" y="2111"/>
                  <a:ext cx="48" cy="708"/>
                </a:xfrm>
                <a:prstGeom prst="rect">
                  <a:avLst/>
                </a:prstGeom>
                <a:solidFill>
                  <a:srgbClr val="F2D7D4"/>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323" name="Rectangle 19"/>
                <p:cNvSpPr>
                  <a:spLocks noChangeArrowheads="1"/>
                </p:cNvSpPr>
                <p:nvPr/>
              </p:nvSpPr>
              <p:spPr bwMode="auto">
                <a:xfrm>
                  <a:off x="3722" y="2111"/>
                  <a:ext cx="60" cy="708"/>
                </a:xfrm>
                <a:prstGeom prst="rect">
                  <a:avLst/>
                </a:prstGeom>
                <a:solidFill>
                  <a:srgbClr val="F4D9D6"/>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324" name="Rectangle 20"/>
                <p:cNvSpPr>
                  <a:spLocks noChangeArrowheads="1"/>
                </p:cNvSpPr>
                <p:nvPr/>
              </p:nvSpPr>
              <p:spPr bwMode="auto">
                <a:xfrm>
                  <a:off x="3782" y="2111"/>
                  <a:ext cx="48" cy="708"/>
                </a:xfrm>
                <a:prstGeom prst="rect">
                  <a:avLst/>
                </a:prstGeom>
                <a:solidFill>
                  <a:srgbClr val="F6DBD8"/>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325" name="Rectangle 21"/>
                <p:cNvSpPr>
                  <a:spLocks noChangeArrowheads="1"/>
                </p:cNvSpPr>
                <p:nvPr/>
              </p:nvSpPr>
              <p:spPr bwMode="auto">
                <a:xfrm>
                  <a:off x="3830" y="2111"/>
                  <a:ext cx="42" cy="708"/>
                </a:xfrm>
                <a:prstGeom prst="rect">
                  <a:avLst/>
                </a:prstGeom>
                <a:solidFill>
                  <a:srgbClr val="F8DDDA"/>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326" name="Rectangle 22"/>
                <p:cNvSpPr>
                  <a:spLocks noChangeArrowheads="1"/>
                </p:cNvSpPr>
                <p:nvPr/>
              </p:nvSpPr>
              <p:spPr bwMode="auto">
                <a:xfrm>
                  <a:off x="3872" y="2111"/>
                  <a:ext cx="48" cy="708"/>
                </a:xfrm>
                <a:prstGeom prst="rect">
                  <a:avLst/>
                </a:prstGeom>
                <a:solidFill>
                  <a:srgbClr val="FADFDC"/>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327" name="Rectangle 23"/>
                <p:cNvSpPr>
                  <a:spLocks noChangeArrowheads="1"/>
                </p:cNvSpPr>
                <p:nvPr/>
              </p:nvSpPr>
              <p:spPr bwMode="auto">
                <a:xfrm>
                  <a:off x="3920" y="2111"/>
                  <a:ext cx="42" cy="708"/>
                </a:xfrm>
                <a:prstGeom prst="rect">
                  <a:avLst/>
                </a:prstGeom>
                <a:solidFill>
                  <a:srgbClr val="FCE1DE"/>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328" name="Rectangle 24"/>
                <p:cNvSpPr>
                  <a:spLocks noChangeArrowheads="1"/>
                </p:cNvSpPr>
                <p:nvPr/>
              </p:nvSpPr>
              <p:spPr bwMode="auto">
                <a:xfrm>
                  <a:off x="3962" y="2111"/>
                  <a:ext cx="558" cy="708"/>
                </a:xfrm>
                <a:prstGeom prst="rect">
                  <a:avLst/>
                </a:prstGeom>
                <a:solidFill>
                  <a:srgbClr val="FFE4E1"/>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329" name="Rectangle 25"/>
                <p:cNvSpPr>
                  <a:spLocks noChangeArrowheads="1"/>
                </p:cNvSpPr>
                <p:nvPr/>
              </p:nvSpPr>
              <p:spPr bwMode="auto">
                <a:xfrm>
                  <a:off x="3464" y="2111"/>
                  <a:ext cx="1056" cy="708"/>
                </a:xfrm>
                <a:prstGeom prst="rect">
                  <a:avLst/>
                </a:prstGeom>
                <a:noFill/>
                <a:ln w="9525">
                  <a:solidFill>
                    <a:srgbClr val="000000"/>
                  </a:solid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330" name="Rectangle 26"/>
                <p:cNvSpPr>
                  <a:spLocks noChangeArrowheads="1"/>
                </p:cNvSpPr>
                <p:nvPr/>
              </p:nvSpPr>
              <p:spPr bwMode="auto">
                <a:xfrm>
                  <a:off x="3704" y="2165"/>
                  <a:ext cx="659" cy="97"/>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1000">
                      <a:solidFill>
                        <a:srgbClr val="000000"/>
                      </a:solidFill>
                      <a:latin typeface="Arial" pitchFamily="34" charset="0"/>
                      <a:ea typeface="ＭＳ Ｐゴシック"/>
                      <a:cs typeface="ＭＳ Ｐゴシック"/>
                    </a:rPr>
                    <a:t>OM_Observation</a:t>
                  </a:r>
                  <a:endParaRPr lang="en-US">
                    <a:solidFill>
                      <a:srgbClr val="000000"/>
                    </a:solidFill>
                    <a:latin typeface="Arial" pitchFamily="34" charset="0"/>
                    <a:ea typeface="ＭＳ Ｐゴシック"/>
                    <a:cs typeface="ＭＳ Ｐゴシック"/>
                  </a:endParaRPr>
                </a:p>
              </p:txBody>
            </p:sp>
            <p:sp>
              <p:nvSpPr>
                <p:cNvPr id="331" name="Line 27"/>
                <p:cNvSpPr>
                  <a:spLocks noChangeShapeType="1"/>
                </p:cNvSpPr>
                <p:nvPr/>
              </p:nvSpPr>
              <p:spPr bwMode="auto">
                <a:xfrm>
                  <a:off x="3464" y="2291"/>
                  <a:ext cx="1056" cy="0"/>
                </a:xfrm>
                <a:prstGeom prst="line">
                  <a:avLst/>
                </a:prstGeom>
                <a:noFill/>
                <a:ln w="9525">
                  <a:solidFill>
                    <a:srgbClr val="000000"/>
                  </a:solidFill>
                  <a:miter lim="800000"/>
                  <a:headEnd/>
                  <a:tailEnd/>
                </a:ln>
              </p:spPr>
              <p:txBody>
                <a:bodyPr/>
                <a:lstStyle/>
                <a:p>
                  <a:pPr eaLnBrk="1" hangingPunct="1"/>
                  <a:endParaRPr lang="en-AU">
                    <a:solidFill>
                      <a:srgbClr val="000000"/>
                    </a:solidFill>
                    <a:latin typeface="Arial" charset="0"/>
                    <a:ea typeface="ＭＳ Ｐゴシック"/>
                    <a:cs typeface="ＭＳ Ｐゴシック"/>
                  </a:endParaRPr>
                </a:p>
              </p:txBody>
            </p:sp>
            <p:sp>
              <p:nvSpPr>
                <p:cNvPr id="332" name="Rectangle 28"/>
                <p:cNvSpPr>
                  <a:spLocks noChangeArrowheads="1"/>
                </p:cNvSpPr>
                <p:nvPr/>
              </p:nvSpPr>
              <p:spPr bwMode="auto">
                <a:xfrm>
                  <a:off x="3494" y="2315"/>
                  <a:ext cx="75" cy="97"/>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1000">
                      <a:solidFill>
                        <a:srgbClr val="8B0000"/>
                      </a:solidFill>
                      <a:latin typeface="Arial" pitchFamily="34" charset="0"/>
                      <a:ea typeface="ＭＳ Ｐゴシック"/>
                      <a:cs typeface="ＭＳ Ｐゴシック"/>
                    </a:rPr>
                    <a:t>+ </a:t>
                  </a:r>
                  <a:endParaRPr lang="en-US">
                    <a:solidFill>
                      <a:srgbClr val="000000"/>
                    </a:solidFill>
                    <a:latin typeface="Arial" pitchFamily="34" charset="0"/>
                    <a:ea typeface="ＭＳ Ｐゴシック"/>
                    <a:cs typeface="ＭＳ Ｐゴシック"/>
                  </a:endParaRPr>
                </a:p>
              </p:txBody>
            </p:sp>
            <p:sp>
              <p:nvSpPr>
                <p:cNvPr id="333" name="Rectangle 29"/>
                <p:cNvSpPr>
                  <a:spLocks noChangeArrowheads="1"/>
                </p:cNvSpPr>
                <p:nvPr/>
              </p:nvSpPr>
              <p:spPr bwMode="auto">
                <a:xfrm>
                  <a:off x="3620" y="2315"/>
                  <a:ext cx="701" cy="97"/>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1000" dirty="0" err="1">
                      <a:solidFill>
                        <a:srgbClr val="8B0000"/>
                      </a:solidFill>
                      <a:latin typeface="Arial" pitchFamily="34" charset="0"/>
                      <a:ea typeface="ＭＳ Ｐゴシック"/>
                      <a:cs typeface="ＭＳ Ｐゴシック"/>
                    </a:rPr>
                    <a:t>phenomenonTime</a:t>
                  </a:r>
                  <a:endParaRPr lang="en-US" dirty="0">
                    <a:solidFill>
                      <a:srgbClr val="000000"/>
                    </a:solidFill>
                    <a:latin typeface="Arial" pitchFamily="34" charset="0"/>
                    <a:ea typeface="ＭＳ Ｐゴシック"/>
                    <a:cs typeface="ＭＳ Ｐゴシック"/>
                  </a:endParaRPr>
                </a:p>
              </p:txBody>
            </p:sp>
            <p:sp>
              <p:nvSpPr>
                <p:cNvPr id="334" name="Rectangle 30"/>
                <p:cNvSpPr>
                  <a:spLocks noChangeArrowheads="1"/>
                </p:cNvSpPr>
                <p:nvPr/>
              </p:nvSpPr>
              <p:spPr bwMode="auto">
                <a:xfrm>
                  <a:off x="3494" y="2411"/>
                  <a:ext cx="75" cy="97"/>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1000">
                      <a:solidFill>
                        <a:srgbClr val="8B0000"/>
                      </a:solidFill>
                      <a:latin typeface="Arial" pitchFamily="34" charset="0"/>
                      <a:ea typeface="ＭＳ Ｐゴシック"/>
                      <a:cs typeface="ＭＳ Ｐゴシック"/>
                    </a:rPr>
                    <a:t>+ </a:t>
                  </a:r>
                  <a:endParaRPr lang="en-US">
                    <a:solidFill>
                      <a:srgbClr val="000000"/>
                    </a:solidFill>
                    <a:latin typeface="Arial" pitchFamily="34" charset="0"/>
                    <a:ea typeface="ＭＳ Ｐゴシック"/>
                    <a:cs typeface="ＭＳ Ｐゴシック"/>
                  </a:endParaRPr>
                </a:p>
              </p:txBody>
            </p:sp>
            <p:sp>
              <p:nvSpPr>
                <p:cNvPr id="335" name="Rectangle 31"/>
                <p:cNvSpPr>
                  <a:spLocks noChangeArrowheads="1"/>
                </p:cNvSpPr>
                <p:nvPr/>
              </p:nvSpPr>
              <p:spPr bwMode="auto">
                <a:xfrm>
                  <a:off x="3620" y="2411"/>
                  <a:ext cx="408" cy="97"/>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1000" dirty="0">
                      <a:solidFill>
                        <a:srgbClr val="8B0000"/>
                      </a:solidFill>
                      <a:latin typeface="Arial" pitchFamily="34" charset="0"/>
                      <a:ea typeface="ＭＳ Ｐゴシック"/>
                      <a:cs typeface="ＭＳ Ｐゴシック"/>
                    </a:rPr>
                    <a:t>resultTime</a:t>
                  </a:r>
                  <a:endParaRPr lang="en-US" dirty="0">
                    <a:solidFill>
                      <a:srgbClr val="000000"/>
                    </a:solidFill>
                    <a:latin typeface="Arial" pitchFamily="34" charset="0"/>
                    <a:ea typeface="ＭＳ Ｐゴシック"/>
                    <a:cs typeface="ＭＳ Ｐゴシック"/>
                  </a:endParaRPr>
                </a:p>
              </p:txBody>
            </p:sp>
            <p:sp>
              <p:nvSpPr>
                <p:cNvPr id="336" name="Rectangle 32"/>
                <p:cNvSpPr>
                  <a:spLocks noChangeArrowheads="1"/>
                </p:cNvSpPr>
                <p:nvPr/>
              </p:nvSpPr>
              <p:spPr bwMode="auto">
                <a:xfrm>
                  <a:off x="3494" y="2507"/>
                  <a:ext cx="75" cy="97"/>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1000">
                      <a:solidFill>
                        <a:srgbClr val="8B0000"/>
                      </a:solidFill>
                      <a:latin typeface="Arial" pitchFamily="34" charset="0"/>
                      <a:ea typeface="ＭＳ Ｐゴシック"/>
                      <a:cs typeface="ＭＳ Ｐゴシック"/>
                    </a:rPr>
                    <a:t>+ </a:t>
                  </a:r>
                  <a:endParaRPr lang="en-US">
                    <a:solidFill>
                      <a:srgbClr val="000000"/>
                    </a:solidFill>
                    <a:latin typeface="Arial" pitchFamily="34" charset="0"/>
                    <a:ea typeface="ＭＳ Ｐゴシック"/>
                    <a:cs typeface="ＭＳ Ｐゴシック"/>
                  </a:endParaRPr>
                </a:p>
              </p:txBody>
            </p:sp>
            <p:sp>
              <p:nvSpPr>
                <p:cNvPr id="337" name="Rectangle 33"/>
                <p:cNvSpPr>
                  <a:spLocks noChangeArrowheads="1"/>
                </p:cNvSpPr>
                <p:nvPr/>
              </p:nvSpPr>
              <p:spPr bwMode="auto">
                <a:xfrm>
                  <a:off x="3620" y="2507"/>
                  <a:ext cx="591" cy="97"/>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1000">
                      <a:solidFill>
                        <a:srgbClr val="8B0000"/>
                      </a:solidFill>
                      <a:latin typeface="Arial" pitchFamily="34" charset="0"/>
                      <a:ea typeface="ＭＳ Ｐゴシック"/>
                      <a:cs typeface="ＭＳ Ｐゴシック"/>
                    </a:rPr>
                    <a:t>validTime [0..1]</a:t>
                  </a:r>
                  <a:endParaRPr lang="en-US">
                    <a:solidFill>
                      <a:srgbClr val="000000"/>
                    </a:solidFill>
                    <a:latin typeface="Arial" pitchFamily="34" charset="0"/>
                    <a:ea typeface="ＭＳ Ｐゴシック"/>
                    <a:cs typeface="ＭＳ Ｐゴシック"/>
                  </a:endParaRPr>
                </a:p>
              </p:txBody>
            </p:sp>
            <p:sp>
              <p:nvSpPr>
                <p:cNvPr id="338" name="Rectangle 34"/>
                <p:cNvSpPr>
                  <a:spLocks noChangeArrowheads="1"/>
                </p:cNvSpPr>
                <p:nvPr/>
              </p:nvSpPr>
              <p:spPr bwMode="auto">
                <a:xfrm>
                  <a:off x="3494" y="2603"/>
                  <a:ext cx="75" cy="97"/>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1000">
                      <a:solidFill>
                        <a:srgbClr val="8B0000"/>
                      </a:solidFill>
                      <a:latin typeface="Arial" pitchFamily="34" charset="0"/>
                      <a:ea typeface="ＭＳ Ｐゴシック"/>
                      <a:cs typeface="ＭＳ Ｐゴシック"/>
                    </a:rPr>
                    <a:t>+ </a:t>
                  </a:r>
                  <a:endParaRPr lang="en-US">
                    <a:solidFill>
                      <a:srgbClr val="000000"/>
                    </a:solidFill>
                    <a:latin typeface="Arial" pitchFamily="34" charset="0"/>
                    <a:ea typeface="ＭＳ Ｐゴシック"/>
                    <a:cs typeface="ＭＳ Ｐゴシック"/>
                  </a:endParaRPr>
                </a:p>
              </p:txBody>
            </p:sp>
            <p:sp>
              <p:nvSpPr>
                <p:cNvPr id="339" name="Rectangle 35"/>
                <p:cNvSpPr>
                  <a:spLocks noChangeArrowheads="1"/>
                </p:cNvSpPr>
                <p:nvPr/>
              </p:nvSpPr>
              <p:spPr bwMode="auto">
                <a:xfrm>
                  <a:off x="3620" y="2603"/>
                  <a:ext cx="687" cy="97"/>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1000">
                      <a:solidFill>
                        <a:srgbClr val="8B0000"/>
                      </a:solidFill>
                      <a:latin typeface="Arial" pitchFamily="34" charset="0"/>
                      <a:ea typeface="ＭＳ Ｐゴシック"/>
                      <a:cs typeface="ＭＳ Ｐゴシック"/>
                    </a:rPr>
                    <a:t>resultQuality [0..*]</a:t>
                  </a:r>
                  <a:endParaRPr lang="en-US">
                    <a:solidFill>
                      <a:srgbClr val="000000"/>
                    </a:solidFill>
                    <a:latin typeface="Arial" pitchFamily="34" charset="0"/>
                    <a:ea typeface="ＭＳ Ｐゴシック"/>
                    <a:cs typeface="ＭＳ Ｐゴシック"/>
                  </a:endParaRPr>
                </a:p>
              </p:txBody>
            </p:sp>
            <p:sp>
              <p:nvSpPr>
                <p:cNvPr id="340" name="Rectangle 36"/>
                <p:cNvSpPr>
                  <a:spLocks noChangeArrowheads="1"/>
                </p:cNvSpPr>
                <p:nvPr/>
              </p:nvSpPr>
              <p:spPr bwMode="auto">
                <a:xfrm>
                  <a:off x="3494" y="2699"/>
                  <a:ext cx="75" cy="97"/>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1000">
                      <a:solidFill>
                        <a:srgbClr val="8B0000"/>
                      </a:solidFill>
                      <a:latin typeface="Arial" pitchFamily="34" charset="0"/>
                      <a:ea typeface="ＭＳ Ｐゴシック"/>
                      <a:cs typeface="ＭＳ Ｐゴシック"/>
                    </a:rPr>
                    <a:t>+ </a:t>
                  </a:r>
                  <a:endParaRPr lang="en-US">
                    <a:solidFill>
                      <a:srgbClr val="000000"/>
                    </a:solidFill>
                    <a:latin typeface="Arial" pitchFamily="34" charset="0"/>
                    <a:ea typeface="ＭＳ Ｐゴシック"/>
                    <a:cs typeface="ＭＳ Ｐゴシック"/>
                  </a:endParaRPr>
                </a:p>
              </p:txBody>
            </p:sp>
            <p:sp>
              <p:nvSpPr>
                <p:cNvPr id="341" name="Rectangle 37"/>
                <p:cNvSpPr>
                  <a:spLocks noChangeArrowheads="1"/>
                </p:cNvSpPr>
                <p:nvPr/>
              </p:nvSpPr>
              <p:spPr bwMode="auto">
                <a:xfrm>
                  <a:off x="3620" y="2699"/>
                  <a:ext cx="599" cy="97"/>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1000">
                      <a:solidFill>
                        <a:srgbClr val="8B0000"/>
                      </a:solidFill>
                      <a:latin typeface="Arial" pitchFamily="34" charset="0"/>
                      <a:ea typeface="ＭＳ Ｐゴシック"/>
                      <a:cs typeface="ＭＳ Ｐゴシック"/>
                    </a:rPr>
                    <a:t>parameter [0..*]</a:t>
                  </a:r>
                  <a:endParaRPr lang="en-US">
                    <a:solidFill>
                      <a:srgbClr val="000000"/>
                    </a:solidFill>
                    <a:latin typeface="Arial" pitchFamily="34" charset="0"/>
                    <a:ea typeface="ＭＳ Ｐゴシック"/>
                    <a:cs typeface="ＭＳ Ｐゴシック"/>
                  </a:endParaRPr>
                </a:p>
              </p:txBody>
            </p:sp>
          </p:grpSp>
          <p:grpSp>
            <p:nvGrpSpPr>
              <p:cNvPr id="178" name="Group 264"/>
              <p:cNvGrpSpPr>
                <a:grpSpLocks/>
              </p:cNvGrpSpPr>
              <p:nvPr/>
            </p:nvGrpSpPr>
            <p:grpSpPr bwMode="auto">
              <a:xfrm>
                <a:off x="2192811" y="1335705"/>
                <a:ext cx="1066800" cy="542925"/>
                <a:chOff x="1790" y="2225"/>
                <a:chExt cx="606" cy="342"/>
              </a:xfrm>
            </p:grpSpPr>
            <p:sp>
              <p:nvSpPr>
                <p:cNvPr id="260" name="Rectangle 66"/>
                <p:cNvSpPr>
                  <a:spLocks noChangeArrowheads="1"/>
                </p:cNvSpPr>
                <p:nvPr/>
              </p:nvSpPr>
              <p:spPr bwMode="auto">
                <a:xfrm>
                  <a:off x="1808" y="2243"/>
                  <a:ext cx="588" cy="324"/>
                </a:xfrm>
                <a:prstGeom prst="rect">
                  <a:avLst/>
                </a:prstGeom>
                <a:solidFill>
                  <a:srgbClr val="C0BFC0"/>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61" name="Rectangle 67"/>
                <p:cNvSpPr>
                  <a:spLocks noChangeArrowheads="1"/>
                </p:cNvSpPr>
                <p:nvPr/>
              </p:nvSpPr>
              <p:spPr bwMode="auto">
                <a:xfrm>
                  <a:off x="1790" y="2225"/>
                  <a:ext cx="12" cy="324"/>
                </a:xfrm>
                <a:prstGeom prst="rect">
                  <a:avLst/>
                </a:prstGeom>
                <a:solidFill>
                  <a:srgbClr val="E8E8C9"/>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62" name="Rectangle 68"/>
                <p:cNvSpPr>
                  <a:spLocks noChangeArrowheads="1"/>
                </p:cNvSpPr>
                <p:nvPr/>
              </p:nvSpPr>
              <p:spPr bwMode="auto">
                <a:xfrm>
                  <a:off x="1802" y="2225"/>
                  <a:ext cx="12" cy="324"/>
                </a:xfrm>
                <a:prstGeom prst="rect">
                  <a:avLst/>
                </a:prstGeom>
                <a:solidFill>
                  <a:srgbClr val="E9E9CA"/>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63" name="Rectangle 69"/>
                <p:cNvSpPr>
                  <a:spLocks noChangeArrowheads="1"/>
                </p:cNvSpPr>
                <p:nvPr/>
              </p:nvSpPr>
              <p:spPr bwMode="auto">
                <a:xfrm>
                  <a:off x="1814" y="2225"/>
                  <a:ext cx="12" cy="324"/>
                </a:xfrm>
                <a:prstGeom prst="rect">
                  <a:avLst/>
                </a:prstGeom>
                <a:solidFill>
                  <a:srgbClr val="EAEACB"/>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64" name="Rectangle 70"/>
                <p:cNvSpPr>
                  <a:spLocks noChangeArrowheads="1"/>
                </p:cNvSpPr>
                <p:nvPr/>
              </p:nvSpPr>
              <p:spPr bwMode="auto">
                <a:xfrm>
                  <a:off x="1826" y="2225"/>
                  <a:ext cx="12" cy="324"/>
                </a:xfrm>
                <a:prstGeom prst="rect">
                  <a:avLst/>
                </a:prstGeom>
                <a:solidFill>
                  <a:srgbClr val="EBEBCC"/>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65" name="Rectangle 71"/>
                <p:cNvSpPr>
                  <a:spLocks noChangeArrowheads="1"/>
                </p:cNvSpPr>
                <p:nvPr/>
              </p:nvSpPr>
              <p:spPr bwMode="auto">
                <a:xfrm>
                  <a:off x="1838" y="2225"/>
                  <a:ext cx="12" cy="324"/>
                </a:xfrm>
                <a:prstGeom prst="rect">
                  <a:avLst/>
                </a:prstGeom>
                <a:solidFill>
                  <a:srgbClr val="ECECCD"/>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66" name="Rectangle 72"/>
                <p:cNvSpPr>
                  <a:spLocks noChangeArrowheads="1"/>
                </p:cNvSpPr>
                <p:nvPr/>
              </p:nvSpPr>
              <p:spPr bwMode="auto">
                <a:xfrm>
                  <a:off x="1850" y="2225"/>
                  <a:ext cx="12" cy="324"/>
                </a:xfrm>
                <a:prstGeom prst="rect">
                  <a:avLst/>
                </a:prstGeom>
                <a:solidFill>
                  <a:srgbClr val="EDEDCE"/>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67" name="Rectangle 73"/>
                <p:cNvSpPr>
                  <a:spLocks noChangeArrowheads="1"/>
                </p:cNvSpPr>
                <p:nvPr/>
              </p:nvSpPr>
              <p:spPr bwMode="auto">
                <a:xfrm>
                  <a:off x="1862" y="2225"/>
                  <a:ext cx="12" cy="324"/>
                </a:xfrm>
                <a:prstGeom prst="rect">
                  <a:avLst/>
                </a:prstGeom>
                <a:solidFill>
                  <a:srgbClr val="EEEECF"/>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68" name="Rectangle 74"/>
                <p:cNvSpPr>
                  <a:spLocks noChangeArrowheads="1"/>
                </p:cNvSpPr>
                <p:nvPr/>
              </p:nvSpPr>
              <p:spPr bwMode="auto">
                <a:xfrm>
                  <a:off x="1874" y="2225"/>
                  <a:ext cx="12" cy="324"/>
                </a:xfrm>
                <a:prstGeom prst="rect">
                  <a:avLst/>
                </a:prstGeom>
                <a:solidFill>
                  <a:srgbClr val="EFEFD0"/>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69" name="Rectangle 75"/>
                <p:cNvSpPr>
                  <a:spLocks noChangeArrowheads="1"/>
                </p:cNvSpPr>
                <p:nvPr/>
              </p:nvSpPr>
              <p:spPr bwMode="auto">
                <a:xfrm>
                  <a:off x="1886" y="2225"/>
                  <a:ext cx="12" cy="324"/>
                </a:xfrm>
                <a:prstGeom prst="rect">
                  <a:avLst/>
                </a:prstGeom>
                <a:solidFill>
                  <a:srgbClr val="F0F0D1"/>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70" name="Rectangle 76"/>
                <p:cNvSpPr>
                  <a:spLocks noChangeArrowheads="1"/>
                </p:cNvSpPr>
                <p:nvPr/>
              </p:nvSpPr>
              <p:spPr bwMode="auto">
                <a:xfrm>
                  <a:off x="1898" y="2225"/>
                  <a:ext cx="12" cy="324"/>
                </a:xfrm>
                <a:prstGeom prst="rect">
                  <a:avLst/>
                </a:prstGeom>
                <a:solidFill>
                  <a:srgbClr val="F1F1D2"/>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71" name="Rectangle 77"/>
                <p:cNvSpPr>
                  <a:spLocks noChangeArrowheads="1"/>
                </p:cNvSpPr>
                <p:nvPr/>
              </p:nvSpPr>
              <p:spPr bwMode="auto">
                <a:xfrm>
                  <a:off x="1910" y="2225"/>
                  <a:ext cx="12" cy="324"/>
                </a:xfrm>
                <a:prstGeom prst="rect">
                  <a:avLst/>
                </a:prstGeom>
                <a:solidFill>
                  <a:srgbClr val="F2F2D3"/>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72" name="Rectangle 78"/>
                <p:cNvSpPr>
                  <a:spLocks noChangeArrowheads="1"/>
                </p:cNvSpPr>
                <p:nvPr/>
              </p:nvSpPr>
              <p:spPr bwMode="auto">
                <a:xfrm>
                  <a:off x="1922" y="2225"/>
                  <a:ext cx="12" cy="324"/>
                </a:xfrm>
                <a:prstGeom prst="rect">
                  <a:avLst/>
                </a:prstGeom>
                <a:solidFill>
                  <a:srgbClr val="F3F3D4"/>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73" name="Rectangle 79"/>
                <p:cNvSpPr>
                  <a:spLocks noChangeArrowheads="1"/>
                </p:cNvSpPr>
                <p:nvPr/>
              </p:nvSpPr>
              <p:spPr bwMode="auto">
                <a:xfrm>
                  <a:off x="1934" y="2225"/>
                  <a:ext cx="18" cy="324"/>
                </a:xfrm>
                <a:prstGeom prst="rect">
                  <a:avLst/>
                </a:prstGeom>
                <a:solidFill>
                  <a:srgbClr val="F4F4D5"/>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74" name="Rectangle 80"/>
                <p:cNvSpPr>
                  <a:spLocks noChangeArrowheads="1"/>
                </p:cNvSpPr>
                <p:nvPr/>
              </p:nvSpPr>
              <p:spPr bwMode="auto">
                <a:xfrm>
                  <a:off x="1952" y="2225"/>
                  <a:ext cx="18" cy="324"/>
                </a:xfrm>
                <a:prstGeom prst="rect">
                  <a:avLst/>
                </a:prstGeom>
                <a:solidFill>
                  <a:srgbClr val="F5F5D6"/>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75" name="Rectangle 81"/>
                <p:cNvSpPr>
                  <a:spLocks noChangeArrowheads="1"/>
                </p:cNvSpPr>
                <p:nvPr/>
              </p:nvSpPr>
              <p:spPr bwMode="auto">
                <a:xfrm>
                  <a:off x="1970" y="2225"/>
                  <a:ext cx="12" cy="324"/>
                </a:xfrm>
                <a:prstGeom prst="rect">
                  <a:avLst/>
                </a:prstGeom>
                <a:solidFill>
                  <a:srgbClr val="F6F6D7"/>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76" name="Rectangle 82"/>
                <p:cNvSpPr>
                  <a:spLocks noChangeArrowheads="1"/>
                </p:cNvSpPr>
                <p:nvPr/>
              </p:nvSpPr>
              <p:spPr bwMode="auto">
                <a:xfrm>
                  <a:off x="1982" y="2225"/>
                  <a:ext cx="12" cy="324"/>
                </a:xfrm>
                <a:prstGeom prst="rect">
                  <a:avLst/>
                </a:prstGeom>
                <a:solidFill>
                  <a:srgbClr val="F7F7D8"/>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77" name="Rectangle 83"/>
                <p:cNvSpPr>
                  <a:spLocks noChangeArrowheads="1"/>
                </p:cNvSpPr>
                <p:nvPr/>
              </p:nvSpPr>
              <p:spPr bwMode="auto">
                <a:xfrm>
                  <a:off x="1994" y="2225"/>
                  <a:ext cx="12" cy="324"/>
                </a:xfrm>
                <a:prstGeom prst="rect">
                  <a:avLst/>
                </a:prstGeom>
                <a:solidFill>
                  <a:srgbClr val="F8F8D9"/>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78" name="Rectangle 84"/>
                <p:cNvSpPr>
                  <a:spLocks noChangeArrowheads="1"/>
                </p:cNvSpPr>
                <p:nvPr/>
              </p:nvSpPr>
              <p:spPr bwMode="auto">
                <a:xfrm>
                  <a:off x="2006" y="2225"/>
                  <a:ext cx="12" cy="324"/>
                </a:xfrm>
                <a:prstGeom prst="rect">
                  <a:avLst/>
                </a:prstGeom>
                <a:solidFill>
                  <a:srgbClr val="F9F9DA"/>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79" name="Rectangle 85"/>
                <p:cNvSpPr>
                  <a:spLocks noChangeArrowheads="1"/>
                </p:cNvSpPr>
                <p:nvPr/>
              </p:nvSpPr>
              <p:spPr bwMode="auto">
                <a:xfrm>
                  <a:off x="2018" y="2225"/>
                  <a:ext cx="12" cy="324"/>
                </a:xfrm>
                <a:prstGeom prst="rect">
                  <a:avLst/>
                </a:prstGeom>
                <a:solidFill>
                  <a:srgbClr val="FAFADB"/>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80" name="Rectangle 86"/>
                <p:cNvSpPr>
                  <a:spLocks noChangeArrowheads="1"/>
                </p:cNvSpPr>
                <p:nvPr/>
              </p:nvSpPr>
              <p:spPr bwMode="auto">
                <a:xfrm>
                  <a:off x="2030" y="2225"/>
                  <a:ext cx="12" cy="324"/>
                </a:xfrm>
                <a:prstGeom prst="rect">
                  <a:avLst/>
                </a:prstGeom>
                <a:solidFill>
                  <a:srgbClr val="FBFBDC"/>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81" name="Rectangle 87"/>
                <p:cNvSpPr>
                  <a:spLocks noChangeArrowheads="1"/>
                </p:cNvSpPr>
                <p:nvPr/>
              </p:nvSpPr>
              <p:spPr bwMode="auto">
                <a:xfrm>
                  <a:off x="2042" y="2225"/>
                  <a:ext cx="12" cy="324"/>
                </a:xfrm>
                <a:prstGeom prst="rect">
                  <a:avLst/>
                </a:prstGeom>
                <a:solidFill>
                  <a:srgbClr val="FCFCDD"/>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82" name="Rectangle 88"/>
                <p:cNvSpPr>
                  <a:spLocks noChangeArrowheads="1"/>
                </p:cNvSpPr>
                <p:nvPr/>
              </p:nvSpPr>
              <p:spPr bwMode="auto">
                <a:xfrm>
                  <a:off x="2054" y="2225"/>
                  <a:ext cx="12" cy="324"/>
                </a:xfrm>
                <a:prstGeom prst="rect">
                  <a:avLst/>
                </a:prstGeom>
                <a:solidFill>
                  <a:srgbClr val="FDFDDE"/>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83" name="Rectangle 89"/>
                <p:cNvSpPr>
                  <a:spLocks noChangeArrowheads="1"/>
                </p:cNvSpPr>
                <p:nvPr/>
              </p:nvSpPr>
              <p:spPr bwMode="auto">
                <a:xfrm>
                  <a:off x="2066" y="2225"/>
                  <a:ext cx="12" cy="324"/>
                </a:xfrm>
                <a:prstGeom prst="rect">
                  <a:avLst/>
                </a:prstGeom>
                <a:solidFill>
                  <a:srgbClr val="FEFEDF"/>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84" name="Rectangle 90"/>
                <p:cNvSpPr>
                  <a:spLocks noChangeArrowheads="1"/>
                </p:cNvSpPr>
                <p:nvPr/>
              </p:nvSpPr>
              <p:spPr bwMode="auto">
                <a:xfrm>
                  <a:off x="2078" y="2225"/>
                  <a:ext cx="300" cy="324"/>
                </a:xfrm>
                <a:prstGeom prst="rect">
                  <a:avLst/>
                </a:prstGeom>
                <a:solidFill>
                  <a:srgbClr val="FFFFE0"/>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85" name="Rectangle 91"/>
                <p:cNvSpPr>
                  <a:spLocks noChangeArrowheads="1"/>
                </p:cNvSpPr>
                <p:nvPr/>
              </p:nvSpPr>
              <p:spPr bwMode="auto">
                <a:xfrm>
                  <a:off x="1790" y="2225"/>
                  <a:ext cx="588" cy="324"/>
                </a:xfrm>
                <a:prstGeom prst="rect">
                  <a:avLst/>
                </a:prstGeom>
                <a:noFill/>
                <a:ln w="9525">
                  <a:solidFill>
                    <a:srgbClr val="000000"/>
                  </a:solid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86" name="Rectangle 92"/>
                <p:cNvSpPr>
                  <a:spLocks noChangeArrowheads="1"/>
                </p:cNvSpPr>
                <p:nvPr/>
              </p:nvSpPr>
              <p:spPr bwMode="auto">
                <a:xfrm>
                  <a:off x="1868" y="2279"/>
                  <a:ext cx="493" cy="97"/>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1000">
                      <a:solidFill>
                        <a:srgbClr val="000000"/>
                      </a:solidFill>
                      <a:latin typeface="Arial" pitchFamily="34" charset="0"/>
                      <a:ea typeface="ＭＳ Ｐゴシック"/>
                      <a:cs typeface="ＭＳ Ｐゴシック"/>
                    </a:rPr>
                    <a:t>GFI_Feature</a:t>
                  </a:r>
                  <a:endParaRPr lang="en-US">
                    <a:solidFill>
                      <a:srgbClr val="000000"/>
                    </a:solidFill>
                    <a:latin typeface="Arial" pitchFamily="34" charset="0"/>
                    <a:ea typeface="ＭＳ Ｐゴシック"/>
                    <a:cs typeface="ＭＳ Ｐゴシック"/>
                  </a:endParaRPr>
                </a:p>
              </p:txBody>
            </p:sp>
            <p:sp>
              <p:nvSpPr>
                <p:cNvPr id="287" name="Line 93"/>
                <p:cNvSpPr>
                  <a:spLocks noChangeShapeType="1"/>
                </p:cNvSpPr>
                <p:nvPr/>
              </p:nvSpPr>
              <p:spPr bwMode="auto">
                <a:xfrm>
                  <a:off x="1790" y="2405"/>
                  <a:ext cx="588" cy="0"/>
                </a:xfrm>
                <a:prstGeom prst="line">
                  <a:avLst/>
                </a:prstGeom>
                <a:noFill/>
                <a:ln w="9525">
                  <a:solidFill>
                    <a:srgbClr val="000000"/>
                  </a:solidFill>
                  <a:miter lim="800000"/>
                  <a:headEnd/>
                  <a:tailEnd/>
                </a:ln>
              </p:spPr>
              <p:txBody>
                <a:bodyPr/>
                <a:lstStyle/>
                <a:p>
                  <a:pPr eaLnBrk="1" hangingPunct="1"/>
                  <a:endParaRPr lang="en-AU">
                    <a:solidFill>
                      <a:srgbClr val="000000"/>
                    </a:solidFill>
                    <a:latin typeface="Arial" charset="0"/>
                    <a:ea typeface="ＭＳ Ｐゴシック"/>
                    <a:cs typeface="ＭＳ Ｐゴシック"/>
                  </a:endParaRPr>
                </a:p>
              </p:txBody>
            </p:sp>
          </p:grpSp>
          <p:grpSp>
            <p:nvGrpSpPr>
              <p:cNvPr id="179" name="Group 267"/>
              <p:cNvGrpSpPr>
                <a:grpSpLocks/>
              </p:cNvGrpSpPr>
              <p:nvPr/>
            </p:nvGrpSpPr>
            <p:grpSpPr bwMode="auto">
              <a:xfrm>
                <a:off x="556098" y="4696443"/>
                <a:ext cx="1133475" cy="542925"/>
                <a:chOff x="3548" y="3275"/>
                <a:chExt cx="594" cy="342"/>
              </a:xfrm>
            </p:grpSpPr>
            <p:sp>
              <p:nvSpPr>
                <p:cNvPr id="232" name="Rectangle 94"/>
                <p:cNvSpPr>
                  <a:spLocks noChangeArrowheads="1"/>
                </p:cNvSpPr>
                <p:nvPr/>
              </p:nvSpPr>
              <p:spPr bwMode="auto">
                <a:xfrm>
                  <a:off x="3566" y="3293"/>
                  <a:ext cx="576" cy="324"/>
                </a:xfrm>
                <a:prstGeom prst="rect">
                  <a:avLst/>
                </a:prstGeom>
                <a:solidFill>
                  <a:srgbClr val="C0BFC0"/>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33" name="Rectangle 95"/>
                <p:cNvSpPr>
                  <a:spLocks noChangeArrowheads="1"/>
                </p:cNvSpPr>
                <p:nvPr/>
              </p:nvSpPr>
              <p:spPr bwMode="auto">
                <a:xfrm>
                  <a:off x="3548" y="3275"/>
                  <a:ext cx="12" cy="324"/>
                </a:xfrm>
                <a:prstGeom prst="rect">
                  <a:avLst/>
                </a:prstGeom>
                <a:solidFill>
                  <a:srgbClr val="B582E8"/>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34" name="Rectangle 96"/>
                <p:cNvSpPr>
                  <a:spLocks noChangeArrowheads="1"/>
                </p:cNvSpPr>
                <p:nvPr/>
              </p:nvSpPr>
              <p:spPr bwMode="auto">
                <a:xfrm>
                  <a:off x="3560" y="3275"/>
                  <a:ext cx="6" cy="324"/>
                </a:xfrm>
                <a:prstGeom prst="rect">
                  <a:avLst/>
                </a:prstGeom>
                <a:solidFill>
                  <a:srgbClr val="B683E9"/>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35" name="Rectangle 97"/>
                <p:cNvSpPr>
                  <a:spLocks noChangeArrowheads="1"/>
                </p:cNvSpPr>
                <p:nvPr/>
              </p:nvSpPr>
              <p:spPr bwMode="auto">
                <a:xfrm>
                  <a:off x="3566" y="3275"/>
                  <a:ext cx="18" cy="324"/>
                </a:xfrm>
                <a:prstGeom prst="rect">
                  <a:avLst/>
                </a:prstGeom>
                <a:solidFill>
                  <a:srgbClr val="B784EA"/>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36" name="Rectangle 98"/>
                <p:cNvSpPr>
                  <a:spLocks noChangeArrowheads="1"/>
                </p:cNvSpPr>
                <p:nvPr/>
              </p:nvSpPr>
              <p:spPr bwMode="auto">
                <a:xfrm>
                  <a:off x="3584" y="3275"/>
                  <a:ext cx="12" cy="324"/>
                </a:xfrm>
                <a:prstGeom prst="rect">
                  <a:avLst/>
                </a:prstGeom>
                <a:solidFill>
                  <a:srgbClr val="B885EB"/>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37" name="Rectangle 99"/>
                <p:cNvSpPr>
                  <a:spLocks noChangeArrowheads="1"/>
                </p:cNvSpPr>
                <p:nvPr/>
              </p:nvSpPr>
              <p:spPr bwMode="auto">
                <a:xfrm>
                  <a:off x="3596" y="3275"/>
                  <a:ext cx="6" cy="324"/>
                </a:xfrm>
                <a:prstGeom prst="rect">
                  <a:avLst/>
                </a:prstGeom>
                <a:solidFill>
                  <a:srgbClr val="B986EC"/>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38" name="Rectangle 100"/>
                <p:cNvSpPr>
                  <a:spLocks noChangeArrowheads="1"/>
                </p:cNvSpPr>
                <p:nvPr/>
              </p:nvSpPr>
              <p:spPr bwMode="auto">
                <a:xfrm>
                  <a:off x="3602" y="3275"/>
                  <a:ext cx="18" cy="324"/>
                </a:xfrm>
                <a:prstGeom prst="rect">
                  <a:avLst/>
                </a:prstGeom>
                <a:solidFill>
                  <a:srgbClr val="BA87ED"/>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39" name="Rectangle 101"/>
                <p:cNvSpPr>
                  <a:spLocks noChangeArrowheads="1"/>
                </p:cNvSpPr>
                <p:nvPr/>
              </p:nvSpPr>
              <p:spPr bwMode="auto">
                <a:xfrm>
                  <a:off x="3620" y="3275"/>
                  <a:ext cx="12" cy="324"/>
                </a:xfrm>
                <a:prstGeom prst="rect">
                  <a:avLst/>
                </a:prstGeom>
                <a:solidFill>
                  <a:srgbClr val="BB88EE"/>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40" name="Rectangle 102"/>
                <p:cNvSpPr>
                  <a:spLocks noChangeArrowheads="1"/>
                </p:cNvSpPr>
                <p:nvPr/>
              </p:nvSpPr>
              <p:spPr bwMode="auto">
                <a:xfrm>
                  <a:off x="3632" y="3275"/>
                  <a:ext cx="6" cy="324"/>
                </a:xfrm>
                <a:prstGeom prst="rect">
                  <a:avLst/>
                </a:prstGeom>
                <a:solidFill>
                  <a:srgbClr val="BC89EF"/>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41" name="Rectangle 103"/>
                <p:cNvSpPr>
                  <a:spLocks noChangeArrowheads="1"/>
                </p:cNvSpPr>
                <p:nvPr/>
              </p:nvSpPr>
              <p:spPr bwMode="auto">
                <a:xfrm>
                  <a:off x="3638" y="3275"/>
                  <a:ext cx="18" cy="324"/>
                </a:xfrm>
                <a:prstGeom prst="rect">
                  <a:avLst/>
                </a:prstGeom>
                <a:solidFill>
                  <a:srgbClr val="BD8AF0"/>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42" name="Rectangle 104"/>
                <p:cNvSpPr>
                  <a:spLocks noChangeArrowheads="1"/>
                </p:cNvSpPr>
                <p:nvPr/>
              </p:nvSpPr>
              <p:spPr bwMode="auto">
                <a:xfrm>
                  <a:off x="3656" y="3275"/>
                  <a:ext cx="12" cy="324"/>
                </a:xfrm>
                <a:prstGeom prst="rect">
                  <a:avLst/>
                </a:prstGeom>
                <a:solidFill>
                  <a:srgbClr val="BE8BF1"/>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43" name="Rectangle 105"/>
                <p:cNvSpPr>
                  <a:spLocks noChangeArrowheads="1"/>
                </p:cNvSpPr>
                <p:nvPr/>
              </p:nvSpPr>
              <p:spPr bwMode="auto">
                <a:xfrm>
                  <a:off x="3668" y="3275"/>
                  <a:ext cx="6" cy="324"/>
                </a:xfrm>
                <a:prstGeom prst="rect">
                  <a:avLst/>
                </a:prstGeom>
                <a:solidFill>
                  <a:srgbClr val="BF8CF2"/>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44" name="Rectangle 106"/>
                <p:cNvSpPr>
                  <a:spLocks noChangeArrowheads="1"/>
                </p:cNvSpPr>
                <p:nvPr/>
              </p:nvSpPr>
              <p:spPr bwMode="auto">
                <a:xfrm>
                  <a:off x="3674" y="3275"/>
                  <a:ext cx="18" cy="324"/>
                </a:xfrm>
                <a:prstGeom prst="rect">
                  <a:avLst/>
                </a:prstGeom>
                <a:solidFill>
                  <a:srgbClr val="C08DF3"/>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45" name="Rectangle 107"/>
                <p:cNvSpPr>
                  <a:spLocks noChangeArrowheads="1"/>
                </p:cNvSpPr>
                <p:nvPr/>
              </p:nvSpPr>
              <p:spPr bwMode="auto">
                <a:xfrm>
                  <a:off x="3692" y="3275"/>
                  <a:ext cx="12" cy="324"/>
                </a:xfrm>
                <a:prstGeom prst="rect">
                  <a:avLst/>
                </a:prstGeom>
                <a:solidFill>
                  <a:srgbClr val="C18EF4"/>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46" name="Rectangle 108"/>
                <p:cNvSpPr>
                  <a:spLocks noChangeArrowheads="1"/>
                </p:cNvSpPr>
                <p:nvPr/>
              </p:nvSpPr>
              <p:spPr bwMode="auto">
                <a:xfrm>
                  <a:off x="3704" y="3275"/>
                  <a:ext cx="18" cy="324"/>
                </a:xfrm>
                <a:prstGeom prst="rect">
                  <a:avLst/>
                </a:prstGeom>
                <a:solidFill>
                  <a:srgbClr val="C28FF5"/>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47" name="Rectangle 109"/>
                <p:cNvSpPr>
                  <a:spLocks noChangeArrowheads="1"/>
                </p:cNvSpPr>
                <p:nvPr/>
              </p:nvSpPr>
              <p:spPr bwMode="auto">
                <a:xfrm>
                  <a:off x="3722" y="3275"/>
                  <a:ext cx="18" cy="324"/>
                </a:xfrm>
                <a:prstGeom prst="rect">
                  <a:avLst/>
                </a:prstGeom>
                <a:solidFill>
                  <a:srgbClr val="C390F6"/>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48" name="Rectangle 110"/>
                <p:cNvSpPr>
                  <a:spLocks noChangeArrowheads="1"/>
                </p:cNvSpPr>
                <p:nvPr/>
              </p:nvSpPr>
              <p:spPr bwMode="auto">
                <a:xfrm>
                  <a:off x="3740" y="3275"/>
                  <a:ext cx="6" cy="324"/>
                </a:xfrm>
                <a:prstGeom prst="rect">
                  <a:avLst/>
                </a:prstGeom>
                <a:solidFill>
                  <a:srgbClr val="C491F7"/>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49" name="Rectangle 111"/>
                <p:cNvSpPr>
                  <a:spLocks noChangeArrowheads="1"/>
                </p:cNvSpPr>
                <p:nvPr/>
              </p:nvSpPr>
              <p:spPr bwMode="auto">
                <a:xfrm>
                  <a:off x="3746" y="3275"/>
                  <a:ext cx="18" cy="324"/>
                </a:xfrm>
                <a:prstGeom prst="rect">
                  <a:avLst/>
                </a:prstGeom>
                <a:solidFill>
                  <a:srgbClr val="C592F8"/>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50" name="Rectangle 112"/>
                <p:cNvSpPr>
                  <a:spLocks noChangeArrowheads="1"/>
                </p:cNvSpPr>
                <p:nvPr/>
              </p:nvSpPr>
              <p:spPr bwMode="auto">
                <a:xfrm>
                  <a:off x="3764" y="3275"/>
                  <a:ext cx="12" cy="324"/>
                </a:xfrm>
                <a:prstGeom prst="rect">
                  <a:avLst/>
                </a:prstGeom>
                <a:solidFill>
                  <a:srgbClr val="C693F9"/>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51" name="Rectangle 113"/>
                <p:cNvSpPr>
                  <a:spLocks noChangeArrowheads="1"/>
                </p:cNvSpPr>
                <p:nvPr/>
              </p:nvSpPr>
              <p:spPr bwMode="auto">
                <a:xfrm>
                  <a:off x="3776" y="3275"/>
                  <a:ext cx="6" cy="324"/>
                </a:xfrm>
                <a:prstGeom prst="rect">
                  <a:avLst/>
                </a:prstGeom>
                <a:solidFill>
                  <a:srgbClr val="C794FA"/>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52" name="Rectangle 114"/>
                <p:cNvSpPr>
                  <a:spLocks noChangeArrowheads="1"/>
                </p:cNvSpPr>
                <p:nvPr/>
              </p:nvSpPr>
              <p:spPr bwMode="auto">
                <a:xfrm>
                  <a:off x="3782" y="3275"/>
                  <a:ext cx="18" cy="324"/>
                </a:xfrm>
                <a:prstGeom prst="rect">
                  <a:avLst/>
                </a:prstGeom>
                <a:solidFill>
                  <a:srgbClr val="C895FB"/>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53" name="Rectangle 115"/>
                <p:cNvSpPr>
                  <a:spLocks noChangeArrowheads="1"/>
                </p:cNvSpPr>
                <p:nvPr/>
              </p:nvSpPr>
              <p:spPr bwMode="auto">
                <a:xfrm>
                  <a:off x="3800" y="3275"/>
                  <a:ext cx="12" cy="324"/>
                </a:xfrm>
                <a:prstGeom prst="rect">
                  <a:avLst/>
                </a:prstGeom>
                <a:solidFill>
                  <a:srgbClr val="C996FC"/>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54" name="Rectangle 116"/>
                <p:cNvSpPr>
                  <a:spLocks noChangeArrowheads="1"/>
                </p:cNvSpPr>
                <p:nvPr/>
              </p:nvSpPr>
              <p:spPr bwMode="auto">
                <a:xfrm>
                  <a:off x="3812" y="3275"/>
                  <a:ext cx="6" cy="324"/>
                </a:xfrm>
                <a:prstGeom prst="rect">
                  <a:avLst/>
                </a:prstGeom>
                <a:solidFill>
                  <a:srgbClr val="CA97FD"/>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55" name="Rectangle 117"/>
                <p:cNvSpPr>
                  <a:spLocks noChangeArrowheads="1"/>
                </p:cNvSpPr>
                <p:nvPr/>
              </p:nvSpPr>
              <p:spPr bwMode="auto">
                <a:xfrm>
                  <a:off x="3818" y="3275"/>
                  <a:ext cx="18" cy="324"/>
                </a:xfrm>
                <a:prstGeom prst="rect">
                  <a:avLst/>
                </a:prstGeom>
                <a:solidFill>
                  <a:srgbClr val="CB98FE"/>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56" name="Rectangle 118"/>
                <p:cNvSpPr>
                  <a:spLocks noChangeArrowheads="1"/>
                </p:cNvSpPr>
                <p:nvPr/>
              </p:nvSpPr>
              <p:spPr bwMode="auto">
                <a:xfrm>
                  <a:off x="3836" y="3275"/>
                  <a:ext cx="288" cy="324"/>
                </a:xfrm>
                <a:prstGeom prst="rect">
                  <a:avLst/>
                </a:prstGeom>
                <a:solidFill>
                  <a:srgbClr val="CC99FF"/>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57" name="Rectangle 119"/>
                <p:cNvSpPr>
                  <a:spLocks noChangeArrowheads="1"/>
                </p:cNvSpPr>
                <p:nvPr/>
              </p:nvSpPr>
              <p:spPr bwMode="auto">
                <a:xfrm>
                  <a:off x="3548" y="3275"/>
                  <a:ext cx="576" cy="324"/>
                </a:xfrm>
                <a:prstGeom prst="rect">
                  <a:avLst/>
                </a:prstGeom>
                <a:noFill/>
                <a:ln w="9525">
                  <a:solidFill>
                    <a:srgbClr val="000000"/>
                  </a:solid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58" name="Rectangle 120"/>
                <p:cNvSpPr>
                  <a:spLocks noChangeArrowheads="1"/>
                </p:cNvSpPr>
                <p:nvPr/>
              </p:nvSpPr>
              <p:spPr bwMode="auto">
                <a:xfrm>
                  <a:off x="3614" y="3329"/>
                  <a:ext cx="504" cy="97"/>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1000">
                      <a:solidFill>
                        <a:srgbClr val="000000"/>
                      </a:solidFill>
                      <a:latin typeface="Arial" pitchFamily="34" charset="0"/>
                      <a:ea typeface="ＭＳ Ｐゴシック"/>
                      <a:cs typeface="ＭＳ Ｐゴシック"/>
                    </a:rPr>
                    <a:t>OM_Process</a:t>
                  </a:r>
                  <a:endParaRPr lang="en-US">
                    <a:solidFill>
                      <a:srgbClr val="000000"/>
                    </a:solidFill>
                    <a:latin typeface="Arial" pitchFamily="34" charset="0"/>
                    <a:ea typeface="ＭＳ Ｐゴシック"/>
                    <a:cs typeface="ＭＳ Ｐゴシック"/>
                  </a:endParaRPr>
                </a:p>
              </p:txBody>
            </p:sp>
            <p:sp>
              <p:nvSpPr>
                <p:cNvPr id="259" name="Line 121"/>
                <p:cNvSpPr>
                  <a:spLocks noChangeShapeType="1"/>
                </p:cNvSpPr>
                <p:nvPr/>
              </p:nvSpPr>
              <p:spPr bwMode="auto">
                <a:xfrm>
                  <a:off x="3548" y="3455"/>
                  <a:ext cx="576" cy="0"/>
                </a:xfrm>
                <a:prstGeom prst="line">
                  <a:avLst/>
                </a:prstGeom>
                <a:noFill/>
                <a:ln w="9525">
                  <a:solidFill>
                    <a:srgbClr val="000000"/>
                  </a:solidFill>
                  <a:miter lim="800000"/>
                  <a:headEnd/>
                  <a:tailEnd/>
                </a:ln>
              </p:spPr>
              <p:txBody>
                <a:bodyPr/>
                <a:lstStyle/>
                <a:p>
                  <a:pPr eaLnBrk="1" hangingPunct="1"/>
                  <a:endParaRPr lang="en-AU">
                    <a:solidFill>
                      <a:srgbClr val="000000"/>
                    </a:solidFill>
                    <a:latin typeface="Arial" charset="0"/>
                    <a:ea typeface="ＭＳ Ｐゴシック"/>
                    <a:cs typeface="ＭＳ Ｐゴシック"/>
                  </a:endParaRPr>
                </a:p>
              </p:txBody>
            </p:sp>
          </p:grpSp>
          <p:grpSp>
            <p:nvGrpSpPr>
              <p:cNvPr id="182" name="Group 268"/>
              <p:cNvGrpSpPr>
                <a:grpSpLocks/>
              </p:cNvGrpSpPr>
              <p:nvPr/>
            </p:nvGrpSpPr>
            <p:grpSpPr bwMode="auto">
              <a:xfrm>
                <a:off x="2437286" y="4705968"/>
                <a:ext cx="809625" cy="542925"/>
                <a:chOff x="4832" y="3281"/>
                <a:chExt cx="552" cy="342"/>
              </a:xfrm>
            </p:grpSpPr>
            <p:sp>
              <p:nvSpPr>
                <p:cNvPr id="204" name="Rectangle 166"/>
                <p:cNvSpPr>
                  <a:spLocks noChangeArrowheads="1"/>
                </p:cNvSpPr>
                <p:nvPr/>
              </p:nvSpPr>
              <p:spPr bwMode="auto">
                <a:xfrm>
                  <a:off x="4850" y="3299"/>
                  <a:ext cx="534" cy="324"/>
                </a:xfrm>
                <a:prstGeom prst="rect">
                  <a:avLst/>
                </a:prstGeom>
                <a:solidFill>
                  <a:srgbClr val="C0BFC0"/>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05" name="Rectangle 167"/>
                <p:cNvSpPr>
                  <a:spLocks noChangeArrowheads="1"/>
                </p:cNvSpPr>
                <p:nvPr/>
              </p:nvSpPr>
              <p:spPr bwMode="auto">
                <a:xfrm>
                  <a:off x="4832" y="3281"/>
                  <a:ext cx="6" cy="324"/>
                </a:xfrm>
                <a:prstGeom prst="rect">
                  <a:avLst/>
                </a:prstGeom>
                <a:solidFill>
                  <a:srgbClr val="B5E8B5"/>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06" name="Rectangle 168"/>
                <p:cNvSpPr>
                  <a:spLocks noChangeArrowheads="1"/>
                </p:cNvSpPr>
                <p:nvPr/>
              </p:nvSpPr>
              <p:spPr bwMode="auto">
                <a:xfrm>
                  <a:off x="4838" y="3281"/>
                  <a:ext cx="12" cy="324"/>
                </a:xfrm>
                <a:prstGeom prst="rect">
                  <a:avLst/>
                </a:prstGeom>
                <a:solidFill>
                  <a:srgbClr val="B6E9B6"/>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07" name="Rectangle 169"/>
                <p:cNvSpPr>
                  <a:spLocks noChangeArrowheads="1"/>
                </p:cNvSpPr>
                <p:nvPr/>
              </p:nvSpPr>
              <p:spPr bwMode="auto">
                <a:xfrm>
                  <a:off x="4850" y="3281"/>
                  <a:ext cx="12" cy="324"/>
                </a:xfrm>
                <a:prstGeom prst="rect">
                  <a:avLst/>
                </a:prstGeom>
                <a:solidFill>
                  <a:srgbClr val="B7EAB7"/>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08" name="Rectangle 170"/>
                <p:cNvSpPr>
                  <a:spLocks noChangeArrowheads="1"/>
                </p:cNvSpPr>
                <p:nvPr/>
              </p:nvSpPr>
              <p:spPr bwMode="auto">
                <a:xfrm>
                  <a:off x="4862" y="3281"/>
                  <a:ext cx="12" cy="324"/>
                </a:xfrm>
                <a:prstGeom prst="rect">
                  <a:avLst/>
                </a:prstGeom>
                <a:solidFill>
                  <a:srgbClr val="B8EBB8"/>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09" name="Rectangle 171"/>
                <p:cNvSpPr>
                  <a:spLocks noChangeArrowheads="1"/>
                </p:cNvSpPr>
                <p:nvPr/>
              </p:nvSpPr>
              <p:spPr bwMode="auto">
                <a:xfrm>
                  <a:off x="4874" y="3281"/>
                  <a:ext cx="12" cy="324"/>
                </a:xfrm>
                <a:prstGeom prst="rect">
                  <a:avLst/>
                </a:prstGeom>
                <a:solidFill>
                  <a:srgbClr val="B9ECB9"/>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10" name="Rectangle 172"/>
                <p:cNvSpPr>
                  <a:spLocks noChangeArrowheads="1"/>
                </p:cNvSpPr>
                <p:nvPr/>
              </p:nvSpPr>
              <p:spPr bwMode="auto">
                <a:xfrm>
                  <a:off x="4886" y="3281"/>
                  <a:ext cx="12" cy="324"/>
                </a:xfrm>
                <a:prstGeom prst="rect">
                  <a:avLst/>
                </a:prstGeom>
                <a:solidFill>
                  <a:srgbClr val="BAEDBA"/>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11" name="Rectangle 173"/>
                <p:cNvSpPr>
                  <a:spLocks noChangeArrowheads="1"/>
                </p:cNvSpPr>
                <p:nvPr/>
              </p:nvSpPr>
              <p:spPr bwMode="auto">
                <a:xfrm>
                  <a:off x="4898" y="3281"/>
                  <a:ext cx="12" cy="324"/>
                </a:xfrm>
                <a:prstGeom prst="rect">
                  <a:avLst/>
                </a:prstGeom>
                <a:solidFill>
                  <a:srgbClr val="BBEEBB"/>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12" name="Rectangle 174"/>
                <p:cNvSpPr>
                  <a:spLocks noChangeArrowheads="1"/>
                </p:cNvSpPr>
                <p:nvPr/>
              </p:nvSpPr>
              <p:spPr bwMode="auto">
                <a:xfrm>
                  <a:off x="4910" y="3281"/>
                  <a:ext cx="6" cy="324"/>
                </a:xfrm>
                <a:prstGeom prst="rect">
                  <a:avLst/>
                </a:prstGeom>
                <a:solidFill>
                  <a:srgbClr val="BCEFBC"/>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13" name="Rectangle 175"/>
                <p:cNvSpPr>
                  <a:spLocks noChangeArrowheads="1"/>
                </p:cNvSpPr>
                <p:nvPr/>
              </p:nvSpPr>
              <p:spPr bwMode="auto">
                <a:xfrm>
                  <a:off x="4916" y="3281"/>
                  <a:ext cx="12" cy="324"/>
                </a:xfrm>
                <a:prstGeom prst="rect">
                  <a:avLst/>
                </a:prstGeom>
                <a:solidFill>
                  <a:srgbClr val="BDF0BD"/>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14" name="Rectangle 176"/>
                <p:cNvSpPr>
                  <a:spLocks noChangeArrowheads="1"/>
                </p:cNvSpPr>
                <p:nvPr/>
              </p:nvSpPr>
              <p:spPr bwMode="auto">
                <a:xfrm>
                  <a:off x="4928" y="3281"/>
                  <a:ext cx="12" cy="324"/>
                </a:xfrm>
                <a:prstGeom prst="rect">
                  <a:avLst/>
                </a:prstGeom>
                <a:solidFill>
                  <a:srgbClr val="BEF1BE"/>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15" name="Rectangle 177"/>
                <p:cNvSpPr>
                  <a:spLocks noChangeArrowheads="1"/>
                </p:cNvSpPr>
                <p:nvPr/>
              </p:nvSpPr>
              <p:spPr bwMode="auto">
                <a:xfrm>
                  <a:off x="4940" y="3281"/>
                  <a:ext cx="12" cy="324"/>
                </a:xfrm>
                <a:prstGeom prst="rect">
                  <a:avLst/>
                </a:prstGeom>
                <a:solidFill>
                  <a:srgbClr val="BFF2BF"/>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16" name="Rectangle 178"/>
                <p:cNvSpPr>
                  <a:spLocks noChangeArrowheads="1"/>
                </p:cNvSpPr>
                <p:nvPr/>
              </p:nvSpPr>
              <p:spPr bwMode="auto">
                <a:xfrm>
                  <a:off x="4952" y="3281"/>
                  <a:ext cx="12" cy="324"/>
                </a:xfrm>
                <a:prstGeom prst="rect">
                  <a:avLst/>
                </a:prstGeom>
                <a:solidFill>
                  <a:srgbClr val="C0F3C0"/>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17" name="Rectangle 179"/>
                <p:cNvSpPr>
                  <a:spLocks noChangeArrowheads="1"/>
                </p:cNvSpPr>
                <p:nvPr/>
              </p:nvSpPr>
              <p:spPr bwMode="auto">
                <a:xfrm>
                  <a:off x="4964" y="3281"/>
                  <a:ext cx="12" cy="324"/>
                </a:xfrm>
                <a:prstGeom prst="rect">
                  <a:avLst/>
                </a:prstGeom>
                <a:solidFill>
                  <a:srgbClr val="C1F4C1"/>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18" name="Rectangle 180"/>
                <p:cNvSpPr>
                  <a:spLocks noChangeArrowheads="1"/>
                </p:cNvSpPr>
                <p:nvPr/>
              </p:nvSpPr>
              <p:spPr bwMode="auto">
                <a:xfrm>
                  <a:off x="4976" y="3281"/>
                  <a:ext cx="18" cy="324"/>
                </a:xfrm>
                <a:prstGeom prst="rect">
                  <a:avLst/>
                </a:prstGeom>
                <a:solidFill>
                  <a:srgbClr val="C2F5C2"/>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19" name="Rectangle 181"/>
                <p:cNvSpPr>
                  <a:spLocks noChangeArrowheads="1"/>
                </p:cNvSpPr>
                <p:nvPr/>
              </p:nvSpPr>
              <p:spPr bwMode="auto">
                <a:xfrm>
                  <a:off x="4994" y="3281"/>
                  <a:ext cx="12" cy="324"/>
                </a:xfrm>
                <a:prstGeom prst="rect">
                  <a:avLst/>
                </a:prstGeom>
                <a:solidFill>
                  <a:srgbClr val="C3F6C3"/>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20" name="Rectangle 182"/>
                <p:cNvSpPr>
                  <a:spLocks noChangeArrowheads="1"/>
                </p:cNvSpPr>
                <p:nvPr/>
              </p:nvSpPr>
              <p:spPr bwMode="auto">
                <a:xfrm>
                  <a:off x="5006" y="3281"/>
                  <a:ext cx="12" cy="324"/>
                </a:xfrm>
                <a:prstGeom prst="rect">
                  <a:avLst/>
                </a:prstGeom>
                <a:solidFill>
                  <a:srgbClr val="C4F7C4"/>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21" name="Rectangle 183"/>
                <p:cNvSpPr>
                  <a:spLocks noChangeArrowheads="1"/>
                </p:cNvSpPr>
                <p:nvPr/>
              </p:nvSpPr>
              <p:spPr bwMode="auto">
                <a:xfrm>
                  <a:off x="5018" y="3281"/>
                  <a:ext cx="12" cy="324"/>
                </a:xfrm>
                <a:prstGeom prst="rect">
                  <a:avLst/>
                </a:prstGeom>
                <a:solidFill>
                  <a:srgbClr val="C5F8C5"/>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22" name="Rectangle 184"/>
                <p:cNvSpPr>
                  <a:spLocks noChangeArrowheads="1"/>
                </p:cNvSpPr>
                <p:nvPr/>
              </p:nvSpPr>
              <p:spPr bwMode="auto">
                <a:xfrm>
                  <a:off x="5030" y="3281"/>
                  <a:ext cx="12" cy="324"/>
                </a:xfrm>
                <a:prstGeom prst="rect">
                  <a:avLst/>
                </a:prstGeom>
                <a:solidFill>
                  <a:srgbClr val="C6F9C6"/>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23" name="Rectangle 185"/>
                <p:cNvSpPr>
                  <a:spLocks noChangeArrowheads="1"/>
                </p:cNvSpPr>
                <p:nvPr/>
              </p:nvSpPr>
              <p:spPr bwMode="auto">
                <a:xfrm>
                  <a:off x="5042" y="3281"/>
                  <a:ext cx="12" cy="324"/>
                </a:xfrm>
                <a:prstGeom prst="rect">
                  <a:avLst/>
                </a:prstGeom>
                <a:solidFill>
                  <a:srgbClr val="C7FAC7"/>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24" name="Rectangle 186"/>
                <p:cNvSpPr>
                  <a:spLocks noChangeArrowheads="1"/>
                </p:cNvSpPr>
                <p:nvPr/>
              </p:nvSpPr>
              <p:spPr bwMode="auto">
                <a:xfrm>
                  <a:off x="5054" y="3281"/>
                  <a:ext cx="12" cy="324"/>
                </a:xfrm>
                <a:prstGeom prst="rect">
                  <a:avLst/>
                </a:prstGeom>
                <a:solidFill>
                  <a:srgbClr val="C8FBC8"/>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25" name="Rectangle 187"/>
                <p:cNvSpPr>
                  <a:spLocks noChangeArrowheads="1"/>
                </p:cNvSpPr>
                <p:nvPr/>
              </p:nvSpPr>
              <p:spPr bwMode="auto">
                <a:xfrm>
                  <a:off x="5066" y="3281"/>
                  <a:ext cx="6" cy="324"/>
                </a:xfrm>
                <a:prstGeom prst="rect">
                  <a:avLst/>
                </a:prstGeom>
                <a:solidFill>
                  <a:srgbClr val="C9FCC9"/>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26" name="Rectangle 188"/>
                <p:cNvSpPr>
                  <a:spLocks noChangeArrowheads="1"/>
                </p:cNvSpPr>
                <p:nvPr/>
              </p:nvSpPr>
              <p:spPr bwMode="auto">
                <a:xfrm>
                  <a:off x="5072" y="3281"/>
                  <a:ext cx="12" cy="324"/>
                </a:xfrm>
                <a:prstGeom prst="rect">
                  <a:avLst/>
                </a:prstGeom>
                <a:solidFill>
                  <a:srgbClr val="CAFDCA"/>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27" name="Rectangle 189"/>
                <p:cNvSpPr>
                  <a:spLocks noChangeArrowheads="1"/>
                </p:cNvSpPr>
                <p:nvPr/>
              </p:nvSpPr>
              <p:spPr bwMode="auto">
                <a:xfrm>
                  <a:off x="5084" y="3281"/>
                  <a:ext cx="12" cy="324"/>
                </a:xfrm>
                <a:prstGeom prst="rect">
                  <a:avLst/>
                </a:prstGeom>
                <a:solidFill>
                  <a:srgbClr val="CBFECB"/>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28" name="Rectangle 190"/>
                <p:cNvSpPr>
                  <a:spLocks noChangeArrowheads="1"/>
                </p:cNvSpPr>
                <p:nvPr/>
              </p:nvSpPr>
              <p:spPr bwMode="auto">
                <a:xfrm>
                  <a:off x="5096" y="3281"/>
                  <a:ext cx="270" cy="324"/>
                </a:xfrm>
                <a:prstGeom prst="rect">
                  <a:avLst/>
                </a:prstGeom>
                <a:solidFill>
                  <a:srgbClr val="CCFFCC"/>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29" name="Rectangle 191"/>
                <p:cNvSpPr>
                  <a:spLocks noChangeArrowheads="1"/>
                </p:cNvSpPr>
                <p:nvPr/>
              </p:nvSpPr>
              <p:spPr bwMode="auto">
                <a:xfrm>
                  <a:off x="4832" y="3281"/>
                  <a:ext cx="534" cy="324"/>
                </a:xfrm>
                <a:prstGeom prst="rect">
                  <a:avLst/>
                </a:prstGeom>
                <a:noFill/>
                <a:ln w="9525">
                  <a:solidFill>
                    <a:srgbClr val="000000"/>
                  </a:solid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30" name="Rectangle 192"/>
                <p:cNvSpPr>
                  <a:spLocks noChangeArrowheads="1"/>
                </p:cNvSpPr>
                <p:nvPr/>
              </p:nvSpPr>
              <p:spPr bwMode="auto">
                <a:xfrm>
                  <a:off x="5030" y="3335"/>
                  <a:ext cx="150" cy="97"/>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1000">
                      <a:solidFill>
                        <a:srgbClr val="000000"/>
                      </a:solidFill>
                      <a:latin typeface="Arial" pitchFamily="34" charset="0"/>
                      <a:ea typeface="ＭＳ Ｐゴシック"/>
                      <a:cs typeface="ＭＳ Ｐゴシック"/>
                    </a:rPr>
                    <a:t>Any</a:t>
                  </a:r>
                  <a:endParaRPr lang="en-US">
                    <a:solidFill>
                      <a:srgbClr val="000000"/>
                    </a:solidFill>
                    <a:latin typeface="Arial" pitchFamily="34" charset="0"/>
                    <a:ea typeface="ＭＳ Ｐゴシック"/>
                    <a:cs typeface="ＭＳ Ｐゴシック"/>
                  </a:endParaRPr>
                </a:p>
              </p:txBody>
            </p:sp>
            <p:sp>
              <p:nvSpPr>
                <p:cNvPr id="231" name="Line 193"/>
                <p:cNvSpPr>
                  <a:spLocks noChangeShapeType="1"/>
                </p:cNvSpPr>
                <p:nvPr/>
              </p:nvSpPr>
              <p:spPr bwMode="auto">
                <a:xfrm>
                  <a:off x="4832" y="3461"/>
                  <a:ext cx="534" cy="0"/>
                </a:xfrm>
                <a:prstGeom prst="line">
                  <a:avLst/>
                </a:prstGeom>
                <a:noFill/>
                <a:ln w="9525">
                  <a:solidFill>
                    <a:srgbClr val="000000"/>
                  </a:solidFill>
                  <a:miter lim="800000"/>
                  <a:headEnd/>
                  <a:tailEnd/>
                </a:ln>
              </p:spPr>
              <p:txBody>
                <a:bodyPr/>
                <a:lstStyle/>
                <a:p>
                  <a:pPr eaLnBrk="1" hangingPunct="1"/>
                  <a:endParaRPr lang="en-AU">
                    <a:solidFill>
                      <a:srgbClr val="000000"/>
                    </a:solidFill>
                    <a:latin typeface="Arial" charset="0"/>
                    <a:ea typeface="ＭＳ Ｐゴシック"/>
                    <a:cs typeface="ＭＳ Ｐゴシック"/>
                  </a:endParaRPr>
                </a:p>
              </p:txBody>
            </p:sp>
          </p:grpSp>
          <p:grpSp>
            <p:nvGrpSpPr>
              <p:cNvPr id="183" name="Group 273"/>
              <p:cNvGrpSpPr>
                <a:grpSpLocks/>
              </p:cNvGrpSpPr>
              <p:nvPr/>
            </p:nvGrpSpPr>
            <p:grpSpPr bwMode="auto">
              <a:xfrm>
                <a:off x="1989611" y="3201018"/>
                <a:ext cx="1546225" cy="431800"/>
                <a:chOff x="4526" y="2333"/>
                <a:chExt cx="1055" cy="272"/>
              </a:xfrm>
            </p:grpSpPr>
            <p:sp>
              <p:nvSpPr>
                <p:cNvPr id="200" name="Line 225"/>
                <p:cNvSpPr>
                  <a:spLocks noChangeShapeType="1"/>
                </p:cNvSpPr>
                <p:nvPr/>
              </p:nvSpPr>
              <p:spPr bwMode="auto">
                <a:xfrm flipV="1">
                  <a:off x="4526" y="2429"/>
                  <a:ext cx="234" cy="30"/>
                </a:xfrm>
                <a:prstGeom prst="line">
                  <a:avLst/>
                </a:prstGeom>
                <a:noFill/>
                <a:ln w="9525">
                  <a:solidFill>
                    <a:srgbClr val="000000"/>
                  </a:solidFill>
                  <a:miter lim="800000"/>
                  <a:headEnd/>
                  <a:tailEnd/>
                </a:ln>
              </p:spPr>
              <p:txBody>
                <a:bodyPr/>
                <a:lstStyle/>
                <a:p>
                  <a:pPr eaLnBrk="1" hangingPunct="1"/>
                  <a:endParaRPr lang="en-AU">
                    <a:solidFill>
                      <a:srgbClr val="000000"/>
                    </a:solidFill>
                    <a:latin typeface="Arial" charset="0"/>
                    <a:ea typeface="ＭＳ Ｐゴシック"/>
                    <a:cs typeface="ＭＳ Ｐゴシック"/>
                  </a:endParaRPr>
                </a:p>
              </p:txBody>
            </p:sp>
            <p:sp>
              <p:nvSpPr>
                <p:cNvPr id="201" name="Freeform 226"/>
                <p:cNvSpPr>
                  <a:spLocks noEditPoints="1"/>
                </p:cNvSpPr>
                <p:nvPr/>
              </p:nvSpPr>
              <p:spPr bwMode="auto">
                <a:xfrm>
                  <a:off x="4664" y="2405"/>
                  <a:ext cx="96" cy="72"/>
                </a:xfrm>
                <a:custGeom>
                  <a:avLst/>
                  <a:gdLst>
                    <a:gd name="T0" fmla="*/ 96 w 96"/>
                    <a:gd name="T1" fmla="*/ 24 h 72"/>
                    <a:gd name="T2" fmla="*/ 12 w 96"/>
                    <a:gd name="T3" fmla="*/ 72 h 72"/>
                    <a:gd name="T4" fmla="*/ 96 w 96"/>
                    <a:gd name="T5" fmla="*/ 24 h 72"/>
                    <a:gd name="T6" fmla="*/ 0 w 96"/>
                    <a:gd name="T7" fmla="*/ 0 h 72"/>
                    <a:gd name="T8" fmla="*/ 0 60000 65536"/>
                    <a:gd name="T9" fmla="*/ 0 60000 65536"/>
                    <a:gd name="T10" fmla="*/ 0 60000 65536"/>
                    <a:gd name="T11" fmla="*/ 0 60000 65536"/>
                    <a:gd name="T12" fmla="*/ 0 w 96"/>
                    <a:gd name="T13" fmla="*/ 0 h 72"/>
                    <a:gd name="T14" fmla="*/ 96 w 96"/>
                    <a:gd name="T15" fmla="*/ 72 h 72"/>
                  </a:gdLst>
                  <a:ahLst/>
                  <a:cxnLst>
                    <a:cxn ang="T8">
                      <a:pos x="T0" y="T1"/>
                    </a:cxn>
                    <a:cxn ang="T9">
                      <a:pos x="T2" y="T3"/>
                    </a:cxn>
                    <a:cxn ang="T10">
                      <a:pos x="T4" y="T5"/>
                    </a:cxn>
                    <a:cxn ang="T11">
                      <a:pos x="T6" y="T7"/>
                    </a:cxn>
                  </a:cxnLst>
                  <a:rect l="T12" t="T13" r="T14" b="T15"/>
                  <a:pathLst>
                    <a:path w="96" h="72">
                      <a:moveTo>
                        <a:pt x="96" y="24"/>
                      </a:moveTo>
                      <a:lnTo>
                        <a:pt x="12" y="72"/>
                      </a:lnTo>
                      <a:moveTo>
                        <a:pt x="96" y="24"/>
                      </a:moveTo>
                      <a:lnTo>
                        <a:pt x="0" y="0"/>
                      </a:lnTo>
                    </a:path>
                  </a:pathLst>
                </a:custGeom>
                <a:noFill/>
                <a:ln w="9525" cap="flat">
                  <a:solidFill>
                    <a:srgbClr val="000000"/>
                  </a:solidFill>
                  <a:prstDash val="solid"/>
                  <a:miter lim="800000"/>
                  <a:headEnd/>
                  <a:tailEnd/>
                </a:ln>
              </p:spPr>
              <p:txBody>
                <a:bodyPr/>
                <a:lstStyle/>
                <a:p>
                  <a:pPr eaLnBrk="1" hangingPunct="1"/>
                  <a:endParaRPr lang="en-AU">
                    <a:solidFill>
                      <a:srgbClr val="000000"/>
                    </a:solidFill>
                    <a:latin typeface="Arial" charset="0"/>
                    <a:ea typeface="ＭＳ Ｐゴシック"/>
                    <a:cs typeface="ＭＳ Ｐゴシック"/>
                  </a:endParaRPr>
                </a:p>
              </p:txBody>
            </p:sp>
            <p:sp>
              <p:nvSpPr>
                <p:cNvPr id="202" name="Rectangle 227"/>
                <p:cNvSpPr>
                  <a:spLocks noChangeArrowheads="1"/>
                </p:cNvSpPr>
                <p:nvPr/>
              </p:nvSpPr>
              <p:spPr bwMode="auto">
                <a:xfrm>
                  <a:off x="4694" y="2489"/>
                  <a:ext cx="887" cy="116"/>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1200">
                      <a:solidFill>
                        <a:srgbClr val="000000"/>
                      </a:solidFill>
                      <a:latin typeface="Arial" pitchFamily="34" charset="0"/>
                      <a:ea typeface="ＭＳ Ｐゴシック"/>
                      <a:cs typeface="ＭＳ Ｐゴシック"/>
                    </a:rPr>
                    <a:t>+observedProperty</a:t>
                  </a:r>
                  <a:endParaRPr lang="en-US" sz="3600">
                    <a:solidFill>
                      <a:srgbClr val="000000"/>
                    </a:solidFill>
                    <a:latin typeface="Arial" pitchFamily="34" charset="0"/>
                    <a:ea typeface="ＭＳ Ｐゴシック"/>
                    <a:cs typeface="ＭＳ Ｐゴシック"/>
                  </a:endParaRPr>
                </a:p>
              </p:txBody>
            </p:sp>
            <p:sp>
              <p:nvSpPr>
                <p:cNvPr id="203" name="Rectangle 228"/>
                <p:cNvSpPr>
                  <a:spLocks noChangeArrowheads="1"/>
                </p:cNvSpPr>
                <p:nvPr/>
              </p:nvSpPr>
              <p:spPr bwMode="auto">
                <a:xfrm>
                  <a:off x="4694" y="2333"/>
                  <a:ext cx="39" cy="78"/>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800">
                      <a:solidFill>
                        <a:srgbClr val="000000"/>
                      </a:solidFill>
                      <a:latin typeface="Arial" pitchFamily="34" charset="0"/>
                      <a:ea typeface="ＭＳ Ｐゴシック"/>
                      <a:cs typeface="ＭＳ Ｐゴシック"/>
                    </a:rPr>
                    <a:t>1</a:t>
                  </a:r>
                  <a:endParaRPr lang="en-US">
                    <a:solidFill>
                      <a:srgbClr val="000000"/>
                    </a:solidFill>
                    <a:latin typeface="Arial" pitchFamily="34" charset="0"/>
                    <a:ea typeface="ＭＳ Ｐゴシック"/>
                    <a:cs typeface="ＭＳ Ｐゴシック"/>
                  </a:endParaRPr>
                </a:p>
              </p:txBody>
            </p:sp>
          </p:grpSp>
          <p:grpSp>
            <p:nvGrpSpPr>
              <p:cNvPr id="184" name="Group 178"/>
              <p:cNvGrpSpPr>
                <a:grpSpLocks/>
              </p:cNvGrpSpPr>
              <p:nvPr/>
            </p:nvGrpSpPr>
            <p:grpSpPr bwMode="auto">
              <a:xfrm rot="7440675">
                <a:off x="1337943" y="2277886"/>
                <a:ext cx="1281112" cy="180975"/>
                <a:chOff x="3532889" y="2379360"/>
                <a:chExt cx="1582615" cy="190500"/>
              </a:xfrm>
            </p:grpSpPr>
            <p:sp>
              <p:nvSpPr>
                <p:cNvPr id="198" name="Line 229"/>
                <p:cNvSpPr>
                  <a:spLocks noChangeShapeType="1"/>
                </p:cNvSpPr>
                <p:nvPr/>
              </p:nvSpPr>
              <p:spPr bwMode="auto">
                <a:xfrm flipH="1" flipV="1">
                  <a:off x="3532889" y="2426985"/>
                  <a:ext cx="1582615" cy="142875"/>
                </a:xfrm>
                <a:prstGeom prst="line">
                  <a:avLst/>
                </a:prstGeom>
                <a:noFill/>
                <a:ln w="9525">
                  <a:solidFill>
                    <a:srgbClr val="000000"/>
                  </a:solidFill>
                  <a:miter lim="800000"/>
                  <a:headEnd/>
                  <a:tailEnd/>
                </a:ln>
              </p:spPr>
              <p:txBody>
                <a:bodyPr/>
                <a:lstStyle/>
                <a:p>
                  <a:pPr eaLnBrk="1" hangingPunct="1"/>
                  <a:endParaRPr lang="en-AU">
                    <a:solidFill>
                      <a:srgbClr val="000000"/>
                    </a:solidFill>
                    <a:latin typeface="Arial" charset="0"/>
                    <a:ea typeface="ＭＳ Ｐゴシック"/>
                    <a:cs typeface="ＭＳ Ｐゴシック"/>
                  </a:endParaRPr>
                </a:p>
              </p:txBody>
            </p:sp>
            <p:sp>
              <p:nvSpPr>
                <p:cNvPr id="199" name="Freeform 230"/>
                <p:cNvSpPr>
                  <a:spLocks noEditPoints="1"/>
                </p:cNvSpPr>
                <p:nvPr/>
              </p:nvSpPr>
              <p:spPr bwMode="auto">
                <a:xfrm>
                  <a:off x="3532889" y="2379360"/>
                  <a:ext cx="131885" cy="114300"/>
                </a:xfrm>
                <a:custGeom>
                  <a:avLst/>
                  <a:gdLst>
                    <a:gd name="T0" fmla="*/ 0 w 90"/>
                    <a:gd name="T1" fmla="*/ 75604680 h 72"/>
                    <a:gd name="T2" fmla="*/ 193262840 w 90"/>
                    <a:gd name="T3" fmla="*/ 0 h 72"/>
                    <a:gd name="T4" fmla="*/ 0 w 90"/>
                    <a:gd name="T5" fmla="*/ 75604680 h 72"/>
                    <a:gd name="T6" fmla="*/ 180379099 w 90"/>
                    <a:gd name="T7" fmla="*/ 181451223 h 72"/>
                    <a:gd name="T8" fmla="*/ 0 60000 65536"/>
                    <a:gd name="T9" fmla="*/ 0 60000 65536"/>
                    <a:gd name="T10" fmla="*/ 0 60000 65536"/>
                    <a:gd name="T11" fmla="*/ 0 60000 65536"/>
                    <a:gd name="T12" fmla="*/ 0 w 90"/>
                    <a:gd name="T13" fmla="*/ 0 h 72"/>
                    <a:gd name="T14" fmla="*/ 90 w 90"/>
                    <a:gd name="T15" fmla="*/ 72 h 72"/>
                  </a:gdLst>
                  <a:ahLst/>
                  <a:cxnLst>
                    <a:cxn ang="T8">
                      <a:pos x="T0" y="T1"/>
                    </a:cxn>
                    <a:cxn ang="T9">
                      <a:pos x="T2" y="T3"/>
                    </a:cxn>
                    <a:cxn ang="T10">
                      <a:pos x="T4" y="T5"/>
                    </a:cxn>
                    <a:cxn ang="T11">
                      <a:pos x="T6" y="T7"/>
                    </a:cxn>
                  </a:cxnLst>
                  <a:rect l="T12" t="T13" r="T14" b="T15"/>
                  <a:pathLst>
                    <a:path w="90" h="72">
                      <a:moveTo>
                        <a:pt x="0" y="30"/>
                      </a:moveTo>
                      <a:lnTo>
                        <a:pt x="90" y="0"/>
                      </a:lnTo>
                      <a:moveTo>
                        <a:pt x="0" y="30"/>
                      </a:moveTo>
                      <a:lnTo>
                        <a:pt x="84" y="72"/>
                      </a:lnTo>
                    </a:path>
                  </a:pathLst>
                </a:custGeom>
                <a:noFill/>
                <a:ln w="9525" cap="flat">
                  <a:solidFill>
                    <a:srgbClr val="000000"/>
                  </a:solidFill>
                  <a:prstDash val="solid"/>
                  <a:miter lim="800000"/>
                  <a:headEnd/>
                  <a:tailEnd/>
                </a:ln>
              </p:spPr>
              <p:txBody>
                <a:bodyPr/>
                <a:lstStyle/>
                <a:p>
                  <a:pPr eaLnBrk="1" hangingPunct="1"/>
                  <a:endParaRPr lang="en-AU">
                    <a:solidFill>
                      <a:srgbClr val="000000"/>
                    </a:solidFill>
                    <a:latin typeface="Arial" charset="0"/>
                    <a:ea typeface="ＭＳ Ｐゴシック"/>
                    <a:cs typeface="ＭＳ Ｐゴシック"/>
                  </a:endParaRPr>
                </a:p>
              </p:txBody>
            </p:sp>
          </p:grpSp>
          <p:sp>
            <p:nvSpPr>
              <p:cNvPr id="185" name="Rectangle 232"/>
              <p:cNvSpPr>
                <a:spLocks noChangeArrowheads="1"/>
              </p:cNvSpPr>
              <p:nvPr/>
            </p:nvSpPr>
            <p:spPr bwMode="auto">
              <a:xfrm>
                <a:off x="1402236" y="2632693"/>
                <a:ext cx="153987" cy="123825"/>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800">
                    <a:solidFill>
                      <a:srgbClr val="000000"/>
                    </a:solidFill>
                    <a:latin typeface="Arial" pitchFamily="34" charset="0"/>
                    <a:ea typeface="ＭＳ Ｐゴシック"/>
                    <a:cs typeface="ＭＳ Ｐゴシック"/>
                  </a:rPr>
                  <a:t>0..*</a:t>
                </a:r>
                <a:endParaRPr lang="en-US">
                  <a:solidFill>
                    <a:srgbClr val="000000"/>
                  </a:solidFill>
                  <a:latin typeface="Arial" pitchFamily="34" charset="0"/>
                  <a:ea typeface="ＭＳ Ｐゴシック"/>
                  <a:cs typeface="ＭＳ Ｐゴシック"/>
                </a:endParaRPr>
              </a:p>
            </p:txBody>
          </p:sp>
          <p:sp>
            <p:nvSpPr>
              <p:cNvPr id="186" name="Rectangle 233"/>
              <p:cNvSpPr>
                <a:spLocks noChangeArrowheads="1"/>
              </p:cNvSpPr>
              <p:nvPr/>
            </p:nvSpPr>
            <p:spPr bwMode="auto">
              <a:xfrm>
                <a:off x="2411253" y="1899140"/>
                <a:ext cx="1244600" cy="184150"/>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1200" dirty="0">
                    <a:solidFill>
                      <a:srgbClr val="000000"/>
                    </a:solidFill>
                    <a:latin typeface="Arial" pitchFamily="34" charset="0"/>
                    <a:ea typeface="ＭＳ Ｐゴシック"/>
                    <a:cs typeface="ＭＳ Ｐゴシック"/>
                  </a:rPr>
                  <a:t>+featureOfInterest</a:t>
                </a:r>
                <a:endParaRPr lang="en-US" sz="3600" dirty="0">
                  <a:solidFill>
                    <a:srgbClr val="000000"/>
                  </a:solidFill>
                  <a:latin typeface="Arial" pitchFamily="34" charset="0"/>
                  <a:ea typeface="ＭＳ Ｐゴシック"/>
                  <a:cs typeface="ＭＳ Ｐゴシック"/>
                </a:endParaRPr>
              </a:p>
            </p:txBody>
          </p:sp>
          <p:sp>
            <p:nvSpPr>
              <p:cNvPr id="187" name="Rectangle 234"/>
              <p:cNvSpPr>
                <a:spLocks noChangeArrowheads="1"/>
              </p:cNvSpPr>
              <p:nvPr/>
            </p:nvSpPr>
            <p:spPr bwMode="auto">
              <a:xfrm>
                <a:off x="2084037" y="1911968"/>
                <a:ext cx="46037" cy="123825"/>
              </a:xfrm>
              <a:prstGeom prst="rect">
                <a:avLst/>
              </a:prstGeom>
              <a:noFill/>
              <a:ln w="9525">
                <a:noFill/>
                <a:miter lim="800000"/>
                <a:headEnd/>
                <a:tailEnd/>
              </a:ln>
            </p:spPr>
            <p:txBody>
              <a:bodyPr lIns="0" tIns="0" rIns="0" bIns="0">
                <a:spAutoFit/>
              </a:bodyPr>
              <a:lstStyle/>
              <a:p>
                <a:pPr marL="361950" indent="-361950" defTabSz="966788" eaLnBrk="1" hangingPunct="1">
                  <a:tabLst>
                    <a:tab pos="188913" algn="l"/>
                  </a:tabLst>
                </a:pPr>
                <a:r>
                  <a:rPr lang="en-US" sz="800" dirty="0">
                    <a:solidFill>
                      <a:srgbClr val="000000"/>
                    </a:solidFill>
                    <a:latin typeface="Arial" pitchFamily="34" charset="0"/>
                    <a:ea typeface="ＭＳ Ｐゴシック"/>
                    <a:cs typeface="ＭＳ Ｐゴシック"/>
                  </a:rPr>
                  <a:t>1</a:t>
                </a:r>
                <a:endParaRPr lang="en-US" dirty="0">
                  <a:solidFill>
                    <a:srgbClr val="000000"/>
                  </a:solidFill>
                  <a:latin typeface="Arial" pitchFamily="34" charset="0"/>
                  <a:ea typeface="ＭＳ Ｐゴシック"/>
                  <a:cs typeface="ＭＳ Ｐゴシック"/>
                </a:endParaRPr>
              </a:p>
            </p:txBody>
          </p:sp>
          <p:sp>
            <p:nvSpPr>
              <p:cNvPr id="188" name="Line 241"/>
              <p:cNvSpPr>
                <a:spLocks noChangeShapeType="1"/>
              </p:cNvSpPr>
              <p:nvPr/>
            </p:nvSpPr>
            <p:spPr bwMode="auto">
              <a:xfrm flipH="1">
                <a:off x="864073" y="3982068"/>
                <a:ext cx="280988" cy="714375"/>
              </a:xfrm>
              <a:prstGeom prst="line">
                <a:avLst/>
              </a:prstGeom>
              <a:noFill/>
              <a:ln w="9525">
                <a:solidFill>
                  <a:srgbClr val="000000"/>
                </a:solidFill>
                <a:miter lim="800000"/>
                <a:headEnd/>
                <a:tailEnd/>
              </a:ln>
            </p:spPr>
            <p:txBody>
              <a:bodyPr/>
              <a:lstStyle/>
              <a:p>
                <a:pPr eaLnBrk="1" hangingPunct="1"/>
                <a:endParaRPr lang="en-AU">
                  <a:solidFill>
                    <a:srgbClr val="000000"/>
                  </a:solidFill>
                  <a:latin typeface="Arial" charset="0"/>
                  <a:ea typeface="ＭＳ Ｐゴシック"/>
                  <a:cs typeface="ＭＳ Ｐゴシック"/>
                </a:endParaRPr>
              </a:p>
            </p:txBody>
          </p:sp>
          <p:sp>
            <p:nvSpPr>
              <p:cNvPr id="189" name="Freeform 242"/>
              <p:cNvSpPr>
                <a:spLocks noEditPoints="1"/>
              </p:cNvSpPr>
              <p:nvPr/>
            </p:nvSpPr>
            <p:spPr bwMode="auto">
              <a:xfrm>
                <a:off x="864073" y="4544043"/>
                <a:ext cx="96838" cy="152400"/>
              </a:xfrm>
              <a:custGeom>
                <a:avLst/>
                <a:gdLst>
                  <a:gd name="T0" fmla="*/ 0 w 66"/>
                  <a:gd name="T1" fmla="*/ 241935022 h 96"/>
                  <a:gd name="T2" fmla="*/ 0 w 66"/>
                  <a:gd name="T3" fmla="*/ 0 h 96"/>
                  <a:gd name="T4" fmla="*/ 0 w 66"/>
                  <a:gd name="T5" fmla="*/ 241935022 h 96"/>
                  <a:gd name="T6" fmla="*/ 142084802 w 66"/>
                  <a:gd name="T7" fmla="*/ 75604688 h 96"/>
                  <a:gd name="T8" fmla="*/ 0 60000 65536"/>
                  <a:gd name="T9" fmla="*/ 0 60000 65536"/>
                  <a:gd name="T10" fmla="*/ 0 60000 65536"/>
                  <a:gd name="T11" fmla="*/ 0 60000 65536"/>
                  <a:gd name="T12" fmla="*/ 0 w 66"/>
                  <a:gd name="T13" fmla="*/ 0 h 96"/>
                  <a:gd name="T14" fmla="*/ 66 w 66"/>
                  <a:gd name="T15" fmla="*/ 96 h 96"/>
                </a:gdLst>
                <a:ahLst/>
                <a:cxnLst>
                  <a:cxn ang="T8">
                    <a:pos x="T0" y="T1"/>
                  </a:cxn>
                  <a:cxn ang="T9">
                    <a:pos x="T2" y="T3"/>
                  </a:cxn>
                  <a:cxn ang="T10">
                    <a:pos x="T4" y="T5"/>
                  </a:cxn>
                  <a:cxn ang="T11">
                    <a:pos x="T6" y="T7"/>
                  </a:cxn>
                </a:cxnLst>
                <a:rect l="T12" t="T13" r="T14" b="T15"/>
                <a:pathLst>
                  <a:path w="66" h="96">
                    <a:moveTo>
                      <a:pt x="0" y="96"/>
                    </a:moveTo>
                    <a:lnTo>
                      <a:pt x="0" y="0"/>
                    </a:lnTo>
                    <a:moveTo>
                      <a:pt x="0" y="96"/>
                    </a:moveTo>
                    <a:lnTo>
                      <a:pt x="66" y="30"/>
                    </a:lnTo>
                  </a:path>
                </a:pathLst>
              </a:custGeom>
              <a:noFill/>
              <a:ln w="9525" cap="flat">
                <a:solidFill>
                  <a:srgbClr val="000000"/>
                </a:solidFill>
                <a:prstDash val="solid"/>
                <a:miter lim="800000"/>
                <a:headEnd/>
                <a:tailEnd/>
              </a:ln>
            </p:spPr>
            <p:txBody>
              <a:bodyPr/>
              <a:lstStyle/>
              <a:p>
                <a:pPr eaLnBrk="1" hangingPunct="1"/>
                <a:endParaRPr lang="en-AU">
                  <a:solidFill>
                    <a:srgbClr val="000000"/>
                  </a:solidFill>
                  <a:latin typeface="Arial" charset="0"/>
                  <a:ea typeface="ＭＳ Ｐゴシック"/>
                  <a:cs typeface="ＭＳ Ｐゴシック"/>
                </a:endParaRPr>
              </a:p>
            </p:txBody>
          </p:sp>
          <p:sp>
            <p:nvSpPr>
              <p:cNvPr id="190" name="Rectangle 244"/>
              <p:cNvSpPr>
                <a:spLocks noChangeArrowheads="1"/>
              </p:cNvSpPr>
              <p:nvPr/>
            </p:nvSpPr>
            <p:spPr bwMode="auto">
              <a:xfrm>
                <a:off x="1135536" y="4153518"/>
                <a:ext cx="155575" cy="123825"/>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800">
                    <a:solidFill>
                      <a:srgbClr val="000000"/>
                    </a:solidFill>
                    <a:latin typeface="Arial" pitchFamily="34" charset="0"/>
                    <a:ea typeface="ＭＳ Ｐゴシック"/>
                    <a:cs typeface="ＭＳ Ｐゴシック"/>
                  </a:rPr>
                  <a:t>0..*</a:t>
                </a:r>
                <a:endParaRPr lang="en-US">
                  <a:solidFill>
                    <a:srgbClr val="000000"/>
                  </a:solidFill>
                  <a:latin typeface="Arial" pitchFamily="34" charset="0"/>
                  <a:ea typeface="ＭＳ Ｐゴシック"/>
                  <a:cs typeface="ＭＳ Ｐゴシック"/>
                </a:endParaRPr>
              </a:p>
            </p:txBody>
          </p:sp>
          <p:sp>
            <p:nvSpPr>
              <p:cNvPr id="191" name="Rectangle 245"/>
              <p:cNvSpPr>
                <a:spLocks noChangeArrowheads="1"/>
              </p:cNvSpPr>
              <p:nvPr/>
            </p:nvSpPr>
            <p:spPr bwMode="auto">
              <a:xfrm>
                <a:off x="1041873" y="4432918"/>
                <a:ext cx="777875" cy="184150"/>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1200">
                    <a:solidFill>
                      <a:srgbClr val="000000"/>
                    </a:solidFill>
                    <a:latin typeface="Arial" pitchFamily="34" charset="0"/>
                    <a:ea typeface="ＭＳ Ｐゴシック"/>
                    <a:cs typeface="ＭＳ Ｐゴシック"/>
                  </a:rPr>
                  <a:t>+procedure</a:t>
                </a:r>
                <a:endParaRPr lang="en-US" sz="3600">
                  <a:solidFill>
                    <a:srgbClr val="000000"/>
                  </a:solidFill>
                  <a:latin typeface="Arial" pitchFamily="34" charset="0"/>
                  <a:ea typeface="ＭＳ Ｐゴシック"/>
                  <a:cs typeface="ＭＳ Ｐゴシック"/>
                </a:endParaRPr>
              </a:p>
            </p:txBody>
          </p:sp>
          <p:sp>
            <p:nvSpPr>
              <p:cNvPr id="192" name="Rectangle 246"/>
              <p:cNvSpPr>
                <a:spLocks noChangeArrowheads="1"/>
              </p:cNvSpPr>
              <p:nvPr/>
            </p:nvSpPr>
            <p:spPr bwMode="auto">
              <a:xfrm>
                <a:off x="687861" y="4486893"/>
                <a:ext cx="57150" cy="123825"/>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800">
                    <a:solidFill>
                      <a:srgbClr val="000000"/>
                    </a:solidFill>
                    <a:latin typeface="Arial" pitchFamily="34" charset="0"/>
                    <a:ea typeface="ＭＳ Ｐゴシック"/>
                    <a:cs typeface="ＭＳ Ｐゴシック"/>
                  </a:rPr>
                  <a:t>1</a:t>
                </a:r>
                <a:endParaRPr lang="en-US">
                  <a:solidFill>
                    <a:srgbClr val="000000"/>
                  </a:solidFill>
                  <a:latin typeface="Arial" pitchFamily="34" charset="0"/>
                  <a:ea typeface="ＭＳ Ｐゴシック"/>
                  <a:cs typeface="ＭＳ Ｐゴシック"/>
                </a:endParaRPr>
              </a:p>
            </p:txBody>
          </p:sp>
          <p:sp>
            <p:nvSpPr>
              <p:cNvPr id="193" name="Line 258"/>
              <p:cNvSpPr>
                <a:spLocks noChangeShapeType="1"/>
              </p:cNvSpPr>
              <p:nvPr/>
            </p:nvSpPr>
            <p:spPr bwMode="auto">
              <a:xfrm flipH="1" flipV="1">
                <a:off x="1989611" y="3953493"/>
                <a:ext cx="782637" cy="752475"/>
              </a:xfrm>
              <a:prstGeom prst="line">
                <a:avLst/>
              </a:prstGeom>
              <a:noFill/>
              <a:ln w="9525">
                <a:solidFill>
                  <a:srgbClr val="000000"/>
                </a:solidFill>
                <a:miter lim="800000"/>
                <a:headEnd/>
                <a:tailEnd/>
              </a:ln>
            </p:spPr>
            <p:txBody>
              <a:bodyPr/>
              <a:lstStyle/>
              <a:p>
                <a:pPr eaLnBrk="1" hangingPunct="1"/>
                <a:endParaRPr lang="en-AU">
                  <a:solidFill>
                    <a:srgbClr val="000000"/>
                  </a:solidFill>
                  <a:latin typeface="Arial" charset="0"/>
                  <a:ea typeface="ＭＳ Ｐゴシック"/>
                  <a:cs typeface="ＭＳ Ｐゴシック"/>
                </a:endParaRPr>
              </a:p>
            </p:txBody>
          </p:sp>
          <p:sp>
            <p:nvSpPr>
              <p:cNvPr id="194" name="Freeform 259"/>
              <p:cNvSpPr>
                <a:spLocks/>
              </p:cNvSpPr>
              <p:nvPr/>
            </p:nvSpPr>
            <p:spPr bwMode="auto">
              <a:xfrm>
                <a:off x="1989611" y="3953493"/>
                <a:ext cx="131762" cy="123825"/>
              </a:xfrm>
              <a:custGeom>
                <a:avLst/>
                <a:gdLst>
                  <a:gd name="T0" fmla="*/ 141461145 w 90"/>
                  <a:gd name="T1" fmla="*/ 45362807 h 78"/>
                  <a:gd name="T2" fmla="*/ 0 w 90"/>
                  <a:gd name="T3" fmla="*/ 0 h 78"/>
                  <a:gd name="T4" fmla="*/ 51441354 w 90"/>
                  <a:gd name="T5" fmla="*/ 151209365 h 78"/>
                  <a:gd name="T6" fmla="*/ 192902522 w 90"/>
                  <a:gd name="T7" fmla="*/ 196572160 h 78"/>
                  <a:gd name="T8" fmla="*/ 141461145 w 90"/>
                  <a:gd name="T9" fmla="*/ 45362807 h 78"/>
                  <a:gd name="T10" fmla="*/ 0 60000 65536"/>
                  <a:gd name="T11" fmla="*/ 0 60000 65536"/>
                  <a:gd name="T12" fmla="*/ 0 60000 65536"/>
                  <a:gd name="T13" fmla="*/ 0 60000 65536"/>
                  <a:gd name="T14" fmla="*/ 0 60000 65536"/>
                  <a:gd name="T15" fmla="*/ 0 w 90"/>
                  <a:gd name="T16" fmla="*/ 0 h 78"/>
                  <a:gd name="T17" fmla="*/ 90 w 90"/>
                  <a:gd name="T18" fmla="*/ 78 h 78"/>
                </a:gdLst>
                <a:ahLst/>
                <a:cxnLst>
                  <a:cxn ang="T10">
                    <a:pos x="T0" y="T1"/>
                  </a:cxn>
                  <a:cxn ang="T11">
                    <a:pos x="T2" y="T3"/>
                  </a:cxn>
                  <a:cxn ang="T12">
                    <a:pos x="T4" y="T5"/>
                  </a:cxn>
                  <a:cxn ang="T13">
                    <a:pos x="T6" y="T7"/>
                  </a:cxn>
                  <a:cxn ang="T14">
                    <a:pos x="T8" y="T9"/>
                  </a:cxn>
                </a:cxnLst>
                <a:rect l="T15" t="T16" r="T17" b="T18"/>
                <a:pathLst>
                  <a:path w="90" h="78">
                    <a:moveTo>
                      <a:pt x="66" y="18"/>
                    </a:moveTo>
                    <a:lnTo>
                      <a:pt x="0" y="0"/>
                    </a:lnTo>
                    <a:lnTo>
                      <a:pt x="24" y="60"/>
                    </a:lnTo>
                    <a:lnTo>
                      <a:pt x="90" y="78"/>
                    </a:lnTo>
                    <a:lnTo>
                      <a:pt x="66" y="18"/>
                    </a:lnTo>
                    <a:close/>
                  </a:path>
                </a:pathLst>
              </a:custGeom>
              <a:solidFill>
                <a:srgbClr val="000000"/>
              </a:solidFill>
              <a:ln w="9525">
                <a:noFill/>
                <a:round/>
                <a:headEnd/>
                <a:tailEnd/>
              </a:ln>
            </p:spPr>
            <p:txBody>
              <a:bodyPr/>
              <a:lstStyle/>
              <a:p>
                <a:pPr eaLnBrk="1" hangingPunct="1"/>
                <a:endParaRPr lang="en-AU">
                  <a:solidFill>
                    <a:srgbClr val="000000"/>
                  </a:solidFill>
                  <a:latin typeface="Arial" charset="0"/>
                  <a:ea typeface="ＭＳ Ｐゴシック"/>
                  <a:cs typeface="ＭＳ Ｐゴシック"/>
                </a:endParaRPr>
              </a:p>
            </p:txBody>
          </p:sp>
          <p:sp>
            <p:nvSpPr>
              <p:cNvPr id="195" name="Freeform 260"/>
              <p:cNvSpPr>
                <a:spLocks/>
              </p:cNvSpPr>
              <p:nvPr/>
            </p:nvSpPr>
            <p:spPr bwMode="auto">
              <a:xfrm>
                <a:off x="1989611" y="3953493"/>
                <a:ext cx="131762" cy="123825"/>
              </a:xfrm>
              <a:custGeom>
                <a:avLst/>
                <a:gdLst>
                  <a:gd name="T0" fmla="*/ 141461145 w 90"/>
                  <a:gd name="T1" fmla="*/ 45362807 h 78"/>
                  <a:gd name="T2" fmla="*/ 0 w 90"/>
                  <a:gd name="T3" fmla="*/ 0 h 78"/>
                  <a:gd name="T4" fmla="*/ 51441354 w 90"/>
                  <a:gd name="T5" fmla="*/ 151209365 h 78"/>
                  <a:gd name="T6" fmla="*/ 192902522 w 90"/>
                  <a:gd name="T7" fmla="*/ 196572160 h 78"/>
                  <a:gd name="T8" fmla="*/ 141461145 w 90"/>
                  <a:gd name="T9" fmla="*/ 45362807 h 78"/>
                  <a:gd name="T10" fmla="*/ 0 60000 65536"/>
                  <a:gd name="T11" fmla="*/ 0 60000 65536"/>
                  <a:gd name="T12" fmla="*/ 0 60000 65536"/>
                  <a:gd name="T13" fmla="*/ 0 60000 65536"/>
                  <a:gd name="T14" fmla="*/ 0 60000 65536"/>
                  <a:gd name="T15" fmla="*/ 0 w 90"/>
                  <a:gd name="T16" fmla="*/ 0 h 78"/>
                  <a:gd name="T17" fmla="*/ 90 w 90"/>
                  <a:gd name="T18" fmla="*/ 78 h 78"/>
                </a:gdLst>
                <a:ahLst/>
                <a:cxnLst>
                  <a:cxn ang="T10">
                    <a:pos x="T0" y="T1"/>
                  </a:cxn>
                  <a:cxn ang="T11">
                    <a:pos x="T2" y="T3"/>
                  </a:cxn>
                  <a:cxn ang="T12">
                    <a:pos x="T4" y="T5"/>
                  </a:cxn>
                  <a:cxn ang="T13">
                    <a:pos x="T6" y="T7"/>
                  </a:cxn>
                  <a:cxn ang="T14">
                    <a:pos x="T8" y="T9"/>
                  </a:cxn>
                </a:cxnLst>
                <a:rect l="T15" t="T16" r="T17" b="T18"/>
                <a:pathLst>
                  <a:path w="90" h="78">
                    <a:moveTo>
                      <a:pt x="66" y="18"/>
                    </a:moveTo>
                    <a:lnTo>
                      <a:pt x="0" y="0"/>
                    </a:lnTo>
                    <a:lnTo>
                      <a:pt x="24" y="60"/>
                    </a:lnTo>
                    <a:lnTo>
                      <a:pt x="90" y="78"/>
                    </a:lnTo>
                    <a:lnTo>
                      <a:pt x="66" y="18"/>
                    </a:lnTo>
                    <a:close/>
                  </a:path>
                </a:pathLst>
              </a:custGeom>
              <a:noFill/>
              <a:ln w="9525" cap="flat">
                <a:solidFill>
                  <a:srgbClr val="000000"/>
                </a:solidFill>
                <a:prstDash val="solid"/>
                <a:miter lim="800000"/>
                <a:headEnd/>
                <a:tailEnd/>
              </a:ln>
            </p:spPr>
            <p:txBody>
              <a:bodyPr/>
              <a:lstStyle/>
              <a:p>
                <a:pPr eaLnBrk="1" hangingPunct="1"/>
                <a:endParaRPr lang="en-AU">
                  <a:solidFill>
                    <a:srgbClr val="000000"/>
                  </a:solidFill>
                  <a:latin typeface="Arial" charset="0"/>
                  <a:ea typeface="ＭＳ Ｐゴシック"/>
                  <a:cs typeface="ＭＳ Ｐゴシック"/>
                </a:endParaRPr>
              </a:p>
            </p:txBody>
          </p:sp>
          <p:sp>
            <p:nvSpPr>
              <p:cNvPr id="196" name="Freeform 261"/>
              <p:cNvSpPr>
                <a:spLocks noEditPoints="1"/>
              </p:cNvSpPr>
              <p:nvPr/>
            </p:nvSpPr>
            <p:spPr bwMode="auto">
              <a:xfrm>
                <a:off x="2640486" y="4572618"/>
                <a:ext cx="131762" cy="133350"/>
              </a:xfrm>
              <a:custGeom>
                <a:avLst/>
                <a:gdLst>
                  <a:gd name="T0" fmla="*/ 192902522 w 90"/>
                  <a:gd name="T1" fmla="*/ 211693147 h 84"/>
                  <a:gd name="T2" fmla="*/ 102881244 w 90"/>
                  <a:gd name="T3" fmla="*/ 0 h 84"/>
                  <a:gd name="T4" fmla="*/ 192902522 w 90"/>
                  <a:gd name="T5" fmla="*/ 211693147 h 84"/>
                  <a:gd name="T6" fmla="*/ 0 w 90"/>
                  <a:gd name="T7" fmla="*/ 136088438 h 84"/>
                  <a:gd name="T8" fmla="*/ 0 60000 65536"/>
                  <a:gd name="T9" fmla="*/ 0 60000 65536"/>
                  <a:gd name="T10" fmla="*/ 0 60000 65536"/>
                  <a:gd name="T11" fmla="*/ 0 60000 65536"/>
                  <a:gd name="T12" fmla="*/ 0 w 90"/>
                  <a:gd name="T13" fmla="*/ 0 h 84"/>
                  <a:gd name="T14" fmla="*/ 90 w 90"/>
                  <a:gd name="T15" fmla="*/ 84 h 84"/>
                </a:gdLst>
                <a:ahLst/>
                <a:cxnLst>
                  <a:cxn ang="T8">
                    <a:pos x="T0" y="T1"/>
                  </a:cxn>
                  <a:cxn ang="T9">
                    <a:pos x="T2" y="T3"/>
                  </a:cxn>
                  <a:cxn ang="T10">
                    <a:pos x="T4" y="T5"/>
                  </a:cxn>
                  <a:cxn ang="T11">
                    <a:pos x="T6" y="T7"/>
                  </a:cxn>
                </a:cxnLst>
                <a:rect l="T12" t="T13" r="T14" b="T15"/>
                <a:pathLst>
                  <a:path w="90" h="84">
                    <a:moveTo>
                      <a:pt x="90" y="84"/>
                    </a:moveTo>
                    <a:lnTo>
                      <a:pt x="48" y="0"/>
                    </a:lnTo>
                    <a:moveTo>
                      <a:pt x="90" y="84"/>
                    </a:moveTo>
                    <a:lnTo>
                      <a:pt x="0" y="54"/>
                    </a:lnTo>
                  </a:path>
                </a:pathLst>
              </a:custGeom>
              <a:noFill/>
              <a:ln w="9525" cap="flat">
                <a:solidFill>
                  <a:srgbClr val="000000"/>
                </a:solidFill>
                <a:prstDash val="solid"/>
                <a:miter lim="800000"/>
                <a:headEnd/>
                <a:tailEnd/>
              </a:ln>
            </p:spPr>
            <p:txBody>
              <a:bodyPr/>
              <a:lstStyle/>
              <a:p>
                <a:pPr eaLnBrk="1" hangingPunct="1"/>
                <a:endParaRPr lang="en-AU">
                  <a:solidFill>
                    <a:srgbClr val="000000"/>
                  </a:solidFill>
                  <a:latin typeface="Arial" charset="0"/>
                  <a:ea typeface="ＭＳ Ｐゴシック"/>
                  <a:cs typeface="ＭＳ Ｐゴシック"/>
                </a:endParaRPr>
              </a:p>
            </p:txBody>
          </p:sp>
          <p:sp>
            <p:nvSpPr>
              <p:cNvPr id="197" name="Rectangle 262"/>
              <p:cNvSpPr>
                <a:spLocks noChangeArrowheads="1"/>
              </p:cNvSpPr>
              <p:nvPr/>
            </p:nvSpPr>
            <p:spPr bwMode="auto">
              <a:xfrm>
                <a:off x="2842098" y="4463080"/>
                <a:ext cx="465138" cy="185738"/>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1200">
                    <a:solidFill>
                      <a:srgbClr val="000000"/>
                    </a:solidFill>
                    <a:latin typeface="Arial" pitchFamily="34" charset="0"/>
                    <a:ea typeface="ＭＳ Ｐゴシック"/>
                    <a:cs typeface="ＭＳ Ｐゴシック"/>
                  </a:rPr>
                  <a:t>+result</a:t>
                </a:r>
                <a:endParaRPr lang="en-US" sz="3600">
                  <a:solidFill>
                    <a:srgbClr val="000000"/>
                  </a:solidFill>
                  <a:latin typeface="Arial" pitchFamily="34" charset="0"/>
                  <a:ea typeface="ＭＳ Ｐゴシック"/>
                  <a:cs typeface="ＭＳ Ｐゴシック"/>
                </a:endParaRPr>
              </a:p>
            </p:txBody>
          </p:sp>
        </p:grpSp>
      </p:grpSp>
      <p:pic>
        <p:nvPicPr>
          <p:cNvPr id="154" name="Picture 153" descr="SatTelFlaF3LG.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4549813" y="30834"/>
            <a:ext cx="4595482" cy="3199012"/>
          </a:xfrm>
          <a:prstGeom prst="rect">
            <a:avLst/>
          </a:prstGeom>
        </p:spPr>
      </p:pic>
      <p:sp>
        <p:nvSpPr>
          <p:cNvPr id="156" name="Right Arrow 155"/>
          <p:cNvSpPr/>
          <p:nvPr/>
        </p:nvSpPr>
        <p:spPr bwMode="auto">
          <a:xfrm rot="21309732">
            <a:off x="3688198" y="2777979"/>
            <a:ext cx="2853134" cy="461796"/>
          </a:xfrm>
          <a:prstGeom prst="rightArrow">
            <a:avLst/>
          </a:prstGeom>
          <a:gradFill flip="none" rotWithShape="1">
            <a:gsLst>
              <a:gs pos="66000">
                <a:schemeClr val="tx2">
                  <a:lumMod val="25000"/>
                  <a:lumOff val="75000"/>
                </a:schemeClr>
              </a:gs>
              <a:gs pos="100000">
                <a:srgbClr val="FFFFFF"/>
              </a:gs>
            </a:gsLst>
            <a:lin ang="0" scaled="1"/>
            <a:tileRect/>
          </a:gradFill>
          <a:ln>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none" lIns="91440" tIns="45720" rIns="91440" bIns="45720" numCol="1" rtlCol="0" anchor="ctr" anchorCtr="0" compatLnSpc="1">
            <a:prstTxWarp prst="textNoShape">
              <a:avLst/>
            </a:prstTxWarp>
          </a:bodyPr>
          <a:lstStyle/>
          <a:p>
            <a:pPr algn="ctr"/>
            <a:r>
              <a:rPr lang="en-US" sz="1400" b="1" dirty="0" smtClean="0">
                <a:solidFill>
                  <a:srgbClr val="000000"/>
                </a:solidFill>
                <a:latin typeface="Arial" charset="0"/>
                <a:ea typeface="ＭＳ Ｐゴシック" pitchFamily="16" charset="-128"/>
                <a:cs typeface="ＭＳ Ｐゴシック" pitchFamily="-97" charset="-128"/>
              </a:rPr>
              <a:t>Stage Height</a:t>
            </a:r>
            <a:endParaRPr lang="en-US" sz="1400" b="1" dirty="0">
              <a:solidFill>
                <a:srgbClr val="000000"/>
              </a:solidFill>
              <a:latin typeface="Arial" charset="0"/>
              <a:ea typeface="ＭＳ Ｐゴシック" pitchFamily="16" charset="-128"/>
              <a:cs typeface="ＭＳ Ｐゴシック" pitchFamily="-97" charset="-128"/>
            </a:endParaRPr>
          </a:p>
        </p:txBody>
      </p:sp>
      <p:sp>
        <p:nvSpPr>
          <p:cNvPr id="15" name="TextBox 14"/>
          <p:cNvSpPr txBox="1"/>
          <p:nvPr/>
        </p:nvSpPr>
        <p:spPr>
          <a:xfrm>
            <a:off x="277288" y="5220865"/>
            <a:ext cx="1731940" cy="474625"/>
          </a:xfrm>
          <a:prstGeom prst="rect">
            <a:avLst/>
          </a:prstGeom>
          <a:noFill/>
          <a:effectLst/>
        </p:spPr>
        <p:txBody>
          <a:bodyPr wrap="square" lIns="0" tIns="0" rIns="0" bIns="0" rtlCol="0">
            <a:noAutofit/>
          </a:bodyPr>
          <a:lstStyle/>
          <a:p>
            <a:pPr algn="ctr">
              <a:lnSpc>
                <a:spcPts val="1800"/>
              </a:lnSpc>
            </a:pPr>
            <a:r>
              <a:rPr lang="en-US" sz="1400" b="1" i="1" dirty="0" smtClean="0">
                <a:solidFill>
                  <a:srgbClr val="B996D5">
                    <a:lumMod val="75000"/>
                  </a:srgbClr>
                </a:solidFill>
                <a:latin typeface="Arial"/>
                <a:ea typeface="ＭＳ Ｐゴシック"/>
                <a:cs typeface="ＭＳ Ｐゴシック"/>
              </a:rPr>
              <a:t>Water level measurement</a:t>
            </a:r>
          </a:p>
        </p:txBody>
      </p:sp>
      <p:grpSp>
        <p:nvGrpSpPr>
          <p:cNvPr id="3" name="Group 2"/>
          <p:cNvGrpSpPr/>
          <p:nvPr/>
        </p:nvGrpSpPr>
        <p:grpSpPr>
          <a:xfrm>
            <a:off x="2052670" y="1385389"/>
            <a:ext cx="4215687" cy="1322784"/>
            <a:chOff x="2052670" y="1385389"/>
            <a:chExt cx="4215687" cy="1322784"/>
          </a:xfrm>
        </p:grpSpPr>
        <p:sp>
          <p:nvSpPr>
            <p:cNvPr id="342" name="TextBox 341"/>
            <p:cNvSpPr txBox="1"/>
            <p:nvPr/>
          </p:nvSpPr>
          <p:spPr>
            <a:xfrm>
              <a:off x="2052670" y="2127861"/>
              <a:ext cx="2039840" cy="309398"/>
            </a:xfrm>
            <a:prstGeom prst="rect">
              <a:avLst/>
            </a:prstGeom>
            <a:noFill/>
            <a:effectLst/>
          </p:spPr>
          <p:txBody>
            <a:bodyPr wrap="square" lIns="0" tIns="0" rIns="0" bIns="0" rtlCol="0">
              <a:noAutofit/>
            </a:bodyPr>
            <a:lstStyle/>
            <a:p>
              <a:pPr algn="ctr">
                <a:lnSpc>
                  <a:spcPts val="1800"/>
                </a:lnSpc>
              </a:pPr>
              <a:r>
                <a:rPr lang="en-US" sz="1400" b="1" i="1" dirty="0" smtClean="0">
                  <a:solidFill>
                    <a:srgbClr val="ED982D"/>
                  </a:solidFill>
                  <a:effectLst>
                    <a:outerShdw blurRad="50800" dist="38100" dir="2700000" algn="tl" rotWithShape="0">
                      <a:srgbClr val="000000">
                        <a:alpha val="43000"/>
                      </a:srgbClr>
                    </a:outerShdw>
                  </a:effectLst>
                  <a:latin typeface="Arial" pitchFamily="34" charset="0"/>
                  <a:ea typeface="ＭＳ Ｐゴシック"/>
                  <a:cs typeface="ＭＳ Ｐゴシック"/>
                </a:rPr>
                <a:t>sampl</a:t>
              </a:r>
              <a:r>
                <a:rPr lang="en-US" sz="1400" b="1" i="1" u="sng" dirty="0" smtClean="0">
                  <a:solidFill>
                    <a:srgbClr val="ED982D"/>
                  </a:solidFill>
                  <a:effectLst>
                    <a:outerShdw blurRad="50800" dist="38100" dir="2700000" algn="tl" rotWithShape="0">
                      <a:srgbClr val="000000">
                        <a:alpha val="43000"/>
                      </a:srgbClr>
                    </a:outerShdw>
                  </a:effectLst>
                  <a:latin typeface="Arial" pitchFamily="34" charset="0"/>
                  <a:ea typeface="ＭＳ Ｐゴシック"/>
                  <a:cs typeface="ＭＳ Ｐゴシック"/>
                </a:rPr>
                <a:t>ing</a:t>
              </a:r>
              <a:r>
                <a:rPr lang="en-US" sz="1400" b="1" i="1" dirty="0" smtClean="0">
                  <a:solidFill>
                    <a:srgbClr val="ED982D"/>
                  </a:solidFill>
                  <a:effectLst>
                    <a:outerShdw blurRad="50800" dist="38100" dir="2700000" algn="tl" rotWithShape="0">
                      <a:srgbClr val="000000">
                        <a:alpha val="43000"/>
                      </a:srgbClr>
                    </a:outerShdw>
                  </a:effectLst>
                  <a:latin typeface="Arial" pitchFamily="34" charset="0"/>
                  <a:ea typeface="ＭＳ Ｐゴシック"/>
                  <a:cs typeface="ＭＳ Ｐゴシック"/>
                </a:rPr>
                <a:t> feature</a:t>
              </a:r>
              <a:endParaRPr lang="en-US" sz="1400" b="1" i="1" dirty="0" smtClean="0">
                <a:solidFill>
                  <a:srgbClr val="ED982D"/>
                </a:solidFill>
                <a:effectLst>
                  <a:outerShdw blurRad="50800" dist="38100" dir="2700000" algn="tl" rotWithShape="0">
                    <a:srgbClr val="000000">
                      <a:alpha val="43000"/>
                    </a:srgbClr>
                  </a:outerShdw>
                </a:effectLst>
                <a:latin typeface="Arial"/>
                <a:ea typeface="ＭＳ Ｐゴシック"/>
                <a:cs typeface="ＭＳ Ｐゴシック"/>
              </a:endParaRPr>
            </a:p>
          </p:txBody>
        </p:sp>
        <p:sp>
          <p:nvSpPr>
            <p:cNvPr id="155" name="Right Arrow 154"/>
            <p:cNvSpPr/>
            <p:nvPr/>
          </p:nvSpPr>
          <p:spPr bwMode="auto">
            <a:xfrm>
              <a:off x="3309930" y="1385389"/>
              <a:ext cx="2873736" cy="461796"/>
            </a:xfrm>
            <a:prstGeom prst="rightArrow">
              <a:avLst/>
            </a:prstGeom>
            <a:gradFill flip="none" rotWithShape="1">
              <a:gsLst>
                <a:gs pos="52000">
                  <a:schemeClr val="accent2"/>
                </a:gs>
                <a:gs pos="100000">
                  <a:srgbClr val="FFFFFF"/>
                </a:gs>
              </a:gsLst>
              <a:lin ang="0" scaled="1"/>
              <a:tileRect/>
            </a:gradFill>
            <a:ln>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none" lIns="91440" tIns="45720" rIns="91440" bIns="45720" numCol="1" rtlCol="0" anchor="ctr" anchorCtr="0" compatLnSpc="1">
              <a:prstTxWarp prst="textNoShape">
                <a:avLst/>
              </a:prstTxWarp>
            </a:bodyPr>
            <a:lstStyle/>
            <a:p>
              <a:pPr algn="ctr"/>
              <a:r>
                <a:rPr lang="en-US" sz="1400" b="1" dirty="0" smtClean="0">
                  <a:solidFill>
                    <a:srgbClr val="000000"/>
                  </a:solidFill>
                  <a:latin typeface="Arial" charset="0"/>
                  <a:ea typeface="ＭＳ Ｐゴシック" pitchFamily="16" charset="-128"/>
                  <a:cs typeface="ＭＳ Ｐゴシック" pitchFamily="-97" charset="-128"/>
                </a:rPr>
                <a:t>Stream Gage</a:t>
              </a:r>
              <a:endParaRPr lang="en-US" sz="1400" b="1" dirty="0">
                <a:solidFill>
                  <a:srgbClr val="000000"/>
                </a:solidFill>
                <a:latin typeface="Arial" charset="0"/>
                <a:ea typeface="ＭＳ Ｐゴシック" pitchFamily="16" charset="-128"/>
                <a:cs typeface="ＭＳ Ｐゴシック" pitchFamily="-97" charset="-128"/>
              </a:endParaRPr>
            </a:p>
          </p:txBody>
        </p:sp>
        <p:sp>
          <p:nvSpPr>
            <p:cNvPr id="157" name="TextBox 156"/>
            <p:cNvSpPr txBox="1"/>
            <p:nvPr/>
          </p:nvSpPr>
          <p:spPr>
            <a:xfrm>
              <a:off x="4618507" y="2127861"/>
              <a:ext cx="1649850" cy="580312"/>
            </a:xfrm>
            <a:prstGeom prst="rect">
              <a:avLst/>
            </a:prstGeom>
            <a:noFill/>
            <a:effectLst/>
          </p:spPr>
          <p:txBody>
            <a:bodyPr wrap="square" lIns="0" tIns="0" rIns="0" bIns="0" rtlCol="0">
              <a:noAutofit/>
            </a:bodyPr>
            <a:lstStyle/>
            <a:p>
              <a:pPr algn="ctr">
                <a:lnSpc>
                  <a:spcPts val="1800"/>
                </a:lnSpc>
              </a:pPr>
              <a:r>
                <a:rPr lang="en-US" sz="1400" b="1" i="1" dirty="0" smtClean="0">
                  <a:solidFill>
                    <a:prstClr val="white"/>
                  </a:solidFill>
                  <a:latin typeface="Arial"/>
                  <a:ea typeface="ＭＳ Ｐゴシック"/>
                  <a:cs typeface="ＭＳ Ｐゴシック"/>
                </a:rPr>
                <a:t>River is a </a:t>
              </a:r>
            </a:p>
            <a:p>
              <a:pPr algn="ctr">
                <a:lnSpc>
                  <a:spcPts val="1800"/>
                </a:lnSpc>
              </a:pPr>
              <a:r>
                <a:rPr lang="en-US" sz="1400" b="1" i="1" dirty="0" smtClean="0">
                  <a:solidFill>
                    <a:prstClr val="white"/>
                  </a:solidFill>
                  <a:latin typeface="Arial"/>
                  <a:ea typeface="ＭＳ Ｐゴシック"/>
                  <a:cs typeface="ＭＳ Ｐゴシック"/>
                </a:rPr>
                <a:t>sampl</a:t>
              </a:r>
              <a:r>
                <a:rPr lang="en-US" sz="1400" b="1" i="1" u="sng" dirty="0" smtClean="0">
                  <a:solidFill>
                    <a:prstClr val="white"/>
                  </a:solidFill>
                  <a:latin typeface="Arial"/>
                  <a:ea typeface="ＭＳ Ｐゴシック"/>
                  <a:cs typeface="ＭＳ Ｐゴシック"/>
                </a:rPr>
                <a:t>ed</a:t>
              </a:r>
              <a:r>
                <a:rPr lang="en-US" sz="1400" b="1" i="1" dirty="0" smtClean="0">
                  <a:solidFill>
                    <a:prstClr val="white"/>
                  </a:solidFill>
                  <a:latin typeface="Arial"/>
                  <a:ea typeface="ＭＳ Ｐゴシック"/>
                  <a:cs typeface="ＭＳ Ｐゴシック"/>
                </a:rPr>
                <a:t> feature</a:t>
              </a:r>
            </a:p>
          </p:txBody>
        </p:sp>
      </p:grpSp>
      <p:sp>
        <p:nvSpPr>
          <p:cNvPr id="181" name="Right Arrow 180"/>
          <p:cNvSpPr/>
          <p:nvPr/>
        </p:nvSpPr>
        <p:spPr bwMode="auto">
          <a:xfrm rot="20920639">
            <a:off x="3244830" y="4386170"/>
            <a:ext cx="2217081" cy="461796"/>
          </a:xfrm>
          <a:prstGeom prst="rightArrow">
            <a:avLst/>
          </a:prstGeom>
          <a:gradFill>
            <a:gsLst>
              <a:gs pos="0">
                <a:schemeClr val="accent1">
                  <a:lumMod val="60000"/>
                  <a:lumOff val="40000"/>
                </a:schemeClr>
              </a:gs>
              <a:gs pos="64000">
                <a:schemeClr val="accent1">
                  <a:tint val="50000"/>
                  <a:shade val="100000"/>
                  <a:satMod val="350000"/>
                </a:schemeClr>
              </a:gs>
              <a:gs pos="100000">
                <a:schemeClr val="bg1"/>
              </a:gs>
            </a:gsLst>
            <a:lin ang="840000" scaled="0"/>
          </a:gradFill>
          <a:ln>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none" lIns="91440" tIns="45720" rIns="91440" bIns="45720" numCol="1" rtlCol="0" anchor="ctr" anchorCtr="0" compatLnSpc="1">
            <a:prstTxWarp prst="textNoShape">
              <a:avLst/>
            </a:prstTxWarp>
          </a:bodyPr>
          <a:lstStyle/>
          <a:p>
            <a:pPr algn="ctr"/>
            <a:r>
              <a:rPr lang="en-US" sz="1400" b="1" dirty="0" smtClean="0">
                <a:solidFill>
                  <a:srgbClr val="000000"/>
                </a:solidFill>
                <a:latin typeface="Arial" charset="0"/>
                <a:ea typeface="ＭＳ Ｐゴシック" pitchFamily="16" charset="-128"/>
                <a:cs typeface="ＭＳ Ｐゴシック" pitchFamily="-97" charset="-128"/>
              </a:rPr>
              <a:t>Time series of values</a:t>
            </a:r>
            <a:endParaRPr lang="en-US" sz="1400" b="1" dirty="0">
              <a:solidFill>
                <a:srgbClr val="000000"/>
              </a:solidFill>
              <a:latin typeface="Arial" charset="0"/>
              <a:ea typeface="ＭＳ Ｐゴシック" pitchFamily="16" charset="-128"/>
              <a:cs typeface="ＭＳ Ｐゴシック" pitchFamily="-97" charset="-128"/>
            </a:endParaRPr>
          </a:p>
        </p:txBody>
      </p:sp>
      <p:sp>
        <p:nvSpPr>
          <p:cNvPr id="161" name="TextBox 160"/>
          <p:cNvSpPr txBox="1"/>
          <p:nvPr/>
        </p:nvSpPr>
        <p:spPr>
          <a:xfrm>
            <a:off x="6050887" y="5971110"/>
            <a:ext cx="3038736" cy="187580"/>
          </a:xfrm>
          <a:prstGeom prst="rect">
            <a:avLst/>
          </a:prstGeom>
          <a:noFill/>
          <a:effectLst/>
        </p:spPr>
        <p:txBody>
          <a:bodyPr wrap="square" lIns="0" tIns="0" rIns="0" bIns="0" rtlCol="0">
            <a:noAutofit/>
          </a:bodyPr>
          <a:lstStyle/>
          <a:p>
            <a:pPr algn="r" defTabSz="457200" eaLnBrk="1" fontAlgn="auto" hangingPunct="1">
              <a:spcBef>
                <a:spcPts val="0"/>
              </a:spcBef>
              <a:spcAft>
                <a:spcPts val="0"/>
              </a:spcAft>
              <a:defRPr/>
            </a:pPr>
            <a:r>
              <a:rPr lang="en-US" sz="1100" dirty="0">
                <a:solidFill>
                  <a:prstClr val="black"/>
                </a:solidFill>
                <a:latin typeface="Arial"/>
                <a:ea typeface="ＭＳ Ｐゴシック"/>
                <a:cs typeface="ＭＳ Ｐゴシック"/>
              </a:rPr>
              <a:t>Source: </a:t>
            </a:r>
            <a:r>
              <a:rPr lang="en-US" sz="1100" dirty="0" smtClean="0">
                <a:solidFill>
                  <a:prstClr val="black"/>
                </a:solidFill>
                <a:latin typeface="Arial"/>
                <a:ea typeface="ＭＳ Ｐゴシック"/>
                <a:cs typeface="ＭＳ Ｐゴシック"/>
              </a:rPr>
              <a:t>USGS</a:t>
            </a:r>
            <a:endParaRPr lang="en-US" sz="1100" dirty="0">
              <a:solidFill>
                <a:prstClr val="black"/>
              </a:solidFill>
              <a:latin typeface="Arial"/>
              <a:ea typeface="ＭＳ Ｐゴシック"/>
              <a:cs typeface="ＭＳ Ｐゴシック"/>
            </a:endParaRPr>
          </a:p>
          <a:p>
            <a:pPr algn="r" eaLnBrk="1" fontAlgn="auto" hangingPunct="1">
              <a:spcBef>
                <a:spcPts val="0"/>
              </a:spcBef>
              <a:spcAft>
                <a:spcPts val="0"/>
              </a:spcAft>
            </a:pPr>
            <a:endParaRPr lang="en-US" sz="1100" dirty="0">
              <a:solidFill>
                <a:prstClr val="black"/>
              </a:solidFill>
              <a:latin typeface="Arial"/>
              <a:ea typeface="ＭＳ Ｐゴシック"/>
              <a:cs typeface="ＭＳ Ｐゴシック"/>
            </a:endParaRPr>
          </a:p>
          <a:p>
            <a:pPr algn="r" fontAlgn="auto">
              <a:lnSpc>
                <a:spcPts val="1800"/>
              </a:lnSpc>
              <a:spcBef>
                <a:spcPts val="0"/>
              </a:spcBef>
              <a:spcAft>
                <a:spcPts val="0"/>
              </a:spcAft>
            </a:pPr>
            <a:endParaRPr lang="en-US" sz="1100" b="1" dirty="0" smtClean="0">
              <a:solidFill>
                <a:prstClr val="black"/>
              </a:solidFill>
              <a:latin typeface="Arial"/>
              <a:ea typeface="ＭＳ Ｐゴシック"/>
              <a:cs typeface="ＭＳ Ｐゴシック"/>
            </a:endParaRPr>
          </a:p>
        </p:txBody>
      </p:sp>
      <p:sp>
        <p:nvSpPr>
          <p:cNvPr id="163" name="TextBox 162"/>
          <p:cNvSpPr txBox="1"/>
          <p:nvPr/>
        </p:nvSpPr>
        <p:spPr>
          <a:xfrm>
            <a:off x="125899" y="1086886"/>
            <a:ext cx="1542460" cy="563435"/>
          </a:xfrm>
          <a:prstGeom prst="rect">
            <a:avLst/>
          </a:prstGeom>
          <a:noFill/>
          <a:effectLst/>
        </p:spPr>
        <p:txBody>
          <a:bodyPr wrap="square" lIns="0" tIns="0" rIns="0" bIns="0" rtlCol="0">
            <a:noAutofit/>
          </a:bodyPr>
          <a:lstStyle/>
          <a:p>
            <a:pPr fontAlgn="auto">
              <a:lnSpc>
                <a:spcPts val="1800"/>
              </a:lnSpc>
              <a:spcBef>
                <a:spcPts val="0"/>
              </a:spcBef>
              <a:spcAft>
                <a:spcPts val="0"/>
              </a:spcAft>
            </a:pPr>
            <a:r>
              <a:rPr lang="en-US" sz="1400" i="1" dirty="0" smtClean="0">
                <a:solidFill>
                  <a:prstClr val="black"/>
                </a:solidFill>
                <a:latin typeface="Candara"/>
                <a:ea typeface="ＭＳ Ｐゴシック"/>
                <a:cs typeface="Candara"/>
              </a:rPr>
              <a:t>(WaterML2 Part 1)</a:t>
            </a:r>
          </a:p>
        </p:txBody>
      </p:sp>
    </p:spTree>
    <p:extLst>
      <p:ext uri="{BB962C8B-B14F-4D97-AF65-F5344CB8AC3E}">
        <p14:creationId xmlns:p14="http://schemas.microsoft.com/office/powerpoint/2010/main" val="3402784764"/>
      </p:ext>
    </p:extLst>
  </p:cSld>
  <p:clrMapOvr>
    <a:masterClrMapping/>
  </p:clrMapOvr>
  <p:transition spd="med">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stream discharge measurement.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535942" y="245529"/>
            <a:ext cx="4608058" cy="3012305"/>
          </a:xfrm>
          <a:prstGeom prst="rect">
            <a:avLst/>
          </a:prstGeom>
        </p:spPr>
      </p:pic>
      <p:pic>
        <p:nvPicPr>
          <p:cNvPr id="2" name="Picture 1" descr="stream rating curve.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4535942" y="3251200"/>
            <a:ext cx="4608057" cy="2444290"/>
          </a:xfrm>
          <a:prstGeom prst="rect">
            <a:avLst/>
          </a:prstGeom>
        </p:spPr>
      </p:pic>
      <p:sp>
        <p:nvSpPr>
          <p:cNvPr id="180" name="Right Arrow 179"/>
          <p:cNvSpPr/>
          <p:nvPr/>
        </p:nvSpPr>
        <p:spPr bwMode="auto">
          <a:xfrm rot="20253305">
            <a:off x="3636528" y="2469660"/>
            <a:ext cx="2044774" cy="461796"/>
          </a:xfrm>
          <a:prstGeom prst="rightArrow">
            <a:avLst/>
          </a:prstGeom>
          <a:gradFill flip="none" rotWithShape="1">
            <a:gsLst>
              <a:gs pos="66000">
                <a:schemeClr val="tx2">
                  <a:lumMod val="25000"/>
                  <a:lumOff val="75000"/>
                </a:schemeClr>
              </a:gs>
              <a:gs pos="100000">
                <a:srgbClr val="FFFFFF"/>
              </a:gs>
            </a:gsLst>
            <a:lin ang="0" scaled="1"/>
            <a:tileRect/>
          </a:gradFill>
          <a:ln>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none" lIns="91440" tIns="45720" rIns="91440" bIns="45720" numCol="1" rtlCol="0" anchor="ctr" anchorCtr="0" compatLnSpc="1">
            <a:prstTxWarp prst="textNoShape">
              <a:avLst/>
            </a:prstTxWarp>
          </a:bodyPr>
          <a:lstStyle/>
          <a:p>
            <a:pPr algn="ctr"/>
            <a:r>
              <a:rPr lang="en-US" sz="1400" b="1" dirty="0" smtClean="0">
                <a:solidFill>
                  <a:srgbClr val="000000"/>
                </a:solidFill>
                <a:latin typeface="Arial" charset="0"/>
                <a:ea typeface="ＭＳ Ｐゴシック" pitchFamily="16" charset="-128"/>
                <a:cs typeface="ＭＳ Ｐゴシック" pitchFamily="-97" charset="-128"/>
              </a:rPr>
              <a:t>(Stage, Discharge) pair</a:t>
            </a:r>
            <a:endParaRPr lang="en-US" sz="1400" b="1" dirty="0">
              <a:solidFill>
                <a:srgbClr val="000000"/>
              </a:solidFill>
              <a:latin typeface="Arial" charset="0"/>
              <a:ea typeface="ＭＳ Ｐゴシック" pitchFamily="16" charset="-128"/>
              <a:cs typeface="ＭＳ Ｐゴシック" pitchFamily="-97" charset="-128"/>
            </a:endParaRPr>
          </a:p>
        </p:txBody>
      </p:sp>
      <p:grpSp>
        <p:nvGrpSpPr>
          <p:cNvPr id="12" name="Group 11"/>
          <p:cNvGrpSpPr/>
          <p:nvPr/>
        </p:nvGrpSpPr>
        <p:grpSpPr>
          <a:xfrm>
            <a:off x="432273" y="1335705"/>
            <a:ext cx="3337570" cy="3913188"/>
            <a:chOff x="432273" y="1335705"/>
            <a:chExt cx="3337570" cy="3913188"/>
          </a:xfrm>
        </p:grpSpPr>
        <p:grpSp>
          <p:nvGrpSpPr>
            <p:cNvPr id="9" name="Group 8"/>
            <p:cNvGrpSpPr/>
            <p:nvPr/>
          </p:nvGrpSpPr>
          <p:grpSpPr>
            <a:xfrm>
              <a:off x="2332511" y="2886693"/>
              <a:ext cx="1437332" cy="514350"/>
              <a:chOff x="2332511" y="2886693"/>
              <a:chExt cx="1437332" cy="514350"/>
            </a:xfrm>
          </p:grpSpPr>
          <p:sp>
            <p:nvSpPr>
              <p:cNvPr id="313" name="Rectangle 63"/>
              <p:cNvSpPr>
                <a:spLocks noChangeArrowheads="1"/>
              </p:cNvSpPr>
              <p:nvPr/>
            </p:nvSpPr>
            <p:spPr bwMode="auto">
              <a:xfrm>
                <a:off x="2332511" y="2886693"/>
                <a:ext cx="1280918" cy="514350"/>
              </a:xfrm>
              <a:prstGeom prst="rect">
                <a:avLst/>
              </a:prstGeom>
              <a:gradFill flip="none" rotWithShape="1">
                <a:gsLst>
                  <a:gs pos="100000">
                    <a:srgbClr val="FFFFFF"/>
                  </a:gs>
                  <a:gs pos="98000">
                    <a:schemeClr val="tx2">
                      <a:lumMod val="25000"/>
                      <a:lumOff val="75000"/>
                    </a:schemeClr>
                  </a:gs>
                  <a:gs pos="99000">
                    <a:schemeClr val="tx2">
                      <a:lumMod val="10000"/>
                      <a:lumOff val="90000"/>
                    </a:schemeClr>
                  </a:gs>
                </a:gsLst>
                <a:lin ang="0" scaled="1"/>
                <a:tileRect/>
              </a:gradFill>
              <a:ln w="9525">
                <a:solidFill>
                  <a:srgbClr val="000000"/>
                </a:solid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314" name="Rectangle 64"/>
              <p:cNvSpPr>
                <a:spLocks noChangeArrowheads="1"/>
              </p:cNvSpPr>
              <p:nvPr/>
            </p:nvSpPr>
            <p:spPr bwMode="auto">
              <a:xfrm>
                <a:off x="2472643" y="2946763"/>
                <a:ext cx="1297200" cy="153988"/>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1000" dirty="0">
                    <a:solidFill>
                      <a:srgbClr val="000000"/>
                    </a:solidFill>
                    <a:latin typeface="Arial" pitchFamily="34" charset="0"/>
                    <a:ea typeface="ＭＳ Ｐゴシック"/>
                    <a:cs typeface="ＭＳ Ｐゴシック"/>
                  </a:rPr>
                  <a:t>GF_PropertyType</a:t>
                </a:r>
                <a:endParaRPr lang="en-US" dirty="0">
                  <a:solidFill>
                    <a:srgbClr val="000000"/>
                  </a:solidFill>
                  <a:latin typeface="Arial" pitchFamily="34" charset="0"/>
                  <a:ea typeface="ＭＳ Ｐゴシック"/>
                  <a:cs typeface="ＭＳ Ｐゴシック"/>
                </a:endParaRPr>
              </a:p>
            </p:txBody>
          </p:sp>
          <p:sp>
            <p:nvSpPr>
              <p:cNvPr id="315" name="Line 65"/>
              <p:cNvSpPr>
                <a:spLocks noChangeShapeType="1"/>
              </p:cNvSpPr>
              <p:nvPr/>
            </p:nvSpPr>
            <p:spPr bwMode="auto">
              <a:xfrm>
                <a:off x="2332511" y="3172443"/>
                <a:ext cx="1280918" cy="0"/>
              </a:xfrm>
              <a:prstGeom prst="line">
                <a:avLst/>
              </a:prstGeom>
              <a:noFill/>
              <a:ln w="9525">
                <a:solidFill>
                  <a:srgbClr val="000000"/>
                </a:solidFill>
                <a:miter lim="800000"/>
                <a:headEnd/>
                <a:tailEnd/>
              </a:ln>
            </p:spPr>
            <p:txBody>
              <a:bodyPr/>
              <a:lstStyle/>
              <a:p>
                <a:pPr eaLnBrk="1" hangingPunct="1"/>
                <a:endParaRPr lang="en-AU">
                  <a:solidFill>
                    <a:srgbClr val="000000"/>
                  </a:solidFill>
                  <a:latin typeface="Arial" charset="0"/>
                  <a:ea typeface="ＭＳ Ｐゴシック"/>
                  <a:cs typeface="ＭＳ Ｐゴシック"/>
                </a:endParaRPr>
              </a:p>
            </p:txBody>
          </p:sp>
        </p:grpSp>
        <p:grpSp>
          <p:nvGrpSpPr>
            <p:cNvPr id="11" name="Group 10"/>
            <p:cNvGrpSpPr/>
            <p:nvPr/>
          </p:nvGrpSpPr>
          <p:grpSpPr>
            <a:xfrm>
              <a:off x="432273" y="1335705"/>
              <a:ext cx="3223580" cy="3913188"/>
              <a:chOff x="432273" y="1335705"/>
              <a:chExt cx="3223580" cy="3913188"/>
            </a:xfrm>
          </p:grpSpPr>
          <p:grpSp>
            <p:nvGrpSpPr>
              <p:cNvPr id="176" name="Group 271"/>
              <p:cNvGrpSpPr>
                <a:grpSpLocks/>
              </p:cNvGrpSpPr>
              <p:nvPr/>
            </p:nvGrpSpPr>
            <p:grpSpPr bwMode="auto">
              <a:xfrm>
                <a:off x="432273" y="2848593"/>
                <a:ext cx="1574800" cy="1152525"/>
                <a:chOff x="3464" y="2111"/>
                <a:chExt cx="1074" cy="726"/>
              </a:xfrm>
            </p:grpSpPr>
            <p:sp>
              <p:nvSpPr>
                <p:cNvPr id="316" name="Rectangle 12"/>
                <p:cNvSpPr>
                  <a:spLocks noChangeArrowheads="1"/>
                </p:cNvSpPr>
                <p:nvPr/>
              </p:nvSpPr>
              <p:spPr bwMode="auto">
                <a:xfrm>
                  <a:off x="3482" y="2129"/>
                  <a:ext cx="1056" cy="708"/>
                </a:xfrm>
                <a:prstGeom prst="rect">
                  <a:avLst/>
                </a:prstGeom>
                <a:solidFill>
                  <a:srgbClr val="C0BFC0"/>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317" name="Rectangle 13"/>
                <p:cNvSpPr>
                  <a:spLocks noChangeArrowheads="1"/>
                </p:cNvSpPr>
                <p:nvPr/>
              </p:nvSpPr>
              <p:spPr bwMode="auto">
                <a:xfrm>
                  <a:off x="3464" y="2111"/>
                  <a:ext cx="36" cy="708"/>
                </a:xfrm>
                <a:prstGeom prst="rect">
                  <a:avLst/>
                </a:prstGeom>
                <a:solidFill>
                  <a:srgbClr val="E8CDCA"/>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318" name="Rectangle 14"/>
                <p:cNvSpPr>
                  <a:spLocks noChangeArrowheads="1"/>
                </p:cNvSpPr>
                <p:nvPr/>
              </p:nvSpPr>
              <p:spPr bwMode="auto">
                <a:xfrm>
                  <a:off x="3500" y="2111"/>
                  <a:ext cx="42" cy="708"/>
                </a:xfrm>
                <a:prstGeom prst="rect">
                  <a:avLst/>
                </a:prstGeom>
                <a:solidFill>
                  <a:srgbClr val="EACFCC"/>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319" name="Rectangle 15"/>
                <p:cNvSpPr>
                  <a:spLocks noChangeArrowheads="1"/>
                </p:cNvSpPr>
                <p:nvPr/>
              </p:nvSpPr>
              <p:spPr bwMode="auto">
                <a:xfrm>
                  <a:off x="3542" y="2111"/>
                  <a:ext cx="48" cy="708"/>
                </a:xfrm>
                <a:prstGeom prst="rect">
                  <a:avLst/>
                </a:prstGeom>
                <a:solidFill>
                  <a:srgbClr val="ECD1CE"/>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320" name="Rectangle 16"/>
                <p:cNvSpPr>
                  <a:spLocks noChangeArrowheads="1"/>
                </p:cNvSpPr>
                <p:nvPr/>
              </p:nvSpPr>
              <p:spPr bwMode="auto">
                <a:xfrm>
                  <a:off x="3590" y="2111"/>
                  <a:ext cx="42" cy="708"/>
                </a:xfrm>
                <a:prstGeom prst="rect">
                  <a:avLst/>
                </a:prstGeom>
                <a:solidFill>
                  <a:srgbClr val="EED3D0"/>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321" name="Rectangle 17"/>
                <p:cNvSpPr>
                  <a:spLocks noChangeArrowheads="1"/>
                </p:cNvSpPr>
                <p:nvPr/>
              </p:nvSpPr>
              <p:spPr bwMode="auto">
                <a:xfrm>
                  <a:off x="3632" y="2111"/>
                  <a:ext cx="42" cy="708"/>
                </a:xfrm>
                <a:prstGeom prst="rect">
                  <a:avLst/>
                </a:prstGeom>
                <a:solidFill>
                  <a:srgbClr val="F0D5D2"/>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322" name="Rectangle 18"/>
                <p:cNvSpPr>
                  <a:spLocks noChangeArrowheads="1"/>
                </p:cNvSpPr>
                <p:nvPr/>
              </p:nvSpPr>
              <p:spPr bwMode="auto">
                <a:xfrm>
                  <a:off x="3674" y="2111"/>
                  <a:ext cx="48" cy="708"/>
                </a:xfrm>
                <a:prstGeom prst="rect">
                  <a:avLst/>
                </a:prstGeom>
                <a:solidFill>
                  <a:srgbClr val="F2D7D4"/>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323" name="Rectangle 19"/>
                <p:cNvSpPr>
                  <a:spLocks noChangeArrowheads="1"/>
                </p:cNvSpPr>
                <p:nvPr/>
              </p:nvSpPr>
              <p:spPr bwMode="auto">
                <a:xfrm>
                  <a:off x="3722" y="2111"/>
                  <a:ext cx="60" cy="708"/>
                </a:xfrm>
                <a:prstGeom prst="rect">
                  <a:avLst/>
                </a:prstGeom>
                <a:solidFill>
                  <a:srgbClr val="F4D9D6"/>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324" name="Rectangle 20"/>
                <p:cNvSpPr>
                  <a:spLocks noChangeArrowheads="1"/>
                </p:cNvSpPr>
                <p:nvPr/>
              </p:nvSpPr>
              <p:spPr bwMode="auto">
                <a:xfrm>
                  <a:off x="3782" y="2111"/>
                  <a:ext cx="48" cy="708"/>
                </a:xfrm>
                <a:prstGeom prst="rect">
                  <a:avLst/>
                </a:prstGeom>
                <a:solidFill>
                  <a:srgbClr val="F6DBD8"/>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325" name="Rectangle 21"/>
                <p:cNvSpPr>
                  <a:spLocks noChangeArrowheads="1"/>
                </p:cNvSpPr>
                <p:nvPr/>
              </p:nvSpPr>
              <p:spPr bwMode="auto">
                <a:xfrm>
                  <a:off x="3830" y="2111"/>
                  <a:ext cx="42" cy="708"/>
                </a:xfrm>
                <a:prstGeom prst="rect">
                  <a:avLst/>
                </a:prstGeom>
                <a:solidFill>
                  <a:srgbClr val="F8DDDA"/>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326" name="Rectangle 22"/>
                <p:cNvSpPr>
                  <a:spLocks noChangeArrowheads="1"/>
                </p:cNvSpPr>
                <p:nvPr/>
              </p:nvSpPr>
              <p:spPr bwMode="auto">
                <a:xfrm>
                  <a:off x="3872" y="2111"/>
                  <a:ext cx="48" cy="708"/>
                </a:xfrm>
                <a:prstGeom prst="rect">
                  <a:avLst/>
                </a:prstGeom>
                <a:solidFill>
                  <a:srgbClr val="FADFDC"/>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327" name="Rectangle 23"/>
                <p:cNvSpPr>
                  <a:spLocks noChangeArrowheads="1"/>
                </p:cNvSpPr>
                <p:nvPr/>
              </p:nvSpPr>
              <p:spPr bwMode="auto">
                <a:xfrm>
                  <a:off x="3920" y="2111"/>
                  <a:ext cx="42" cy="708"/>
                </a:xfrm>
                <a:prstGeom prst="rect">
                  <a:avLst/>
                </a:prstGeom>
                <a:solidFill>
                  <a:srgbClr val="FCE1DE"/>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328" name="Rectangle 24"/>
                <p:cNvSpPr>
                  <a:spLocks noChangeArrowheads="1"/>
                </p:cNvSpPr>
                <p:nvPr/>
              </p:nvSpPr>
              <p:spPr bwMode="auto">
                <a:xfrm>
                  <a:off x="3962" y="2111"/>
                  <a:ext cx="558" cy="708"/>
                </a:xfrm>
                <a:prstGeom prst="rect">
                  <a:avLst/>
                </a:prstGeom>
                <a:solidFill>
                  <a:srgbClr val="FFE4E1"/>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329" name="Rectangle 25"/>
                <p:cNvSpPr>
                  <a:spLocks noChangeArrowheads="1"/>
                </p:cNvSpPr>
                <p:nvPr/>
              </p:nvSpPr>
              <p:spPr bwMode="auto">
                <a:xfrm>
                  <a:off x="3464" y="2111"/>
                  <a:ext cx="1056" cy="708"/>
                </a:xfrm>
                <a:prstGeom prst="rect">
                  <a:avLst/>
                </a:prstGeom>
                <a:noFill/>
                <a:ln w="9525">
                  <a:solidFill>
                    <a:srgbClr val="000000"/>
                  </a:solid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330" name="Rectangle 26"/>
                <p:cNvSpPr>
                  <a:spLocks noChangeArrowheads="1"/>
                </p:cNvSpPr>
                <p:nvPr/>
              </p:nvSpPr>
              <p:spPr bwMode="auto">
                <a:xfrm>
                  <a:off x="3704" y="2165"/>
                  <a:ext cx="659" cy="97"/>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1000">
                      <a:solidFill>
                        <a:srgbClr val="000000"/>
                      </a:solidFill>
                      <a:latin typeface="Arial" pitchFamily="34" charset="0"/>
                      <a:ea typeface="ＭＳ Ｐゴシック"/>
                      <a:cs typeface="ＭＳ Ｐゴシック"/>
                    </a:rPr>
                    <a:t>OM_Observation</a:t>
                  </a:r>
                  <a:endParaRPr lang="en-US">
                    <a:solidFill>
                      <a:srgbClr val="000000"/>
                    </a:solidFill>
                    <a:latin typeface="Arial" pitchFamily="34" charset="0"/>
                    <a:ea typeface="ＭＳ Ｐゴシック"/>
                    <a:cs typeface="ＭＳ Ｐゴシック"/>
                  </a:endParaRPr>
                </a:p>
              </p:txBody>
            </p:sp>
            <p:sp>
              <p:nvSpPr>
                <p:cNvPr id="331" name="Line 27"/>
                <p:cNvSpPr>
                  <a:spLocks noChangeShapeType="1"/>
                </p:cNvSpPr>
                <p:nvPr/>
              </p:nvSpPr>
              <p:spPr bwMode="auto">
                <a:xfrm>
                  <a:off x="3464" y="2291"/>
                  <a:ext cx="1056" cy="0"/>
                </a:xfrm>
                <a:prstGeom prst="line">
                  <a:avLst/>
                </a:prstGeom>
                <a:noFill/>
                <a:ln w="9525">
                  <a:solidFill>
                    <a:srgbClr val="000000"/>
                  </a:solidFill>
                  <a:miter lim="800000"/>
                  <a:headEnd/>
                  <a:tailEnd/>
                </a:ln>
              </p:spPr>
              <p:txBody>
                <a:bodyPr/>
                <a:lstStyle/>
                <a:p>
                  <a:pPr eaLnBrk="1" hangingPunct="1"/>
                  <a:endParaRPr lang="en-AU">
                    <a:solidFill>
                      <a:srgbClr val="000000"/>
                    </a:solidFill>
                    <a:latin typeface="Arial" charset="0"/>
                    <a:ea typeface="ＭＳ Ｐゴシック"/>
                    <a:cs typeface="ＭＳ Ｐゴシック"/>
                  </a:endParaRPr>
                </a:p>
              </p:txBody>
            </p:sp>
            <p:sp>
              <p:nvSpPr>
                <p:cNvPr id="332" name="Rectangle 28"/>
                <p:cNvSpPr>
                  <a:spLocks noChangeArrowheads="1"/>
                </p:cNvSpPr>
                <p:nvPr/>
              </p:nvSpPr>
              <p:spPr bwMode="auto">
                <a:xfrm>
                  <a:off x="3494" y="2315"/>
                  <a:ext cx="75" cy="97"/>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1000">
                      <a:solidFill>
                        <a:srgbClr val="8B0000"/>
                      </a:solidFill>
                      <a:latin typeface="Arial" pitchFamily="34" charset="0"/>
                      <a:ea typeface="ＭＳ Ｐゴシック"/>
                      <a:cs typeface="ＭＳ Ｐゴシック"/>
                    </a:rPr>
                    <a:t>+ </a:t>
                  </a:r>
                  <a:endParaRPr lang="en-US">
                    <a:solidFill>
                      <a:srgbClr val="000000"/>
                    </a:solidFill>
                    <a:latin typeface="Arial" pitchFamily="34" charset="0"/>
                    <a:ea typeface="ＭＳ Ｐゴシック"/>
                    <a:cs typeface="ＭＳ Ｐゴシック"/>
                  </a:endParaRPr>
                </a:p>
              </p:txBody>
            </p:sp>
            <p:sp>
              <p:nvSpPr>
                <p:cNvPr id="333" name="Rectangle 29"/>
                <p:cNvSpPr>
                  <a:spLocks noChangeArrowheads="1"/>
                </p:cNvSpPr>
                <p:nvPr/>
              </p:nvSpPr>
              <p:spPr bwMode="auto">
                <a:xfrm>
                  <a:off x="3620" y="2315"/>
                  <a:ext cx="701" cy="97"/>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1000" dirty="0" err="1">
                      <a:solidFill>
                        <a:srgbClr val="8B0000"/>
                      </a:solidFill>
                      <a:latin typeface="Arial" pitchFamily="34" charset="0"/>
                      <a:ea typeface="ＭＳ Ｐゴシック"/>
                      <a:cs typeface="ＭＳ Ｐゴシック"/>
                    </a:rPr>
                    <a:t>phenomenonTime</a:t>
                  </a:r>
                  <a:endParaRPr lang="en-US" dirty="0">
                    <a:solidFill>
                      <a:srgbClr val="000000"/>
                    </a:solidFill>
                    <a:latin typeface="Arial" pitchFamily="34" charset="0"/>
                    <a:ea typeface="ＭＳ Ｐゴシック"/>
                    <a:cs typeface="ＭＳ Ｐゴシック"/>
                  </a:endParaRPr>
                </a:p>
              </p:txBody>
            </p:sp>
            <p:sp>
              <p:nvSpPr>
                <p:cNvPr id="334" name="Rectangle 30"/>
                <p:cNvSpPr>
                  <a:spLocks noChangeArrowheads="1"/>
                </p:cNvSpPr>
                <p:nvPr/>
              </p:nvSpPr>
              <p:spPr bwMode="auto">
                <a:xfrm>
                  <a:off x="3494" y="2411"/>
                  <a:ext cx="75" cy="97"/>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1000">
                      <a:solidFill>
                        <a:srgbClr val="8B0000"/>
                      </a:solidFill>
                      <a:latin typeface="Arial" pitchFamily="34" charset="0"/>
                      <a:ea typeface="ＭＳ Ｐゴシック"/>
                      <a:cs typeface="ＭＳ Ｐゴシック"/>
                    </a:rPr>
                    <a:t>+ </a:t>
                  </a:r>
                  <a:endParaRPr lang="en-US">
                    <a:solidFill>
                      <a:srgbClr val="000000"/>
                    </a:solidFill>
                    <a:latin typeface="Arial" pitchFamily="34" charset="0"/>
                    <a:ea typeface="ＭＳ Ｐゴシック"/>
                    <a:cs typeface="ＭＳ Ｐゴシック"/>
                  </a:endParaRPr>
                </a:p>
              </p:txBody>
            </p:sp>
            <p:sp>
              <p:nvSpPr>
                <p:cNvPr id="335" name="Rectangle 31"/>
                <p:cNvSpPr>
                  <a:spLocks noChangeArrowheads="1"/>
                </p:cNvSpPr>
                <p:nvPr/>
              </p:nvSpPr>
              <p:spPr bwMode="auto">
                <a:xfrm>
                  <a:off x="3620" y="2411"/>
                  <a:ext cx="408" cy="97"/>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1000" dirty="0">
                      <a:solidFill>
                        <a:srgbClr val="8B0000"/>
                      </a:solidFill>
                      <a:latin typeface="Arial" pitchFamily="34" charset="0"/>
                      <a:ea typeface="ＭＳ Ｐゴシック"/>
                      <a:cs typeface="ＭＳ Ｐゴシック"/>
                    </a:rPr>
                    <a:t>resultTime</a:t>
                  </a:r>
                  <a:endParaRPr lang="en-US" dirty="0">
                    <a:solidFill>
                      <a:srgbClr val="000000"/>
                    </a:solidFill>
                    <a:latin typeface="Arial" pitchFamily="34" charset="0"/>
                    <a:ea typeface="ＭＳ Ｐゴシック"/>
                    <a:cs typeface="ＭＳ Ｐゴシック"/>
                  </a:endParaRPr>
                </a:p>
              </p:txBody>
            </p:sp>
            <p:sp>
              <p:nvSpPr>
                <p:cNvPr id="336" name="Rectangle 32"/>
                <p:cNvSpPr>
                  <a:spLocks noChangeArrowheads="1"/>
                </p:cNvSpPr>
                <p:nvPr/>
              </p:nvSpPr>
              <p:spPr bwMode="auto">
                <a:xfrm>
                  <a:off x="3494" y="2507"/>
                  <a:ext cx="75" cy="97"/>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1000">
                      <a:solidFill>
                        <a:srgbClr val="8B0000"/>
                      </a:solidFill>
                      <a:latin typeface="Arial" pitchFamily="34" charset="0"/>
                      <a:ea typeface="ＭＳ Ｐゴシック"/>
                      <a:cs typeface="ＭＳ Ｐゴシック"/>
                    </a:rPr>
                    <a:t>+ </a:t>
                  </a:r>
                  <a:endParaRPr lang="en-US">
                    <a:solidFill>
                      <a:srgbClr val="000000"/>
                    </a:solidFill>
                    <a:latin typeface="Arial" pitchFamily="34" charset="0"/>
                    <a:ea typeface="ＭＳ Ｐゴシック"/>
                    <a:cs typeface="ＭＳ Ｐゴシック"/>
                  </a:endParaRPr>
                </a:p>
              </p:txBody>
            </p:sp>
            <p:sp>
              <p:nvSpPr>
                <p:cNvPr id="337" name="Rectangle 33"/>
                <p:cNvSpPr>
                  <a:spLocks noChangeArrowheads="1"/>
                </p:cNvSpPr>
                <p:nvPr/>
              </p:nvSpPr>
              <p:spPr bwMode="auto">
                <a:xfrm>
                  <a:off x="3620" y="2507"/>
                  <a:ext cx="591" cy="97"/>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1000">
                      <a:solidFill>
                        <a:srgbClr val="8B0000"/>
                      </a:solidFill>
                      <a:latin typeface="Arial" pitchFamily="34" charset="0"/>
                      <a:ea typeface="ＭＳ Ｐゴシック"/>
                      <a:cs typeface="ＭＳ Ｐゴシック"/>
                    </a:rPr>
                    <a:t>validTime [0..1]</a:t>
                  </a:r>
                  <a:endParaRPr lang="en-US">
                    <a:solidFill>
                      <a:srgbClr val="000000"/>
                    </a:solidFill>
                    <a:latin typeface="Arial" pitchFamily="34" charset="0"/>
                    <a:ea typeface="ＭＳ Ｐゴシック"/>
                    <a:cs typeface="ＭＳ Ｐゴシック"/>
                  </a:endParaRPr>
                </a:p>
              </p:txBody>
            </p:sp>
            <p:sp>
              <p:nvSpPr>
                <p:cNvPr id="338" name="Rectangle 34"/>
                <p:cNvSpPr>
                  <a:spLocks noChangeArrowheads="1"/>
                </p:cNvSpPr>
                <p:nvPr/>
              </p:nvSpPr>
              <p:spPr bwMode="auto">
                <a:xfrm>
                  <a:off x="3494" y="2603"/>
                  <a:ext cx="75" cy="97"/>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1000">
                      <a:solidFill>
                        <a:srgbClr val="8B0000"/>
                      </a:solidFill>
                      <a:latin typeface="Arial" pitchFamily="34" charset="0"/>
                      <a:ea typeface="ＭＳ Ｐゴシック"/>
                      <a:cs typeface="ＭＳ Ｐゴシック"/>
                    </a:rPr>
                    <a:t>+ </a:t>
                  </a:r>
                  <a:endParaRPr lang="en-US">
                    <a:solidFill>
                      <a:srgbClr val="000000"/>
                    </a:solidFill>
                    <a:latin typeface="Arial" pitchFamily="34" charset="0"/>
                    <a:ea typeface="ＭＳ Ｐゴシック"/>
                    <a:cs typeface="ＭＳ Ｐゴシック"/>
                  </a:endParaRPr>
                </a:p>
              </p:txBody>
            </p:sp>
            <p:sp>
              <p:nvSpPr>
                <p:cNvPr id="339" name="Rectangle 35"/>
                <p:cNvSpPr>
                  <a:spLocks noChangeArrowheads="1"/>
                </p:cNvSpPr>
                <p:nvPr/>
              </p:nvSpPr>
              <p:spPr bwMode="auto">
                <a:xfrm>
                  <a:off x="3620" y="2603"/>
                  <a:ext cx="687" cy="97"/>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1000">
                      <a:solidFill>
                        <a:srgbClr val="8B0000"/>
                      </a:solidFill>
                      <a:latin typeface="Arial" pitchFamily="34" charset="0"/>
                      <a:ea typeface="ＭＳ Ｐゴシック"/>
                      <a:cs typeface="ＭＳ Ｐゴシック"/>
                    </a:rPr>
                    <a:t>resultQuality [0..*]</a:t>
                  </a:r>
                  <a:endParaRPr lang="en-US">
                    <a:solidFill>
                      <a:srgbClr val="000000"/>
                    </a:solidFill>
                    <a:latin typeface="Arial" pitchFamily="34" charset="0"/>
                    <a:ea typeface="ＭＳ Ｐゴシック"/>
                    <a:cs typeface="ＭＳ Ｐゴシック"/>
                  </a:endParaRPr>
                </a:p>
              </p:txBody>
            </p:sp>
            <p:sp>
              <p:nvSpPr>
                <p:cNvPr id="340" name="Rectangle 36"/>
                <p:cNvSpPr>
                  <a:spLocks noChangeArrowheads="1"/>
                </p:cNvSpPr>
                <p:nvPr/>
              </p:nvSpPr>
              <p:spPr bwMode="auto">
                <a:xfrm>
                  <a:off x="3494" y="2699"/>
                  <a:ext cx="75" cy="97"/>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1000">
                      <a:solidFill>
                        <a:srgbClr val="8B0000"/>
                      </a:solidFill>
                      <a:latin typeface="Arial" pitchFamily="34" charset="0"/>
                      <a:ea typeface="ＭＳ Ｐゴシック"/>
                      <a:cs typeface="ＭＳ Ｐゴシック"/>
                    </a:rPr>
                    <a:t>+ </a:t>
                  </a:r>
                  <a:endParaRPr lang="en-US">
                    <a:solidFill>
                      <a:srgbClr val="000000"/>
                    </a:solidFill>
                    <a:latin typeface="Arial" pitchFamily="34" charset="0"/>
                    <a:ea typeface="ＭＳ Ｐゴシック"/>
                    <a:cs typeface="ＭＳ Ｐゴシック"/>
                  </a:endParaRPr>
                </a:p>
              </p:txBody>
            </p:sp>
            <p:sp>
              <p:nvSpPr>
                <p:cNvPr id="341" name="Rectangle 37"/>
                <p:cNvSpPr>
                  <a:spLocks noChangeArrowheads="1"/>
                </p:cNvSpPr>
                <p:nvPr/>
              </p:nvSpPr>
              <p:spPr bwMode="auto">
                <a:xfrm>
                  <a:off x="3620" y="2699"/>
                  <a:ext cx="599" cy="97"/>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1000">
                      <a:solidFill>
                        <a:srgbClr val="8B0000"/>
                      </a:solidFill>
                      <a:latin typeface="Arial" pitchFamily="34" charset="0"/>
                      <a:ea typeface="ＭＳ Ｐゴシック"/>
                      <a:cs typeface="ＭＳ Ｐゴシック"/>
                    </a:rPr>
                    <a:t>parameter [0..*]</a:t>
                  </a:r>
                  <a:endParaRPr lang="en-US">
                    <a:solidFill>
                      <a:srgbClr val="000000"/>
                    </a:solidFill>
                    <a:latin typeface="Arial" pitchFamily="34" charset="0"/>
                    <a:ea typeface="ＭＳ Ｐゴシック"/>
                    <a:cs typeface="ＭＳ Ｐゴシック"/>
                  </a:endParaRPr>
                </a:p>
              </p:txBody>
            </p:sp>
          </p:grpSp>
          <p:grpSp>
            <p:nvGrpSpPr>
              <p:cNvPr id="178" name="Group 264"/>
              <p:cNvGrpSpPr>
                <a:grpSpLocks/>
              </p:cNvGrpSpPr>
              <p:nvPr/>
            </p:nvGrpSpPr>
            <p:grpSpPr bwMode="auto">
              <a:xfrm>
                <a:off x="2192811" y="1335705"/>
                <a:ext cx="1066800" cy="542925"/>
                <a:chOff x="1790" y="2225"/>
                <a:chExt cx="606" cy="342"/>
              </a:xfrm>
            </p:grpSpPr>
            <p:sp>
              <p:nvSpPr>
                <p:cNvPr id="260" name="Rectangle 66"/>
                <p:cNvSpPr>
                  <a:spLocks noChangeArrowheads="1"/>
                </p:cNvSpPr>
                <p:nvPr/>
              </p:nvSpPr>
              <p:spPr bwMode="auto">
                <a:xfrm>
                  <a:off x="1808" y="2243"/>
                  <a:ext cx="588" cy="324"/>
                </a:xfrm>
                <a:prstGeom prst="rect">
                  <a:avLst/>
                </a:prstGeom>
                <a:solidFill>
                  <a:srgbClr val="C0BFC0"/>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61" name="Rectangle 67"/>
                <p:cNvSpPr>
                  <a:spLocks noChangeArrowheads="1"/>
                </p:cNvSpPr>
                <p:nvPr/>
              </p:nvSpPr>
              <p:spPr bwMode="auto">
                <a:xfrm>
                  <a:off x="1790" y="2225"/>
                  <a:ext cx="12" cy="324"/>
                </a:xfrm>
                <a:prstGeom prst="rect">
                  <a:avLst/>
                </a:prstGeom>
                <a:solidFill>
                  <a:srgbClr val="E8E8C9"/>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62" name="Rectangle 68"/>
                <p:cNvSpPr>
                  <a:spLocks noChangeArrowheads="1"/>
                </p:cNvSpPr>
                <p:nvPr/>
              </p:nvSpPr>
              <p:spPr bwMode="auto">
                <a:xfrm>
                  <a:off x="1802" y="2225"/>
                  <a:ext cx="12" cy="324"/>
                </a:xfrm>
                <a:prstGeom prst="rect">
                  <a:avLst/>
                </a:prstGeom>
                <a:solidFill>
                  <a:srgbClr val="E9E9CA"/>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63" name="Rectangle 69"/>
                <p:cNvSpPr>
                  <a:spLocks noChangeArrowheads="1"/>
                </p:cNvSpPr>
                <p:nvPr/>
              </p:nvSpPr>
              <p:spPr bwMode="auto">
                <a:xfrm>
                  <a:off x="1814" y="2225"/>
                  <a:ext cx="12" cy="324"/>
                </a:xfrm>
                <a:prstGeom prst="rect">
                  <a:avLst/>
                </a:prstGeom>
                <a:solidFill>
                  <a:srgbClr val="EAEACB"/>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64" name="Rectangle 70"/>
                <p:cNvSpPr>
                  <a:spLocks noChangeArrowheads="1"/>
                </p:cNvSpPr>
                <p:nvPr/>
              </p:nvSpPr>
              <p:spPr bwMode="auto">
                <a:xfrm>
                  <a:off x="1826" y="2225"/>
                  <a:ext cx="12" cy="324"/>
                </a:xfrm>
                <a:prstGeom prst="rect">
                  <a:avLst/>
                </a:prstGeom>
                <a:solidFill>
                  <a:srgbClr val="EBEBCC"/>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65" name="Rectangle 71"/>
                <p:cNvSpPr>
                  <a:spLocks noChangeArrowheads="1"/>
                </p:cNvSpPr>
                <p:nvPr/>
              </p:nvSpPr>
              <p:spPr bwMode="auto">
                <a:xfrm>
                  <a:off x="1838" y="2225"/>
                  <a:ext cx="12" cy="324"/>
                </a:xfrm>
                <a:prstGeom prst="rect">
                  <a:avLst/>
                </a:prstGeom>
                <a:solidFill>
                  <a:srgbClr val="ECECCD"/>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66" name="Rectangle 72"/>
                <p:cNvSpPr>
                  <a:spLocks noChangeArrowheads="1"/>
                </p:cNvSpPr>
                <p:nvPr/>
              </p:nvSpPr>
              <p:spPr bwMode="auto">
                <a:xfrm>
                  <a:off x="1850" y="2225"/>
                  <a:ext cx="12" cy="324"/>
                </a:xfrm>
                <a:prstGeom prst="rect">
                  <a:avLst/>
                </a:prstGeom>
                <a:solidFill>
                  <a:srgbClr val="EDEDCE"/>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67" name="Rectangle 73"/>
                <p:cNvSpPr>
                  <a:spLocks noChangeArrowheads="1"/>
                </p:cNvSpPr>
                <p:nvPr/>
              </p:nvSpPr>
              <p:spPr bwMode="auto">
                <a:xfrm>
                  <a:off x="1862" y="2225"/>
                  <a:ext cx="12" cy="324"/>
                </a:xfrm>
                <a:prstGeom prst="rect">
                  <a:avLst/>
                </a:prstGeom>
                <a:solidFill>
                  <a:srgbClr val="EEEECF"/>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68" name="Rectangle 74"/>
                <p:cNvSpPr>
                  <a:spLocks noChangeArrowheads="1"/>
                </p:cNvSpPr>
                <p:nvPr/>
              </p:nvSpPr>
              <p:spPr bwMode="auto">
                <a:xfrm>
                  <a:off x="1874" y="2225"/>
                  <a:ext cx="12" cy="324"/>
                </a:xfrm>
                <a:prstGeom prst="rect">
                  <a:avLst/>
                </a:prstGeom>
                <a:solidFill>
                  <a:srgbClr val="EFEFD0"/>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69" name="Rectangle 75"/>
                <p:cNvSpPr>
                  <a:spLocks noChangeArrowheads="1"/>
                </p:cNvSpPr>
                <p:nvPr/>
              </p:nvSpPr>
              <p:spPr bwMode="auto">
                <a:xfrm>
                  <a:off x="1886" y="2225"/>
                  <a:ext cx="12" cy="324"/>
                </a:xfrm>
                <a:prstGeom prst="rect">
                  <a:avLst/>
                </a:prstGeom>
                <a:solidFill>
                  <a:srgbClr val="F0F0D1"/>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70" name="Rectangle 76"/>
                <p:cNvSpPr>
                  <a:spLocks noChangeArrowheads="1"/>
                </p:cNvSpPr>
                <p:nvPr/>
              </p:nvSpPr>
              <p:spPr bwMode="auto">
                <a:xfrm>
                  <a:off x="1898" y="2225"/>
                  <a:ext cx="12" cy="324"/>
                </a:xfrm>
                <a:prstGeom prst="rect">
                  <a:avLst/>
                </a:prstGeom>
                <a:solidFill>
                  <a:srgbClr val="F1F1D2"/>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71" name="Rectangle 77"/>
                <p:cNvSpPr>
                  <a:spLocks noChangeArrowheads="1"/>
                </p:cNvSpPr>
                <p:nvPr/>
              </p:nvSpPr>
              <p:spPr bwMode="auto">
                <a:xfrm>
                  <a:off x="1910" y="2225"/>
                  <a:ext cx="12" cy="324"/>
                </a:xfrm>
                <a:prstGeom prst="rect">
                  <a:avLst/>
                </a:prstGeom>
                <a:solidFill>
                  <a:srgbClr val="F2F2D3"/>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72" name="Rectangle 78"/>
                <p:cNvSpPr>
                  <a:spLocks noChangeArrowheads="1"/>
                </p:cNvSpPr>
                <p:nvPr/>
              </p:nvSpPr>
              <p:spPr bwMode="auto">
                <a:xfrm>
                  <a:off x="1922" y="2225"/>
                  <a:ext cx="12" cy="324"/>
                </a:xfrm>
                <a:prstGeom prst="rect">
                  <a:avLst/>
                </a:prstGeom>
                <a:solidFill>
                  <a:srgbClr val="F3F3D4"/>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73" name="Rectangle 79"/>
                <p:cNvSpPr>
                  <a:spLocks noChangeArrowheads="1"/>
                </p:cNvSpPr>
                <p:nvPr/>
              </p:nvSpPr>
              <p:spPr bwMode="auto">
                <a:xfrm>
                  <a:off x="1934" y="2225"/>
                  <a:ext cx="18" cy="324"/>
                </a:xfrm>
                <a:prstGeom prst="rect">
                  <a:avLst/>
                </a:prstGeom>
                <a:solidFill>
                  <a:srgbClr val="F4F4D5"/>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74" name="Rectangle 80"/>
                <p:cNvSpPr>
                  <a:spLocks noChangeArrowheads="1"/>
                </p:cNvSpPr>
                <p:nvPr/>
              </p:nvSpPr>
              <p:spPr bwMode="auto">
                <a:xfrm>
                  <a:off x="1952" y="2225"/>
                  <a:ext cx="18" cy="324"/>
                </a:xfrm>
                <a:prstGeom prst="rect">
                  <a:avLst/>
                </a:prstGeom>
                <a:solidFill>
                  <a:srgbClr val="F5F5D6"/>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75" name="Rectangle 81"/>
                <p:cNvSpPr>
                  <a:spLocks noChangeArrowheads="1"/>
                </p:cNvSpPr>
                <p:nvPr/>
              </p:nvSpPr>
              <p:spPr bwMode="auto">
                <a:xfrm>
                  <a:off x="1970" y="2225"/>
                  <a:ext cx="12" cy="324"/>
                </a:xfrm>
                <a:prstGeom prst="rect">
                  <a:avLst/>
                </a:prstGeom>
                <a:solidFill>
                  <a:srgbClr val="F6F6D7"/>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76" name="Rectangle 82"/>
                <p:cNvSpPr>
                  <a:spLocks noChangeArrowheads="1"/>
                </p:cNvSpPr>
                <p:nvPr/>
              </p:nvSpPr>
              <p:spPr bwMode="auto">
                <a:xfrm>
                  <a:off x="1982" y="2225"/>
                  <a:ext cx="12" cy="324"/>
                </a:xfrm>
                <a:prstGeom prst="rect">
                  <a:avLst/>
                </a:prstGeom>
                <a:solidFill>
                  <a:srgbClr val="F7F7D8"/>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77" name="Rectangle 83"/>
                <p:cNvSpPr>
                  <a:spLocks noChangeArrowheads="1"/>
                </p:cNvSpPr>
                <p:nvPr/>
              </p:nvSpPr>
              <p:spPr bwMode="auto">
                <a:xfrm>
                  <a:off x="1994" y="2225"/>
                  <a:ext cx="12" cy="324"/>
                </a:xfrm>
                <a:prstGeom prst="rect">
                  <a:avLst/>
                </a:prstGeom>
                <a:solidFill>
                  <a:srgbClr val="F8F8D9"/>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78" name="Rectangle 84"/>
                <p:cNvSpPr>
                  <a:spLocks noChangeArrowheads="1"/>
                </p:cNvSpPr>
                <p:nvPr/>
              </p:nvSpPr>
              <p:spPr bwMode="auto">
                <a:xfrm>
                  <a:off x="2006" y="2225"/>
                  <a:ext cx="12" cy="324"/>
                </a:xfrm>
                <a:prstGeom prst="rect">
                  <a:avLst/>
                </a:prstGeom>
                <a:solidFill>
                  <a:srgbClr val="F9F9DA"/>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79" name="Rectangle 85"/>
                <p:cNvSpPr>
                  <a:spLocks noChangeArrowheads="1"/>
                </p:cNvSpPr>
                <p:nvPr/>
              </p:nvSpPr>
              <p:spPr bwMode="auto">
                <a:xfrm>
                  <a:off x="2018" y="2225"/>
                  <a:ext cx="12" cy="324"/>
                </a:xfrm>
                <a:prstGeom prst="rect">
                  <a:avLst/>
                </a:prstGeom>
                <a:solidFill>
                  <a:srgbClr val="FAFADB"/>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80" name="Rectangle 86"/>
                <p:cNvSpPr>
                  <a:spLocks noChangeArrowheads="1"/>
                </p:cNvSpPr>
                <p:nvPr/>
              </p:nvSpPr>
              <p:spPr bwMode="auto">
                <a:xfrm>
                  <a:off x="2030" y="2225"/>
                  <a:ext cx="12" cy="324"/>
                </a:xfrm>
                <a:prstGeom prst="rect">
                  <a:avLst/>
                </a:prstGeom>
                <a:solidFill>
                  <a:srgbClr val="FBFBDC"/>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81" name="Rectangle 87"/>
                <p:cNvSpPr>
                  <a:spLocks noChangeArrowheads="1"/>
                </p:cNvSpPr>
                <p:nvPr/>
              </p:nvSpPr>
              <p:spPr bwMode="auto">
                <a:xfrm>
                  <a:off x="2042" y="2225"/>
                  <a:ext cx="12" cy="324"/>
                </a:xfrm>
                <a:prstGeom prst="rect">
                  <a:avLst/>
                </a:prstGeom>
                <a:solidFill>
                  <a:srgbClr val="FCFCDD"/>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82" name="Rectangle 88"/>
                <p:cNvSpPr>
                  <a:spLocks noChangeArrowheads="1"/>
                </p:cNvSpPr>
                <p:nvPr/>
              </p:nvSpPr>
              <p:spPr bwMode="auto">
                <a:xfrm>
                  <a:off x="2054" y="2225"/>
                  <a:ext cx="12" cy="324"/>
                </a:xfrm>
                <a:prstGeom prst="rect">
                  <a:avLst/>
                </a:prstGeom>
                <a:solidFill>
                  <a:srgbClr val="FDFDDE"/>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83" name="Rectangle 89"/>
                <p:cNvSpPr>
                  <a:spLocks noChangeArrowheads="1"/>
                </p:cNvSpPr>
                <p:nvPr/>
              </p:nvSpPr>
              <p:spPr bwMode="auto">
                <a:xfrm>
                  <a:off x="2066" y="2225"/>
                  <a:ext cx="12" cy="324"/>
                </a:xfrm>
                <a:prstGeom prst="rect">
                  <a:avLst/>
                </a:prstGeom>
                <a:solidFill>
                  <a:srgbClr val="FEFEDF"/>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84" name="Rectangle 90"/>
                <p:cNvSpPr>
                  <a:spLocks noChangeArrowheads="1"/>
                </p:cNvSpPr>
                <p:nvPr/>
              </p:nvSpPr>
              <p:spPr bwMode="auto">
                <a:xfrm>
                  <a:off x="2078" y="2225"/>
                  <a:ext cx="300" cy="324"/>
                </a:xfrm>
                <a:prstGeom prst="rect">
                  <a:avLst/>
                </a:prstGeom>
                <a:solidFill>
                  <a:srgbClr val="FFFFE0"/>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85" name="Rectangle 91"/>
                <p:cNvSpPr>
                  <a:spLocks noChangeArrowheads="1"/>
                </p:cNvSpPr>
                <p:nvPr/>
              </p:nvSpPr>
              <p:spPr bwMode="auto">
                <a:xfrm>
                  <a:off x="1790" y="2225"/>
                  <a:ext cx="588" cy="324"/>
                </a:xfrm>
                <a:prstGeom prst="rect">
                  <a:avLst/>
                </a:prstGeom>
                <a:noFill/>
                <a:ln w="9525">
                  <a:solidFill>
                    <a:srgbClr val="000000"/>
                  </a:solid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86" name="Rectangle 92"/>
                <p:cNvSpPr>
                  <a:spLocks noChangeArrowheads="1"/>
                </p:cNvSpPr>
                <p:nvPr/>
              </p:nvSpPr>
              <p:spPr bwMode="auto">
                <a:xfrm>
                  <a:off x="1868" y="2279"/>
                  <a:ext cx="493" cy="97"/>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1000">
                      <a:solidFill>
                        <a:srgbClr val="000000"/>
                      </a:solidFill>
                      <a:latin typeface="Arial" pitchFamily="34" charset="0"/>
                      <a:ea typeface="ＭＳ Ｐゴシック"/>
                      <a:cs typeface="ＭＳ Ｐゴシック"/>
                    </a:rPr>
                    <a:t>GFI_Feature</a:t>
                  </a:r>
                  <a:endParaRPr lang="en-US">
                    <a:solidFill>
                      <a:srgbClr val="000000"/>
                    </a:solidFill>
                    <a:latin typeface="Arial" pitchFamily="34" charset="0"/>
                    <a:ea typeface="ＭＳ Ｐゴシック"/>
                    <a:cs typeface="ＭＳ Ｐゴシック"/>
                  </a:endParaRPr>
                </a:p>
              </p:txBody>
            </p:sp>
            <p:sp>
              <p:nvSpPr>
                <p:cNvPr id="287" name="Line 93"/>
                <p:cNvSpPr>
                  <a:spLocks noChangeShapeType="1"/>
                </p:cNvSpPr>
                <p:nvPr/>
              </p:nvSpPr>
              <p:spPr bwMode="auto">
                <a:xfrm>
                  <a:off x="1790" y="2405"/>
                  <a:ext cx="588" cy="0"/>
                </a:xfrm>
                <a:prstGeom prst="line">
                  <a:avLst/>
                </a:prstGeom>
                <a:noFill/>
                <a:ln w="9525">
                  <a:solidFill>
                    <a:srgbClr val="000000"/>
                  </a:solidFill>
                  <a:miter lim="800000"/>
                  <a:headEnd/>
                  <a:tailEnd/>
                </a:ln>
              </p:spPr>
              <p:txBody>
                <a:bodyPr/>
                <a:lstStyle/>
                <a:p>
                  <a:pPr eaLnBrk="1" hangingPunct="1"/>
                  <a:endParaRPr lang="en-AU">
                    <a:solidFill>
                      <a:srgbClr val="000000"/>
                    </a:solidFill>
                    <a:latin typeface="Arial" charset="0"/>
                    <a:ea typeface="ＭＳ Ｐゴシック"/>
                    <a:cs typeface="ＭＳ Ｐゴシック"/>
                  </a:endParaRPr>
                </a:p>
              </p:txBody>
            </p:sp>
          </p:grpSp>
          <p:grpSp>
            <p:nvGrpSpPr>
              <p:cNvPr id="179" name="Group 267"/>
              <p:cNvGrpSpPr>
                <a:grpSpLocks/>
              </p:cNvGrpSpPr>
              <p:nvPr/>
            </p:nvGrpSpPr>
            <p:grpSpPr bwMode="auto">
              <a:xfrm>
                <a:off x="556098" y="4696443"/>
                <a:ext cx="1133475" cy="542925"/>
                <a:chOff x="3548" y="3275"/>
                <a:chExt cx="594" cy="342"/>
              </a:xfrm>
            </p:grpSpPr>
            <p:sp>
              <p:nvSpPr>
                <p:cNvPr id="232" name="Rectangle 94"/>
                <p:cNvSpPr>
                  <a:spLocks noChangeArrowheads="1"/>
                </p:cNvSpPr>
                <p:nvPr/>
              </p:nvSpPr>
              <p:spPr bwMode="auto">
                <a:xfrm>
                  <a:off x="3566" y="3293"/>
                  <a:ext cx="576" cy="324"/>
                </a:xfrm>
                <a:prstGeom prst="rect">
                  <a:avLst/>
                </a:prstGeom>
                <a:solidFill>
                  <a:srgbClr val="C0BFC0"/>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33" name="Rectangle 95"/>
                <p:cNvSpPr>
                  <a:spLocks noChangeArrowheads="1"/>
                </p:cNvSpPr>
                <p:nvPr/>
              </p:nvSpPr>
              <p:spPr bwMode="auto">
                <a:xfrm>
                  <a:off x="3548" y="3275"/>
                  <a:ext cx="12" cy="324"/>
                </a:xfrm>
                <a:prstGeom prst="rect">
                  <a:avLst/>
                </a:prstGeom>
                <a:solidFill>
                  <a:srgbClr val="B582E8"/>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34" name="Rectangle 96"/>
                <p:cNvSpPr>
                  <a:spLocks noChangeArrowheads="1"/>
                </p:cNvSpPr>
                <p:nvPr/>
              </p:nvSpPr>
              <p:spPr bwMode="auto">
                <a:xfrm>
                  <a:off x="3560" y="3275"/>
                  <a:ext cx="6" cy="324"/>
                </a:xfrm>
                <a:prstGeom prst="rect">
                  <a:avLst/>
                </a:prstGeom>
                <a:solidFill>
                  <a:srgbClr val="B683E9"/>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35" name="Rectangle 97"/>
                <p:cNvSpPr>
                  <a:spLocks noChangeArrowheads="1"/>
                </p:cNvSpPr>
                <p:nvPr/>
              </p:nvSpPr>
              <p:spPr bwMode="auto">
                <a:xfrm>
                  <a:off x="3566" y="3275"/>
                  <a:ext cx="18" cy="324"/>
                </a:xfrm>
                <a:prstGeom prst="rect">
                  <a:avLst/>
                </a:prstGeom>
                <a:solidFill>
                  <a:srgbClr val="B784EA"/>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36" name="Rectangle 98"/>
                <p:cNvSpPr>
                  <a:spLocks noChangeArrowheads="1"/>
                </p:cNvSpPr>
                <p:nvPr/>
              </p:nvSpPr>
              <p:spPr bwMode="auto">
                <a:xfrm>
                  <a:off x="3584" y="3275"/>
                  <a:ext cx="12" cy="324"/>
                </a:xfrm>
                <a:prstGeom prst="rect">
                  <a:avLst/>
                </a:prstGeom>
                <a:solidFill>
                  <a:srgbClr val="B885EB"/>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37" name="Rectangle 99"/>
                <p:cNvSpPr>
                  <a:spLocks noChangeArrowheads="1"/>
                </p:cNvSpPr>
                <p:nvPr/>
              </p:nvSpPr>
              <p:spPr bwMode="auto">
                <a:xfrm>
                  <a:off x="3596" y="3275"/>
                  <a:ext cx="6" cy="324"/>
                </a:xfrm>
                <a:prstGeom prst="rect">
                  <a:avLst/>
                </a:prstGeom>
                <a:solidFill>
                  <a:srgbClr val="B986EC"/>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38" name="Rectangle 100"/>
                <p:cNvSpPr>
                  <a:spLocks noChangeArrowheads="1"/>
                </p:cNvSpPr>
                <p:nvPr/>
              </p:nvSpPr>
              <p:spPr bwMode="auto">
                <a:xfrm>
                  <a:off x="3602" y="3275"/>
                  <a:ext cx="18" cy="324"/>
                </a:xfrm>
                <a:prstGeom prst="rect">
                  <a:avLst/>
                </a:prstGeom>
                <a:solidFill>
                  <a:srgbClr val="BA87ED"/>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39" name="Rectangle 101"/>
                <p:cNvSpPr>
                  <a:spLocks noChangeArrowheads="1"/>
                </p:cNvSpPr>
                <p:nvPr/>
              </p:nvSpPr>
              <p:spPr bwMode="auto">
                <a:xfrm>
                  <a:off x="3620" y="3275"/>
                  <a:ext cx="12" cy="324"/>
                </a:xfrm>
                <a:prstGeom prst="rect">
                  <a:avLst/>
                </a:prstGeom>
                <a:solidFill>
                  <a:srgbClr val="BB88EE"/>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40" name="Rectangle 102"/>
                <p:cNvSpPr>
                  <a:spLocks noChangeArrowheads="1"/>
                </p:cNvSpPr>
                <p:nvPr/>
              </p:nvSpPr>
              <p:spPr bwMode="auto">
                <a:xfrm>
                  <a:off x="3632" y="3275"/>
                  <a:ext cx="6" cy="324"/>
                </a:xfrm>
                <a:prstGeom prst="rect">
                  <a:avLst/>
                </a:prstGeom>
                <a:solidFill>
                  <a:srgbClr val="BC89EF"/>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41" name="Rectangle 103"/>
                <p:cNvSpPr>
                  <a:spLocks noChangeArrowheads="1"/>
                </p:cNvSpPr>
                <p:nvPr/>
              </p:nvSpPr>
              <p:spPr bwMode="auto">
                <a:xfrm>
                  <a:off x="3638" y="3275"/>
                  <a:ext cx="18" cy="324"/>
                </a:xfrm>
                <a:prstGeom prst="rect">
                  <a:avLst/>
                </a:prstGeom>
                <a:solidFill>
                  <a:srgbClr val="BD8AF0"/>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42" name="Rectangle 104"/>
                <p:cNvSpPr>
                  <a:spLocks noChangeArrowheads="1"/>
                </p:cNvSpPr>
                <p:nvPr/>
              </p:nvSpPr>
              <p:spPr bwMode="auto">
                <a:xfrm>
                  <a:off x="3656" y="3275"/>
                  <a:ext cx="12" cy="324"/>
                </a:xfrm>
                <a:prstGeom prst="rect">
                  <a:avLst/>
                </a:prstGeom>
                <a:solidFill>
                  <a:srgbClr val="BE8BF1"/>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43" name="Rectangle 105"/>
                <p:cNvSpPr>
                  <a:spLocks noChangeArrowheads="1"/>
                </p:cNvSpPr>
                <p:nvPr/>
              </p:nvSpPr>
              <p:spPr bwMode="auto">
                <a:xfrm>
                  <a:off x="3668" y="3275"/>
                  <a:ext cx="6" cy="324"/>
                </a:xfrm>
                <a:prstGeom prst="rect">
                  <a:avLst/>
                </a:prstGeom>
                <a:solidFill>
                  <a:srgbClr val="BF8CF2"/>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44" name="Rectangle 106"/>
                <p:cNvSpPr>
                  <a:spLocks noChangeArrowheads="1"/>
                </p:cNvSpPr>
                <p:nvPr/>
              </p:nvSpPr>
              <p:spPr bwMode="auto">
                <a:xfrm>
                  <a:off x="3674" y="3275"/>
                  <a:ext cx="18" cy="324"/>
                </a:xfrm>
                <a:prstGeom prst="rect">
                  <a:avLst/>
                </a:prstGeom>
                <a:solidFill>
                  <a:srgbClr val="C08DF3"/>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45" name="Rectangle 107"/>
                <p:cNvSpPr>
                  <a:spLocks noChangeArrowheads="1"/>
                </p:cNvSpPr>
                <p:nvPr/>
              </p:nvSpPr>
              <p:spPr bwMode="auto">
                <a:xfrm>
                  <a:off x="3692" y="3275"/>
                  <a:ext cx="12" cy="324"/>
                </a:xfrm>
                <a:prstGeom prst="rect">
                  <a:avLst/>
                </a:prstGeom>
                <a:solidFill>
                  <a:srgbClr val="C18EF4"/>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46" name="Rectangle 108"/>
                <p:cNvSpPr>
                  <a:spLocks noChangeArrowheads="1"/>
                </p:cNvSpPr>
                <p:nvPr/>
              </p:nvSpPr>
              <p:spPr bwMode="auto">
                <a:xfrm>
                  <a:off x="3704" y="3275"/>
                  <a:ext cx="18" cy="324"/>
                </a:xfrm>
                <a:prstGeom prst="rect">
                  <a:avLst/>
                </a:prstGeom>
                <a:solidFill>
                  <a:srgbClr val="C28FF5"/>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47" name="Rectangle 109"/>
                <p:cNvSpPr>
                  <a:spLocks noChangeArrowheads="1"/>
                </p:cNvSpPr>
                <p:nvPr/>
              </p:nvSpPr>
              <p:spPr bwMode="auto">
                <a:xfrm>
                  <a:off x="3722" y="3275"/>
                  <a:ext cx="18" cy="324"/>
                </a:xfrm>
                <a:prstGeom prst="rect">
                  <a:avLst/>
                </a:prstGeom>
                <a:solidFill>
                  <a:srgbClr val="C390F6"/>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48" name="Rectangle 110"/>
                <p:cNvSpPr>
                  <a:spLocks noChangeArrowheads="1"/>
                </p:cNvSpPr>
                <p:nvPr/>
              </p:nvSpPr>
              <p:spPr bwMode="auto">
                <a:xfrm>
                  <a:off x="3740" y="3275"/>
                  <a:ext cx="6" cy="324"/>
                </a:xfrm>
                <a:prstGeom prst="rect">
                  <a:avLst/>
                </a:prstGeom>
                <a:solidFill>
                  <a:srgbClr val="C491F7"/>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49" name="Rectangle 111"/>
                <p:cNvSpPr>
                  <a:spLocks noChangeArrowheads="1"/>
                </p:cNvSpPr>
                <p:nvPr/>
              </p:nvSpPr>
              <p:spPr bwMode="auto">
                <a:xfrm>
                  <a:off x="3746" y="3275"/>
                  <a:ext cx="18" cy="324"/>
                </a:xfrm>
                <a:prstGeom prst="rect">
                  <a:avLst/>
                </a:prstGeom>
                <a:solidFill>
                  <a:srgbClr val="C592F8"/>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50" name="Rectangle 112"/>
                <p:cNvSpPr>
                  <a:spLocks noChangeArrowheads="1"/>
                </p:cNvSpPr>
                <p:nvPr/>
              </p:nvSpPr>
              <p:spPr bwMode="auto">
                <a:xfrm>
                  <a:off x="3764" y="3275"/>
                  <a:ext cx="12" cy="324"/>
                </a:xfrm>
                <a:prstGeom prst="rect">
                  <a:avLst/>
                </a:prstGeom>
                <a:solidFill>
                  <a:srgbClr val="C693F9"/>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51" name="Rectangle 113"/>
                <p:cNvSpPr>
                  <a:spLocks noChangeArrowheads="1"/>
                </p:cNvSpPr>
                <p:nvPr/>
              </p:nvSpPr>
              <p:spPr bwMode="auto">
                <a:xfrm>
                  <a:off x="3776" y="3275"/>
                  <a:ext cx="6" cy="324"/>
                </a:xfrm>
                <a:prstGeom prst="rect">
                  <a:avLst/>
                </a:prstGeom>
                <a:solidFill>
                  <a:srgbClr val="C794FA"/>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52" name="Rectangle 114"/>
                <p:cNvSpPr>
                  <a:spLocks noChangeArrowheads="1"/>
                </p:cNvSpPr>
                <p:nvPr/>
              </p:nvSpPr>
              <p:spPr bwMode="auto">
                <a:xfrm>
                  <a:off x="3782" y="3275"/>
                  <a:ext cx="18" cy="324"/>
                </a:xfrm>
                <a:prstGeom prst="rect">
                  <a:avLst/>
                </a:prstGeom>
                <a:solidFill>
                  <a:srgbClr val="C895FB"/>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53" name="Rectangle 115"/>
                <p:cNvSpPr>
                  <a:spLocks noChangeArrowheads="1"/>
                </p:cNvSpPr>
                <p:nvPr/>
              </p:nvSpPr>
              <p:spPr bwMode="auto">
                <a:xfrm>
                  <a:off x="3800" y="3275"/>
                  <a:ext cx="12" cy="324"/>
                </a:xfrm>
                <a:prstGeom prst="rect">
                  <a:avLst/>
                </a:prstGeom>
                <a:solidFill>
                  <a:srgbClr val="C996FC"/>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54" name="Rectangle 116"/>
                <p:cNvSpPr>
                  <a:spLocks noChangeArrowheads="1"/>
                </p:cNvSpPr>
                <p:nvPr/>
              </p:nvSpPr>
              <p:spPr bwMode="auto">
                <a:xfrm>
                  <a:off x="3812" y="3275"/>
                  <a:ext cx="6" cy="324"/>
                </a:xfrm>
                <a:prstGeom prst="rect">
                  <a:avLst/>
                </a:prstGeom>
                <a:solidFill>
                  <a:srgbClr val="CA97FD"/>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55" name="Rectangle 117"/>
                <p:cNvSpPr>
                  <a:spLocks noChangeArrowheads="1"/>
                </p:cNvSpPr>
                <p:nvPr/>
              </p:nvSpPr>
              <p:spPr bwMode="auto">
                <a:xfrm>
                  <a:off x="3818" y="3275"/>
                  <a:ext cx="18" cy="324"/>
                </a:xfrm>
                <a:prstGeom prst="rect">
                  <a:avLst/>
                </a:prstGeom>
                <a:solidFill>
                  <a:srgbClr val="CB98FE"/>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56" name="Rectangle 118"/>
                <p:cNvSpPr>
                  <a:spLocks noChangeArrowheads="1"/>
                </p:cNvSpPr>
                <p:nvPr/>
              </p:nvSpPr>
              <p:spPr bwMode="auto">
                <a:xfrm>
                  <a:off x="3836" y="3275"/>
                  <a:ext cx="288" cy="324"/>
                </a:xfrm>
                <a:prstGeom prst="rect">
                  <a:avLst/>
                </a:prstGeom>
                <a:solidFill>
                  <a:srgbClr val="CC99FF"/>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57" name="Rectangle 119"/>
                <p:cNvSpPr>
                  <a:spLocks noChangeArrowheads="1"/>
                </p:cNvSpPr>
                <p:nvPr/>
              </p:nvSpPr>
              <p:spPr bwMode="auto">
                <a:xfrm>
                  <a:off x="3548" y="3275"/>
                  <a:ext cx="576" cy="324"/>
                </a:xfrm>
                <a:prstGeom prst="rect">
                  <a:avLst/>
                </a:prstGeom>
                <a:noFill/>
                <a:ln w="9525">
                  <a:solidFill>
                    <a:srgbClr val="000000"/>
                  </a:solid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58" name="Rectangle 120"/>
                <p:cNvSpPr>
                  <a:spLocks noChangeArrowheads="1"/>
                </p:cNvSpPr>
                <p:nvPr/>
              </p:nvSpPr>
              <p:spPr bwMode="auto">
                <a:xfrm>
                  <a:off x="3614" y="3329"/>
                  <a:ext cx="504" cy="97"/>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1000">
                      <a:solidFill>
                        <a:srgbClr val="000000"/>
                      </a:solidFill>
                      <a:latin typeface="Arial" pitchFamily="34" charset="0"/>
                      <a:ea typeface="ＭＳ Ｐゴシック"/>
                      <a:cs typeface="ＭＳ Ｐゴシック"/>
                    </a:rPr>
                    <a:t>OM_Process</a:t>
                  </a:r>
                  <a:endParaRPr lang="en-US">
                    <a:solidFill>
                      <a:srgbClr val="000000"/>
                    </a:solidFill>
                    <a:latin typeface="Arial" pitchFamily="34" charset="0"/>
                    <a:ea typeface="ＭＳ Ｐゴシック"/>
                    <a:cs typeface="ＭＳ Ｐゴシック"/>
                  </a:endParaRPr>
                </a:p>
              </p:txBody>
            </p:sp>
            <p:sp>
              <p:nvSpPr>
                <p:cNvPr id="259" name="Line 121"/>
                <p:cNvSpPr>
                  <a:spLocks noChangeShapeType="1"/>
                </p:cNvSpPr>
                <p:nvPr/>
              </p:nvSpPr>
              <p:spPr bwMode="auto">
                <a:xfrm>
                  <a:off x="3548" y="3455"/>
                  <a:ext cx="576" cy="0"/>
                </a:xfrm>
                <a:prstGeom prst="line">
                  <a:avLst/>
                </a:prstGeom>
                <a:noFill/>
                <a:ln w="9525">
                  <a:solidFill>
                    <a:srgbClr val="000000"/>
                  </a:solidFill>
                  <a:miter lim="800000"/>
                  <a:headEnd/>
                  <a:tailEnd/>
                </a:ln>
              </p:spPr>
              <p:txBody>
                <a:bodyPr/>
                <a:lstStyle/>
                <a:p>
                  <a:pPr eaLnBrk="1" hangingPunct="1"/>
                  <a:endParaRPr lang="en-AU">
                    <a:solidFill>
                      <a:srgbClr val="000000"/>
                    </a:solidFill>
                    <a:latin typeface="Arial" charset="0"/>
                    <a:ea typeface="ＭＳ Ｐゴシック"/>
                    <a:cs typeface="ＭＳ Ｐゴシック"/>
                  </a:endParaRPr>
                </a:p>
              </p:txBody>
            </p:sp>
          </p:grpSp>
          <p:grpSp>
            <p:nvGrpSpPr>
              <p:cNvPr id="182" name="Group 268"/>
              <p:cNvGrpSpPr>
                <a:grpSpLocks/>
              </p:cNvGrpSpPr>
              <p:nvPr/>
            </p:nvGrpSpPr>
            <p:grpSpPr bwMode="auto">
              <a:xfrm>
                <a:off x="2437286" y="4705968"/>
                <a:ext cx="809625" cy="542925"/>
                <a:chOff x="4832" y="3281"/>
                <a:chExt cx="552" cy="342"/>
              </a:xfrm>
            </p:grpSpPr>
            <p:sp>
              <p:nvSpPr>
                <p:cNvPr id="204" name="Rectangle 166"/>
                <p:cNvSpPr>
                  <a:spLocks noChangeArrowheads="1"/>
                </p:cNvSpPr>
                <p:nvPr/>
              </p:nvSpPr>
              <p:spPr bwMode="auto">
                <a:xfrm>
                  <a:off x="4850" y="3299"/>
                  <a:ext cx="534" cy="324"/>
                </a:xfrm>
                <a:prstGeom prst="rect">
                  <a:avLst/>
                </a:prstGeom>
                <a:solidFill>
                  <a:srgbClr val="C0BFC0"/>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05" name="Rectangle 167"/>
                <p:cNvSpPr>
                  <a:spLocks noChangeArrowheads="1"/>
                </p:cNvSpPr>
                <p:nvPr/>
              </p:nvSpPr>
              <p:spPr bwMode="auto">
                <a:xfrm>
                  <a:off x="4832" y="3281"/>
                  <a:ext cx="6" cy="324"/>
                </a:xfrm>
                <a:prstGeom prst="rect">
                  <a:avLst/>
                </a:prstGeom>
                <a:solidFill>
                  <a:srgbClr val="B5E8B5"/>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06" name="Rectangle 168"/>
                <p:cNvSpPr>
                  <a:spLocks noChangeArrowheads="1"/>
                </p:cNvSpPr>
                <p:nvPr/>
              </p:nvSpPr>
              <p:spPr bwMode="auto">
                <a:xfrm>
                  <a:off x="4838" y="3281"/>
                  <a:ext cx="12" cy="324"/>
                </a:xfrm>
                <a:prstGeom prst="rect">
                  <a:avLst/>
                </a:prstGeom>
                <a:solidFill>
                  <a:srgbClr val="B6E9B6"/>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07" name="Rectangle 169"/>
                <p:cNvSpPr>
                  <a:spLocks noChangeArrowheads="1"/>
                </p:cNvSpPr>
                <p:nvPr/>
              </p:nvSpPr>
              <p:spPr bwMode="auto">
                <a:xfrm>
                  <a:off x="4850" y="3281"/>
                  <a:ext cx="12" cy="324"/>
                </a:xfrm>
                <a:prstGeom prst="rect">
                  <a:avLst/>
                </a:prstGeom>
                <a:solidFill>
                  <a:srgbClr val="B7EAB7"/>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08" name="Rectangle 170"/>
                <p:cNvSpPr>
                  <a:spLocks noChangeArrowheads="1"/>
                </p:cNvSpPr>
                <p:nvPr/>
              </p:nvSpPr>
              <p:spPr bwMode="auto">
                <a:xfrm>
                  <a:off x="4862" y="3281"/>
                  <a:ext cx="12" cy="324"/>
                </a:xfrm>
                <a:prstGeom prst="rect">
                  <a:avLst/>
                </a:prstGeom>
                <a:solidFill>
                  <a:srgbClr val="B8EBB8"/>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09" name="Rectangle 171"/>
                <p:cNvSpPr>
                  <a:spLocks noChangeArrowheads="1"/>
                </p:cNvSpPr>
                <p:nvPr/>
              </p:nvSpPr>
              <p:spPr bwMode="auto">
                <a:xfrm>
                  <a:off x="4874" y="3281"/>
                  <a:ext cx="12" cy="324"/>
                </a:xfrm>
                <a:prstGeom prst="rect">
                  <a:avLst/>
                </a:prstGeom>
                <a:solidFill>
                  <a:srgbClr val="B9ECB9"/>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10" name="Rectangle 172"/>
                <p:cNvSpPr>
                  <a:spLocks noChangeArrowheads="1"/>
                </p:cNvSpPr>
                <p:nvPr/>
              </p:nvSpPr>
              <p:spPr bwMode="auto">
                <a:xfrm>
                  <a:off x="4886" y="3281"/>
                  <a:ext cx="12" cy="324"/>
                </a:xfrm>
                <a:prstGeom prst="rect">
                  <a:avLst/>
                </a:prstGeom>
                <a:solidFill>
                  <a:srgbClr val="BAEDBA"/>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11" name="Rectangle 173"/>
                <p:cNvSpPr>
                  <a:spLocks noChangeArrowheads="1"/>
                </p:cNvSpPr>
                <p:nvPr/>
              </p:nvSpPr>
              <p:spPr bwMode="auto">
                <a:xfrm>
                  <a:off x="4898" y="3281"/>
                  <a:ext cx="12" cy="324"/>
                </a:xfrm>
                <a:prstGeom prst="rect">
                  <a:avLst/>
                </a:prstGeom>
                <a:solidFill>
                  <a:srgbClr val="BBEEBB"/>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12" name="Rectangle 174"/>
                <p:cNvSpPr>
                  <a:spLocks noChangeArrowheads="1"/>
                </p:cNvSpPr>
                <p:nvPr/>
              </p:nvSpPr>
              <p:spPr bwMode="auto">
                <a:xfrm>
                  <a:off x="4910" y="3281"/>
                  <a:ext cx="6" cy="324"/>
                </a:xfrm>
                <a:prstGeom prst="rect">
                  <a:avLst/>
                </a:prstGeom>
                <a:solidFill>
                  <a:srgbClr val="BCEFBC"/>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13" name="Rectangle 175"/>
                <p:cNvSpPr>
                  <a:spLocks noChangeArrowheads="1"/>
                </p:cNvSpPr>
                <p:nvPr/>
              </p:nvSpPr>
              <p:spPr bwMode="auto">
                <a:xfrm>
                  <a:off x="4916" y="3281"/>
                  <a:ext cx="12" cy="324"/>
                </a:xfrm>
                <a:prstGeom prst="rect">
                  <a:avLst/>
                </a:prstGeom>
                <a:solidFill>
                  <a:srgbClr val="BDF0BD"/>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14" name="Rectangle 176"/>
                <p:cNvSpPr>
                  <a:spLocks noChangeArrowheads="1"/>
                </p:cNvSpPr>
                <p:nvPr/>
              </p:nvSpPr>
              <p:spPr bwMode="auto">
                <a:xfrm>
                  <a:off x="4928" y="3281"/>
                  <a:ext cx="12" cy="324"/>
                </a:xfrm>
                <a:prstGeom prst="rect">
                  <a:avLst/>
                </a:prstGeom>
                <a:solidFill>
                  <a:srgbClr val="BEF1BE"/>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15" name="Rectangle 177"/>
                <p:cNvSpPr>
                  <a:spLocks noChangeArrowheads="1"/>
                </p:cNvSpPr>
                <p:nvPr/>
              </p:nvSpPr>
              <p:spPr bwMode="auto">
                <a:xfrm>
                  <a:off x="4940" y="3281"/>
                  <a:ext cx="12" cy="324"/>
                </a:xfrm>
                <a:prstGeom prst="rect">
                  <a:avLst/>
                </a:prstGeom>
                <a:solidFill>
                  <a:srgbClr val="BFF2BF"/>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16" name="Rectangle 178"/>
                <p:cNvSpPr>
                  <a:spLocks noChangeArrowheads="1"/>
                </p:cNvSpPr>
                <p:nvPr/>
              </p:nvSpPr>
              <p:spPr bwMode="auto">
                <a:xfrm>
                  <a:off x="4952" y="3281"/>
                  <a:ext cx="12" cy="324"/>
                </a:xfrm>
                <a:prstGeom prst="rect">
                  <a:avLst/>
                </a:prstGeom>
                <a:solidFill>
                  <a:srgbClr val="C0F3C0"/>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17" name="Rectangle 179"/>
                <p:cNvSpPr>
                  <a:spLocks noChangeArrowheads="1"/>
                </p:cNvSpPr>
                <p:nvPr/>
              </p:nvSpPr>
              <p:spPr bwMode="auto">
                <a:xfrm>
                  <a:off x="4964" y="3281"/>
                  <a:ext cx="12" cy="324"/>
                </a:xfrm>
                <a:prstGeom prst="rect">
                  <a:avLst/>
                </a:prstGeom>
                <a:solidFill>
                  <a:srgbClr val="C1F4C1"/>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18" name="Rectangle 180"/>
                <p:cNvSpPr>
                  <a:spLocks noChangeArrowheads="1"/>
                </p:cNvSpPr>
                <p:nvPr/>
              </p:nvSpPr>
              <p:spPr bwMode="auto">
                <a:xfrm>
                  <a:off x="4976" y="3281"/>
                  <a:ext cx="18" cy="324"/>
                </a:xfrm>
                <a:prstGeom prst="rect">
                  <a:avLst/>
                </a:prstGeom>
                <a:solidFill>
                  <a:srgbClr val="C2F5C2"/>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19" name="Rectangle 181"/>
                <p:cNvSpPr>
                  <a:spLocks noChangeArrowheads="1"/>
                </p:cNvSpPr>
                <p:nvPr/>
              </p:nvSpPr>
              <p:spPr bwMode="auto">
                <a:xfrm>
                  <a:off x="4994" y="3281"/>
                  <a:ext cx="12" cy="324"/>
                </a:xfrm>
                <a:prstGeom prst="rect">
                  <a:avLst/>
                </a:prstGeom>
                <a:solidFill>
                  <a:srgbClr val="C3F6C3"/>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20" name="Rectangle 182"/>
                <p:cNvSpPr>
                  <a:spLocks noChangeArrowheads="1"/>
                </p:cNvSpPr>
                <p:nvPr/>
              </p:nvSpPr>
              <p:spPr bwMode="auto">
                <a:xfrm>
                  <a:off x="5006" y="3281"/>
                  <a:ext cx="12" cy="324"/>
                </a:xfrm>
                <a:prstGeom prst="rect">
                  <a:avLst/>
                </a:prstGeom>
                <a:solidFill>
                  <a:srgbClr val="C4F7C4"/>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21" name="Rectangle 183"/>
                <p:cNvSpPr>
                  <a:spLocks noChangeArrowheads="1"/>
                </p:cNvSpPr>
                <p:nvPr/>
              </p:nvSpPr>
              <p:spPr bwMode="auto">
                <a:xfrm>
                  <a:off x="5018" y="3281"/>
                  <a:ext cx="12" cy="324"/>
                </a:xfrm>
                <a:prstGeom prst="rect">
                  <a:avLst/>
                </a:prstGeom>
                <a:solidFill>
                  <a:srgbClr val="C5F8C5"/>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22" name="Rectangle 184"/>
                <p:cNvSpPr>
                  <a:spLocks noChangeArrowheads="1"/>
                </p:cNvSpPr>
                <p:nvPr/>
              </p:nvSpPr>
              <p:spPr bwMode="auto">
                <a:xfrm>
                  <a:off x="5030" y="3281"/>
                  <a:ext cx="12" cy="324"/>
                </a:xfrm>
                <a:prstGeom prst="rect">
                  <a:avLst/>
                </a:prstGeom>
                <a:solidFill>
                  <a:srgbClr val="C6F9C6"/>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23" name="Rectangle 185"/>
                <p:cNvSpPr>
                  <a:spLocks noChangeArrowheads="1"/>
                </p:cNvSpPr>
                <p:nvPr/>
              </p:nvSpPr>
              <p:spPr bwMode="auto">
                <a:xfrm>
                  <a:off x="5042" y="3281"/>
                  <a:ext cx="12" cy="324"/>
                </a:xfrm>
                <a:prstGeom prst="rect">
                  <a:avLst/>
                </a:prstGeom>
                <a:solidFill>
                  <a:srgbClr val="C7FAC7"/>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24" name="Rectangle 186"/>
                <p:cNvSpPr>
                  <a:spLocks noChangeArrowheads="1"/>
                </p:cNvSpPr>
                <p:nvPr/>
              </p:nvSpPr>
              <p:spPr bwMode="auto">
                <a:xfrm>
                  <a:off x="5054" y="3281"/>
                  <a:ext cx="12" cy="324"/>
                </a:xfrm>
                <a:prstGeom prst="rect">
                  <a:avLst/>
                </a:prstGeom>
                <a:solidFill>
                  <a:srgbClr val="C8FBC8"/>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25" name="Rectangle 187"/>
                <p:cNvSpPr>
                  <a:spLocks noChangeArrowheads="1"/>
                </p:cNvSpPr>
                <p:nvPr/>
              </p:nvSpPr>
              <p:spPr bwMode="auto">
                <a:xfrm>
                  <a:off x="5066" y="3281"/>
                  <a:ext cx="6" cy="324"/>
                </a:xfrm>
                <a:prstGeom prst="rect">
                  <a:avLst/>
                </a:prstGeom>
                <a:solidFill>
                  <a:srgbClr val="C9FCC9"/>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26" name="Rectangle 188"/>
                <p:cNvSpPr>
                  <a:spLocks noChangeArrowheads="1"/>
                </p:cNvSpPr>
                <p:nvPr/>
              </p:nvSpPr>
              <p:spPr bwMode="auto">
                <a:xfrm>
                  <a:off x="5072" y="3281"/>
                  <a:ext cx="12" cy="324"/>
                </a:xfrm>
                <a:prstGeom prst="rect">
                  <a:avLst/>
                </a:prstGeom>
                <a:solidFill>
                  <a:srgbClr val="CAFDCA"/>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27" name="Rectangle 189"/>
                <p:cNvSpPr>
                  <a:spLocks noChangeArrowheads="1"/>
                </p:cNvSpPr>
                <p:nvPr/>
              </p:nvSpPr>
              <p:spPr bwMode="auto">
                <a:xfrm>
                  <a:off x="5084" y="3281"/>
                  <a:ext cx="12" cy="324"/>
                </a:xfrm>
                <a:prstGeom prst="rect">
                  <a:avLst/>
                </a:prstGeom>
                <a:solidFill>
                  <a:srgbClr val="CBFECB"/>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28" name="Rectangle 190"/>
                <p:cNvSpPr>
                  <a:spLocks noChangeArrowheads="1"/>
                </p:cNvSpPr>
                <p:nvPr/>
              </p:nvSpPr>
              <p:spPr bwMode="auto">
                <a:xfrm>
                  <a:off x="5096" y="3281"/>
                  <a:ext cx="270" cy="324"/>
                </a:xfrm>
                <a:prstGeom prst="rect">
                  <a:avLst/>
                </a:prstGeom>
                <a:solidFill>
                  <a:srgbClr val="CCFFCC"/>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29" name="Rectangle 191"/>
                <p:cNvSpPr>
                  <a:spLocks noChangeArrowheads="1"/>
                </p:cNvSpPr>
                <p:nvPr/>
              </p:nvSpPr>
              <p:spPr bwMode="auto">
                <a:xfrm>
                  <a:off x="4832" y="3281"/>
                  <a:ext cx="534" cy="324"/>
                </a:xfrm>
                <a:prstGeom prst="rect">
                  <a:avLst/>
                </a:prstGeom>
                <a:noFill/>
                <a:ln w="9525">
                  <a:solidFill>
                    <a:srgbClr val="000000"/>
                  </a:solid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30" name="Rectangle 192"/>
                <p:cNvSpPr>
                  <a:spLocks noChangeArrowheads="1"/>
                </p:cNvSpPr>
                <p:nvPr/>
              </p:nvSpPr>
              <p:spPr bwMode="auto">
                <a:xfrm>
                  <a:off x="5030" y="3335"/>
                  <a:ext cx="150" cy="97"/>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1000">
                      <a:solidFill>
                        <a:srgbClr val="000000"/>
                      </a:solidFill>
                      <a:latin typeface="Arial" pitchFamily="34" charset="0"/>
                      <a:ea typeface="ＭＳ Ｐゴシック"/>
                      <a:cs typeface="ＭＳ Ｐゴシック"/>
                    </a:rPr>
                    <a:t>Any</a:t>
                  </a:r>
                  <a:endParaRPr lang="en-US">
                    <a:solidFill>
                      <a:srgbClr val="000000"/>
                    </a:solidFill>
                    <a:latin typeface="Arial" pitchFamily="34" charset="0"/>
                    <a:ea typeface="ＭＳ Ｐゴシック"/>
                    <a:cs typeface="ＭＳ Ｐゴシック"/>
                  </a:endParaRPr>
                </a:p>
              </p:txBody>
            </p:sp>
            <p:sp>
              <p:nvSpPr>
                <p:cNvPr id="231" name="Line 193"/>
                <p:cNvSpPr>
                  <a:spLocks noChangeShapeType="1"/>
                </p:cNvSpPr>
                <p:nvPr/>
              </p:nvSpPr>
              <p:spPr bwMode="auto">
                <a:xfrm>
                  <a:off x="4832" y="3461"/>
                  <a:ext cx="534" cy="0"/>
                </a:xfrm>
                <a:prstGeom prst="line">
                  <a:avLst/>
                </a:prstGeom>
                <a:noFill/>
                <a:ln w="9525">
                  <a:solidFill>
                    <a:srgbClr val="000000"/>
                  </a:solidFill>
                  <a:miter lim="800000"/>
                  <a:headEnd/>
                  <a:tailEnd/>
                </a:ln>
              </p:spPr>
              <p:txBody>
                <a:bodyPr/>
                <a:lstStyle/>
                <a:p>
                  <a:pPr eaLnBrk="1" hangingPunct="1"/>
                  <a:endParaRPr lang="en-AU">
                    <a:solidFill>
                      <a:srgbClr val="000000"/>
                    </a:solidFill>
                    <a:latin typeface="Arial" charset="0"/>
                    <a:ea typeface="ＭＳ Ｐゴシック"/>
                    <a:cs typeface="ＭＳ Ｐゴシック"/>
                  </a:endParaRPr>
                </a:p>
              </p:txBody>
            </p:sp>
          </p:grpSp>
          <p:grpSp>
            <p:nvGrpSpPr>
              <p:cNvPr id="183" name="Group 273"/>
              <p:cNvGrpSpPr>
                <a:grpSpLocks/>
              </p:cNvGrpSpPr>
              <p:nvPr/>
            </p:nvGrpSpPr>
            <p:grpSpPr bwMode="auto">
              <a:xfrm>
                <a:off x="1989611" y="3201018"/>
                <a:ext cx="1546225" cy="431800"/>
                <a:chOff x="4526" y="2333"/>
                <a:chExt cx="1055" cy="272"/>
              </a:xfrm>
            </p:grpSpPr>
            <p:sp>
              <p:nvSpPr>
                <p:cNvPr id="200" name="Line 225"/>
                <p:cNvSpPr>
                  <a:spLocks noChangeShapeType="1"/>
                </p:cNvSpPr>
                <p:nvPr/>
              </p:nvSpPr>
              <p:spPr bwMode="auto">
                <a:xfrm flipV="1">
                  <a:off x="4526" y="2429"/>
                  <a:ext cx="234" cy="30"/>
                </a:xfrm>
                <a:prstGeom prst="line">
                  <a:avLst/>
                </a:prstGeom>
                <a:noFill/>
                <a:ln w="9525">
                  <a:solidFill>
                    <a:srgbClr val="000000"/>
                  </a:solidFill>
                  <a:miter lim="800000"/>
                  <a:headEnd/>
                  <a:tailEnd/>
                </a:ln>
              </p:spPr>
              <p:txBody>
                <a:bodyPr/>
                <a:lstStyle/>
                <a:p>
                  <a:pPr eaLnBrk="1" hangingPunct="1"/>
                  <a:endParaRPr lang="en-AU">
                    <a:solidFill>
                      <a:srgbClr val="000000"/>
                    </a:solidFill>
                    <a:latin typeface="Arial" charset="0"/>
                    <a:ea typeface="ＭＳ Ｐゴシック"/>
                    <a:cs typeface="ＭＳ Ｐゴシック"/>
                  </a:endParaRPr>
                </a:p>
              </p:txBody>
            </p:sp>
            <p:sp>
              <p:nvSpPr>
                <p:cNvPr id="201" name="Freeform 226"/>
                <p:cNvSpPr>
                  <a:spLocks noEditPoints="1"/>
                </p:cNvSpPr>
                <p:nvPr/>
              </p:nvSpPr>
              <p:spPr bwMode="auto">
                <a:xfrm>
                  <a:off x="4664" y="2405"/>
                  <a:ext cx="96" cy="72"/>
                </a:xfrm>
                <a:custGeom>
                  <a:avLst/>
                  <a:gdLst>
                    <a:gd name="T0" fmla="*/ 96 w 96"/>
                    <a:gd name="T1" fmla="*/ 24 h 72"/>
                    <a:gd name="T2" fmla="*/ 12 w 96"/>
                    <a:gd name="T3" fmla="*/ 72 h 72"/>
                    <a:gd name="T4" fmla="*/ 96 w 96"/>
                    <a:gd name="T5" fmla="*/ 24 h 72"/>
                    <a:gd name="T6" fmla="*/ 0 w 96"/>
                    <a:gd name="T7" fmla="*/ 0 h 72"/>
                    <a:gd name="T8" fmla="*/ 0 60000 65536"/>
                    <a:gd name="T9" fmla="*/ 0 60000 65536"/>
                    <a:gd name="T10" fmla="*/ 0 60000 65536"/>
                    <a:gd name="T11" fmla="*/ 0 60000 65536"/>
                    <a:gd name="T12" fmla="*/ 0 w 96"/>
                    <a:gd name="T13" fmla="*/ 0 h 72"/>
                    <a:gd name="T14" fmla="*/ 96 w 96"/>
                    <a:gd name="T15" fmla="*/ 72 h 72"/>
                  </a:gdLst>
                  <a:ahLst/>
                  <a:cxnLst>
                    <a:cxn ang="T8">
                      <a:pos x="T0" y="T1"/>
                    </a:cxn>
                    <a:cxn ang="T9">
                      <a:pos x="T2" y="T3"/>
                    </a:cxn>
                    <a:cxn ang="T10">
                      <a:pos x="T4" y="T5"/>
                    </a:cxn>
                    <a:cxn ang="T11">
                      <a:pos x="T6" y="T7"/>
                    </a:cxn>
                  </a:cxnLst>
                  <a:rect l="T12" t="T13" r="T14" b="T15"/>
                  <a:pathLst>
                    <a:path w="96" h="72">
                      <a:moveTo>
                        <a:pt x="96" y="24"/>
                      </a:moveTo>
                      <a:lnTo>
                        <a:pt x="12" y="72"/>
                      </a:lnTo>
                      <a:moveTo>
                        <a:pt x="96" y="24"/>
                      </a:moveTo>
                      <a:lnTo>
                        <a:pt x="0" y="0"/>
                      </a:lnTo>
                    </a:path>
                  </a:pathLst>
                </a:custGeom>
                <a:noFill/>
                <a:ln w="9525" cap="flat">
                  <a:solidFill>
                    <a:srgbClr val="000000"/>
                  </a:solidFill>
                  <a:prstDash val="solid"/>
                  <a:miter lim="800000"/>
                  <a:headEnd/>
                  <a:tailEnd/>
                </a:ln>
              </p:spPr>
              <p:txBody>
                <a:bodyPr/>
                <a:lstStyle/>
                <a:p>
                  <a:pPr eaLnBrk="1" hangingPunct="1"/>
                  <a:endParaRPr lang="en-AU">
                    <a:solidFill>
                      <a:srgbClr val="000000"/>
                    </a:solidFill>
                    <a:latin typeface="Arial" charset="0"/>
                    <a:ea typeface="ＭＳ Ｐゴシック"/>
                    <a:cs typeface="ＭＳ Ｐゴシック"/>
                  </a:endParaRPr>
                </a:p>
              </p:txBody>
            </p:sp>
            <p:sp>
              <p:nvSpPr>
                <p:cNvPr id="202" name="Rectangle 227"/>
                <p:cNvSpPr>
                  <a:spLocks noChangeArrowheads="1"/>
                </p:cNvSpPr>
                <p:nvPr/>
              </p:nvSpPr>
              <p:spPr bwMode="auto">
                <a:xfrm>
                  <a:off x="4694" y="2489"/>
                  <a:ext cx="887" cy="116"/>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1200">
                      <a:solidFill>
                        <a:srgbClr val="000000"/>
                      </a:solidFill>
                      <a:latin typeface="Arial" pitchFamily="34" charset="0"/>
                      <a:ea typeface="ＭＳ Ｐゴシック"/>
                      <a:cs typeface="ＭＳ Ｐゴシック"/>
                    </a:rPr>
                    <a:t>+observedProperty</a:t>
                  </a:r>
                  <a:endParaRPr lang="en-US" sz="3600">
                    <a:solidFill>
                      <a:srgbClr val="000000"/>
                    </a:solidFill>
                    <a:latin typeface="Arial" pitchFamily="34" charset="0"/>
                    <a:ea typeface="ＭＳ Ｐゴシック"/>
                    <a:cs typeface="ＭＳ Ｐゴシック"/>
                  </a:endParaRPr>
                </a:p>
              </p:txBody>
            </p:sp>
            <p:sp>
              <p:nvSpPr>
                <p:cNvPr id="203" name="Rectangle 228"/>
                <p:cNvSpPr>
                  <a:spLocks noChangeArrowheads="1"/>
                </p:cNvSpPr>
                <p:nvPr/>
              </p:nvSpPr>
              <p:spPr bwMode="auto">
                <a:xfrm>
                  <a:off x="4694" y="2333"/>
                  <a:ext cx="39" cy="78"/>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800">
                      <a:solidFill>
                        <a:srgbClr val="000000"/>
                      </a:solidFill>
                      <a:latin typeface="Arial" pitchFamily="34" charset="0"/>
                      <a:ea typeface="ＭＳ Ｐゴシック"/>
                      <a:cs typeface="ＭＳ Ｐゴシック"/>
                    </a:rPr>
                    <a:t>1</a:t>
                  </a:r>
                  <a:endParaRPr lang="en-US">
                    <a:solidFill>
                      <a:srgbClr val="000000"/>
                    </a:solidFill>
                    <a:latin typeface="Arial" pitchFamily="34" charset="0"/>
                    <a:ea typeface="ＭＳ Ｐゴシック"/>
                    <a:cs typeface="ＭＳ Ｐゴシック"/>
                  </a:endParaRPr>
                </a:p>
              </p:txBody>
            </p:sp>
          </p:grpSp>
          <p:grpSp>
            <p:nvGrpSpPr>
              <p:cNvPr id="184" name="Group 178"/>
              <p:cNvGrpSpPr>
                <a:grpSpLocks/>
              </p:cNvGrpSpPr>
              <p:nvPr/>
            </p:nvGrpSpPr>
            <p:grpSpPr bwMode="auto">
              <a:xfrm rot="7440675">
                <a:off x="1337943" y="2277886"/>
                <a:ext cx="1281112" cy="180975"/>
                <a:chOff x="3532889" y="2379360"/>
                <a:chExt cx="1582615" cy="190500"/>
              </a:xfrm>
            </p:grpSpPr>
            <p:sp>
              <p:nvSpPr>
                <p:cNvPr id="198" name="Line 229"/>
                <p:cNvSpPr>
                  <a:spLocks noChangeShapeType="1"/>
                </p:cNvSpPr>
                <p:nvPr/>
              </p:nvSpPr>
              <p:spPr bwMode="auto">
                <a:xfrm flipH="1" flipV="1">
                  <a:off x="3532889" y="2426985"/>
                  <a:ext cx="1582615" cy="142875"/>
                </a:xfrm>
                <a:prstGeom prst="line">
                  <a:avLst/>
                </a:prstGeom>
                <a:noFill/>
                <a:ln w="9525">
                  <a:solidFill>
                    <a:srgbClr val="000000"/>
                  </a:solidFill>
                  <a:miter lim="800000"/>
                  <a:headEnd/>
                  <a:tailEnd/>
                </a:ln>
              </p:spPr>
              <p:txBody>
                <a:bodyPr/>
                <a:lstStyle/>
                <a:p>
                  <a:pPr eaLnBrk="1" hangingPunct="1"/>
                  <a:endParaRPr lang="en-AU">
                    <a:solidFill>
                      <a:srgbClr val="000000"/>
                    </a:solidFill>
                    <a:latin typeface="Arial" charset="0"/>
                    <a:ea typeface="ＭＳ Ｐゴシック"/>
                    <a:cs typeface="ＭＳ Ｐゴシック"/>
                  </a:endParaRPr>
                </a:p>
              </p:txBody>
            </p:sp>
            <p:sp>
              <p:nvSpPr>
                <p:cNvPr id="199" name="Freeform 230"/>
                <p:cNvSpPr>
                  <a:spLocks noEditPoints="1"/>
                </p:cNvSpPr>
                <p:nvPr/>
              </p:nvSpPr>
              <p:spPr bwMode="auto">
                <a:xfrm>
                  <a:off x="3532889" y="2379360"/>
                  <a:ext cx="131885" cy="114300"/>
                </a:xfrm>
                <a:custGeom>
                  <a:avLst/>
                  <a:gdLst>
                    <a:gd name="T0" fmla="*/ 0 w 90"/>
                    <a:gd name="T1" fmla="*/ 75604680 h 72"/>
                    <a:gd name="T2" fmla="*/ 193262840 w 90"/>
                    <a:gd name="T3" fmla="*/ 0 h 72"/>
                    <a:gd name="T4" fmla="*/ 0 w 90"/>
                    <a:gd name="T5" fmla="*/ 75604680 h 72"/>
                    <a:gd name="T6" fmla="*/ 180379099 w 90"/>
                    <a:gd name="T7" fmla="*/ 181451223 h 72"/>
                    <a:gd name="T8" fmla="*/ 0 60000 65536"/>
                    <a:gd name="T9" fmla="*/ 0 60000 65536"/>
                    <a:gd name="T10" fmla="*/ 0 60000 65536"/>
                    <a:gd name="T11" fmla="*/ 0 60000 65536"/>
                    <a:gd name="T12" fmla="*/ 0 w 90"/>
                    <a:gd name="T13" fmla="*/ 0 h 72"/>
                    <a:gd name="T14" fmla="*/ 90 w 90"/>
                    <a:gd name="T15" fmla="*/ 72 h 72"/>
                  </a:gdLst>
                  <a:ahLst/>
                  <a:cxnLst>
                    <a:cxn ang="T8">
                      <a:pos x="T0" y="T1"/>
                    </a:cxn>
                    <a:cxn ang="T9">
                      <a:pos x="T2" y="T3"/>
                    </a:cxn>
                    <a:cxn ang="T10">
                      <a:pos x="T4" y="T5"/>
                    </a:cxn>
                    <a:cxn ang="T11">
                      <a:pos x="T6" y="T7"/>
                    </a:cxn>
                  </a:cxnLst>
                  <a:rect l="T12" t="T13" r="T14" b="T15"/>
                  <a:pathLst>
                    <a:path w="90" h="72">
                      <a:moveTo>
                        <a:pt x="0" y="30"/>
                      </a:moveTo>
                      <a:lnTo>
                        <a:pt x="90" y="0"/>
                      </a:lnTo>
                      <a:moveTo>
                        <a:pt x="0" y="30"/>
                      </a:moveTo>
                      <a:lnTo>
                        <a:pt x="84" y="72"/>
                      </a:lnTo>
                    </a:path>
                  </a:pathLst>
                </a:custGeom>
                <a:noFill/>
                <a:ln w="9525" cap="flat">
                  <a:solidFill>
                    <a:srgbClr val="000000"/>
                  </a:solidFill>
                  <a:prstDash val="solid"/>
                  <a:miter lim="800000"/>
                  <a:headEnd/>
                  <a:tailEnd/>
                </a:ln>
              </p:spPr>
              <p:txBody>
                <a:bodyPr/>
                <a:lstStyle/>
                <a:p>
                  <a:pPr eaLnBrk="1" hangingPunct="1"/>
                  <a:endParaRPr lang="en-AU">
                    <a:solidFill>
                      <a:srgbClr val="000000"/>
                    </a:solidFill>
                    <a:latin typeface="Arial" charset="0"/>
                    <a:ea typeface="ＭＳ Ｐゴシック"/>
                    <a:cs typeface="ＭＳ Ｐゴシック"/>
                  </a:endParaRPr>
                </a:p>
              </p:txBody>
            </p:sp>
          </p:grpSp>
          <p:sp>
            <p:nvSpPr>
              <p:cNvPr id="185" name="Rectangle 232"/>
              <p:cNvSpPr>
                <a:spLocks noChangeArrowheads="1"/>
              </p:cNvSpPr>
              <p:nvPr/>
            </p:nvSpPr>
            <p:spPr bwMode="auto">
              <a:xfrm>
                <a:off x="1402236" y="2632693"/>
                <a:ext cx="153987" cy="123825"/>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800">
                    <a:solidFill>
                      <a:srgbClr val="000000"/>
                    </a:solidFill>
                    <a:latin typeface="Arial" pitchFamily="34" charset="0"/>
                    <a:ea typeface="ＭＳ Ｐゴシック"/>
                    <a:cs typeface="ＭＳ Ｐゴシック"/>
                  </a:rPr>
                  <a:t>0..*</a:t>
                </a:r>
                <a:endParaRPr lang="en-US">
                  <a:solidFill>
                    <a:srgbClr val="000000"/>
                  </a:solidFill>
                  <a:latin typeface="Arial" pitchFamily="34" charset="0"/>
                  <a:ea typeface="ＭＳ Ｐゴシック"/>
                  <a:cs typeface="ＭＳ Ｐゴシック"/>
                </a:endParaRPr>
              </a:p>
            </p:txBody>
          </p:sp>
          <p:sp>
            <p:nvSpPr>
              <p:cNvPr id="186" name="Rectangle 233"/>
              <p:cNvSpPr>
                <a:spLocks noChangeArrowheads="1"/>
              </p:cNvSpPr>
              <p:nvPr/>
            </p:nvSpPr>
            <p:spPr bwMode="auto">
              <a:xfrm>
                <a:off x="2411253" y="1899140"/>
                <a:ext cx="1244600" cy="184150"/>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1200" dirty="0">
                    <a:solidFill>
                      <a:srgbClr val="000000"/>
                    </a:solidFill>
                    <a:latin typeface="Arial" pitchFamily="34" charset="0"/>
                    <a:ea typeface="ＭＳ Ｐゴシック"/>
                    <a:cs typeface="ＭＳ Ｐゴシック"/>
                  </a:rPr>
                  <a:t>+featureOfInterest</a:t>
                </a:r>
                <a:endParaRPr lang="en-US" sz="3600" dirty="0">
                  <a:solidFill>
                    <a:srgbClr val="000000"/>
                  </a:solidFill>
                  <a:latin typeface="Arial" pitchFamily="34" charset="0"/>
                  <a:ea typeface="ＭＳ Ｐゴシック"/>
                  <a:cs typeface="ＭＳ Ｐゴシック"/>
                </a:endParaRPr>
              </a:p>
            </p:txBody>
          </p:sp>
          <p:sp>
            <p:nvSpPr>
              <p:cNvPr id="187" name="Rectangle 234"/>
              <p:cNvSpPr>
                <a:spLocks noChangeArrowheads="1"/>
              </p:cNvSpPr>
              <p:nvPr/>
            </p:nvSpPr>
            <p:spPr bwMode="auto">
              <a:xfrm>
                <a:off x="2084037" y="1911968"/>
                <a:ext cx="46037" cy="123825"/>
              </a:xfrm>
              <a:prstGeom prst="rect">
                <a:avLst/>
              </a:prstGeom>
              <a:noFill/>
              <a:ln w="9525">
                <a:noFill/>
                <a:miter lim="800000"/>
                <a:headEnd/>
                <a:tailEnd/>
              </a:ln>
            </p:spPr>
            <p:txBody>
              <a:bodyPr lIns="0" tIns="0" rIns="0" bIns="0">
                <a:spAutoFit/>
              </a:bodyPr>
              <a:lstStyle/>
              <a:p>
                <a:pPr marL="361950" indent="-361950" defTabSz="966788" eaLnBrk="1" hangingPunct="1">
                  <a:tabLst>
                    <a:tab pos="188913" algn="l"/>
                  </a:tabLst>
                </a:pPr>
                <a:r>
                  <a:rPr lang="en-US" sz="800" dirty="0">
                    <a:solidFill>
                      <a:srgbClr val="000000"/>
                    </a:solidFill>
                    <a:latin typeface="Arial" pitchFamily="34" charset="0"/>
                    <a:ea typeface="ＭＳ Ｐゴシック"/>
                    <a:cs typeface="ＭＳ Ｐゴシック"/>
                  </a:rPr>
                  <a:t>1</a:t>
                </a:r>
                <a:endParaRPr lang="en-US" dirty="0">
                  <a:solidFill>
                    <a:srgbClr val="000000"/>
                  </a:solidFill>
                  <a:latin typeface="Arial" pitchFamily="34" charset="0"/>
                  <a:ea typeface="ＭＳ Ｐゴシック"/>
                  <a:cs typeface="ＭＳ Ｐゴシック"/>
                </a:endParaRPr>
              </a:p>
            </p:txBody>
          </p:sp>
          <p:sp>
            <p:nvSpPr>
              <p:cNvPr id="188" name="Line 241"/>
              <p:cNvSpPr>
                <a:spLocks noChangeShapeType="1"/>
              </p:cNvSpPr>
              <p:nvPr/>
            </p:nvSpPr>
            <p:spPr bwMode="auto">
              <a:xfrm flipH="1">
                <a:off x="864073" y="3982068"/>
                <a:ext cx="280988" cy="714375"/>
              </a:xfrm>
              <a:prstGeom prst="line">
                <a:avLst/>
              </a:prstGeom>
              <a:noFill/>
              <a:ln w="9525">
                <a:solidFill>
                  <a:srgbClr val="000000"/>
                </a:solidFill>
                <a:miter lim="800000"/>
                <a:headEnd/>
                <a:tailEnd/>
              </a:ln>
            </p:spPr>
            <p:txBody>
              <a:bodyPr/>
              <a:lstStyle/>
              <a:p>
                <a:pPr eaLnBrk="1" hangingPunct="1"/>
                <a:endParaRPr lang="en-AU">
                  <a:solidFill>
                    <a:srgbClr val="000000"/>
                  </a:solidFill>
                  <a:latin typeface="Arial" charset="0"/>
                  <a:ea typeface="ＭＳ Ｐゴシック"/>
                  <a:cs typeface="ＭＳ Ｐゴシック"/>
                </a:endParaRPr>
              </a:p>
            </p:txBody>
          </p:sp>
          <p:sp>
            <p:nvSpPr>
              <p:cNvPr id="189" name="Freeform 242"/>
              <p:cNvSpPr>
                <a:spLocks noEditPoints="1"/>
              </p:cNvSpPr>
              <p:nvPr/>
            </p:nvSpPr>
            <p:spPr bwMode="auto">
              <a:xfrm>
                <a:off x="864073" y="4544043"/>
                <a:ext cx="96838" cy="152400"/>
              </a:xfrm>
              <a:custGeom>
                <a:avLst/>
                <a:gdLst>
                  <a:gd name="T0" fmla="*/ 0 w 66"/>
                  <a:gd name="T1" fmla="*/ 241935022 h 96"/>
                  <a:gd name="T2" fmla="*/ 0 w 66"/>
                  <a:gd name="T3" fmla="*/ 0 h 96"/>
                  <a:gd name="T4" fmla="*/ 0 w 66"/>
                  <a:gd name="T5" fmla="*/ 241935022 h 96"/>
                  <a:gd name="T6" fmla="*/ 142084802 w 66"/>
                  <a:gd name="T7" fmla="*/ 75604688 h 96"/>
                  <a:gd name="T8" fmla="*/ 0 60000 65536"/>
                  <a:gd name="T9" fmla="*/ 0 60000 65536"/>
                  <a:gd name="T10" fmla="*/ 0 60000 65536"/>
                  <a:gd name="T11" fmla="*/ 0 60000 65536"/>
                  <a:gd name="T12" fmla="*/ 0 w 66"/>
                  <a:gd name="T13" fmla="*/ 0 h 96"/>
                  <a:gd name="T14" fmla="*/ 66 w 66"/>
                  <a:gd name="T15" fmla="*/ 96 h 96"/>
                </a:gdLst>
                <a:ahLst/>
                <a:cxnLst>
                  <a:cxn ang="T8">
                    <a:pos x="T0" y="T1"/>
                  </a:cxn>
                  <a:cxn ang="T9">
                    <a:pos x="T2" y="T3"/>
                  </a:cxn>
                  <a:cxn ang="T10">
                    <a:pos x="T4" y="T5"/>
                  </a:cxn>
                  <a:cxn ang="T11">
                    <a:pos x="T6" y="T7"/>
                  </a:cxn>
                </a:cxnLst>
                <a:rect l="T12" t="T13" r="T14" b="T15"/>
                <a:pathLst>
                  <a:path w="66" h="96">
                    <a:moveTo>
                      <a:pt x="0" y="96"/>
                    </a:moveTo>
                    <a:lnTo>
                      <a:pt x="0" y="0"/>
                    </a:lnTo>
                    <a:moveTo>
                      <a:pt x="0" y="96"/>
                    </a:moveTo>
                    <a:lnTo>
                      <a:pt x="66" y="30"/>
                    </a:lnTo>
                  </a:path>
                </a:pathLst>
              </a:custGeom>
              <a:noFill/>
              <a:ln w="9525" cap="flat">
                <a:solidFill>
                  <a:srgbClr val="000000"/>
                </a:solidFill>
                <a:prstDash val="solid"/>
                <a:miter lim="800000"/>
                <a:headEnd/>
                <a:tailEnd/>
              </a:ln>
            </p:spPr>
            <p:txBody>
              <a:bodyPr/>
              <a:lstStyle/>
              <a:p>
                <a:pPr eaLnBrk="1" hangingPunct="1"/>
                <a:endParaRPr lang="en-AU">
                  <a:solidFill>
                    <a:srgbClr val="000000"/>
                  </a:solidFill>
                  <a:latin typeface="Arial" charset="0"/>
                  <a:ea typeface="ＭＳ Ｐゴシック"/>
                  <a:cs typeface="ＭＳ Ｐゴシック"/>
                </a:endParaRPr>
              </a:p>
            </p:txBody>
          </p:sp>
          <p:sp>
            <p:nvSpPr>
              <p:cNvPr id="190" name="Rectangle 244"/>
              <p:cNvSpPr>
                <a:spLocks noChangeArrowheads="1"/>
              </p:cNvSpPr>
              <p:nvPr/>
            </p:nvSpPr>
            <p:spPr bwMode="auto">
              <a:xfrm>
                <a:off x="1135536" y="4153518"/>
                <a:ext cx="155575" cy="123825"/>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800">
                    <a:solidFill>
                      <a:srgbClr val="000000"/>
                    </a:solidFill>
                    <a:latin typeface="Arial" pitchFamily="34" charset="0"/>
                    <a:ea typeface="ＭＳ Ｐゴシック"/>
                    <a:cs typeface="ＭＳ Ｐゴシック"/>
                  </a:rPr>
                  <a:t>0..*</a:t>
                </a:r>
                <a:endParaRPr lang="en-US">
                  <a:solidFill>
                    <a:srgbClr val="000000"/>
                  </a:solidFill>
                  <a:latin typeface="Arial" pitchFamily="34" charset="0"/>
                  <a:ea typeface="ＭＳ Ｐゴシック"/>
                  <a:cs typeface="ＭＳ Ｐゴシック"/>
                </a:endParaRPr>
              </a:p>
            </p:txBody>
          </p:sp>
          <p:sp>
            <p:nvSpPr>
              <p:cNvPr id="191" name="Rectangle 245"/>
              <p:cNvSpPr>
                <a:spLocks noChangeArrowheads="1"/>
              </p:cNvSpPr>
              <p:nvPr/>
            </p:nvSpPr>
            <p:spPr bwMode="auto">
              <a:xfrm>
                <a:off x="1041873" y="4432918"/>
                <a:ext cx="777875" cy="184150"/>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1200">
                    <a:solidFill>
                      <a:srgbClr val="000000"/>
                    </a:solidFill>
                    <a:latin typeface="Arial" pitchFamily="34" charset="0"/>
                    <a:ea typeface="ＭＳ Ｐゴシック"/>
                    <a:cs typeface="ＭＳ Ｐゴシック"/>
                  </a:rPr>
                  <a:t>+procedure</a:t>
                </a:r>
                <a:endParaRPr lang="en-US" sz="3600">
                  <a:solidFill>
                    <a:srgbClr val="000000"/>
                  </a:solidFill>
                  <a:latin typeface="Arial" pitchFamily="34" charset="0"/>
                  <a:ea typeface="ＭＳ Ｐゴシック"/>
                  <a:cs typeface="ＭＳ Ｐゴシック"/>
                </a:endParaRPr>
              </a:p>
            </p:txBody>
          </p:sp>
          <p:sp>
            <p:nvSpPr>
              <p:cNvPr id="192" name="Rectangle 246"/>
              <p:cNvSpPr>
                <a:spLocks noChangeArrowheads="1"/>
              </p:cNvSpPr>
              <p:nvPr/>
            </p:nvSpPr>
            <p:spPr bwMode="auto">
              <a:xfrm>
                <a:off x="687861" y="4486893"/>
                <a:ext cx="57150" cy="123825"/>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800">
                    <a:solidFill>
                      <a:srgbClr val="000000"/>
                    </a:solidFill>
                    <a:latin typeface="Arial" pitchFamily="34" charset="0"/>
                    <a:ea typeface="ＭＳ Ｐゴシック"/>
                    <a:cs typeface="ＭＳ Ｐゴシック"/>
                  </a:rPr>
                  <a:t>1</a:t>
                </a:r>
                <a:endParaRPr lang="en-US">
                  <a:solidFill>
                    <a:srgbClr val="000000"/>
                  </a:solidFill>
                  <a:latin typeface="Arial" pitchFamily="34" charset="0"/>
                  <a:ea typeface="ＭＳ Ｐゴシック"/>
                  <a:cs typeface="ＭＳ Ｐゴシック"/>
                </a:endParaRPr>
              </a:p>
            </p:txBody>
          </p:sp>
          <p:sp>
            <p:nvSpPr>
              <p:cNvPr id="193" name="Line 258"/>
              <p:cNvSpPr>
                <a:spLocks noChangeShapeType="1"/>
              </p:cNvSpPr>
              <p:nvPr/>
            </p:nvSpPr>
            <p:spPr bwMode="auto">
              <a:xfrm flipH="1" flipV="1">
                <a:off x="1989611" y="3953493"/>
                <a:ext cx="782637" cy="752475"/>
              </a:xfrm>
              <a:prstGeom prst="line">
                <a:avLst/>
              </a:prstGeom>
              <a:noFill/>
              <a:ln w="9525">
                <a:solidFill>
                  <a:srgbClr val="000000"/>
                </a:solidFill>
                <a:miter lim="800000"/>
                <a:headEnd/>
                <a:tailEnd/>
              </a:ln>
            </p:spPr>
            <p:txBody>
              <a:bodyPr/>
              <a:lstStyle/>
              <a:p>
                <a:pPr eaLnBrk="1" hangingPunct="1"/>
                <a:endParaRPr lang="en-AU">
                  <a:solidFill>
                    <a:srgbClr val="000000"/>
                  </a:solidFill>
                  <a:latin typeface="Arial" charset="0"/>
                  <a:ea typeface="ＭＳ Ｐゴシック"/>
                  <a:cs typeface="ＭＳ Ｐゴシック"/>
                </a:endParaRPr>
              </a:p>
            </p:txBody>
          </p:sp>
          <p:sp>
            <p:nvSpPr>
              <p:cNvPr id="194" name="Freeform 259"/>
              <p:cNvSpPr>
                <a:spLocks/>
              </p:cNvSpPr>
              <p:nvPr/>
            </p:nvSpPr>
            <p:spPr bwMode="auto">
              <a:xfrm>
                <a:off x="1989611" y="3953493"/>
                <a:ext cx="131762" cy="123825"/>
              </a:xfrm>
              <a:custGeom>
                <a:avLst/>
                <a:gdLst>
                  <a:gd name="T0" fmla="*/ 141461145 w 90"/>
                  <a:gd name="T1" fmla="*/ 45362807 h 78"/>
                  <a:gd name="T2" fmla="*/ 0 w 90"/>
                  <a:gd name="T3" fmla="*/ 0 h 78"/>
                  <a:gd name="T4" fmla="*/ 51441354 w 90"/>
                  <a:gd name="T5" fmla="*/ 151209365 h 78"/>
                  <a:gd name="T6" fmla="*/ 192902522 w 90"/>
                  <a:gd name="T7" fmla="*/ 196572160 h 78"/>
                  <a:gd name="T8" fmla="*/ 141461145 w 90"/>
                  <a:gd name="T9" fmla="*/ 45362807 h 78"/>
                  <a:gd name="T10" fmla="*/ 0 60000 65536"/>
                  <a:gd name="T11" fmla="*/ 0 60000 65536"/>
                  <a:gd name="T12" fmla="*/ 0 60000 65536"/>
                  <a:gd name="T13" fmla="*/ 0 60000 65536"/>
                  <a:gd name="T14" fmla="*/ 0 60000 65536"/>
                  <a:gd name="T15" fmla="*/ 0 w 90"/>
                  <a:gd name="T16" fmla="*/ 0 h 78"/>
                  <a:gd name="T17" fmla="*/ 90 w 90"/>
                  <a:gd name="T18" fmla="*/ 78 h 78"/>
                </a:gdLst>
                <a:ahLst/>
                <a:cxnLst>
                  <a:cxn ang="T10">
                    <a:pos x="T0" y="T1"/>
                  </a:cxn>
                  <a:cxn ang="T11">
                    <a:pos x="T2" y="T3"/>
                  </a:cxn>
                  <a:cxn ang="T12">
                    <a:pos x="T4" y="T5"/>
                  </a:cxn>
                  <a:cxn ang="T13">
                    <a:pos x="T6" y="T7"/>
                  </a:cxn>
                  <a:cxn ang="T14">
                    <a:pos x="T8" y="T9"/>
                  </a:cxn>
                </a:cxnLst>
                <a:rect l="T15" t="T16" r="T17" b="T18"/>
                <a:pathLst>
                  <a:path w="90" h="78">
                    <a:moveTo>
                      <a:pt x="66" y="18"/>
                    </a:moveTo>
                    <a:lnTo>
                      <a:pt x="0" y="0"/>
                    </a:lnTo>
                    <a:lnTo>
                      <a:pt x="24" y="60"/>
                    </a:lnTo>
                    <a:lnTo>
                      <a:pt x="90" y="78"/>
                    </a:lnTo>
                    <a:lnTo>
                      <a:pt x="66" y="18"/>
                    </a:lnTo>
                    <a:close/>
                  </a:path>
                </a:pathLst>
              </a:custGeom>
              <a:solidFill>
                <a:srgbClr val="000000"/>
              </a:solidFill>
              <a:ln w="9525">
                <a:noFill/>
                <a:round/>
                <a:headEnd/>
                <a:tailEnd/>
              </a:ln>
            </p:spPr>
            <p:txBody>
              <a:bodyPr/>
              <a:lstStyle/>
              <a:p>
                <a:pPr eaLnBrk="1" hangingPunct="1"/>
                <a:endParaRPr lang="en-AU">
                  <a:solidFill>
                    <a:srgbClr val="000000"/>
                  </a:solidFill>
                  <a:latin typeface="Arial" charset="0"/>
                  <a:ea typeface="ＭＳ Ｐゴシック"/>
                  <a:cs typeface="ＭＳ Ｐゴシック"/>
                </a:endParaRPr>
              </a:p>
            </p:txBody>
          </p:sp>
          <p:sp>
            <p:nvSpPr>
              <p:cNvPr id="195" name="Freeform 260"/>
              <p:cNvSpPr>
                <a:spLocks/>
              </p:cNvSpPr>
              <p:nvPr/>
            </p:nvSpPr>
            <p:spPr bwMode="auto">
              <a:xfrm>
                <a:off x="1989611" y="3953493"/>
                <a:ext cx="131762" cy="123825"/>
              </a:xfrm>
              <a:custGeom>
                <a:avLst/>
                <a:gdLst>
                  <a:gd name="T0" fmla="*/ 141461145 w 90"/>
                  <a:gd name="T1" fmla="*/ 45362807 h 78"/>
                  <a:gd name="T2" fmla="*/ 0 w 90"/>
                  <a:gd name="T3" fmla="*/ 0 h 78"/>
                  <a:gd name="T4" fmla="*/ 51441354 w 90"/>
                  <a:gd name="T5" fmla="*/ 151209365 h 78"/>
                  <a:gd name="T6" fmla="*/ 192902522 w 90"/>
                  <a:gd name="T7" fmla="*/ 196572160 h 78"/>
                  <a:gd name="T8" fmla="*/ 141461145 w 90"/>
                  <a:gd name="T9" fmla="*/ 45362807 h 78"/>
                  <a:gd name="T10" fmla="*/ 0 60000 65536"/>
                  <a:gd name="T11" fmla="*/ 0 60000 65536"/>
                  <a:gd name="T12" fmla="*/ 0 60000 65536"/>
                  <a:gd name="T13" fmla="*/ 0 60000 65536"/>
                  <a:gd name="T14" fmla="*/ 0 60000 65536"/>
                  <a:gd name="T15" fmla="*/ 0 w 90"/>
                  <a:gd name="T16" fmla="*/ 0 h 78"/>
                  <a:gd name="T17" fmla="*/ 90 w 90"/>
                  <a:gd name="T18" fmla="*/ 78 h 78"/>
                </a:gdLst>
                <a:ahLst/>
                <a:cxnLst>
                  <a:cxn ang="T10">
                    <a:pos x="T0" y="T1"/>
                  </a:cxn>
                  <a:cxn ang="T11">
                    <a:pos x="T2" y="T3"/>
                  </a:cxn>
                  <a:cxn ang="T12">
                    <a:pos x="T4" y="T5"/>
                  </a:cxn>
                  <a:cxn ang="T13">
                    <a:pos x="T6" y="T7"/>
                  </a:cxn>
                  <a:cxn ang="T14">
                    <a:pos x="T8" y="T9"/>
                  </a:cxn>
                </a:cxnLst>
                <a:rect l="T15" t="T16" r="T17" b="T18"/>
                <a:pathLst>
                  <a:path w="90" h="78">
                    <a:moveTo>
                      <a:pt x="66" y="18"/>
                    </a:moveTo>
                    <a:lnTo>
                      <a:pt x="0" y="0"/>
                    </a:lnTo>
                    <a:lnTo>
                      <a:pt x="24" y="60"/>
                    </a:lnTo>
                    <a:lnTo>
                      <a:pt x="90" y="78"/>
                    </a:lnTo>
                    <a:lnTo>
                      <a:pt x="66" y="18"/>
                    </a:lnTo>
                    <a:close/>
                  </a:path>
                </a:pathLst>
              </a:custGeom>
              <a:noFill/>
              <a:ln w="9525" cap="flat">
                <a:solidFill>
                  <a:srgbClr val="000000"/>
                </a:solidFill>
                <a:prstDash val="solid"/>
                <a:miter lim="800000"/>
                <a:headEnd/>
                <a:tailEnd/>
              </a:ln>
            </p:spPr>
            <p:txBody>
              <a:bodyPr/>
              <a:lstStyle/>
              <a:p>
                <a:pPr eaLnBrk="1" hangingPunct="1"/>
                <a:endParaRPr lang="en-AU">
                  <a:solidFill>
                    <a:srgbClr val="000000"/>
                  </a:solidFill>
                  <a:latin typeface="Arial" charset="0"/>
                  <a:ea typeface="ＭＳ Ｐゴシック"/>
                  <a:cs typeface="ＭＳ Ｐゴシック"/>
                </a:endParaRPr>
              </a:p>
            </p:txBody>
          </p:sp>
          <p:sp>
            <p:nvSpPr>
              <p:cNvPr id="196" name="Freeform 261"/>
              <p:cNvSpPr>
                <a:spLocks noEditPoints="1"/>
              </p:cNvSpPr>
              <p:nvPr/>
            </p:nvSpPr>
            <p:spPr bwMode="auto">
              <a:xfrm>
                <a:off x="2640486" y="4572618"/>
                <a:ext cx="131762" cy="133350"/>
              </a:xfrm>
              <a:custGeom>
                <a:avLst/>
                <a:gdLst>
                  <a:gd name="T0" fmla="*/ 192902522 w 90"/>
                  <a:gd name="T1" fmla="*/ 211693147 h 84"/>
                  <a:gd name="T2" fmla="*/ 102881244 w 90"/>
                  <a:gd name="T3" fmla="*/ 0 h 84"/>
                  <a:gd name="T4" fmla="*/ 192902522 w 90"/>
                  <a:gd name="T5" fmla="*/ 211693147 h 84"/>
                  <a:gd name="T6" fmla="*/ 0 w 90"/>
                  <a:gd name="T7" fmla="*/ 136088438 h 84"/>
                  <a:gd name="T8" fmla="*/ 0 60000 65536"/>
                  <a:gd name="T9" fmla="*/ 0 60000 65536"/>
                  <a:gd name="T10" fmla="*/ 0 60000 65536"/>
                  <a:gd name="T11" fmla="*/ 0 60000 65536"/>
                  <a:gd name="T12" fmla="*/ 0 w 90"/>
                  <a:gd name="T13" fmla="*/ 0 h 84"/>
                  <a:gd name="T14" fmla="*/ 90 w 90"/>
                  <a:gd name="T15" fmla="*/ 84 h 84"/>
                </a:gdLst>
                <a:ahLst/>
                <a:cxnLst>
                  <a:cxn ang="T8">
                    <a:pos x="T0" y="T1"/>
                  </a:cxn>
                  <a:cxn ang="T9">
                    <a:pos x="T2" y="T3"/>
                  </a:cxn>
                  <a:cxn ang="T10">
                    <a:pos x="T4" y="T5"/>
                  </a:cxn>
                  <a:cxn ang="T11">
                    <a:pos x="T6" y="T7"/>
                  </a:cxn>
                </a:cxnLst>
                <a:rect l="T12" t="T13" r="T14" b="T15"/>
                <a:pathLst>
                  <a:path w="90" h="84">
                    <a:moveTo>
                      <a:pt x="90" y="84"/>
                    </a:moveTo>
                    <a:lnTo>
                      <a:pt x="48" y="0"/>
                    </a:lnTo>
                    <a:moveTo>
                      <a:pt x="90" y="84"/>
                    </a:moveTo>
                    <a:lnTo>
                      <a:pt x="0" y="54"/>
                    </a:lnTo>
                  </a:path>
                </a:pathLst>
              </a:custGeom>
              <a:noFill/>
              <a:ln w="9525" cap="flat">
                <a:solidFill>
                  <a:srgbClr val="000000"/>
                </a:solidFill>
                <a:prstDash val="solid"/>
                <a:miter lim="800000"/>
                <a:headEnd/>
                <a:tailEnd/>
              </a:ln>
            </p:spPr>
            <p:txBody>
              <a:bodyPr/>
              <a:lstStyle/>
              <a:p>
                <a:pPr eaLnBrk="1" hangingPunct="1"/>
                <a:endParaRPr lang="en-AU">
                  <a:solidFill>
                    <a:srgbClr val="000000"/>
                  </a:solidFill>
                  <a:latin typeface="Arial" charset="0"/>
                  <a:ea typeface="ＭＳ Ｐゴシック"/>
                  <a:cs typeface="ＭＳ Ｐゴシック"/>
                </a:endParaRPr>
              </a:p>
            </p:txBody>
          </p:sp>
          <p:sp>
            <p:nvSpPr>
              <p:cNvPr id="197" name="Rectangle 262"/>
              <p:cNvSpPr>
                <a:spLocks noChangeArrowheads="1"/>
              </p:cNvSpPr>
              <p:nvPr/>
            </p:nvSpPr>
            <p:spPr bwMode="auto">
              <a:xfrm>
                <a:off x="2842098" y="4463080"/>
                <a:ext cx="465138" cy="185738"/>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1200">
                    <a:solidFill>
                      <a:srgbClr val="000000"/>
                    </a:solidFill>
                    <a:latin typeface="Arial" pitchFamily="34" charset="0"/>
                    <a:ea typeface="ＭＳ Ｐゴシック"/>
                    <a:cs typeface="ＭＳ Ｐゴシック"/>
                  </a:rPr>
                  <a:t>+result</a:t>
                </a:r>
                <a:endParaRPr lang="en-US" sz="3600">
                  <a:solidFill>
                    <a:srgbClr val="000000"/>
                  </a:solidFill>
                  <a:latin typeface="Arial" pitchFamily="34" charset="0"/>
                  <a:ea typeface="ＭＳ Ｐゴシック"/>
                  <a:cs typeface="ＭＳ Ｐゴシック"/>
                </a:endParaRPr>
              </a:p>
            </p:txBody>
          </p:sp>
        </p:grpSp>
      </p:grpSp>
      <p:sp>
        <p:nvSpPr>
          <p:cNvPr id="14" name="Right Arrow 13"/>
          <p:cNvSpPr/>
          <p:nvPr/>
        </p:nvSpPr>
        <p:spPr bwMode="auto">
          <a:xfrm rot="462588">
            <a:off x="3305057" y="1409170"/>
            <a:ext cx="2522352" cy="461796"/>
          </a:xfrm>
          <a:prstGeom prst="rightArrow">
            <a:avLst/>
          </a:prstGeom>
          <a:gradFill flip="none" rotWithShape="1">
            <a:gsLst>
              <a:gs pos="52000">
                <a:schemeClr val="accent2"/>
              </a:gs>
              <a:gs pos="100000">
                <a:srgbClr val="FFFFFF"/>
              </a:gs>
            </a:gsLst>
            <a:lin ang="0" scaled="1"/>
            <a:tileRect/>
          </a:gradFill>
          <a:ln>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none" lIns="91440" tIns="45720" rIns="91440" bIns="45720" numCol="1" rtlCol="0" anchor="ctr" anchorCtr="0" compatLnSpc="1">
            <a:prstTxWarp prst="textNoShape">
              <a:avLst/>
            </a:prstTxWarp>
          </a:bodyPr>
          <a:lstStyle/>
          <a:p>
            <a:pPr algn="ctr"/>
            <a:r>
              <a:rPr lang="en-US" sz="1400" b="1" dirty="0" smtClean="0">
                <a:solidFill>
                  <a:srgbClr val="000000"/>
                </a:solidFill>
                <a:latin typeface="Arial" charset="0"/>
                <a:ea typeface="ＭＳ Ｐゴシック" pitchFamily="16" charset="-128"/>
                <a:cs typeface="ＭＳ Ｐゴシック" pitchFamily="-97" charset="-128"/>
              </a:rPr>
              <a:t>Gage Location</a:t>
            </a:r>
            <a:endParaRPr lang="en-US" sz="1400" b="1" dirty="0">
              <a:solidFill>
                <a:srgbClr val="000000"/>
              </a:solidFill>
              <a:latin typeface="Arial" charset="0"/>
              <a:ea typeface="ＭＳ Ｐゴシック" pitchFamily="16" charset="-128"/>
              <a:cs typeface="ＭＳ Ｐゴシック" pitchFamily="-97" charset="-128"/>
            </a:endParaRPr>
          </a:p>
        </p:txBody>
      </p:sp>
      <p:sp>
        <p:nvSpPr>
          <p:cNvPr id="15" name="TextBox 14"/>
          <p:cNvSpPr txBox="1"/>
          <p:nvPr/>
        </p:nvSpPr>
        <p:spPr>
          <a:xfrm>
            <a:off x="277288" y="5220865"/>
            <a:ext cx="1703392" cy="474625"/>
          </a:xfrm>
          <a:prstGeom prst="rect">
            <a:avLst/>
          </a:prstGeom>
          <a:noFill/>
          <a:effectLst/>
        </p:spPr>
        <p:txBody>
          <a:bodyPr wrap="square" lIns="0" tIns="0" rIns="0" bIns="0" rtlCol="0">
            <a:noAutofit/>
          </a:bodyPr>
          <a:lstStyle/>
          <a:p>
            <a:pPr algn="ctr">
              <a:lnSpc>
                <a:spcPts val="1800"/>
              </a:lnSpc>
            </a:pPr>
            <a:r>
              <a:rPr lang="en-US" sz="1400" b="1" i="1" dirty="0" smtClean="0">
                <a:solidFill>
                  <a:srgbClr val="B996D5">
                    <a:lumMod val="75000"/>
                  </a:srgbClr>
                </a:solidFill>
                <a:latin typeface="Arial"/>
                <a:ea typeface="ＭＳ Ｐゴシック"/>
                <a:cs typeface="ＭＳ Ｐゴシック"/>
              </a:rPr>
              <a:t>Observation or Conversion Method</a:t>
            </a:r>
          </a:p>
        </p:txBody>
      </p:sp>
      <p:sp>
        <p:nvSpPr>
          <p:cNvPr id="342" name="TextBox 341"/>
          <p:cNvSpPr txBox="1"/>
          <p:nvPr/>
        </p:nvSpPr>
        <p:spPr>
          <a:xfrm>
            <a:off x="2052670" y="2127861"/>
            <a:ext cx="2039840" cy="309398"/>
          </a:xfrm>
          <a:prstGeom prst="rect">
            <a:avLst/>
          </a:prstGeom>
          <a:noFill/>
          <a:effectLst/>
        </p:spPr>
        <p:txBody>
          <a:bodyPr wrap="square" lIns="0" tIns="0" rIns="0" bIns="0" rtlCol="0">
            <a:noAutofit/>
          </a:bodyPr>
          <a:lstStyle/>
          <a:p>
            <a:pPr algn="ctr">
              <a:lnSpc>
                <a:spcPts val="1800"/>
              </a:lnSpc>
            </a:pPr>
            <a:r>
              <a:rPr lang="en-US" sz="1400" b="1" i="1" dirty="0" smtClean="0">
                <a:solidFill>
                  <a:srgbClr val="ED982D"/>
                </a:solidFill>
                <a:effectLst>
                  <a:outerShdw blurRad="50800" dist="38100" dir="2700000" algn="tl" rotWithShape="0">
                    <a:srgbClr val="000000">
                      <a:alpha val="43000"/>
                    </a:srgbClr>
                  </a:outerShdw>
                </a:effectLst>
                <a:latin typeface="Arial" pitchFamily="34" charset="0"/>
                <a:ea typeface="ＭＳ Ｐゴシック"/>
                <a:cs typeface="ＭＳ Ｐゴシック"/>
              </a:rPr>
              <a:t>sampl</a:t>
            </a:r>
            <a:r>
              <a:rPr lang="en-US" sz="1400" b="1" i="1" u="sng" dirty="0" smtClean="0">
                <a:solidFill>
                  <a:srgbClr val="ED982D"/>
                </a:solidFill>
                <a:effectLst>
                  <a:outerShdw blurRad="50800" dist="38100" dir="2700000" algn="tl" rotWithShape="0">
                    <a:srgbClr val="000000">
                      <a:alpha val="43000"/>
                    </a:srgbClr>
                  </a:outerShdw>
                </a:effectLst>
                <a:latin typeface="Arial" pitchFamily="34" charset="0"/>
                <a:ea typeface="ＭＳ Ｐゴシック"/>
                <a:cs typeface="ＭＳ Ｐゴシック"/>
              </a:rPr>
              <a:t>ing</a:t>
            </a:r>
            <a:r>
              <a:rPr lang="en-US" sz="1400" b="1" i="1" dirty="0" smtClean="0">
                <a:solidFill>
                  <a:srgbClr val="ED982D"/>
                </a:solidFill>
                <a:effectLst>
                  <a:outerShdw blurRad="50800" dist="38100" dir="2700000" algn="tl" rotWithShape="0">
                    <a:srgbClr val="000000">
                      <a:alpha val="43000"/>
                    </a:srgbClr>
                  </a:outerShdw>
                </a:effectLst>
                <a:latin typeface="Arial" pitchFamily="34" charset="0"/>
                <a:ea typeface="ＭＳ Ｐゴシック"/>
                <a:cs typeface="ＭＳ Ｐゴシック"/>
              </a:rPr>
              <a:t> feature</a:t>
            </a:r>
            <a:endParaRPr lang="en-US" sz="1400" b="1" i="1" dirty="0" smtClean="0">
              <a:solidFill>
                <a:srgbClr val="ED982D"/>
              </a:solidFill>
              <a:effectLst>
                <a:outerShdw blurRad="50800" dist="38100" dir="2700000" algn="tl" rotWithShape="0">
                  <a:srgbClr val="000000">
                    <a:alpha val="43000"/>
                  </a:srgbClr>
                </a:outerShdw>
              </a:effectLst>
              <a:latin typeface="Arial"/>
              <a:ea typeface="ＭＳ Ｐゴシック"/>
              <a:cs typeface="ＭＳ Ｐゴシック"/>
            </a:endParaRPr>
          </a:p>
        </p:txBody>
      </p:sp>
      <p:sp>
        <p:nvSpPr>
          <p:cNvPr id="155" name="Right Arrow 154"/>
          <p:cNvSpPr/>
          <p:nvPr/>
        </p:nvSpPr>
        <p:spPr bwMode="auto">
          <a:xfrm rot="20769698">
            <a:off x="3279610" y="4744195"/>
            <a:ext cx="2290541" cy="461796"/>
          </a:xfrm>
          <a:prstGeom prst="rightArrow">
            <a:avLst/>
          </a:prstGeom>
          <a:gradFill>
            <a:gsLst>
              <a:gs pos="0">
                <a:schemeClr val="accent1">
                  <a:lumMod val="60000"/>
                  <a:lumOff val="40000"/>
                </a:schemeClr>
              </a:gs>
              <a:gs pos="64000">
                <a:schemeClr val="accent1">
                  <a:tint val="50000"/>
                  <a:shade val="100000"/>
                  <a:satMod val="350000"/>
                </a:schemeClr>
              </a:gs>
              <a:gs pos="100000">
                <a:schemeClr val="bg1"/>
              </a:gs>
            </a:gsLst>
            <a:lin ang="840000" scaled="0"/>
          </a:gradFill>
          <a:ln>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none" lIns="91440" tIns="45720" rIns="91440" bIns="45720" numCol="1" rtlCol="0" anchor="ctr" anchorCtr="0" compatLnSpc="1">
            <a:prstTxWarp prst="textNoShape">
              <a:avLst/>
            </a:prstTxWarp>
          </a:bodyPr>
          <a:lstStyle/>
          <a:p>
            <a:pPr algn="ctr"/>
            <a:r>
              <a:rPr lang="en-US" sz="1400" b="1" dirty="0" smtClean="0">
                <a:solidFill>
                  <a:srgbClr val="000000"/>
                </a:solidFill>
                <a:latin typeface="Arial" charset="0"/>
                <a:ea typeface="ＭＳ Ｐゴシック" pitchFamily="16" charset="-128"/>
                <a:cs typeface="ＭＳ Ｐゴシック" pitchFamily="-97" charset="-128"/>
              </a:rPr>
              <a:t>(Stage, Discharge) tuples</a:t>
            </a:r>
            <a:endParaRPr lang="en-US" sz="1400" b="1" dirty="0">
              <a:solidFill>
                <a:srgbClr val="000000"/>
              </a:solidFill>
              <a:latin typeface="Arial" charset="0"/>
              <a:ea typeface="ＭＳ Ｐゴシック" pitchFamily="16" charset="-128"/>
              <a:cs typeface="ＭＳ Ｐゴシック" pitchFamily="-97" charset="-128"/>
            </a:endParaRPr>
          </a:p>
        </p:txBody>
      </p:sp>
      <p:sp>
        <p:nvSpPr>
          <p:cNvPr id="158" name="TextBox 157"/>
          <p:cNvSpPr txBox="1"/>
          <p:nvPr/>
        </p:nvSpPr>
        <p:spPr>
          <a:xfrm>
            <a:off x="5930809" y="5671947"/>
            <a:ext cx="2959435" cy="187580"/>
          </a:xfrm>
          <a:prstGeom prst="rect">
            <a:avLst/>
          </a:prstGeom>
          <a:noFill/>
          <a:effectLst/>
        </p:spPr>
        <p:txBody>
          <a:bodyPr wrap="square" lIns="0" tIns="0" rIns="0" bIns="0" rtlCol="0">
            <a:noAutofit/>
          </a:bodyPr>
          <a:lstStyle/>
          <a:p>
            <a:pPr algn="r" defTabSz="457200" eaLnBrk="1" fontAlgn="auto" hangingPunct="1">
              <a:spcBef>
                <a:spcPts val="0"/>
              </a:spcBef>
              <a:spcAft>
                <a:spcPts val="0"/>
              </a:spcAft>
              <a:defRPr/>
            </a:pPr>
            <a:r>
              <a:rPr lang="en-US" sz="1100" dirty="0">
                <a:solidFill>
                  <a:prstClr val="black"/>
                </a:solidFill>
                <a:latin typeface="Arial"/>
                <a:ea typeface="ＭＳ Ｐゴシック"/>
                <a:cs typeface="ＭＳ Ｐゴシック"/>
              </a:rPr>
              <a:t>Source: </a:t>
            </a:r>
            <a:r>
              <a:rPr lang="en-US" sz="1100" dirty="0" smtClean="0">
                <a:solidFill>
                  <a:prstClr val="black"/>
                </a:solidFill>
                <a:latin typeface="Arial"/>
                <a:ea typeface="ＭＳ Ｐゴシック"/>
                <a:cs typeface="ＭＳ Ｐゴシック"/>
              </a:rPr>
              <a:t>USGS</a:t>
            </a:r>
            <a:endParaRPr lang="en-US" sz="1100" dirty="0">
              <a:solidFill>
                <a:prstClr val="black"/>
              </a:solidFill>
              <a:latin typeface="Arial"/>
              <a:ea typeface="ＭＳ Ｐゴシック"/>
              <a:cs typeface="ＭＳ Ｐゴシック"/>
            </a:endParaRPr>
          </a:p>
          <a:p>
            <a:pPr algn="r" eaLnBrk="1" fontAlgn="auto" hangingPunct="1">
              <a:spcBef>
                <a:spcPts val="0"/>
              </a:spcBef>
              <a:spcAft>
                <a:spcPts val="0"/>
              </a:spcAft>
            </a:pPr>
            <a:endParaRPr lang="en-US" sz="1100" dirty="0">
              <a:solidFill>
                <a:prstClr val="black"/>
              </a:solidFill>
              <a:latin typeface="Arial"/>
              <a:ea typeface="ＭＳ Ｐゴシック"/>
              <a:cs typeface="ＭＳ Ｐゴシック"/>
            </a:endParaRPr>
          </a:p>
          <a:p>
            <a:pPr algn="r" fontAlgn="auto">
              <a:lnSpc>
                <a:spcPts val="1800"/>
              </a:lnSpc>
              <a:spcBef>
                <a:spcPts val="0"/>
              </a:spcBef>
              <a:spcAft>
                <a:spcPts val="0"/>
              </a:spcAft>
            </a:pPr>
            <a:endParaRPr lang="en-US" sz="1100" b="1" dirty="0" smtClean="0">
              <a:solidFill>
                <a:prstClr val="black"/>
              </a:solidFill>
              <a:latin typeface="Arial"/>
              <a:ea typeface="ＭＳ Ｐゴシック"/>
              <a:cs typeface="ＭＳ Ｐゴシック"/>
            </a:endParaRPr>
          </a:p>
        </p:txBody>
      </p:sp>
      <p:sp>
        <p:nvSpPr>
          <p:cNvPr id="8" name="TextBox 7"/>
          <p:cNvSpPr txBox="1"/>
          <p:nvPr/>
        </p:nvSpPr>
        <p:spPr>
          <a:xfrm>
            <a:off x="116896" y="1069715"/>
            <a:ext cx="1410699" cy="563435"/>
          </a:xfrm>
          <a:prstGeom prst="rect">
            <a:avLst/>
          </a:prstGeom>
          <a:noFill/>
          <a:effectLst/>
        </p:spPr>
        <p:txBody>
          <a:bodyPr wrap="square" lIns="0" tIns="0" rIns="0" bIns="0" rtlCol="0">
            <a:noAutofit/>
          </a:bodyPr>
          <a:lstStyle/>
          <a:p>
            <a:pPr fontAlgn="auto">
              <a:lnSpc>
                <a:spcPts val="1800"/>
              </a:lnSpc>
              <a:spcBef>
                <a:spcPts val="0"/>
              </a:spcBef>
              <a:spcAft>
                <a:spcPts val="0"/>
              </a:spcAft>
            </a:pPr>
            <a:r>
              <a:rPr lang="en-US" sz="1400" i="1" dirty="0" smtClean="0">
                <a:solidFill>
                  <a:prstClr val="black"/>
                </a:solidFill>
                <a:latin typeface="Candara"/>
                <a:ea typeface="ＭＳ Ｐゴシック"/>
                <a:cs typeface="Candara"/>
              </a:rPr>
              <a:t>(WaterML2 Part 2)</a:t>
            </a:r>
          </a:p>
        </p:txBody>
      </p:sp>
      <p:sp>
        <p:nvSpPr>
          <p:cNvPr id="156" name="Title 15"/>
          <p:cNvSpPr>
            <a:spLocks noGrp="1"/>
          </p:cNvSpPr>
          <p:nvPr>
            <p:ph type="title"/>
          </p:nvPr>
        </p:nvSpPr>
        <p:spPr>
          <a:xfrm>
            <a:off x="121317" y="136508"/>
            <a:ext cx="4497190" cy="979500"/>
          </a:xfrm>
        </p:spPr>
        <p:txBody>
          <a:bodyPr/>
          <a:lstStyle/>
          <a:p>
            <a:pPr>
              <a:lnSpc>
                <a:spcPct val="90000"/>
              </a:lnSpc>
            </a:pPr>
            <a:r>
              <a:rPr lang="en-US" sz="3200" dirty="0" smtClean="0">
                <a:effectLst>
                  <a:outerShdw blurRad="50800" dist="38100" dir="2700000" algn="tl" rotWithShape="0">
                    <a:srgbClr val="000000">
                      <a:alpha val="43000"/>
                    </a:srgbClr>
                  </a:outerShdw>
                </a:effectLst>
                <a:latin typeface="Candara"/>
                <a:cs typeface="Candara"/>
              </a:rPr>
              <a:t>Treating </a:t>
            </a:r>
            <a:r>
              <a:rPr lang="en-US" sz="3200" dirty="0" smtClean="0">
                <a:solidFill>
                  <a:srgbClr val="000000"/>
                </a:solidFill>
                <a:effectLst>
                  <a:outerShdw blurRad="50800" dist="38100" dir="2700000" algn="tl" rotWithShape="0">
                    <a:srgbClr val="000000">
                      <a:alpha val="43000"/>
                    </a:srgbClr>
                  </a:outerShdw>
                </a:effectLst>
                <a:latin typeface="Candara"/>
                <a:cs typeface="Candara"/>
              </a:rPr>
              <a:t>rating curves </a:t>
            </a:r>
            <a:r>
              <a:rPr lang="en-US" sz="3200" dirty="0">
                <a:effectLst>
                  <a:outerShdw blurRad="50800" dist="38100" dir="2700000" algn="tl" rotWithShape="0">
                    <a:srgbClr val="000000">
                      <a:alpha val="43000"/>
                    </a:srgbClr>
                  </a:outerShdw>
                </a:effectLst>
                <a:latin typeface="Candara"/>
                <a:cs typeface="Candara"/>
              </a:rPr>
              <a:t>as </a:t>
            </a:r>
            <a:r>
              <a:rPr lang="en-US" sz="3200" dirty="0" smtClean="0">
                <a:effectLst>
                  <a:outerShdw blurRad="50800" dist="38100" dir="2700000" algn="tl" rotWithShape="0">
                    <a:srgbClr val="000000">
                      <a:alpha val="43000"/>
                    </a:srgbClr>
                  </a:outerShdw>
                </a:effectLst>
                <a:latin typeface="Candara"/>
                <a:cs typeface="Candara"/>
              </a:rPr>
              <a:t>a measurement …</a:t>
            </a:r>
            <a:endParaRPr lang="en-US" sz="3200" dirty="0">
              <a:effectLst>
                <a:outerShdw blurRad="50800" dist="38100" dir="2700000" algn="tl" rotWithShape="0">
                  <a:srgbClr val="000000">
                    <a:alpha val="43000"/>
                  </a:srgbClr>
                </a:outerShdw>
              </a:effectLst>
              <a:latin typeface="Candara"/>
              <a:cs typeface="Candara"/>
            </a:endParaRPr>
          </a:p>
        </p:txBody>
      </p:sp>
      <p:sp>
        <p:nvSpPr>
          <p:cNvPr id="4" name="Rectangle 3"/>
          <p:cNvSpPr/>
          <p:nvPr/>
        </p:nvSpPr>
        <p:spPr>
          <a:xfrm>
            <a:off x="65224" y="6090089"/>
            <a:ext cx="9015275" cy="707886"/>
          </a:xfrm>
          <a:prstGeom prst="rect">
            <a:avLst/>
          </a:prstGeom>
        </p:spPr>
        <p:txBody>
          <a:bodyPr wrap="square">
            <a:spAutoFit/>
          </a:bodyPr>
          <a:lstStyle/>
          <a:p>
            <a:pPr marL="342900" indent="-342900" eaLnBrk="1" hangingPunct="1"/>
            <a:r>
              <a:rPr lang="en-AU" sz="2000" dirty="0">
                <a:solidFill>
                  <a:srgbClr val="0F3277"/>
                </a:solidFill>
                <a:latin typeface="Candara"/>
                <a:ea typeface="ＭＳ Ｐゴシック"/>
                <a:cs typeface="Candara"/>
              </a:rPr>
              <a:t>An </a:t>
            </a:r>
            <a:r>
              <a:rPr lang="en-AU" sz="2000" b="1" dirty="0">
                <a:solidFill>
                  <a:srgbClr val="FF0066"/>
                </a:solidFill>
                <a:latin typeface="Candara"/>
                <a:ea typeface="ＭＳ Ｐゴシック"/>
                <a:cs typeface="Candara"/>
              </a:rPr>
              <a:t>Observation</a:t>
            </a:r>
            <a:r>
              <a:rPr lang="en-AU" sz="2000" dirty="0">
                <a:solidFill>
                  <a:srgbClr val="0F3277"/>
                </a:solidFill>
                <a:latin typeface="Candara"/>
                <a:ea typeface="ＭＳ Ｐゴシック"/>
                <a:cs typeface="Candara"/>
              </a:rPr>
              <a:t> is an action whose </a:t>
            </a:r>
            <a:r>
              <a:rPr lang="en-AU" sz="2000" b="1" dirty="0">
                <a:solidFill>
                  <a:srgbClr val="A3CA4B">
                    <a:lumMod val="50000"/>
                  </a:srgbClr>
                </a:solidFill>
                <a:latin typeface="Candara"/>
                <a:ea typeface="ＭＳ Ｐゴシック"/>
                <a:cs typeface="Candara"/>
              </a:rPr>
              <a:t>result</a:t>
            </a:r>
            <a:r>
              <a:rPr lang="en-AU" sz="2000" dirty="0">
                <a:solidFill>
                  <a:srgbClr val="A3CA4B">
                    <a:lumMod val="50000"/>
                  </a:srgbClr>
                </a:solidFill>
                <a:latin typeface="Candara"/>
                <a:ea typeface="ＭＳ Ｐゴシック"/>
                <a:cs typeface="Candara"/>
              </a:rPr>
              <a:t> </a:t>
            </a:r>
            <a:r>
              <a:rPr lang="en-AU" sz="2000" dirty="0">
                <a:solidFill>
                  <a:srgbClr val="0F3277"/>
                </a:solidFill>
                <a:latin typeface="Candara"/>
                <a:ea typeface="ＭＳ Ｐゴシック"/>
                <a:cs typeface="Candara"/>
              </a:rPr>
              <a:t>is an estimate of the value of </a:t>
            </a:r>
            <a:br>
              <a:rPr lang="en-AU" sz="2000" dirty="0">
                <a:solidFill>
                  <a:srgbClr val="0F3277"/>
                </a:solidFill>
                <a:latin typeface="Candara"/>
                <a:ea typeface="ＭＳ Ｐゴシック"/>
                <a:cs typeface="Candara"/>
              </a:rPr>
            </a:br>
            <a:r>
              <a:rPr lang="en-AU" sz="2000" dirty="0">
                <a:solidFill>
                  <a:srgbClr val="0F3277"/>
                </a:solidFill>
                <a:latin typeface="Candara"/>
                <a:ea typeface="ＭＳ Ｐゴシック"/>
                <a:cs typeface="Candara"/>
              </a:rPr>
              <a:t>some </a:t>
            </a:r>
            <a:r>
              <a:rPr lang="en-AU" sz="2000" b="1" dirty="0">
                <a:solidFill>
                  <a:srgbClr val="8DA3E8">
                    <a:lumMod val="75000"/>
                  </a:srgbClr>
                </a:solidFill>
                <a:latin typeface="Candara"/>
                <a:ea typeface="ＭＳ Ｐゴシック"/>
                <a:cs typeface="Candara"/>
              </a:rPr>
              <a:t>property</a:t>
            </a:r>
            <a:r>
              <a:rPr lang="en-AU" sz="2000" dirty="0">
                <a:solidFill>
                  <a:srgbClr val="8DA3E8">
                    <a:lumMod val="75000"/>
                  </a:srgbClr>
                </a:solidFill>
                <a:latin typeface="Candara"/>
                <a:ea typeface="ＭＳ Ｐゴシック"/>
                <a:cs typeface="Candara"/>
              </a:rPr>
              <a:t> </a:t>
            </a:r>
            <a:r>
              <a:rPr lang="en-AU" sz="2000" dirty="0">
                <a:solidFill>
                  <a:srgbClr val="0F3277"/>
                </a:solidFill>
                <a:latin typeface="Candara"/>
                <a:ea typeface="ＭＳ Ｐゴシック"/>
                <a:cs typeface="Candara"/>
              </a:rPr>
              <a:t>of the </a:t>
            </a:r>
            <a:r>
              <a:rPr lang="en-AU" sz="2000" b="1" dirty="0">
                <a:solidFill>
                  <a:srgbClr val="FAC15A">
                    <a:lumMod val="50000"/>
                  </a:srgbClr>
                </a:solidFill>
                <a:latin typeface="Candara"/>
                <a:ea typeface="ＭＳ Ｐゴシック"/>
                <a:cs typeface="Candara"/>
              </a:rPr>
              <a:t>feature-of-interest</a:t>
            </a:r>
            <a:r>
              <a:rPr lang="en-AU" sz="2000" dirty="0">
                <a:solidFill>
                  <a:srgbClr val="0F3277"/>
                </a:solidFill>
                <a:latin typeface="Candara"/>
                <a:ea typeface="ＭＳ Ｐゴシック"/>
                <a:cs typeface="Candara"/>
              </a:rPr>
              <a:t>, obtained using a specified </a:t>
            </a:r>
            <a:r>
              <a:rPr lang="en-AU" sz="2000" b="1" dirty="0">
                <a:solidFill>
                  <a:srgbClr val="8E55BB"/>
                </a:solidFill>
                <a:latin typeface="Candara"/>
                <a:ea typeface="ＭＳ Ｐゴシック"/>
                <a:cs typeface="Candara"/>
              </a:rPr>
              <a:t>procedure</a:t>
            </a:r>
          </a:p>
        </p:txBody>
      </p:sp>
    </p:spTree>
    <p:extLst>
      <p:ext uri="{BB962C8B-B14F-4D97-AF65-F5344CB8AC3E}">
        <p14:creationId xmlns:p14="http://schemas.microsoft.com/office/powerpoint/2010/main" val="2369978806"/>
      </p:ext>
    </p:extLst>
  </p:cSld>
  <p:clrMapOvr>
    <a:masterClrMapping/>
  </p:clrMapOvr>
  <p:transition spd="med">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sgs-graph-flow 2wks.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575059" y="3057804"/>
            <a:ext cx="4570236" cy="2930304"/>
          </a:xfrm>
          <a:prstGeom prst="rect">
            <a:avLst/>
          </a:prstGeom>
        </p:spPr>
      </p:pic>
      <p:pic>
        <p:nvPicPr>
          <p:cNvPr id="2" name="Picture 1" descr="SatTelFlaF3LG.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4549812" y="30834"/>
            <a:ext cx="4594187" cy="3199012"/>
          </a:xfrm>
          <a:prstGeom prst="rect">
            <a:avLst/>
          </a:prstGeom>
        </p:spPr>
      </p:pic>
      <p:sp>
        <p:nvSpPr>
          <p:cNvPr id="180" name="Right Arrow 179"/>
          <p:cNvSpPr/>
          <p:nvPr/>
        </p:nvSpPr>
        <p:spPr bwMode="auto">
          <a:xfrm rot="21309732">
            <a:off x="3688198" y="2777979"/>
            <a:ext cx="2853134" cy="461796"/>
          </a:xfrm>
          <a:prstGeom prst="rightArrow">
            <a:avLst/>
          </a:prstGeom>
          <a:gradFill flip="none" rotWithShape="1">
            <a:gsLst>
              <a:gs pos="66000">
                <a:schemeClr val="tx2">
                  <a:lumMod val="25000"/>
                  <a:lumOff val="75000"/>
                </a:schemeClr>
              </a:gs>
              <a:gs pos="100000">
                <a:srgbClr val="FFFFFF"/>
              </a:gs>
            </a:gsLst>
            <a:lin ang="0" scaled="1"/>
            <a:tileRect/>
          </a:gradFill>
          <a:ln>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none" lIns="91440" tIns="45720" rIns="91440" bIns="45720" numCol="1" rtlCol="0" anchor="ctr" anchorCtr="0" compatLnSpc="1">
            <a:prstTxWarp prst="textNoShape">
              <a:avLst/>
            </a:prstTxWarp>
          </a:bodyPr>
          <a:lstStyle/>
          <a:p>
            <a:pPr algn="ctr"/>
            <a:r>
              <a:rPr lang="en-US" sz="1400" b="1" dirty="0" smtClean="0">
                <a:solidFill>
                  <a:srgbClr val="000000"/>
                </a:solidFill>
                <a:latin typeface="Arial" charset="0"/>
                <a:ea typeface="ＭＳ Ｐゴシック" pitchFamily="16" charset="-128"/>
                <a:cs typeface="ＭＳ Ｐゴシック" pitchFamily="-97" charset="-128"/>
              </a:rPr>
              <a:t>Discharge</a:t>
            </a:r>
            <a:endParaRPr lang="en-US" sz="1400" b="1" dirty="0">
              <a:solidFill>
                <a:srgbClr val="000000"/>
              </a:solidFill>
              <a:latin typeface="Arial" charset="0"/>
              <a:ea typeface="ＭＳ Ｐゴシック" pitchFamily="16" charset="-128"/>
              <a:cs typeface="ＭＳ Ｐゴシック" pitchFamily="-97" charset="-128"/>
            </a:endParaRPr>
          </a:p>
        </p:txBody>
      </p:sp>
      <p:grpSp>
        <p:nvGrpSpPr>
          <p:cNvPr id="12" name="Group 11"/>
          <p:cNvGrpSpPr/>
          <p:nvPr/>
        </p:nvGrpSpPr>
        <p:grpSpPr>
          <a:xfrm>
            <a:off x="432273" y="1335705"/>
            <a:ext cx="3337570" cy="3913188"/>
            <a:chOff x="432273" y="1335705"/>
            <a:chExt cx="3337570" cy="3913188"/>
          </a:xfrm>
        </p:grpSpPr>
        <p:grpSp>
          <p:nvGrpSpPr>
            <p:cNvPr id="9" name="Group 8"/>
            <p:cNvGrpSpPr/>
            <p:nvPr/>
          </p:nvGrpSpPr>
          <p:grpSpPr>
            <a:xfrm>
              <a:off x="2332511" y="2886693"/>
              <a:ext cx="1437332" cy="514350"/>
              <a:chOff x="2332511" y="2886693"/>
              <a:chExt cx="1437332" cy="514350"/>
            </a:xfrm>
          </p:grpSpPr>
          <p:sp>
            <p:nvSpPr>
              <p:cNvPr id="313" name="Rectangle 63"/>
              <p:cNvSpPr>
                <a:spLocks noChangeArrowheads="1"/>
              </p:cNvSpPr>
              <p:nvPr/>
            </p:nvSpPr>
            <p:spPr bwMode="auto">
              <a:xfrm>
                <a:off x="2332511" y="2886693"/>
                <a:ext cx="1280918" cy="514350"/>
              </a:xfrm>
              <a:prstGeom prst="rect">
                <a:avLst/>
              </a:prstGeom>
              <a:gradFill flip="none" rotWithShape="1">
                <a:gsLst>
                  <a:gs pos="100000">
                    <a:srgbClr val="FFFFFF"/>
                  </a:gs>
                  <a:gs pos="98000">
                    <a:schemeClr val="tx2">
                      <a:lumMod val="25000"/>
                      <a:lumOff val="75000"/>
                    </a:schemeClr>
                  </a:gs>
                  <a:gs pos="99000">
                    <a:schemeClr val="tx2">
                      <a:lumMod val="10000"/>
                      <a:lumOff val="90000"/>
                    </a:schemeClr>
                  </a:gs>
                </a:gsLst>
                <a:lin ang="0" scaled="1"/>
                <a:tileRect/>
              </a:gradFill>
              <a:ln w="9525">
                <a:solidFill>
                  <a:srgbClr val="000000"/>
                </a:solid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314" name="Rectangle 64"/>
              <p:cNvSpPr>
                <a:spLocks noChangeArrowheads="1"/>
              </p:cNvSpPr>
              <p:nvPr/>
            </p:nvSpPr>
            <p:spPr bwMode="auto">
              <a:xfrm>
                <a:off x="2472643" y="2946763"/>
                <a:ext cx="1297200" cy="153988"/>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1000" dirty="0">
                    <a:solidFill>
                      <a:srgbClr val="000000"/>
                    </a:solidFill>
                    <a:latin typeface="Arial" pitchFamily="34" charset="0"/>
                    <a:ea typeface="ＭＳ Ｐゴシック"/>
                    <a:cs typeface="ＭＳ Ｐゴシック"/>
                  </a:rPr>
                  <a:t>GF_PropertyType</a:t>
                </a:r>
                <a:endParaRPr lang="en-US" dirty="0">
                  <a:solidFill>
                    <a:srgbClr val="000000"/>
                  </a:solidFill>
                  <a:latin typeface="Arial" pitchFamily="34" charset="0"/>
                  <a:ea typeface="ＭＳ Ｐゴシック"/>
                  <a:cs typeface="ＭＳ Ｐゴシック"/>
                </a:endParaRPr>
              </a:p>
            </p:txBody>
          </p:sp>
          <p:sp>
            <p:nvSpPr>
              <p:cNvPr id="315" name="Line 65"/>
              <p:cNvSpPr>
                <a:spLocks noChangeShapeType="1"/>
              </p:cNvSpPr>
              <p:nvPr/>
            </p:nvSpPr>
            <p:spPr bwMode="auto">
              <a:xfrm>
                <a:off x="2332511" y="3172443"/>
                <a:ext cx="1280918" cy="0"/>
              </a:xfrm>
              <a:prstGeom prst="line">
                <a:avLst/>
              </a:prstGeom>
              <a:noFill/>
              <a:ln w="9525">
                <a:solidFill>
                  <a:srgbClr val="000000"/>
                </a:solidFill>
                <a:miter lim="800000"/>
                <a:headEnd/>
                <a:tailEnd/>
              </a:ln>
            </p:spPr>
            <p:txBody>
              <a:bodyPr/>
              <a:lstStyle/>
              <a:p>
                <a:pPr eaLnBrk="1" hangingPunct="1"/>
                <a:endParaRPr lang="en-AU">
                  <a:solidFill>
                    <a:srgbClr val="000000"/>
                  </a:solidFill>
                  <a:latin typeface="Arial" charset="0"/>
                  <a:ea typeface="ＭＳ Ｐゴシック"/>
                  <a:cs typeface="ＭＳ Ｐゴシック"/>
                </a:endParaRPr>
              </a:p>
            </p:txBody>
          </p:sp>
        </p:grpSp>
        <p:grpSp>
          <p:nvGrpSpPr>
            <p:cNvPr id="11" name="Group 10"/>
            <p:cNvGrpSpPr/>
            <p:nvPr/>
          </p:nvGrpSpPr>
          <p:grpSpPr>
            <a:xfrm>
              <a:off x="432273" y="1335705"/>
              <a:ext cx="3223580" cy="3913188"/>
              <a:chOff x="432273" y="1335705"/>
              <a:chExt cx="3223580" cy="3913188"/>
            </a:xfrm>
          </p:grpSpPr>
          <p:grpSp>
            <p:nvGrpSpPr>
              <p:cNvPr id="176" name="Group 271"/>
              <p:cNvGrpSpPr>
                <a:grpSpLocks/>
              </p:cNvGrpSpPr>
              <p:nvPr/>
            </p:nvGrpSpPr>
            <p:grpSpPr bwMode="auto">
              <a:xfrm>
                <a:off x="432273" y="2848593"/>
                <a:ext cx="1574800" cy="1152525"/>
                <a:chOff x="3464" y="2111"/>
                <a:chExt cx="1074" cy="726"/>
              </a:xfrm>
            </p:grpSpPr>
            <p:sp>
              <p:nvSpPr>
                <p:cNvPr id="316" name="Rectangle 12"/>
                <p:cNvSpPr>
                  <a:spLocks noChangeArrowheads="1"/>
                </p:cNvSpPr>
                <p:nvPr/>
              </p:nvSpPr>
              <p:spPr bwMode="auto">
                <a:xfrm>
                  <a:off x="3482" y="2129"/>
                  <a:ext cx="1056" cy="708"/>
                </a:xfrm>
                <a:prstGeom prst="rect">
                  <a:avLst/>
                </a:prstGeom>
                <a:solidFill>
                  <a:srgbClr val="C0BFC0"/>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317" name="Rectangle 13"/>
                <p:cNvSpPr>
                  <a:spLocks noChangeArrowheads="1"/>
                </p:cNvSpPr>
                <p:nvPr/>
              </p:nvSpPr>
              <p:spPr bwMode="auto">
                <a:xfrm>
                  <a:off x="3464" y="2111"/>
                  <a:ext cx="36" cy="708"/>
                </a:xfrm>
                <a:prstGeom prst="rect">
                  <a:avLst/>
                </a:prstGeom>
                <a:solidFill>
                  <a:srgbClr val="E8CDCA"/>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318" name="Rectangle 14"/>
                <p:cNvSpPr>
                  <a:spLocks noChangeArrowheads="1"/>
                </p:cNvSpPr>
                <p:nvPr/>
              </p:nvSpPr>
              <p:spPr bwMode="auto">
                <a:xfrm>
                  <a:off x="3500" y="2111"/>
                  <a:ext cx="42" cy="708"/>
                </a:xfrm>
                <a:prstGeom prst="rect">
                  <a:avLst/>
                </a:prstGeom>
                <a:solidFill>
                  <a:srgbClr val="EACFCC"/>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319" name="Rectangle 15"/>
                <p:cNvSpPr>
                  <a:spLocks noChangeArrowheads="1"/>
                </p:cNvSpPr>
                <p:nvPr/>
              </p:nvSpPr>
              <p:spPr bwMode="auto">
                <a:xfrm>
                  <a:off x="3542" y="2111"/>
                  <a:ext cx="48" cy="708"/>
                </a:xfrm>
                <a:prstGeom prst="rect">
                  <a:avLst/>
                </a:prstGeom>
                <a:solidFill>
                  <a:srgbClr val="ECD1CE"/>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320" name="Rectangle 16"/>
                <p:cNvSpPr>
                  <a:spLocks noChangeArrowheads="1"/>
                </p:cNvSpPr>
                <p:nvPr/>
              </p:nvSpPr>
              <p:spPr bwMode="auto">
                <a:xfrm>
                  <a:off x="3590" y="2111"/>
                  <a:ext cx="42" cy="708"/>
                </a:xfrm>
                <a:prstGeom prst="rect">
                  <a:avLst/>
                </a:prstGeom>
                <a:solidFill>
                  <a:srgbClr val="EED3D0"/>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321" name="Rectangle 17"/>
                <p:cNvSpPr>
                  <a:spLocks noChangeArrowheads="1"/>
                </p:cNvSpPr>
                <p:nvPr/>
              </p:nvSpPr>
              <p:spPr bwMode="auto">
                <a:xfrm>
                  <a:off x="3632" y="2111"/>
                  <a:ext cx="42" cy="708"/>
                </a:xfrm>
                <a:prstGeom prst="rect">
                  <a:avLst/>
                </a:prstGeom>
                <a:solidFill>
                  <a:srgbClr val="F0D5D2"/>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322" name="Rectangle 18"/>
                <p:cNvSpPr>
                  <a:spLocks noChangeArrowheads="1"/>
                </p:cNvSpPr>
                <p:nvPr/>
              </p:nvSpPr>
              <p:spPr bwMode="auto">
                <a:xfrm>
                  <a:off x="3674" y="2111"/>
                  <a:ext cx="48" cy="708"/>
                </a:xfrm>
                <a:prstGeom prst="rect">
                  <a:avLst/>
                </a:prstGeom>
                <a:solidFill>
                  <a:srgbClr val="F2D7D4"/>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323" name="Rectangle 19"/>
                <p:cNvSpPr>
                  <a:spLocks noChangeArrowheads="1"/>
                </p:cNvSpPr>
                <p:nvPr/>
              </p:nvSpPr>
              <p:spPr bwMode="auto">
                <a:xfrm>
                  <a:off x="3722" y="2111"/>
                  <a:ext cx="60" cy="708"/>
                </a:xfrm>
                <a:prstGeom prst="rect">
                  <a:avLst/>
                </a:prstGeom>
                <a:solidFill>
                  <a:srgbClr val="F4D9D6"/>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324" name="Rectangle 20"/>
                <p:cNvSpPr>
                  <a:spLocks noChangeArrowheads="1"/>
                </p:cNvSpPr>
                <p:nvPr/>
              </p:nvSpPr>
              <p:spPr bwMode="auto">
                <a:xfrm>
                  <a:off x="3782" y="2111"/>
                  <a:ext cx="48" cy="708"/>
                </a:xfrm>
                <a:prstGeom prst="rect">
                  <a:avLst/>
                </a:prstGeom>
                <a:solidFill>
                  <a:srgbClr val="F6DBD8"/>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325" name="Rectangle 21"/>
                <p:cNvSpPr>
                  <a:spLocks noChangeArrowheads="1"/>
                </p:cNvSpPr>
                <p:nvPr/>
              </p:nvSpPr>
              <p:spPr bwMode="auto">
                <a:xfrm>
                  <a:off x="3830" y="2111"/>
                  <a:ext cx="42" cy="708"/>
                </a:xfrm>
                <a:prstGeom prst="rect">
                  <a:avLst/>
                </a:prstGeom>
                <a:solidFill>
                  <a:srgbClr val="F8DDDA"/>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326" name="Rectangle 22"/>
                <p:cNvSpPr>
                  <a:spLocks noChangeArrowheads="1"/>
                </p:cNvSpPr>
                <p:nvPr/>
              </p:nvSpPr>
              <p:spPr bwMode="auto">
                <a:xfrm>
                  <a:off x="3872" y="2111"/>
                  <a:ext cx="48" cy="708"/>
                </a:xfrm>
                <a:prstGeom prst="rect">
                  <a:avLst/>
                </a:prstGeom>
                <a:solidFill>
                  <a:srgbClr val="FADFDC"/>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327" name="Rectangle 23"/>
                <p:cNvSpPr>
                  <a:spLocks noChangeArrowheads="1"/>
                </p:cNvSpPr>
                <p:nvPr/>
              </p:nvSpPr>
              <p:spPr bwMode="auto">
                <a:xfrm>
                  <a:off x="3920" y="2111"/>
                  <a:ext cx="42" cy="708"/>
                </a:xfrm>
                <a:prstGeom prst="rect">
                  <a:avLst/>
                </a:prstGeom>
                <a:solidFill>
                  <a:srgbClr val="FCE1DE"/>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328" name="Rectangle 24"/>
                <p:cNvSpPr>
                  <a:spLocks noChangeArrowheads="1"/>
                </p:cNvSpPr>
                <p:nvPr/>
              </p:nvSpPr>
              <p:spPr bwMode="auto">
                <a:xfrm>
                  <a:off x="3962" y="2111"/>
                  <a:ext cx="558" cy="708"/>
                </a:xfrm>
                <a:prstGeom prst="rect">
                  <a:avLst/>
                </a:prstGeom>
                <a:solidFill>
                  <a:srgbClr val="FFE4E1"/>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329" name="Rectangle 25"/>
                <p:cNvSpPr>
                  <a:spLocks noChangeArrowheads="1"/>
                </p:cNvSpPr>
                <p:nvPr/>
              </p:nvSpPr>
              <p:spPr bwMode="auto">
                <a:xfrm>
                  <a:off x="3464" y="2111"/>
                  <a:ext cx="1056" cy="708"/>
                </a:xfrm>
                <a:prstGeom prst="rect">
                  <a:avLst/>
                </a:prstGeom>
                <a:noFill/>
                <a:ln w="9525">
                  <a:solidFill>
                    <a:srgbClr val="000000"/>
                  </a:solid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330" name="Rectangle 26"/>
                <p:cNvSpPr>
                  <a:spLocks noChangeArrowheads="1"/>
                </p:cNvSpPr>
                <p:nvPr/>
              </p:nvSpPr>
              <p:spPr bwMode="auto">
                <a:xfrm>
                  <a:off x="3704" y="2165"/>
                  <a:ext cx="659" cy="97"/>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1000">
                      <a:solidFill>
                        <a:srgbClr val="000000"/>
                      </a:solidFill>
                      <a:latin typeface="Arial" pitchFamily="34" charset="0"/>
                      <a:ea typeface="ＭＳ Ｐゴシック"/>
                      <a:cs typeface="ＭＳ Ｐゴシック"/>
                    </a:rPr>
                    <a:t>OM_Observation</a:t>
                  </a:r>
                  <a:endParaRPr lang="en-US">
                    <a:solidFill>
                      <a:srgbClr val="000000"/>
                    </a:solidFill>
                    <a:latin typeface="Arial" pitchFamily="34" charset="0"/>
                    <a:ea typeface="ＭＳ Ｐゴシック"/>
                    <a:cs typeface="ＭＳ Ｐゴシック"/>
                  </a:endParaRPr>
                </a:p>
              </p:txBody>
            </p:sp>
            <p:sp>
              <p:nvSpPr>
                <p:cNvPr id="331" name="Line 27"/>
                <p:cNvSpPr>
                  <a:spLocks noChangeShapeType="1"/>
                </p:cNvSpPr>
                <p:nvPr/>
              </p:nvSpPr>
              <p:spPr bwMode="auto">
                <a:xfrm>
                  <a:off x="3464" y="2291"/>
                  <a:ext cx="1056" cy="0"/>
                </a:xfrm>
                <a:prstGeom prst="line">
                  <a:avLst/>
                </a:prstGeom>
                <a:noFill/>
                <a:ln w="9525">
                  <a:solidFill>
                    <a:srgbClr val="000000"/>
                  </a:solidFill>
                  <a:miter lim="800000"/>
                  <a:headEnd/>
                  <a:tailEnd/>
                </a:ln>
              </p:spPr>
              <p:txBody>
                <a:bodyPr/>
                <a:lstStyle/>
                <a:p>
                  <a:pPr eaLnBrk="1" hangingPunct="1"/>
                  <a:endParaRPr lang="en-AU">
                    <a:solidFill>
                      <a:srgbClr val="000000"/>
                    </a:solidFill>
                    <a:latin typeface="Arial" charset="0"/>
                    <a:ea typeface="ＭＳ Ｐゴシック"/>
                    <a:cs typeface="ＭＳ Ｐゴシック"/>
                  </a:endParaRPr>
                </a:p>
              </p:txBody>
            </p:sp>
            <p:sp>
              <p:nvSpPr>
                <p:cNvPr id="332" name="Rectangle 28"/>
                <p:cNvSpPr>
                  <a:spLocks noChangeArrowheads="1"/>
                </p:cNvSpPr>
                <p:nvPr/>
              </p:nvSpPr>
              <p:spPr bwMode="auto">
                <a:xfrm>
                  <a:off x="3494" y="2315"/>
                  <a:ext cx="75" cy="97"/>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1000">
                      <a:solidFill>
                        <a:srgbClr val="8B0000"/>
                      </a:solidFill>
                      <a:latin typeface="Arial" pitchFamily="34" charset="0"/>
                      <a:ea typeface="ＭＳ Ｐゴシック"/>
                      <a:cs typeface="ＭＳ Ｐゴシック"/>
                    </a:rPr>
                    <a:t>+ </a:t>
                  </a:r>
                  <a:endParaRPr lang="en-US">
                    <a:solidFill>
                      <a:srgbClr val="000000"/>
                    </a:solidFill>
                    <a:latin typeface="Arial" pitchFamily="34" charset="0"/>
                    <a:ea typeface="ＭＳ Ｐゴシック"/>
                    <a:cs typeface="ＭＳ Ｐゴシック"/>
                  </a:endParaRPr>
                </a:p>
              </p:txBody>
            </p:sp>
            <p:sp>
              <p:nvSpPr>
                <p:cNvPr id="333" name="Rectangle 29"/>
                <p:cNvSpPr>
                  <a:spLocks noChangeArrowheads="1"/>
                </p:cNvSpPr>
                <p:nvPr/>
              </p:nvSpPr>
              <p:spPr bwMode="auto">
                <a:xfrm>
                  <a:off x="3620" y="2315"/>
                  <a:ext cx="701" cy="97"/>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1000" dirty="0" err="1">
                      <a:solidFill>
                        <a:srgbClr val="8B0000"/>
                      </a:solidFill>
                      <a:latin typeface="Arial" pitchFamily="34" charset="0"/>
                      <a:ea typeface="ＭＳ Ｐゴシック"/>
                      <a:cs typeface="ＭＳ Ｐゴシック"/>
                    </a:rPr>
                    <a:t>phenomenonTime</a:t>
                  </a:r>
                  <a:endParaRPr lang="en-US" dirty="0">
                    <a:solidFill>
                      <a:srgbClr val="000000"/>
                    </a:solidFill>
                    <a:latin typeface="Arial" pitchFamily="34" charset="0"/>
                    <a:ea typeface="ＭＳ Ｐゴシック"/>
                    <a:cs typeface="ＭＳ Ｐゴシック"/>
                  </a:endParaRPr>
                </a:p>
              </p:txBody>
            </p:sp>
            <p:sp>
              <p:nvSpPr>
                <p:cNvPr id="334" name="Rectangle 30"/>
                <p:cNvSpPr>
                  <a:spLocks noChangeArrowheads="1"/>
                </p:cNvSpPr>
                <p:nvPr/>
              </p:nvSpPr>
              <p:spPr bwMode="auto">
                <a:xfrm>
                  <a:off x="3494" y="2411"/>
                  <a:ext cx="75" cy="97"/>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1000">
                      <a:solidFill>
                        <a:srgbClr val="8B0000"/>
                      </a:solidFill>
                      <a:latin typeface="Arial" pitchFamily="34" charset="0"/>
                      <a:ea typeface="ＭＳ Ｐゴシック"/>
                      <a:cs typeface="ＭＳ Ｐゴシック"/>
                    </a:rPr>
                    <a:t>+ </a:t>
                  </a:r>
                  <a:endParaRPr lang="en-US">
                    <a:solidFill>
                      <a:srgbClr val="000000"/>
                    </a:solidFill>
                    <a:latin typeface="Arial" pitchFamily="34" charset="0"/>
                    <a:ea typeface="ＭＳ Ｐゴシック"/>
                    <a:cs typeface="ＭＳ Ｐゴシック"/>
                  </a:endParaRPr>
                </a:p>
              </p:txBody>
            </p:sp>
            <p:sp>
              <p:nvSpPr>
                <p:cNvPr id="335" name="Rectangle 31"/>
                <p:cNvSpPr>
                  <a:spLocks noChangeArrowheads="1"/>
                </p:cNvSpPr>
                <p:nvPr/>
              </p:nvSpPr>
              <p:spPr bwMode="auto">
                <a:xfrm>
                  <a:off x="3620" y="2411"/>
                  <a:ext cx="408" cy="97"/>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1000" dirty="0">
                      <a:solidFill>
                        <a:srgbClr val="8B0000"/>
                      </a:solidFill>
                      <a:latin typeface="Arial" pitchFamily="34" charset="0"/>
                      <a:ea typeface="ＭＳ Ｐゴシック"/>
                      <a:cs typeface="ＭＳ Ｐゴシック"/>
                    </a:rPr>
                    <a:t>resultTime</a:t>
                  </a:r>
                  <a:endParaRPr lang="en-US" dirty="0">
                    <a:solidFill>
                      <a:srgbClr val="000000"/>
                    </a:solidFill>
                    <a:latin typeface="Arial" pitchFamily="34" charset="0"/>
                    <a:ea typeface="ＭＳ Ｐゴシック"/>
                    <a:cs typeface="ＭＳ Ｐゴシック"/>
                  </a:endParaRPr>
                </a:p>
              </p:txBody>
            </p:sp>
            <p:sp>
              <p:nvSpPr>
                <p:cNvPr id="336" name="Rectangle 32"/>
                <p:cNvSpPr>
                  <a:spLocks noChangeArrowheads="1"/>
                </p:cNvSpPr>
                <p:nvPr/>
              </p:nvSpPr>
              <p:spPr bwMode="auto">
                <a:xfrm>
                  <a:off x="3494" y="2507"/>
                  <a:ext cx="75" cy="97"/>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1000">
                      <a:solidFill>
                        <a:srgbClr val="8B0000"/>
                      </a:solidFill>
                      <a:latin typeface="Arial" pitchFamily="34" charset="0"/>
                      <a:ea typeface="ＭＳ Ｐゴシック"/>
                      <a:cs typeface="ＭＳ Ｐゴシック"/>
                    </a:rPr>
                    <a:t>+ </a:t>
                  </a:r>
                  <a:endParaRPr lang="en-US">
                    <a:solidFill>
                      <a:srgbClr val="000000"/>
                    </a:solidFill>
                    <a:latin typeface="Arial" pitchFamily="34" charset="0"/>
                    <a:ea typeface="ＭＳ Ｐゴシック"/>
                    <a:cs typeface="ＭＳ Ｐゴシック"/>
                  </a:endParaRPr>
                </a:p>
              </p:txBody>
            </p:sp>
            <p:sp>
              <p:nvSpPr>
                <p:cNvPr id="337" name="Rectangle 33"/>
                <p:cNvSpPr>
                  <a:spLocks noChangeArrowheads="1"/>
                </p:cNvSpPr>
                <p:nvPr/>
              </p:nvSpPr>
              <p:spPr bwMode="auto">
                <a:xfrm>
                  <a:off x="3620" y="2507"/>
                  <a:ext cx="591" cy="97"/>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1000">
                      <a:solidFill>
                        <a:srgbClr val="8B0000"/>
                      </a:solidFill>
                      <a:latin typeface="Arial" pitchFamily="34" charset="0"/>
                      <a:ea typeface="ＭＳ Ｐゴシック"/>
                      <a:cs typeface="ＭＳ Ｐゴシック"/>
                    </a:rPr>
                    <a:t>validTime [0..1]</a:t>
                  </a:r>
                  <a:endParaRPr lang="en-US">
                    <a:solidFill>
                      <a:srgbClr val="000000"/>
                    </a:solidFill>
                    <a:latin typeface="Arial" pitchFamily="34" charset="0"/>
                    <a:ea typeface="ＭＳ Ｐゴシック"/>
                    <a:cs typeface="ＭＳ Ｐゴシック"/>
                  </a:endParaRPr>
                </a:p>
              </p:txBody>
            </p:sp>
            <p:sp>
              <p:nvSpPr>
                <p:cNvPr id="338" name="Rectangle 34"/>
                <p:cNvSpPr>
                  <a:spLocks noChangeArrowheads="1"/>
                </p:cNvSpPr>
                <p:nvPr/>
              </p:nvSpPr>
              <p:spPr bwMode="auto">
                <a:xfrm>
                  <a:off x="3494" y="2603"/>
                  <a:ext cx="75" cy="97"/>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1000">
                      <a:solidFill>
                        <a:srgbClr val="8B0000"/>
                      </a:solidFill>
                      <a:latin typeface="Arial" pitchFamily="34" charset="0"/>
                      <a:ea typeface="ＭＳ Ｐゴシック"/>
                      <a:cs typeface="ＭＳ Ｐゴシック"/>
                    </a:rPr>
                    <a:t>+ </a:t>
                  </a:r>
                  <a:endParaRPr lang="en-US">
                    <a:solidFill>
                      <a:srgbClr val="000000"/>
                    </a:solidFill>
                    <a:latin typeface="Arial" pitchFamily="34" charset="0"/>
                    <a:ea typeface="ＭＳ Ｐゴシック"/>
                    <a:cs typeface="ＭＳ Ｐゴシック"/>
                  </a:endParaRPr>
                </a:p>
              </p:txBody>
            </p:sp>
            <p:sp>
              <p:nvSpPr>
                <p:cNvPr id="339" name="Rectangle 35"/>
                <p:cNvSpPr>
                  <a:spLocks noChangeArrowheads="1"/>
                </p:cNvSpPr>
                <p:nvPr/>
              </p:nvSpPr>
              <p:spPr bwMode="auto">
                <a:xfrm>
                  <a:off x="3620" y="2603"/>
                  <a:ext cx="687" cy="97"/>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1000">
                      <a:solidFill>
                        <a:srgbClr val="8B0000"/>
                      </a:solidFill>
                      <a:latin typeface="Arial" pitchFamily="34" charset="0"/>
                      <a:ea typeface="ＭＳ Ｐゴシック"/>
                      <a:cs typeface="ＭＳ Ｐゴシック"/>
                    </a:rPr>
                    <a:t>resultQuality [0..*]</a:t>
                  </a:r>
                  <a:endParaRPr lang="en-US">
                    <a:solidFill>
                      <a:srgbClr val="000000"/>
                    </a:solidFill>
                    <a:latin typeface="Arial" pitchFamily="34" charset="0"/>
                    <a:ea typeface="ＭＳ Ｐゴシック"/>
                    <a:cs typeface="ＭＳ Ｐゴシック"/>
                  </a:endParaRPr>
                </a:p>
              </p:txBody>
            </p:sp>
            <p:sp>
              <p:nvSpPr>
                <p:cNvPr id="340" name="Rectangle 36"/>
                <p:cNvSpPr>
                  <a:spLocks noChangeArrowheads="1"/>
                </p:cNvSpPr>
                <p:nvPr/>
              </p:nvSpPr>
              <p:spPr bwMode="auto">
                <a:xfrm>
                  <a:off x="3494" y="2699"/>
                  <a:ext cx="75" cy="97"/>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1000">
                      <a:solidFill>
                        <a:srgbClr val="8B0000"/>
                      </a:solidFill>
                      <a:latin typeface="Arial" pitchFamily="34" charset="0"/>
                      <a:ea typeface="ＭＳ Ｐゴシック"/>
                      <a:cs typeface="ＭＳ Ｐゴシック"/>
                    </a:rPr>
                    <a:t>+ </a:t>
                  </a:r>
                  <a:endParaRPr lang="en-US">
                    <a:solidFill>
                      <a:srgbClr val="000000"/>
                    </a:solidFill>
                    <a:latin typeface="Arial" pitchFamily="34" charset="0"/>
                    <a:ea typeface="ＭＳ Ｐゴシック"/>
                    <a:cs typeface="ＭＳ Ｐゴシック"/>
                  </a:endParaRPr>
                </a:p>
              </p:txBody>
            </p:sp>
            <p:sp>
              <p:nvSpPr>
                <p:cNvPr id="341" name="Rectangle 37"/>
                <p:cNvSpPr>
                  <a:spLocks noChangeArrowheads="1"/>
                </p:cNvSpPr>
                <p:nvPr/>
              </p:nvSpPr>
              <p:spPr bwMode="auto">
                <a:xfrm>
                  <a:off x="3620" y="2699"/>
                  <a:ext cx="599" cy="97"/>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1000">
                      <a:solidFill>
                        <a:srgbClr val="8B0000"/>
                      </a:solidFill>
                      <a:latin typeface="Arial" pitchFamily="34" charset="0"/>
                      <a:ea typeface="ＭＳ Ｐゴシック"/>
                      <a:cs typeface="ＭＳ Ｐゴシック"/>
                    </a:rPr>
                    <a:t>parameter [0..*]</a:t>
                  </a:r>
                  <a:endParaRPr lang="en-US">
                    <a:solidFill>
                      <a:srgbClr val="000000"/>
                    </a:solidFill>
                    <a:latin typeface="Arial" pitchFamily="34" charset="0"/>
                    <a:ea typeface="ＭＳ Ｐゴシック"/>
                    <a:cs typeface="ＭＳ Ｐゴシック"/>
                  </a:endParaRPr>
                </a:p>
              </p:txBody>
            </p:sp>
          </p:grpSp>
          <p:grpSp>
            <p:nvGrpSpPr>
              <p:cNvPr id="178" name="Group 264"/>
              <p:cNvGrpSpPr>
                <a:grpSpLocks/>
              </p:cNvGrpSpPr>
              <p:nvPr/>
            </p:nvGrpSpPr>
            <p:grpSpPr bwMode="auto">
              <a:xfrm>
                <a:off x="2192811" y="1335705"/>
                <a:ext cx="1066800" cy="542925"/>
                <a:chOff x="1790" y="2225"/>
                <a:chExt cx="606" cy="342"/>
              </a:xfrm>
            </p:grpSpPr>
            <p:sp>
              <p:nvSpPr>
                <p:cNvPr id="260" name="Rectangle 66"/>
                <p:cNvSpPr>
                  <a:spLocks noChangeArrowheads="1"/>
                </p:cNvSpPr>
                <p:nvPr/>
              </p:nvSpPr>
              <p:spPr bwMode="auto">
                <a:xfrm>
                  <a:off x="1808" y="2243"/>
                  <a:ext cx="588" cy="324"/>
                </a:xfrm>
                <a:prstGeom prst="rect">
                  <a:avLst/>
                </a:prstGeom>
                <a:solidFill>
                  <a:srgbClr val="C0BFC0"/>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61" name="Rectangle 67"/>
                <p:cNvSpPr>
                  <a:spLocks noChangeArrowheads="1"/>
                </p:cNvSpPr>
                <p:nvPr/>
              </p:nvSpPr>
              <p:spPr bwMode="auto">
                <a:xfrm>
                  <a:off x="1790" y="2225"/>
                  <a:ext cx="12" cy="324"/>
                </a:xfrm>
                <a:prstGeom prst="rect">
                  <a:avLst/>
                </a:prstGeom>
                <a:solidFill>
                  <a:srgbClr val="E8E8C9"/>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62" name="Rectangle 68"/>
                <p:cNvSpPr>
                  <a:spLocks noChangeArrowheads="1"/>
                </p:cNvSpPr>
                <p:nvPr/>
              </p:nvSpPr>
              <p:spPr bwMode="auto">
                <a:xfrm>
                  <a:off x="1802" y="2225"/>
                  <a:ext cx="12" cy="324"/>
                </a:xfrm>
                <a:prstGeom prst="rect">
                  <a:avLst/>
                </a:prstGeom>
                <a:solidFill>
                  <a:srgbClr val="E9E9CA"/>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63" name="Rectangle 69"/>
                <p:cNvSpPr>
                  <a:spLocks noChangeArrowheads="1"/>
                </p:cNvSpPr>
                <p:nvPr/>
              </p:nvSpPr>
              <p:spPr bwMode="auto">
                <a:xfrm>
                  <a:off x="1814" y="2225"/>
                  <a:ext cx="12" cy="324"/>
                </a:xfrm>
                <a:prstGeom prst="rect">
                  <a:avLst/>
                </a:prstGeom>
                <a:solidFill>
                  <a:srgbClr val="EAEACB"/>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64" name="Rectangle 70"/>
                <p:cNvSpPr>
                  <a:spLocks noChangeArrowheads="1"/>
                </p:cNvSpPr>
                <p:nvPr/>
              </p:nvSpPr>
              <p:spPr bwMode="auto">
                <a:xfrm>
                  <a:off x="1826" y="2225"/>
                  <a:ext cx="12" cy="324"/>
                </a:xfrm>
                <a:prstGeom prst="rect">
                  <a:avLst/>
                </a:prstGeom>
                <a:solidFill>
                  <a:srgbClr val="EBEBCC"/>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65" name="Rectangle 71"/>
                <p:cNvSpPr>
                  <a:spLocks noChangeArrowheads="1"/>
                </p:cNvSpPr>
                <p:nvPr/>
              </p:nvSpPr>
              <p:spPr bwMode="auto">
                <a:xfrm>
                  <a:off x="1838" y="2225"/>
                  <a:ext cx="12" cy="324"/>
                </a:xfrm>
                <a:prstGeom prst="rect">
                  <a:avLst/>
                </a:prstGeom>
                <a:solidFill>
                  <a:srgbClr val="ECECCD"/>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66" name="Rectangle 72"/>
                <p:cNvSpPr>
                  <a:spLocks noChangeArrowheads="1"/>
                </p:cNvSpPr>
                <p:nvPr/>
              </p:nvSpPr>
              <p:spPr bwMode="auto">
                <a:xfrm>
                  <a:off x="1850" y="2225"/>
                  <a:ext cx="12" cy="324"/>
                </a:xfrm>
                <a:prstGeom prst="rect">
                  <a:avLst/>
                </a:prstGeom>
                <a:solidFill>
                  <a:srgbClr val="EDEDCE"/>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67" name="Rectangle 73"/>
                <p:cNvSpPr>
                  <a:spLocks noChangeArrowheads="1"/>
                </p:cNvSpPr>
                <p:nvPr/>
              </p:nvSpPr>
              <p:spPr bwMode="auto">
                <a:xfrm>
                  <a:off x="1862" y="2225"/>
                  <a:ext cx="12" cy="324"/>
                </a:xfrm>
                <a:prstGeom prst="rect">
                  <a:avLst/>
                </a:prstGeom>
                <a:solidFill>
                  <a:srgbClr val="EEEECF"/>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68" name="Rectangle 74"/>
                <p:cNvSpPr>
                  <a:spLocks noChangeArrowheads="1"/>
                </p:cNvSpPr>
                <p:nvPr/>
              </p:nvSpPr>
              <p:spPr bwMode="auto">
                <a:xfrm>
                  <a:off x="1874" y="2225"/>
                  <a:ext cx="12" cy="324"/>
                </a:xfrm>
                <a:prstGeom prst="rect">
                  <a:avLst/>
                </a:prstGeom>
                <a:solidFill>
                  <a:srgbClr val="EFEFD0"/>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69" name="Rectangle 75"/>
                <p:cNvSpPr>
                  <a:spLocks noChangeArrowheads="1"/>
                </p:cNvSpPr>
                <p:nvPr/>
              </p:nvSpPr>
              <p:spPr bwMode="auto">
                <a:xfrm>
                  <a:off x="1886" y="2225"/>
                  <a:ext cx="12" cy="324"/>
                </a:xfrm>
                <a:prstGeom prst="rect">
                  <a:avLst/>
                </a:prstGeom>
                <a:solidFill>
                  <a:srgbClr val="F0F0D1"/>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70" name="Rectangle 76"/>
                <p:cNvSpPr>
                  <a:spLocks noChangeArrowheads="1"/>
                </p:cNvSpPr>
                <p:nvPr/>
              </p:nvSpPr>
              <p:spPr bwMode="auto">
                <a:xfrm>
                  <a:off x="1898" y="2225"/>
                  <a:ext cx="12" cy="324"/>
                </a:xfrm>
                <a:prstGeom prst="rect">
                  <a:avLst/>
                </a:prstGeom>
                <a:solidFill>
                  <a:srgbClr val="F1F1D2"/>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71" name="Rectangle 77"/>
                <p:cNvSpPr>
                  <a:spLocks noChangeArrowheads="1"/>
                </p:cNvSpPr>
                <p:nvPr/>
              </p:nvSpPr>
              <p:spPr bwMode="auto">
                <a:xfrm>
                  <a:off x="1910" y="2225"/>
                  <a:ext cx="12" cy="324"/>
                </a:xfrm>
                <a:prstGeom prst="rect">
                  <a:avLst/>
                </a:prstGeom>
                <a:solidFill>
                  <a:srgbClr val="F2F2D3"/>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72" name="Rectangle 78"/>
                <p:cNvSpPr>
                  <a:spLocks noChangeArrowheads="1"/>
                </p:cNvSpPr>
                <p:nvPr/>
              </p:nvSpPr>
              <p:spPr bwMode="auto">
                <a:xfrm>
                  <a:off x="1922" y="2225"/>
                  <a:ext cx="12" cy="324"/>
                </a:xfrm>
                <a:prstGeom prst="rect">
                  <a:avLst/>
                </a:prstGeom>
                <a:solidFill>
                  <a:srgbClr val="F3F3D4"/>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73" name="Rectangle 79"/>
                <p:cNvSpPr>
                  <a:spLocks noChangeArrowheads="1"/>
                </p:cNvSpPr>
                <p:nvPr/>
              </p:nvSpPr>
              <p:spPr bwMode="auto">
                <a:xfrm>
                  <a:off x="1934" y="2225"/>
                  <a:ext cx="18" cy="324"/>
                </a:xfrm>
                <a:prstGeom prst="rect">
                  <a:avLst/>
                </a:prstGeom>
                <a:solidFill>
                  <a:srgbClr val="F4F4D5"/>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74" name="Rectangle 80"/>
                <p:cNvSpPr>
                  <a:spLocks noChangeArrowheads="1"/>
                </p:cNvSpPr>
                <p:nvPr/>
              </p:nvSpPr>
              <p:spPr bwMode="auto">
                <a:xfrm>
                  <a:off x="1952" y="2225"/>
                  <a:ext cx="18" cy="324"/>
                </a:xfrm>
                <a:prstGeom prst="rect">
                  <a:avLst/>
                </a:prstGeom>
                <a:solidFill>
                  <a:srgbClr val="F5F5D6"/>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75" name="Rectangle 81"/>
                <p:cNvSpPr>
                  <a:spLocks noChangeArrowheads="1"/>
                </p:cNvSpPr>
                <p:nvPr/>
              </p:nvSpPr>
              <p:spPr bwMode="auto">
                <a:xfrm>
                  <a:off x="1970" y="2225"/>
                  <a:ext cx="12" cy="324"/>
                </a:xfrm>
                <a:prstGeom prst="rect">
                  <a:avLst/>
                </a:prstGeom>
                <a:solidFill>
                  <a:srgbClr val="F6F6D7"/>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76" name="Rectangle 82"/>
                <p:cNvSpPr>
                  <a:spLocks noChangeArrowheads="1"/>
                </p:cNvSpPr>
                <p:nvPr/>
              </p:nvSpPr>
              <p:spPr bwMode="auto">
                <a:xfrm>
                  <a:off x="1982" y="2225"/>
                  <a:ext cx="12" cy="324"/>
                </a:xfrm>
                <a:prstGeom prst="rect">
                  <a:avLst/>
                </a:prstGeom>
                <a:solidFill>
                  <a:srgbClr val="F7F7D8"/>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77" name="Rectangle 83"/>
                <p:cNvSpPr>
                  <a:spLocks noChangeArrowheads="1"/>
                </p:cNvSpPr>
                <p:nvPr/>
              </p:nvSpPr>
              <p:spPr bwMode="auto">
                <a:xfrm>
                  <a:off x="1994" y="2225"/>
                  <a:ext cx="12" cy="324"/>
                </a:xfrm>
                <a:prstGeom prst="rect">
                  <a:avLst/>
                </a:prstGeom>
                <a:solidFill>
                  <a:srgbClr val="F8F8D9"/>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78" name="Rectangle 84"/>
                <p:cNvSpPr>
                  <a:spLocks noChangeArrowheads="1"/>
                </p:cNvSpPr>
                <p:nvPr/>
              </p:nvSpPr>
              <p:spPr bwMode="auto">
                <a:xfrm>
                  <a:off x="2006" y="2225"/>
                  <a:ext cx="12" cy="324"/>
                </a:xfrm>
                <a:prstGeom prst="rect">
                  <a:avLst/>
                </a:prstGeom>
                <a:solidFill>
                  <a:srgbClr val="F9F9DA"/>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79" name="Rectangle 85"/>
                <p:cNvSpPr>
                  <a:spLocks noChangeArrowheads="1"/>
                </p:cNvSpPr>
                <p:nvPr/>
              </p:nvSpPr>
              <p:spPr bwMode="auto">
                <a:xfrm>
                  <a:off x="2018" y="2225"/>
                  <a:ext cx="12" cy="324"/>
                </a:xfrm>
                <a:prstGeom prst="rect">
                  <a:avLst/>
                </a:prstGeom>
                <a:solidFill>
                  <a:srgbClr val="FAFADB"/>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80" name="Rectangle 86"/>
                <p:cNvSpPr>
                  <a:spLocks noChangeArrowheads="1"/>
                </p:cNvSpPr>
                <p:nvPr/>
              </p:nvSpPr>
              <p:spPr bwMode="auto">
                <a:xfrm>
                  <a:off x="2030" y="2225"/>
                  <a:ext cx="12" cy="324"/>
                </a:xfrm>
                <a:prstGeom prst="rect">
                  <a:avLst/>
                </a:prstGeom>
                <a:solidFill>
                  <a:srgbClr val="FBFBDC"/>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81" name="Rectangle 87"/>
                <p:cNvSpPr>
                  <a:spLocks noChangeArrowheads="1"/>
                </p:cNvSpPr>
                <p:nvPr/>
              </p:nvSpPr>
              <p:spPr bwMode="auto">
                <a:xfrm>
                  <a:off x="2042" y="2225"/>
                  <a:ext cx="12" cy="324"/>
                </a:xfrm>
                <a:prstGeom prst="rect">
                  <a:avLst/>
                </a:prstGeom>
                <a:solidFill>
                  <a:srgbClr val="FCFCDD"/>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82" name="Rectangle 88"/>
                <p:cNvSpPr>
                  <a:spLocks noChangeArrowheads="1"/>
                </p:cNvSpPr>
                <p:nvPr/>
              </p:nvSpPr>
              <p:spPr bwMode="auto">
                <a:xfrm>
                  <a:off x="2054" y="2225"/>
                  <a:ext cx="12" cy="324"/>
                </a:xfrm>
                <a:prstGeom prst="rect">
                  <a:avLst/>
                </a:prstGeom>
                <a:solidFill>
                  <a:srgbClr val="FDFDDE"/>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83" name="Rectangle 89"/>
                <p:cNvSpPr>
                  <a:spLocks noChangeArrowheads="1"/>
                </p:cNvSpPr>
                <p:nvPr/>
              </p:nvSpPr>
              <p:spPr bwMode="auto">
                <a:xfrm>
                  <a:off x="2066" y="2225"/>
                  <a:ext cx="12" cy="324"/>
                </a:xfrm>
                <a:prstGeom prst="rect">
                  <a:avLst/>
                </a:prstGeom>
                <a:solidFill>
                  <a:srgbClr val="FEFEDF"/>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84" name="Rectangle 90"/>
                <p:cNvSpPr>
                  <a:spLocks noChangeArrowheads="1"/>
                </p:cNvSpPr>
                <p:nvPr/>
              </p:nvSpPr>
              <p:spPr bwMode="auto">
                <a:xfrm>
                  <a:off x="2078" y="2225"/>
                  <a:ext cx="300" cy="324"/>
                </a:xfrm>
                <a:prstGeom prst="rect">
                  <a:avLst/>
                </a:prstGeom>
                <a:solidFill>
                  <a:srgbClr val="FFFFE0"/>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85" name="Rectangle 91"/>
                <p:cNvSpPr>
                  <a:spLocks noChangeArrowheads="1"/>
                </p:cNvSpPr>
                <p:nvPr/>
              </p:nvSpPr>
              <p:spPr bwMode="auto">
                <a:xfrm>
                  <a:off x="1790" y="2225"/>
                  <a:ext cx="588" cy="324"/>
                </a:xfrm>
                <a:prstGeom prst="rect">
                  <a:avLst/>
                </a:prstGeom>
                <a:noFill/>
                <a:ln w="9525">
                  <a:solidFill>
                    <a:srgbClr val="000000"/>
                  </a:solid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86" name="Rectangle 92"/>
                <p:cNvSpPr>
                  <a:spLocks noChangeArrowheads="1"/>
                </p:cNvSpPr>
                <p:nvPr/>
              </p:nvSpPr>
              <p:spPr bwMode="auto">
                <a:xfrm>
                  <a:off x="1868" y="2279"/>
                  <a:ext cx="493" cy="97"/>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1000">
                      <a:solidFill>
                        <a:srgbClr val="000000"/>
                      </a:solidFill>
                      <a:latin typeface="Arial" pitchFamily="34" charset="0"/>
                      <a:ea typeface="ＭＳ Ｐゴシック"/>
                      <a:cs typeface="ＭＳ Ｐゴシック"/>
                    </a:rPr>
                    <a:t>GFI_Feature</a:t>
                  </a:r>
                  <a:endParaRPr lang="en-US">
                    <a:solidFill>
                      <a:srgbClr val="000000"/>
                    </a:solidFill>
                    <a:latin typeface="Arial" pitchFamily="34" charset="0"/>
                    <a:ea typeface="ＭＳ Ｐゴシック"/>
                    <a:cs typeface="ＭＳ Ｐゴシック"/>
                  </a:endParaRPr>
                </a:p>
              </p:txBody>
            </p:sp>
            <p:sp>
              <p:nvSpPr>
                <p:cNvPr id="287" name="Line 93"/>
                <p:cNvSpPr>
                  <a:spLocks noChangeShapeType="1"/>
                </p:cNvSpPr>
                <p:nvPr/>
              </p:nvSpPr>
              <p:spPr bwMode="auto">
                <a:xfrm>
                  <a:off x="1790" y="2405"/>
                  <a:ext cx="588" cy="0"/>
                </a:xfrm>
                <a:prstGeom prst="line">
                  <a:avLst/>
                </a:prstGeom>
                <a:noFill/>
                <a:ln w="9525">
                  <a:solidFill>
                    <a:srgbClr val="000000"/>
                  </a:solidFill>
                  <a:miter lim="800000"/>
                  <a:headEnd/>
                  <a:tailEnd/>
                </a:ln>
              </p:spPr>
              <p:txBody>
                <a:bodyPr/>
                <a:lstStyle/>
                <a:p>
                  <a:pPr eaLnBrk="1" hangingPunct="1"/>
                  <a:endParaRPr lang="en-AU">
                    <a:solidFill>
                      <a:srgbClr val="000000"/>
                    </a:solidFill>
                    <a:latin typeface="Arial" charset="0"/>
                    <a:ea typeface="ＭＳ Ｐゴシック"/>
                    <a:cs typeface="ＭＳ Ｐゴシック"/>
                  </a:endParaRPr>
                </a:p>
              </p:txBody>
            </p:sp>
          </p:grpSp>
          <p:grpSp>
            <p:nvGrpSpPr>
              <p:cNvPr id="179" name="Group 267"/>
              <p:cNvGrpSpPr>
                <a:grpSpLocks/>
              </p:cNvGrpSpPr>
              <p:nvPr/>
            </p:nvGrpSpPr>
            <p:grpSpPr bwMode="auto">
              <a:xfrm>
                <a:off x="556098" y="4696443"/>
                <a:ext cx="1133475" cy="542925"/>
                <a:chOff x="3548" y="3275"/>
                <a:chExt cx="594" cy="342"/>
              </a:xfrm>
            </p:grpSpPr>
            <p:sp>
              <p:nvSpPr>
                <p:cNvPr id="232" name="Rectangle 94"/>
                <p:cNvSpPr>
                  <a:spLocks noChangeArrowheads="1"/>
                </p:cNvSpPr>
                <p:nvPr/>
              </p:nvSpPr>
              <p:spPr bwMode="auto">
                <a:xfrm>
                  <a:off x="3566" y="3293"/>
                  <a:ext cx="576" cy="324"/>
                </a:xfrm>
                <a:prstGeom prst="rect">
                  <a:avLst/>
                </a:prstGeom>
                <a:solidFill>
                  <a:srgbClr val="C0BFC0"/>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33" name="Rectangle 95"/>
                <p:cNvSpPr>
                  <a:spLocks noChangeArrowheads="1"/>
                </p:cNvSpPr>
                <p:nvPr/>
              </p:nvSpPr>
              <p:spPr bwMode="auto">
                <a:xfrm>
                  <a:off x="3548" y="3275"/>
                  <a:ext cx="12" cy="324"/>
                </a:xfrm>
                <a:prstGeom prst="rect">
                  <a:avLst/>
                </a:prstGeom>
                <a:solidFill>
                  <a:srgbClr val="B582E8"/>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34" name="Rectangle 96"/>
                <p:cNvSpPr>
                  <a:spLocks noChangeArrowheads="1"/>
                </p:cNvSpPr>
                <p:nvPr/>
              </p:nvSpPr>
              <p:spPr bwMode="auto">
                <a:xfrm>
                  <a:off x="3560" y="3275"/>
                  <a:ext cx="6" cy="324"/>
                </a:xfrm>
                <a:prstGeom prst="rect">
                  <a:avLst/>
                </a:prstGeom>
                <a:solidFill>
                  <a:srgbClr val="B683E9"/>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35" name="Rectangle 97"/>
                <p:cNvSpPr>
                  <a:spLocks noChangeArrowheads="1"/>
                </p:cNvSpPr>
                <p:nvPr/>
              </p:nvSpPr>
              <p:spPr bwMode="auto">
                <a:xfrm>
                  <a:off x="3566" y="3275"/>
                  <a:ext cx="18" cy="324"/>
                </a:xfrm>
                <a:prstGeom prst="rect">
                  <a:avLst/>
                </a:prstGeom>
                <a:solidFill>
                  <a:srgbClr val="B784EA"/>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36" name="Rectangle 98"/>
                <p:cNvSpPr>
                  <a:spLocks noChangeArrowheads="1"/>
                </p:cNvSpPr>
                <p:nvPr/>
              </p:nvSpPr>
              <p:spPr bwMode="auto">
                <a:xfrm>
                  <a:off x="3584" y="3275"/>
                  <a:ext cx="12" cy="324"/>
                </a:xfrm>
                <a:prstGeom prst="rect">
                  <a:avLst/>
                </a:prstGeom>
                <a:solidFill>
                  <a:srgbClr val="B885EB"/>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37" name="Rectangle 99"/>
                <p:cNvSpPr>
                  <a:spLocks noChangeArrowheads="1"/>
                </p:cNvSpPr>
                <p:nvPr/>
              </p:nvSpPr>
              <p:spPr bwMode="auto">
                <a:xfrm>
                  <a:off x="3596" y="3275"/>
                  <a:ext cx="6" cy="324"/>
                </a:xfrm>
                <a:prstGeom prst="rect">
                  <a:avLst/>
                </a:prstGeom>
                <a:solidFill>
                  <a:srgbClr val="B986EC"/>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38" name="Rectangle 100"/>
                <p:cNvSpPr>
                  <a:spLocks noChangeArrowheads="1"/>
                </p:cNvSpPr>
                <p:nvPr/>
              </p:nvSpPr>
              <p:spPr bwMode="auto">
                <a:xfrm>
                  <a:off x="3602" y="3275"/>
                  <a:ext cx="18" cy="324"/>
                </a:xfrm>
                <a:prstGeom prst="rect">
                  <a:avLst/>
                </a:prstGeom>
                <a:solidFill>
                  <a:srgbClr val="BA87ED"/>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39" name="Rectangle 101"/>
                <p:cNvSpPr>
                  <a:spLocks noChangeArrowheads="1"/>
                </p:cNvSpPr>
                <p:nvPr/>
              </p:nvSpPr>
              <p:spPr bwMode="auto">
                <a:xfrm>
                  <a:off x="3620" y="3275"/>
                  <a:ext cx="12" cy="324"/>
                </a:xfrm>
                <a:prstGeom prst="rect">
                  <a:avLst/>
                </a:prstGeom>
                <a:solidFill>
                  <a:srgbClr val="BB88EE"/>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40" name="Rectangle 102"/>
                <p:cNvSpPr>
                  <a:spLocks noChangeArrowheads="1"/>
                </p:cNvSpPr>
                <p:nvPr/>
              </p:nvSpPr>
              <p:spPr bwMode="auto">
                <a:xfrm>
                  <a:off x="3632" y="3275"/>
                  <a:ext cx="6" cy="324"/>
                </a:xfrm>
                <a:prstGeom prst="rect">
                  <a:avLst/>
                </a:prstGeom>
                <a:solidFill>
                  <a:srgbClr val="BC89EF"/>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41" name="Rectangle 103"/>
                <p:cNvSpPr>
                  <a:spLocks noChangeArrowheads="1"/>
                </p:cNvSpPr>
                <p:nvPr/>
              </p:nvSpPr>
              <p:spPr bwMode="auto">
                <a:xfrm>
                  <a:off x="3638" y="3275"/>
                  <a:ext cx="18" cy="324"/>
                </a:xfrm>
                <a:prstGeom prst="rect">
                  <a:avLst/>
                </a:prstGeom>
                <a:solidFill>
                  <a:srgbClr val="BD8AF0"/>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42" name="Rectangle 104"/>
                <p:cNvSpPr>
                  <a:spLocks noChangeArrowheads="1"/>
                </p:cNvSpPr>
                <p:nvPr/>
              </p:nvSpPr>
              <p:spPr bwMode="auto">
                <a:xfrm>
                  <a:off x="3656" y="3275"/>
                  <a:ext cx="12" cy="324"/>
                </a:xfrm>
                <a:prstGeom prst="rect">
                  <a:avLst/>
                </a:prstGeom>
                <a:solidFill>
                  <a:srgbClr val="BE8BF1"/>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43" name="Rectangle 105"/>
                <p:cNvSpPr>
                  <a:spLocks noChangeArrowheads="1"/>
                </p:cNvSpPr>
                <p:nvPr/>
              </p:nvSpPr>
              <p:spPr bwMode="auto">
                <a:xfrm>
                  <a:off x="3668" y="3275"/>
                  <a:ext cx="6" cy="324"/>
                </a:xfrm>
                <a:prstGeom prst="rect">
                  <a:avLst/>
                </a:prstGeom>
                <a:solidFill>
                  <a:srgbClr val="BF8CF2"/>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44" name="Rectangle 106"/>
                <p:cNvSpPr>
                  <a:spLocks noChangeArrowheads="1"/>
                </p:cNvSpPr>
                <p:nvPr/>
              </p:nvSpPr>
              <p:spPr bwMode="auto">
                <a:xfrm>
                  <a:off x="3674" y="3275"/>
                  <a:ext cx="18" cy="324"/>
                </a:xfrm>
                <a:prstGeom prst="rect">
                  <a:avLst/>
                </a:prstGeom>
                <a:solidFill>
                  <a:srgbClr val="C08DF3"/>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45" name="Rectangle 107"/>
                <p:cNvSpPr>
                  <a:spLocks noChangeArrowheads="1"/>
                </p:cNvSpPr>
                <p:nvPr/>
              </p:nvSpPr>
              <p:spPr bwMode="auto">
                <a:xfrm>
                  <a:off x="3692" y="3275"/>
                  <a:ext cx="12" cy="324"/>
                </a:xfrm>
                <a:prstGeom prst="rect">
                  <a:avLst/>
                </a:prstGeom>
                <a:solidFill>
                  <a:srgbClr val="C18EF4"/>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46" name="Rectangle 108"/>
                <p:cNvSpPr>
                  <a:spLocks noChangeArrowheads="1"/>
                </p:cNvSpPr>
                <p:nvPr/>
              </p:nvSpPr>
              <p:spPr bwMode="auto">
                <a:xfrm>
                  <a:off x="3704" y="3275"/>
                  <a:ext cx="18" cy="324"/>
                </a:xfrm>
                <a:prstGeom prst="rect">
                  <a:avLst/>
                </a:prstGeom>
                <a:solidFill>
                  <a:srgbClr val="C28FF5"/>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47" name="Rectangle 109"/>
                <p:cNvSpPr>
                  <a:spLocks noChangeArrowheads="1"/>
                </p:cNvSpPr>
                <p:nvPr/>
              </p:nvSpPr>
              <p:spPr bwMode="auto">
                <a:xfrm>
                  <a:off x="3722" y="3275"/>
                  <a:ext cx="18" cy="324"/>
                </a:xfrm>
                <a:prstGeom prst="rect">
                  <a:avLst/>
                </a:prstGeom>
                <a:solidFill>
                  <a:srgbClr val="C390F6"/>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48" name="Rectangle 110"/>
                <p:cNvSpPr>
                  <a:spLocks noChangeArrowheads="1"/>
                </p:cNvSpPr>
                <p:nvPr/>
              </p:nvSpPr>
              <p:spPr bwMode="auto">
                <a:xfrm>
                  <a:off x="3740" y="3275"/>
                  <a:ext cx="6" cy="324"/>
                </a:xfrm>
                <a:prstGeom prst="rect">
                  <a:avLst/>
                </a:prstGeom>
                <a:solidFill>
                  <a:srgbClr val="C491F7"/>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49" name="Rectangle 111"/>
                <p:cNvSpPr>
                  <a:spLocks noChangeArrowheads="1"/>
                </p:cNvSpPr>
                <p:nvPr/>
              </p:nvSpPr>
              <p:spPr bwMode="auto">
                <a:xfrm>
                  <a:off x="3746" y="3275"/>
                  <a:ext cx="18" cy="324"/>
                </a:xfrm>
                <a:prstGeom prst="rect">
                  <a:avLst/>
                </a:prstGeom>
                <a:solidFill>
                  <a:srgbClr val="C592F8"/>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50" name="Rectangle 112"/>
                <p:cNvSpPr>
                  <a:spLocks noChangeArrowheads="1"/>
                </p:cNvSpPr>
                <p:nvPr/>
              </p:nvSpPr>
              <p:spPr bwMode="auto">
                <a:xfrm>
                  <a:off x="3764" y="3275"/>
                  <a:ext cx="12" cy="324"/>
                </a:xfrm>
                <a:prstGeom prst="rect">
                  <a:avLst/>
                </a:prstGeom>
                <a:solidFill>
                  <a:srgbClr val="C693F9"/>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51" name="Rectangle 113"/>
                <p:cNvSpPr>
                  <a:spLocks noChangeArrowheads="1"/>
                </p:cNvSpPr>
                <p:nvPr/>
              </p:nvSpPr>
              <p:spPr bwMode="auto">
                <a:xfrm>
                  <a:off x="3776" y="3275"/>
                  <a:ext cx="6" cy="324"/>
                </a:xfrm>
                <a:prstGeom prst="rect">
                  <a:avLst/>
                </a:prstGeom>
                <a:solidFill>
                  <a:srgbClr val="C794FA"/>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52" name="Rectangle 114"/>
                <p:cNvSpPr>
                  <a:spLocks noChangeArrowheads="1"/>
                </p:cNvSpPr>
                <p:nvPr/>
              </p:nvSpPr>
              <p:spPr bwMode="auto">
                <a:xfrm>
                  <a:off x="3782" y="3275"/>
                  <a:ext cx="18" cy="324"/>
                </a:xfrm>
                <a:prstGeom prst="rect">
                  <a:avLst/>
                </a:prstGeom>
                <a:solidFill>
                  <a:srgbClr val="C895FB"/>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53" name="Rectangle 115"/>
                <p:cNvSpPr>
                  <a:spLocks noChangeArrowheads="1"/>
                </p:cNvSpPr>
                <p:nvPr/>
              </p:nvSpPr>
              <p:spPr bwMode="auto">
                <a:xfrm>
                  <a:off x="3800" y="3275"/>
                  <a:ext cx="12" cy="324"/>
                </a:xfrm>
                <a:prstGeom prst="rect">
                  <a:avLst/>
                </a:prstGeom>
                <a:solidFill>
                  <a:srgbClr val="C996FC"/>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54" name="Rectangle 116"/>
                <p:cNvSpPr>
                  <a:spLocks noChangeArrowheads="1"/>
                </p:cNvSpPr>
                <p:nvPr/>
              </p:nvSpPr>
              <p:spPr bwMode="auto">
                <a:xfrm>
                  <a:off x="3812" y="3275"/>
                  <a:ext cx="6" cy="324"/>
                </a:xfrm>
                <a:prstGeom prst="rect">
                  <a:avLst/>
                </a:prstGeom>
                <a:solidFill>
                  <a:srgbClr val="CA97FD"/>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55" name="Rectangle 117"/>
                <p:cNvSpPr>
                  <a:spLocks noChangeArrowheads="1"/>
                </p:cNvSpPr>
                <p:nvPr/>
              </p:nvSpPr>
              <p:spPr bwMode="auto">
                <a:xfrm>
                  <a:off x="3818" y="3275"/>
                  <a:ext cx="18" cy="324"/>
                </a:xfrm>
                <a:prstGeom prst="rect">
                  <a:avLst/>
                </a:prstGeom>
                <a:solidFill>
                  <a:srgbClr val="CB98FE"/>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56" name="Rectangle 118"/>
                <p:cNvSpPr>
                  <a:spLocks noChangeArrowheads="1"/>
                </p:cNvSpPr>
                <p:nvPr/>
              </p:nvSpPr>
              <p:spPr bwMode="auto">
                <a:xfrm>
                  <a:off x="3836" y="3275"/>
                  <a:ext cx="288" cy="324"/>
                </a:xfrm>
                <a:prstGeom prst="rect">
                  <a:avLst/>
                </a:prstGeom>
                <a:solidFill>
                  <a:srgbClr val="CC99FF"/>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57" name="Rectangle 119"/>
                <p:cNvSpPr>
                  <a:spLocks noChangeArrowheads="1"/>
                </p:cNvSpPr>
                <p:nvPr/>
              </p:nvSpPr>
              <p:spPr bwMode="auto">
                <a:xfrm>
                  <a:off x="3548" y="3275"/>
                  <a:ext cx="576" cy="324"/>
                </a:xfrm>
                <a:prstGeom prst="rect">
                  <a:avLst/>
                </a:prstGeom>
                <a:noFill/>
                <a:ln w="9525">
                  <a:solidFill>
                    <a:srgbClr val="000000"/>
                  </a:solid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58" name="Rectangle 120"/>
                <p:cNvSpPr>
                  <a:spLocks noChangeArrowheads="1"/>
                </p:cNvSpPr>
                <p:nvPr/>
              </p:nvSpPr>
              <p:spPr bwMode="auto">
                <a:xfrm>
                  <a:off x="3614" y="3329"/>
                  <a:ext cx="504" cy="97"/>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1000">
                      <a:solidFill>
                        <a:srgbClr val="000000"/>
                      </a:solidFill>
                      <a:latin typeface="Arial" pitchFamily="34" charset="0"/>
                      <a:ea typeface="ＭＳ Ｐゴシック"/>
                      <a:cs typeface="ＭＳ Ｐゴシック"/>
                    </a:rPr>
                    <a:t>OM_Process</a:t>
                  </a:r>
                  <a:endParaRPr lang="en-US">
                    <a:solidFill>
                      <a:srgbClr val="000000"/>
                    </a:solidFill>
                    <a:latin typeface="Arial" pitchFamily="34" charset="0"/>
                    <a:ea typeface="ＭＳ Ｐゴシック"/>
                    <a:cs typeface="ＭＳ Ｐゴシック"/>
                  </a:endParaRPr>
                </a:p>
              </p:txBody>
            </p:sp>
            <p:sp>
              <p:nvSpPr>
                <p:cNvPr id="259" name="Line 121"/>
                <p:cNvSpPr>
                  <a:spLocks noChangeShapeType="1"/>
                </p:cNvSpPr>
                <p:nvPr/>
              </p:nvSpPr>
              <p:spPr bwMode="auto">
                <a:xfrm>
                  <a:off x="3548" y="3455"/>
                  <a:ext cx="576" cy="0"/>
                </a:xfrm>
                <a:prstGeom prst="line">
                  <a:avLst/>
                </a:prstGeom>
                <a:noFill/>
                <a:ln w="9525">
                  <a:solidFill>
                    <a:srgbClr val="000000"/>
                  </a:solidFill>
                  <a:miter lim="800000"/>
                  <a:headEnd/>
                  <a:tailEnd/>
                </a:ln>
              </p:spPr>
              <p:txBody>
                <a:bodyPr/>
                <a:lstStyle/>
                <a:p>
                  <a:pPr eaLnBrk="1" hangingPunct="1"/>
                  <a:endParaRPr lang="en-AU">
                    <a:solidFill>
                      <a:srgbClr val="000000"/>
                    </a:solidFill>
                    <a:latin typeface="Arial" charset="0"/>
                    <a:ea typeface="ＭＳ Ｐゴシック"/>
                    <a:cs typeface="ＭＳ Ｐゴシック"/>
                  </a:endParaRPr>
                </a:p>
              </p:txBody>
            </p:sp>
          </p:grpSp>
          <p:grpSp>
            <p:nvGrpSpPr>
              <p:cNvPr id="182" name="Group 268"/>
              <p:cNvGrpSpPr>
                <a:grpSpLocks/>
              </p:cNvGrpSpPr>
              <p:nvPr/>
            </p:nvGrpSpPr>
            <p:grpSpPr bwMode="auto">
              <a:xfrm>
                <a:off x="2437286" y="4705968"/>
                <a:ext cx="809625" cy="542925"/>
                <a:chOff x="4832" y="3281"/>
                <a:chExt cx="552" cy="342"/>
              </a:xfrm>
            </p:grpSpPr>
            <p:sp>
              <p:nvSpPr>
                <p:cNvPr id="204" name="Rectangle 166"/>
                <p:cNvSpPr>
                  <a:spLocks noChangeArrowheads="1"/>
                </p:cNvSpPr>
                <p:nvPr/>
              </p:nvSpPr>
              <p:spPr bwMode="auto">
                <a:xfrm>
                  <a:off x="4850" y="3299"/>
                  <a:ext cx="534" cy="324"/>
                </a:xfrm>
                <a:prstGeom prst="rect">
                  <a:avLst/>
                </a:prstGeom>
                <a:solidFill>
                  <a:srgbClr val="C0BFC0"/>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05" name="Rectangle 167"/>
                <p:cNvSpPr>
                  <a:spLocks noChangeArrowheads="1"/>
                </p:cNvSpPr>
                <p:nvPr/>
              </p:nvSpPr>
              <p:spPr bwMode="auto">
                <a:xfrm>
                  <a:off x="4832" y="3281"/>
                  <a:ext cx="6" cy="324"/>
                </a:xfrm>
                <a:prstGeom prst="rect">
                  <a:avLst/>
                </a:prstGeom>
                <a:solidFill>
                  <a:srgbClr val="B5E8B5"/>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06" name="Rectangle 168"/>
                <p:cNvSpPr>
                  <a:spLocks noChangeArrowheads="1"/>
                </p:cNvSpPr>
                <p:nvPr/>
              </p:nvSpPr>
              <p:spPr bwMode="auto">
                <a:xfrm>
                  <a:off x="4838" y="3281"/>
                  <a:ext cx="12" cy="324"/>
                </a:xfrm>
                <a:prstGeom prst="rect">
                  <a:avLst/>
                </a:prstGeom>
                <a:solidFill>
                  <a:srgbClr val="B6E9B6"/>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07" name="Rectangle 169"/>
                <p:cNvSpPr>
                  <a:spLocks noChangeArrowheads="1"/>
                </p:cNvSpPr>
                <p:nvPr/>
              </p:nvSpPr>
              <p:spPr bwMode="auto">
                <a:xfrm>
                  <a:off x="4850" y="3281"/>
                  <a:ext cx="12" cy="324"/>
                </a:xfrm>
                <a:prstGeom prst="rect">
                  <a:avLst/>
                </a:prstGeom>
                <a:solidFill>
                  <a:srgbClr val="B7EAB7"/>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08" name="Rectangle 170"/>
                <p:cNvSpPr>
                  <a:spLocks noChangeArrowheads="1"/>
                </p:cNvSpPr>
                <p:nvPr/>
              </p:nvSpPr>
              <p:spPr bwMode="auto">
                <a:xfrm>
                  <a:off x="4862" y="3281"/>
                  <a:ext cx="12" cy="324"/>
                </a:xfrm>
                <a:prstGeom prst="rect">
                  <a:avLst/>
                </a:prstGeom>
                <a:solidFill>
                  <a:srgbClr val="B8EBB8"/>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09" name="Rectangle 171"/>
                <p:cNvSpPr>
                  <a:spLocks noChangeArrowheads="1"/>
                </p:cNvSpPr>
                <p:nvPr/>
              </p:nvSpPr>
              <p:spPr bwMode="auto">
                <a:xfrm>
                  <a:off x="4874" y="3281"/>
                  <a:ext cx="12" cy="324"/>
                </a:xfrm>
                <a:prstGeom prst="rect">
                  <a:avLst/>
                </a:prstGeom>
                <a:solidFill>
                  <a:srgbClr val="B9ECB9"/>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10" name="Rectangle 172"/>
                <p:cNvSpPr>
                  <a:spLocks noChangeArrowheads="1"/>
                </p:cNvSpPr>
                <p:nvPr/>
              </p:nvSpPr>
              <p:spPr bwMode="auto">
                <a:xfrm>
                  <a:off x="4886" y="3281"/>
                  <a:ext cx="12" cy="324"/>
                </a:xfrm>
                <a:prstGeom prst="rect">
                  <a:avLst/>
                </a:prstGeom>
                <a:solidFill>
                  <a:srgbClr val="BAEDBA"/>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11" name="Rectangle 173"/>
                <p:cNvSpPr>
                  <a:spLocks noChangeArrowheads="1"/>
                </p:cNvSpPr>
                <p:nvPr/>
              </p:nvSpPr>
              <p:spPr bwMode="auto">
                <a:xfrm>
                  <a:off x="4898" y="3281"/>
                  <a:ext cx="12" cy="324"/>
                </a:xfrm>
                <a:prstGeom prst="rect">
                  <a:avLst/>
                </a:prstGeom>
                <a:solidFill>
                  <a:srgbClr val="BBEEBB"/>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12" name="Rectangle 174"/>
                <p:cNvSpPr>
                  <a:spLocks noChangeArrowheads="1"/>
                </p:cNvSpPr>
                <p:nvPr/>
              </p:nvSpPr>
              <p:spPr bwMode="auto">
                <a:xfrm>
                  <a:off x="4910" y="3281"/>
                  <a:ext cx="6" cy="324"/>
                </a:xfrm>
                <a:prstGeom prst="rect">
                  <a:avLst/>
                </a:prstGeom>
                <a:solidFill>
                  <a:srgbClr val="BCEFBC"/>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13" name="Rectangle 175"/>
                <p:cNvSpPr>
                  <a:spLocks noChangeArrowheads="1"/>
                </p:cNvSpPr>
                <p:nvPr/>
              </p:nvSpPr>
              <p:spPr bwMode="auto">
                <a:xfrm>
                  <a:off x="4916" y="3281"/>
                  <a:ext cx="12" cy="324"/>
                </a:xfrm>
                <a:prstGeom prst="rect">
                  <a:avLst/>
                </a:prstGeom>
                <a:solidFill>
                  <a:srgbClr val="BDF0BD"/>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14" name="Rectangle 176"/>
                <p:cNvSpPr>
                  <a:spLocks noChangeArrowheads="1"/>
                </p:cNvSpPr>
                <p:nvPr/>
              </p:nvSpPr>
              <p:spPr bwMode="auto">
                <a:xfrm>
                  <a:off x="4928" y="3281"/>
                  <a:ext cx="12" cy="324"/>
                </a:xfrm>
                <a:prstGeom prst="rect">
                  <a:avLst/>
                </a:prstGeom>
                <a:solidFill>
                  <a:srgbClr val="BEF1BE"/>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15" name="Rectangle 177"/>
                <p:cNvSpPr>
                  <a:spLocks noChangeArrowheads="1"/>
                </p:cNvSpPr>
                <p:nvPr/>
              </p:nvSpPr>
              <p:spPr bwMode="auto">
                <a:xfrm>
                  <a:off x="4940" y="3281"/>
                  <a:ext cx="12" cy="324"/>
                </a:xfrm>
                <a:prstGeom prst="rect">
                  <a:avLst/>
                </a:prstGeom>
                <a:solidFill>
                  <a:srgbClr val="BFF2BF"/>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16" name="Rectangle 178"/>
                <p:cNvSpPr>
                  <a:spLocks noChangeArrowheads="1"/>
                </p:cNvSpPr>
                <p:nvPr/>
              </p:nvSpPr>
              <p:spPr bwMode="auto">
                <a:xfrm>
                  <a:off x="4952" y="3281"/>
                  <a:ext cx="12" cy="324"/>
                </a:xfrm>
                <a:prstGeom prst="rect">
                  <a:avLst/>
                </a:prstGeom>
                <a:solidFill>
                  <a:srgbClr val="C0F3C0"/>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17" name="Rectangle 179"/>
                <p:cNvSpPr>
                  <a:spLocks noChangeArrowheads="1"/>
                </p:cNvSpPr>
                <p:nvPr/>
              </p:nvSpPr>
              <p:spPr bwMode="auto">
                <a:xfrm>
                  <a:off x="4964" y="3281"/>
                  <a:ext cx="12" cy="324"/>
                </a:xfrm>
                <a:prstGeom prst="rect">
                  <a:avLst/>
                </a:prstGeom>
                <a:solidFill>
                  <a:srgbClr val="C1F4C1"/>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18" name="Rectangle 180"/>
                <p:cNvSpPr>
                  <a:spLocks noChangeArrowheads="1"/>
                </p:cNvSpPr>
                <p:nvPr/>
              </p:nvSpPr>
              <p:spPr bwMode="auto">
                <a:xfrm>
                  <a:off x="4976" y="3281"/>
                  <a:ext cx="18" cy="324"/>
                </a:xfrm>
                <a:prstGeom prst="rect">
                  <a:avLst/>
                </a:prstGeom>
                <a:solidFill>
                  <a:srgbClr val="C2F5C2"/>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19" name="Rectangle 181"/>
                <p:cNvSpPr>
                  <a:spLocks noChangeArrowheads="1"/>
                </p:cNvSpPr>
                <p:nvPr/>
              </p:nvSpPr>
              <p:spPr bwMode="auto">
                <a:xfrm>
                  <a:off x="4994" y="3281"/>
                  <a:ext cx="12" cy="324"/>
                </a:xfrm>
                <a:prstGeom prst="rect">
                  <a:avLst/>
                </a:prstGeom>
                <a:solidFill>
                  <a:srgbClr val="C3F6C3"/>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20" name="Rectangle 182"/>
                <p:cNvSpPr>
                  <a:spLocks noChangeArrowheads="1"/>
                </p:cNvSpPr>
                <p:nvPr/>
              </p:nvSpPr>
              <p:spPr bwMode="auto">
                <a:xfrm>
                  <a:off x="5006" y="3281"/>
                  <a:ext cx="12" cy="324"/>
                </a:xfrm>
                <a:prstGeom prst="rect">
                  <a:avLst/>
                </a:prstGeom>
                <a:solidFill>
                  <a:srgbClr val="C4F7C4"/>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21" name="Rectangle 183"/>
                <p:cNvSpPr>
                  <a:spLocks noChangeArrowheads="1"/>
                </p:cNvSpPr>
                <p:nvPr/>
              </p:nvSpPr>
              <p:spPr bwMode="auto">
                <a:xfrm>
                  <a:off x="5018" y="3281"/>
                  <a:ext cx="12" cy="324"/>
                </a:xfrm>
                <a:prstGeom prst="rect">
                  <a:avLst/>
                </a:prstGeom>
                <a:solidFill>
                  <a:srgbClr val="C5F8C5"/>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22" name="Rectangle 184"/>
                <p:cNvSpPr>
                  <a:spLocks noChangeArrowheads="1"/>
                </p:cNvSpPr>
                <p:nvPr/>
              </p:nvSpPr>
              <p:spPr bwMode="auto">
                <a:xfrm>
                  <a:off x="5030" y="3281"/>
                  <a:ext cx="12" cy="324"/>
                </a:xfrm>
                <a:prstGeom prst="rect">
                  <a:avLst/>
                </a:prstGeom>
                <a:solidFill>
                  <a:srgbClr val="C6F9C6"/>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23" name="Rectangle 185"/>
                <p:cNvSpPr>
                  <a:spLocks noChangeArrowheads="1"/>
                </p:cNvSpPr>
                <p:nvPr/>
              </p:nvSpPr>
              <p:spPr bwMode="auto">
                <a:xfrm>
                  <a:off x="5042" y="3281"/>
                  <a:ext cx="12" cy="324"/>
                </a:xfrm>
                <a:prstGeom prst="rect">
                  <a:avLst/>
                </a:prstGeom>
                <a:solidFill>
                  <a:srgbClr val="C7FAC7"/>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24" name="Rectangle 186"/>
                <p:cNvSpPr>
                  <a:spLocks noChangeArrowheads="1"/>
                </p:cNvSpPr>
                <p:nvPr/>
              </p:nvSpPr>
              <p:spPr bwMode="auto">
                <a:xfrm>
                  <a:off x="5054" y="3281"/>
                  <a:ext cx="12" cy="324"/>
                </a:xfrm>
                <a:prstGeom prst="rect">
                  <a:avLst/>
                </a:prstGeom>
                <a:solidFill>
                  <a:srgbClr val="C8FBC8"/>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25" name="Rectangle 187"/>
                <p:cNvSpPr>
                  <a:spLocks noChangeArrowheads="1"/>
                </p:cNvSpPr>
                <p:nvPr/>
              </p:nvSpPr>
              <p:spPr bwMode="auto">
                <a:xfrm>
                  <a:off x="5066" y="3281"/>
                  <a:ext cx="6" cy="324"/>
                </a:xfrm>
                <a:prstGeom prst="rect">
                  <a:avLst/>
                </a:prstGeom>
                <a:solidFill>
                  <a:srgbClr val="C9FCC9"/>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26" name="Rectangle 188"/>
                <p:cNvSpPr>
                  <a:spLocks noChangeArrowheads="1"/>
                </p:cNvSpPr>
                <p:nvPr/>
              </p:nvSpPr>
              <p:spPr bwMode="auto">
                <a:xfrm>
                  <a:off x="5072" y="3281"/>
                  <a:ext cx="12" cy="324"/>
                </a:xfrm>
                <a:prstGeom prst="rect">
                  <a:avLst/>
                </a:prstGeom>
                <a:solidFill>
                  <a:srgbClr val="CAFDCA"/>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27" name="Rectangle 189"/>
                <p:cNvSpPr>
                  <a:spLocks noChangeArrowheads="1"/>
                </p:cNvSpPr>
                <p:nvPr/>
              </p:nvSpPr>
              <p:spPr bwMode="auto">
                <a:xfrm>
                  <a:off x="5084" y="3281"/>
                  <a:ext cx="12" cy="324"/>
                </a:xfrm>
                <a:prstGeom prst="rect">
                  <a:avLst/>
                </a:prstGeom>
                <a:solidFill>
                  <a:srgbClr val="CBFECB"/>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28" name="Rectangle 190"/>
                <p:cNvSpPr>
                  <a:spLocks noChangeArrowheads="1"/>
                </p:cNvSpPr>
                <p:nvPr/>
              </p:nvSpPr>
              <p:spPr bwMode="auto">
                <a:xfrm>
                  <a:off x="5096" y="3281"/>
                  <a:ext cx="270" cy="324"/>
                </a:xfrm>
                <a:prstGeom prst="rect">
                  <a:avLst/>
                </a:prstGeom>
                <a:solidFill>
                  <a:srgbClr val="CCFFCC"/>
                </a:solidFill>
                <a:ln w="9525">
                  <a:no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29" name="Rectangle 191"/>
                <p:cNvSpPr>
                  <a:spLocks noChangeArrowheads="1"/>
                </p:cNvSpPr>
                <p:nvPr/>
              </p:nvSpPr>
              <p:spPr bwMode="auto">
                <a:xfrm>
                  <a:off x="4832" y="3281"/>
                  <a:ext cx="534" cy="324"/>
                </a:xfrm>
                <a:prstGeom prst="rect">
                  <a:avLst/>
                </a:prstGeom>
                <a:noFill/>
                <a:ln w="9525">
                  <a:solidFill>
                    <a:srgbClr val="000000"/>
                  </a:solidFill>
                  <a:miter lim="800000"/>
                  <a:headEnd/>
                  <a:tailEnd/>
                </a:ln>
              </p:spPr>
              <p:txBody>
                <a:bodyPr/>
                <a:lstStyle/>
                <a:p>
                  <a:pPr eaLnBrk="1" hangingPunct="1"/>
                  <a:endParaRPr lang="en-AU">
                    <a:solidFill>
                      <a:srgbClr val="000000"/>
                    </a:solidFill>
                    <a:latin typeface="Arial" pitchFamily="34" charset="0"/>
                    <a:ea typeface="ＭＳ Ｐゴシック"/>
                    <a:cs typeface="ＭＳ Ｐゴシック"/>
                  </a:endParaRPr>
                </a:p>
              </p:txBody>
            </p:sp>
            <p:sp>
              <p:nvSpPr>
                <p:cNvPr id="230" name="Rectangle 192"/>
                <p:cNvSpPr>
                  <a:spLocks noChangeArrowheads="1"/>
                </p:cNvSpPr>
                <p:nvPr/>
              </p:nvSpPr>
              <p:spPr bwMode="auto">
                <a:xfrm>
                  <a:off x="5030" y="3335"/>
                  <a:ext cx="150" cy="97"/>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1000">
                      <a:solidFill>
                        <a:srgbClr val="000000"/>
                      </a:solidFill>
                      <a:latin typeface="Arial" pitchFamily="34" charset="0"/>
                      <a:ea typeface="ＭＳ Ｐゴシック"/>
                      <a:cs typeface="ＭＳ Ｐゴシック"/>
                    </a:rPr>
                    <a:t>Any</a:t>
                  </a:r>
                  <a:endParaRPr lang="en-US">
                    <a:solidFill>
                      <a:srgbClr val="000000"/>
                    </a:solidFill>
                    <a:latin typeface="Arial" pitchFamily="34" charset="0"/>
                    <a:ea typeface="ＭＳ Ｐゴシック"/>
                    <a:cs typeface="ＭＳ Ｐゴシック"/>
                  </a:endParaRPr>
                </a:p>
              </p:txBody>
            </p:sp>
            <p:sp>
              <p:nvSpPr>
                <p:cNvPr id="231" name="Line 193"/>
                <p:cNvSpPr>
                  <a:spLocks noChangeShapeType="1"/>
                </p:cNvSpPr>
                <p:nvPr/>
              </p:nvSpPr>
              <p:spPr bwMode="auto">
                <a:xfrm>
                  <a:off x="4832" y="3461"/>
                  <a:ext cx="534" cy="0"/>
                </a:xfrm>
                <a:prstGeom prst="line">
                  <a:avLst/>
                </a:prstGeom>
                <a:noFill/>
                <a:ln w="9525">
                  <a:solidFill>
                    <a:srgbClr val="000000"/>
                  </a:solidFill>
                  <a:miter lim="800000"/>
                  <a:headEnd/>
                  <a:tailEnd/>
                </a:ln>
              </p:spPr>
              <p:txBody>
                <a:bodyPr/>
                <a:lstStyle/>
                <a:p>
                  <a:pPr eaLnBrk="1" hangingPunct="1"/>
                  <a:endParaRPr lang="en-AU">
                    <a:solidFill>
                      <a:srgbClr val="000000"/>
                    </a:solidFill>
                    <a:latin typeface="Arial" charset="0"/>
                    <a:ea typeface="ＭＳ Ｐゴシック"/>
                    <a:cs typeface="ＭＳ Ｐゴシック"/>
                  </a:endParaRPr>
                </a:p>
              </p:txBody>
            </p:sp>
          </p:grpSp>
          <p:grpSp>
            <p:nvGrpSpPr>
              <p:cNvPr id="183" name="Group 273"/>
              <p:cNvGrpSpPr>
                <a:grpSpLocks/>
              </p:cNvGrpSpPr>
              <p:nvPr/>
            </p:nvGrpSpPr>
            <p:grpSpPr bwMode="auto">
              <a:xfrm>
                <a:off x="1989611" y="3201018"/>
                <a:ext cx="1546225" cy="431800"/>
                <a:chOff x="4526" y="2333"/>
                <a:chExt cx="1055" cy="272"/>
              </a:xfrm>
            </p:grpSpPr>
            <p:sp>
              <p:nvSpPr>
                <p:cNvPr id="200" name="Line 225"/>
                <p:cNvSpPr>
                  <a:spLocks noChangeShapeType="1"/>
                </p:cNvSpPr>
                <p:nvPr/>
              </p:nvSpPr>
              <p:spPr bwMode="auto">
                <a:xfrm flipV="1">
                  <a:off x="4526" y="2429"/>
                  <a:ext cx="234" cy="30"/>
                </a:xfrm>
                <a:prstGeom prst="line">
                  <a:avLst/>
                </a:prstGeom>
                <a:noFill/>
                <a:ln w="9525">
                  <a:solidFill>
                    <a:srgbClr val="000000"/>
                  </a:solidFill>
                  <a:miter lim="800000"/>
                  <a:headEnd/>
                  <a:tailEnd/>
                </a:ln>
              </p:spPr>
              <p:txBody>
                <a:bodyPr/>
                <a:lstStyle/>
                <a:p>
                  <a:pPr eaLnBrk="1" hangingPunct="1"/>
                  <a:endParaRPr lang="en-AU">
                    <a:solidFill>
                      <a:srgbClr val="000000"/>
                    </a:solidFill>
                    <a:latin typeface="Arial" charset="0"/>
                    <a:ea typeface="ＭＳ Ｐゴシック"/>
                    <a:cs typeface="ＭＳ Ｐゴシック"/>
                  </a:endParaRPr>
                </a:p>
              </p:txBody>
            </p:sp>
            <p:sp>
              <p:nvSpPr>
                <p:cNvPr id="201" name="Freeform 226"/>
                <p:cNvSpPr>
                  <a:spLocks noEditPoints="1"/>
                </p:cNvSpPr>
                <p:nvPr/>
              </p:nvSpPr>
              <p:spPr bwMode="auto">
                <a:xfrm>
                  <a:off x="4664" y="2405"/>
                  <a:ext cx="96" cy="72"/>
                </a:xfrm>
                <a:custGeom>
                  <a:avLst/>
                  <a:gdLst>
                    <a:gd name="T0" fmla="*/ 96 w 96"/>
                    <a:gd name="T1" fmla="*/ 24 h 72"/>
                    <a:gd name="T2" fmla="*/ 12 w 96"/>
                    <a:gd name="T3" fmla="*/ 72 h 72"/>
                    <a:gd name="T4" fmla="*/ 96 w 96"/>
                    <a:gd name="T5" fmla="*/ 24 h 72"/>
                    <a:gd name="T6" fmla="*/ 0 w 96"/>
                    <a:gd name="T7" fmla="*/ 0 h 72"/>
                    <a:gd name="T8" fmla="*/ 0 60000 65536"/>
                    <a:gd name="T9" fmla="*/ 0 60000 65536"/>
                    <a:gd name="T10" fmla="*/ 0 60000 65536"/>
                    <a:gd name="T11" fmla="*/ 0 60000 65536"/>
                    <a:gd name="T12" fmla="*/ 0 w 96"/>
                    <a:gd name="T13" fmla="*/ 0 h 72"/>
                    <a:gd name="T14" fmla="*/ 96 w 96"/>
                    <a:gd name="T15" fmla="*/ 72 h 72"/>
                  </a:gdLst>
                  <a:ahLst/>
                  <a:cxnLst>
                    <a:cxn ang="T8">
                      <a:pos x="T0" y="T1"/>
                    </a:cxn>
                    <a:cxn ang="T9">
                      <a:pos x="T2" y="T3"/>
                    </a:cxn>
                    <a:cxn ang="T10">
                      <a:pos x="T4" y="T5"/>
                    </a:cxn>
                    <a:cxn ang="T11">
                      <a:pos x="T6" y="T7"/>
                    </a:cxn>
                  </a:cxnLst>
                  <a:rect l="T12" t="T13" r="T14" b="T15"/>
                  <a:pathLst>
                    <a:path w="96" h="72">
                      <a:moveTo>
                        <a:pt x="96" y="24"/>
                      </a:moveTo>
                      <a:lnTo>
                        <a:pt x="12" y="72"/>
                      </a:lnTo>
                      <a:moveTo>
                        <a:pt x="96" y="24"/>
                      </a:moveTo>
                      <a:lnTo>
                        <a:pt x="0" y="0"/>
                      </a:lnTo>
                    </a:path>
                  </a:pathLst>
                </a:custGeom>
                <a:noFill/>
                <a:ln w="9525" cap="flat">
                  <a:solidFill>
                    <a:srgbClr val="000000"/>
                  </a:solidFill>
                  <a:prstDash val="solid"/>
                  <a:miter lim="800000"/>
                  <a:headEnd/>
                  <a:tailEnd/>
                </a:ln>
              </p:spPr>
              <p:txBody>
                <a:bodyPr/>
                <a:lstStyle/>
                <a:p>
                  <a:pPr eaLnBrk="1" hangingPunct="1"/>
                  <a:endParaRPr lang="en-AU">
                    <a:solidFill>
                      <a:srgbClr val="000000"/>
                    </a:solidFill>
                    <a:latin typeface="Arial" charset="0"/>
                    <a:ea typeface="ＭＳ Ｐゴシック"/>
                    <a:cs typeface="ＭＳ Ｐゴシック"/>
                  </a:endParaRPr>
                </a:p>
              </p:txBody>
            </p:sp>
            <p:sp>
              <p:nvSpPr>
                <p:cNvPr id="202" name="Rectangle 227"/>
                <p:cNvSpPr>
                  <a:spLocks noChangeArrowheads="1"/>
                </p:cNvSpPr>
                <p:nvPr/>
              </p:nvSpPr>
              <p:spPr bwMode="auto">
                <a:xfrm>
                  <a:off x="4694" y="2489"/>
                  <a:ext cx="887" cy="116"/>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1200">
                      <a:solidFill>
                        <a:srgbClr val="000000"/>
                      </a:solidFill>
                      <a:latin typeface="Arial" pitchFamily="34" charset="0"/>
                      <a:ea typeface="ＭＳ Ｐゴシック"/>
                      <a:cs typeface="ＭＳ Ｐゴシック"/>
                    </a:rPr>
                    <a:t>+observedProperty</a:t>
                  </a:r>
                  <a:endParaRPr lang="en-US" sz="3600">
                    <a:solidFill>
                      <a:srgbClr val="000000"/>
                    </a:solidFill>
                    <a:latin typeface="Arial" pitchFamily="34" charset="0"/>
                    <a:ea typeface="ＭＳ Ｐゴシック"/>
                    <a:cs typeface="ＭＳ Ｐゴシック"/>
                  </a:endParaRPr>
                </a:p>
              </p:txBody>
            </p:sp>
            <p:sp>
              <p:nvSpPr>
                <p:cNvPr id="203" name="Rectangle 228"/>
                <p:cNvSpPr>
                  <a:spLocks noChangeArrowheads="1"/>
                </p:cNvSpPr>
                <p:nvPr/>
              </p:nvSpPr>
              <p:spPr bwMode="auto">
                <a:xfrm>
                  <a:off x="4694" y="2333"/>
                  <a:ext cx="39" cy="78"/>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800">
                      <a:solidFill>
                        <a:srgbClr val="000000"/>
                      </a:solidFill>
                      <a:latin typeface="Arial" pitchFamily="34" charset="0"/>
                      <a:ea typeface="ＭＳ Ｐゴシック"/>
                      <a:cs typeface="ＭＳ Ｐゴシック"/>
                    </a:rPr>
                    <a:t>1</a:t>
                  </a:r>
                  <a:endParaRPr lang="en-US">
                    <a:solidFill>
                      <a:srgbClr val="000000"/>
                    </a:solidFill>
                    <a:latin typeface="Arial" pitchFamily="34" charset="0"/>
                    <a:ea typeface="ＭＳ Ｐゴシック"/>
                    <a:cs typeface="ＭＳ Ｐゴシック"/>
                  </a:endParaRPr>
                </a:p>
              </p:txBody>
            </p:sp>
          </p:grpSp>
          <p:grpSp>
            <p:nvGrpSpPr>
              <p:cNvPr id="184" name="Group 178"/>
              <p:cNvGrpSpPr>
                <a:grpSpLocks/>
              </p:cNvGrpSpPr>
              <p:nvPr/>
            </p:nvGrpSpPr>
            <p:grpSpPr bwMode="auto">
              <a:xfrm rot="7440675">
                <a:off x="1337943" y="2277886"/>
                <a:ext cx="1281112" cy="180975"/>
                <a:chOff x="3532889" y="2379360"/>
                <a:chExt cx="1582615" cy="190500"/>
              </a:xfrm>
            </p:grpSpPr>
            <p:sp>
              <p:nvSpPr>
                <p:cNvPr id="198" name="Line 229"/>
                <p:cNvSpPr>
                  <a:spLocks noChangeShapeType="1"/>
                </p:cNvSpPr>
                <p:nvPr/>
              </p:nvSpPr>
              <p:spPr bwMode="auto">
                <a:xfrm flipH="1" flipV="1">
                  <a:off x="3532889" y="2426985"/>
                  <a:ext cx="1582615" cy="142875"/>
                </a:xfrm>
                <a:prstGeom prst="line">
                  <a:avLst/>
                </a:prstGeom>
                <a:noFill/>
                <a:ln w="9525">
                  <a:solidFill>
                    <a:srgbClr val="000000"/>
                  </a:solidFill>
                  <a:miter lim="800000"/>
                  <a:headEnd/>
                  <a:tailEnd/>
                </a:ln>
              </p:spPr>
              <p:txBody>
                <a:bodyPr/>
                <a:lstStyle/>
                <a:p>
                  <a:pPr eaLnBrk="1" hangingPunct="1"/>
                  <a:endParaRPr lang="en-AU">
                    <a:solidFill>
                      <a:srgbClr val="000000"/>
                    </a:solidFill>
                    <a:latin typeface="Arial" charset="0"/>
                    <a:ea typeface="ＭＳ Ｐゴシック"/>
                    <a:cs typeface="ＭＳ Ｐゴシック"/>
                  </a:endParaRPr>
                </a:p>
              </p:txBody>
            </p:sp>
            <p:sp>
              <p:nvSpPr>
                <p:cNvPr id="199" name="Freeform 230"/>
                <p:cNvSpPr>
                  <a:spLocks noEditPoints="1"/>
                </p:cNvSpPr>
                <p:nvPr/>
              </p:nvSpPr>
              <p:spPr bwMode="auto">
                <a:xfrm>
                  <a:off x="3532889" y="2379360"/>
                  <a:ext cx="131885" cy="114300"/>
                </a:xfrm>
                <a:custGeom>
                  <a:avLst/>
                  <a:gdLst>
                    <a:gd name="T0" fmla="*/ 0 w 90"/>
                    <a:gd name="T1" fmla="*/ 75604680 h 72"/>
                    <a:gd name="T2" fmla="*/ 193262840 w 90"/>
                    <a:gd name="T3" fmla="*/ 0 h 72"/>
                    <a:gd name="T4" fmla="*/ 0 w 90"/>
                    <a:gd name="T5" fmla="*/ 75604680 h 72"/>
                    <a:gd name="T6" fmla="*/ 180379099 w 90"/>
                    <a:gd name="T7" fmla="*/ 181451223 h 72"/>
                    <a:gd name="T8" fmla="*/ 0 60000 65536"/>
                    <a:gd name="T9" fmla="*/ 0 60000 65536"/>
                    <a:gd name="T10" fmla="*/ 0 60000 65536"/>
                    <a:gd name="T11" fmla="*/ 0 60000 65536"/>
                    <a:gd name="T12" fmla="*/ 0 w 90"/>
                    <a:gd name="T13" fmla="*/ 0 h 72"/>
                    <a:gd name="T14" fmla="*/ 90 w 90"/>
                    <a:gd name="T15" fmla="*/ 72 h 72"/>
                  </a:gdLst>
                  <a:ahLst/>
                  <a:cxnLst>
                    <a:cxn ang="T8">
                      <a:pos x="T0" y="T1"/>
                    </a:cxn>
                    <a:cxn ang="T9">
                      <a:pos x="T2" y="T3"/>
                    </a:cxn>
                    <a:cxn ang="T10">
                      <a:pos x="T4" y="T5"/>
                    </a:cxn>
                    <a:cxn ang="T11">
                      <a:pos x="T6" y="T7"/>
                    </a:cxn>
                  </a:cxnLst>
                  <a:rect l="T12" t="T13" r="T14" b="T15"/>
                  <a:pathLst>
                    <a:path w="90" h="72">
                      <a:moveTo>
                        <a:pt x="0" y="30"/>
                      </a:moveTo>
                      <a:lnTo>
                        <a:pt x="90" y="0"/>
                      </a:lnTo>
                      <a:moveTo>
                        <a:pt x="0" y="30"/>
                      </a:moveTo>
                      <a:lnTo>
                        <a:pt x="84" y="72"/>
                      </a:lnTo>
                    </a:path>
                  </a:pathLst>
                </a:custGeom>
                <a:noFill/>
                <a:ln w="9525" cap="flat">
                  <a:solidFill>
                    <a:srgbClr val="000000"/>
                  </a:solidFill>
                  <a:prstDash val="solid"/>
                  <a:miter lim="800000"/>
                  <a:headEnd/>
                  <a:tailEnd/>
                </a:ln>
              </p:spPr>
              <p:txBody>
                <a:bodyPr/>
                <a:lstStyle/>
                <a:p>
                  <a:pPr eaLnBrk="1" hangingPunct="1"/>
                  <a:endParaRPr lang="en-AU">
                    <a:solidFill>
                      <a:srgbClr val="000000"/>
                    </a:solidFill>
                    <a:latin typeface="Arial" charset="0"/>
                    <a:ea typeface="ＭＳ Ｐゴシック"/>
                    <a:cs typeface="ＭＳ Ｐゴシック"/>
                  </a:endParaRPr>
                </a:p>
              </p:txBody>
            </p:sp>
          </p:grpSp>
          <p:sp>
            <p:nvSpPr>
              <p:cNvPr id="185" name="Rectangle 232"/>
              <p:cNvSpPr>
                <a:spLocks noChangeArrowheads="1"/>
              </p:cNvSpPr>
              <p:nvPr/>
            </p:nvSpPr>
            <p:spPr bwMode="auto">
              <a:xfrm>
                <a:off x="1402236" y="2632693"/>
                <a:ext cx="153987" cy="123825"/>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800">
                    <a:solidFill>
                      <a:srgbClr val="000000"/>
                    </a:solidFill>
                    <a:latin typeface="Arial" pitchFamily="34" charset="0"/>
                    <a:ea typeface="ＭＳ Ｐゴシック"/>
                    <a:cs typeface="ＭＳ Ｐゴシック"/>
                  </a:rPr>
                  <a:t>0..*</a:t>
                </a:r>
                <a:endParaRPr lang="en-US">
                  <a:solidFill>
                    <a:srgbClr val="000000"/>
                  </a:solidFill>
                  <a:latin typeface="Arial" pitchFamily="34" charset="0"/>
                  <a:ea typeface="ＭＳ Ｐゴシック"/>
                  <a:cs typeface="ＭＳ Ｐゴシック"/>
                </a:endParaRPr>
              </a:p>
            </p:txBody>
          </p:sp>
          <p:sp>
            <p:nvSpPr>
              <p:cNvPr id="186" name="Rectangle 233"/>
              <p:cNvSpPr>
                <a:spLocks noChangeArrowheads="1"/>
              </p:cNvSpPr>
              <p:nvPr/>
            </p:nvSpPr>
            <p:spPr bwMode="auto">
              <a:xfrm>
                <a:off x="2411253" y="1899140"/>
                <a:ext cx="1244600" cy="184150"/>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1200" dirty="0">
                    <a:solidFill>
                      <a:srgbClr val="000000"/>
                    </a:solidFill>
                    <a:latin typeface="Arial" pitchFamily="34" charset="0"/>
                    <a:ea typeface="ＭＳ Ｐゴシック"/>
                    <a:cs typeface="ＭＳ Ｐゴシック"/>
                  </a:rPr>
                  <a:t>+featureOfInterest</a:t>
                </a:r>
                <a:endParaRPr lang="en-US" sz="3600" dirty="0">
                  <a:solidFill>
                    <a:srgbClr val="000000"/>
                  </a:solidFill>
                  <a:latin typeface="Arial" pitchFamily="34" charset="0"/>
                  <a:ea typeface="ＭＳ Ｐゴシック"/>
                  <a:cs typeface="ＭＳ Ｐゴシック"/>
                </a:endParaRPr>
              </a:p>
            </p:txBody>
          </p:sp>
          <p:sp>
            <p:nvSpPr>
              <p:cNvPr id="187" name="Rectangle 234"/>
              <p:cNvSpPr>
                <a:spLocks noChangeArrowheads="1"/>
              </p:cNvSpPr>
              <p:nvPr/>
            </p:nvSpPr>
            <p:spPr bwMode="auto">
              <a:xfrm>
                <a:off x="2084037" y="1911968"/>
                <a:ext cx="46037" cy="123825"/>
              </a:xfrm>
              <a:prstGeom prst="rect">
                <a:avLst/>
              </a:prstGeom>
              <a:noFill/>
              <a:ln w="9525">
                <a:noFill/>
                <a:miter lim="800000"/>
                <a:headEnd/>
                <a:tailEnd/>
              </a:ln>
            </p:spPr>
            <p:txBody>
              <a:bodyPr lIns="0" tIns="0" rIns="0" bIns="0">
                <a:spAutoFit/>
              </a:bodyPr>
              <a:lstStyle/>
              <a:p>
                <a:pPr marL="361950" indent="-361950" defTabSz="966788" eaLnBrk="1" hangingPunct="1">
                  <a:tabLst>
                    <a:tab pos="188913" algn="l"/>
                  </a:tabLst>
                </a:pPr>
                <a:r>
                  <a:rPr lang="en-US" sz="800" dirty="0">
                    <a:solidFill>
                      <a:srgbClr val="000000"/>
                    </a:solidFill>
                    <a:latin typeface="Arial" pitchFamily="34" charset="0"/>
                    <a:ea typeface="ＭＳ Ｐゴシック"/>
                    <a:cs typeface="ＭＳ Ｐゴシック"/>
                  </a:rPr>
                  <a:t>1</a:t>
                </a:r>
                <a:endParaRPr lang="en-US" dirty="0">
                  <a:solidFill>
                    <a:srgbClr val="000000"/>
                  </a:solidFill>
                  <a:latin typeface="Arial" pitchFamily="34" charset="0"/>
                  <a:ea typeface="ＭＳ Ｐゴシック"/>
                  <a:cs typeface="ＭＳ Ｐゴシック"/>
                </a:endParaRPr>
              </a:p>
            </p:txBody>
          </p:sp>
          <p:sp>
            <p:nvSpPr>
              <p:cNvPr id="188" name="Line 241"/>
              <p:cNvSpPr>
                <a:spLocks noChangeShapeType="1"/>
              </p:cNvSpPr>
              <p:nvPr/>
            </p:nvSpPr>
            <p:spPr bwMode="auto">
              <a:xfrm flipH="1">
                <a:off x="864073" y="3982068"/>
                <a:ext cx="280988" cy="714375"/>
              </a:xfrm>
              <a:prstGeom prst="line">
                <a:avLst/>
              </a:prstGeom>
              <a:noFill/>
              <a:ln w="9525">
                <a:solidFill>
                  <a:srgbClr val="000000"/>
                </a:solidFill>
                <a:miter lim="800000"/>
                <a:headEnd/>
                <a:tailEnd/>
              </a:ln>
            </p:spPr>
            <p:txBody>
              <a:bodyPr/>
              <a:lstStyle/>
              <a:p>
                <a:pPr eaLnBrk="1" hangingPunct="1"/>
                <a:endParaRPr lang="en-AU">
                  <a:solidFill>
                    <a:srgbClr val="000000"/>
                  </a:solidFill>
                  <a:latin typeface="Arial" charset="0"/>
                  <a:ea typeface="ＭＳ Ｐゴシック"/>
                  <a:cs typeface="ＭＳ Ｐゴシック"/>
                </a:endParaRPr>
              </a:p>
            </p:txBody>
          </p:sp>
          <p:sp>
            <p:nvSpPr>
              <p:cNvPr id="189" name="Freeform 242"/>
              <p:cNvSpPr>
                <a:spLocks noEditPoints="1"/>
              </p:cNvSpPr>
              <p:nvPr/>
            </p:nvSpPr>
            <p:spPr bwMode="auto">
              <a:xfrm>
                <a:off x="864073" y="4544043"/>
                <a:ext cx="96838" cy="152400"/>
              </a:xfrm>
              <a:custGeom>
                <a:avLst/>
                <a:gdLst>
                  <a:gd name="T0" fmla="*/ 0 w 66"/>
                  <a:gd name="T1" fmla="*/ 241935022 h 96"/>
                  <a:gd name="T2" fmla="*/ 0 w 66"/>
                  <a:gd name="T3" fmla="*/ 0 h 96"/>
                  <a:gd name="T4" fmla="*/ 0 w 66"/>
                  <a:gd name="T5" fmla="*/ 241935022 h 96"/>
                  <a:gd name="T6" fmla="*/ 142084802 w 66"/>
                  <a:gd name="T7" fmla="*/ 75604688 h 96"/>
                  <a:gd name="T8" fmla="*/ 0 60000 65536"/>
                  <a:gd name="T9" fmla="*/ 0 60000 65536"/>
                  <a:gd name="T10" fmla="*/ 0 60000 65536"/>
                  <a:gd name="T11" fmla="*/ 0 60000 65536"/>
                  <a:gd name="T12" fmla="*/ 0 w 66"/>
                  <a:gd name="T13" fmla="*/ 0 h 96"/>
                  <a:gd name="T14" fmla="*/ 66 w 66"/>
                  <a:gd name="T15" fmla="*/ 96 h 96"/>
                </a:gdLst>
                <a:ahLst/>
                <a:cxnLst>
                  <a:cxn ang="T8">
                    <a:pos x="T0" y="T1"/>
                  </a:cxn>
                  <a:cxn ang="T9">
                    <a:pos x="T2" y="T3"/>
                  </a:cxn>
                  <a:cxn ang="T10">
                    <a:pos x="T4" y="T5"/>
                  </a:cxn>
                  <a:cxn ang="T11">
                    <a:pos x="T6" y="T7"/>
                  </a:cxn>
                </a:cxnLst>
                <a:rect l="T12" t="T13" r="T14" b="T15"/>
                <a:pathLst>
                  <a:path w="66" h="96">
                    <a:moveTo>
                      <a:pt x="0" y="96"/>
                    </a:moveTo>
                    <a:lnTo>
                      <a:pt x="0" y="0"/>
                    </a:lnTo>
                    <a:moveTo>
                      <a:pt x="0" y="96"/>
                    </a:moveTo>
                    <a:lnTo>
                      <a:pt x="66" y="30"/>
                    </a:lnTo>
                  </a:path>
                </a:pathLst>
              </a:custGeom>
              <a:noFill/>
              <a:ln w="9525" cap="flat">
                <a:solidFill>
                  <a:srgbClr val="000000"/>
                </a:solidFill>
                <a:prstDash val="solid"/>
                <a:miter lim="800000"/>
                <a:headEnd/>
                <a:tailEnd/>
              </a:ln>
            </p:spPr>
            <p:txBody>
              <a:bodyPr/>
              <a:lstStyle/>
              <a:p>
                <a:pPr eaLnBrk="1" hangingPunct="1"/>
                <a:endParaRPr lang="en-AU">
                  <a:solidFill>
                    <a:srgbClr val="000000"/>
                  </a:solidFill>
                  <a:latin typeface="Arial" charset="0"/>
                  <a:ea typeface="ＭＳ Ｐゴシック"/>
                  <a:cs typeface="ＭＳ Ｐゴシック"/>
                </a:endParaRPr>
              </a:p>
            </p:txBody>
          </p:sp>
          <p:sp>
            <p:nvSpPr>
              <p:cNvPr id="190" name="Rectangle 244"/>
              <p:cNvSpPr>
                <a:spLocks noChangeArrowheads="1"/>
              </p:cNvSpPr>
              <p:nvPr/>
            </p:nvSpPr>
            <p:spPr bwMode="auto">
              <a:xfrm>
                <a:off x="1135536" y="4153518"/>
                <a:ext cx="155575" cy="123825"/>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800">
                    <a:solidFill>
                      <a:srgbClr val="000000"/>
                    </a:solidFill>
                    <a:latin typeface="Arial" pitchFamily="34" charset="0"/>
                    <a:ea typeface="ＭＳ Ｐゴシック"/>
                    <a:cs typeface="ＭＳ Ｐゴシック"/>
                  </a:rPr>
                  <a:t>0..*</a:t>
                </a:r>
                <a:endParaRPr lang="en-US">
                  <a:solidFill>
                    <a:srgbClr val="000000"/>
                  </a:solidFill>
                  <a:latin typeface="Arial" pitchFamily="34" charset="0"/>
                  <a:ea typeface="ＭＳ Ｐゴシック"/>
                  <a:cs typeface="ＭＳ Ｐゴシック"/>
                </a:endParaRPr>
              </a:p>
            </p:txBody>
          </p:sp>
          <p:sp>
            <p:nvSpPr>
              <p:cNvPr id="191" name="Rectangle 245"/>
              <p:cNvSpPr>
                <a:spLocks noChangeArrowheads="1"/>
              </p:cNvSpPr>
              <p:nvPr/>
            </p:nvSpPr>
            <p:spPr bwMode="auto">
              <a:xfrm>
                <a:off x="1041873" y="4432918"/>
                <a:ext cx="777875" cy="184150"/>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1200">
                    <a:solidFill>
                      <a:srgbClr val="000000"/>
                    </a:solidFill>
                    <a:latin typeface="Arial" pitchFamily="34" charset="0"/>
                    <a:ea typeface="ＭＳ Ｐゴシック"/>
                    <a:cs typeface="ＭＳ Ｐゴシック"/>
                  </a:rPr>
                  <a:t>+procedure</a:t>
                </a:r>
                <a:endParaRPr lang="en-US" sz="3600">
                  <a:solidFill>
                    <a:srgbClr val="000000"/>
                  </a:solidFill>
                  <a:latin typeface="Arial" pitchFamily="34" charset="0"/>
                  <a:ea typeface="ＭＳ Ｐゴシック"/>
                  <a:cs typeface="ＭＳ Ｐゴシック"/>
                </a:endParaRPr>
              </a:p>
            </p:txBody>
          </p:sp>
          <p:sp>
            <p:nvSpPr>
              <p:cNvPr id="192" name="Rectangle 246"/>
              <p:cNvSpPr>
                <a:spLocks noChangeArrowheads="1"/>
              </p:cNvSpPr>
              <p:nvPr/>
            </p:nvSpPr>
            <p:spPr bwMode="auto">
              <a:xfrm>
                <a:off x="687861" y="4486893"/>
                <a:ext cx="57150" cy="123825"/>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800">
                    <a:solidFill>
                      <a:srgbClr val="000000"/>
                    </a:solidFill>
                    <a:latin typeface="Arial" pitchFamily="34" charset="0"/>
                    <a:ea typeface="ＭＳ Ｐゴシック"/>
                    <a:cs typeface="ＭＳ Ｐゴシック"/>
                  </a:rPr>
                  <a:t>1</a:t>
                </a:r>
                <a:endParaRPr lang="en-US">
                  <a:solidFill>
                    <a:srgbClr val="000000"/>
                  </a:solidFill>
                  <a:latin typeface="Arial" pitchFamily="34" charset="0"/>
                  <a:ea typeface="ＭＳ Ｐゴシック"/>
                  <a:cs typeface="ＭＳ Ｐゴシック"/>
                </a:endParaRPr>
              </a:p>
            </p:txBody>
          </p:sp>
          <p:sp>
            <p:nvSpPr>
              <p:cNvPr id="193" name="Line 258"/>
              <p:cNvSpPr>
                <a:spLocks noChangeShapeType="1"/>
              </p:cNvSpPr>
              <p:nvPr/>
            </p:nvSpPr>
            <p:spPr bwMode="auto">
              <a:xfrm flipH="1" flipV="1">
                <a:off x="1989611" y="3953493"/>
                <a:ext cx="782637" cy="752475"/>
              </a:xfrm>
              <a:prstGeom prst="line">
                <a:avLst/>
              </a:prstGeom>
              <a:noFill/>
              <a:ln w="9525">
                <a:solidFill>
                  <a:srgbClr val="000000"/>
                </a:solidFill>
                <a:miter lim="800000"/>
                <a:headEnd/>
                <a:tailEnd/>
              </a:ln>
            </p:spPr>
            <p:txBody>
              <a:bodyPr/>
              <a:lstStyle/>
              <a:p>
                <a:pPr eaLnBrk="1" hangingPunct="1"/>
                <a:endParaRPr lang="en-AU">
                  <a:solidFill>
                    <a:srgbClr val="000000"/>
                  </a:solidFill>
                  <a:latin typeface="Arial" charset="0"/>
                  <a:ea typeface="ＭＳ Ｐゴシック"/>
                  <a:cs typeface="ＭＳ Ｐゴシック"/>
                </a:endParaRPr>
              </a:p>
            </p:txBody>
          </p:sp>
          <p:sp>
            <p:nvSpPr>
              <p:cNvPr id="194" name="Freeform 259"/>
              <p:cNvSpPr>
                <a:spLocks/>
              </p:cNvSpPr>
              <p:nvPr/>
            </p:nvSpPr>
            <p:spPr bwMode="auto">
              <a:xfrm>
                <a:off x="1989611" y="3953493"/>
                <a:ext cx="131762" cy="123825"/>
              </a:xfrm>
              <a:custGeom>
                <a:avLst/>
                <a:gdLst>
                  <a:gd name="T0" fmla="*/ 141461145 w 90"/>
                  <a:gd name="T1" fmla="*/ 45362807 h 78"/>
                  <a:gd name="T2" fmla="*/ 0 w 90"/>
                  <a:gd name="T3" fmla="*/ 0 h 78"/>
                  <a:gd name="T4" fmla="*/ 51441354 w 90"/>
                  <a:gd name="T5" fmla="*/ 151209365 h 78"/>
                  <a:gd name="T6" fmla="*/ 192902522 w 90"/>
                  <a:gd name="T7" fmla="*/ 196572160 h 78"/>
                  <a:gd name="T8" fmla="*/ 141461145 w 90"/>
                  <a:gd name="T9" fmla="*/ 45362807 h 78"/>
                  <a:gd name="T10" fmla="*/ 0 60000 65536"/>
                  <a:gd name="T11" fmla="*/ 0 60000 65536"/>
                  <a:gd name="T12" fmla="*/ 0 60000 65536"/>
                  <a:gd name="T13" fmla="*/ 0 60000 65536"/>
                  <a:gd name="T14" fmla="*/ 0 60000 65536"/>
                  <a:gd name="T15" fmla="*/ 0 w 90"/>
                  <a:gd name="T16" fmla="*/ 0 h 78"/>
                  <a:gd name="T17" fmla="*/ 90 w 90"/>
                  <a:gd name="T18" fmla="*/ 78 h 78"/>
                </a:gdLst>
                <a:ahLst/>
                <a:cxnLst>
                  <a:cxn ang="T10">
                    <a:pos x="T0" y="T1"/>
                  </a:cxn>
                  <a:cxn ang="T11">
                    <a:pos x="T2" y="T3"/>
                  </a:cxn>
                  <a:cxn ang="T12">
                    <a:pos x="T4" y="T5"/>
                  </a:cxn>
                  <a:cxn ang="T13">
                    <a:pos x="T6" y="T7"/>
                  </a:cxn>
                  <a:cxn ang="T14">
                    <a:pos x="T8" y="T9"/>
                  </a:cxn>
                </a:cxnLst>
                <a:rect l="T15" t="T16" r="T17" b="T18"/>
                <a:pathLst>
                  <a:path w="90" h="78">
                    <a:moveTo>
                      <a:pt x="66" y="18"/>
                    </a:moveTo>
                    <a:lnTo>
                      <a:pt x="0" y="0"/>
                    </a:lnTo>
                    <a:lnTo>
                      <a:pt x="24" y="60"/>
                    </a:lnTo>
                    <a:lnTo>
                      <a:pt x="90" y="78"/>
                    </a:lnTo>
                    <a:lnTo>
                      <a:pt x="66" y="18"/>
                    </a:lnTo>
                    <a:close/>
                  </a:path>
                </a:pathLst>
              </a:custGeom>
              <a:solidFill>
                <a:srgbClr val="000000"/>
              </a:solidFill>
              <a:ln w="9525">
                <a:noFill/>
                <a:round/>
                <a:headEnd/>
                <a:tailEnd/>
              </a:ln>
            </p:spPr>
            <p:txBody>
              <a:bodyPr/>
              <a:lstStyle/>
              <a:p>
                <a:pPr eaLnBrk="1" hangingPunct="1"/>
                <a:endParaRPr lang="en-AU">
                  <a:solidFill>
                    <a:srgbClr val="000000"/>
                  </a:solidFill>
                  <a:latin typeface="Arial" charset="0"/>
                  <a:ea typeface="ＭＳ Ｐゴシック"/>
                  <a:cs typeface="ＭＳ Ｐゴシック"/>
                </a:endParaRPr>
              </a:p>
            </p:txBody>
          </p:sp>
          <p:sp>
            <p:nvSpPr>
              <p:cNvPr id="195" name="Freeform 260"/>
              <p:cNvSpPr>
                <a:spLocks/>
              </p:cNvSpPr>
              <p:nvPr/>
            </p:nvSpPr>
            <p:spPr bwMode="auto">
              <a:xfrm>
                <a:off x="1989611" y="3953493"/>
                <a:ext cx="131762" cy="123825"/>
              </a:xfrm>
              <a:custGeom>
                <a:avLst/>
                <a:gdLst>
                  <a:gd name="T0" fmla="*/ 141461145 w 90"/>
                  <a:gd name="T1" fmla="*/ 45362807 h 78"/>
                  <a:gd name="T2" fmla="*/ 0 w 90"/>
                  <a:gd name="T3" fmla="*/ 0 h 78"/>
                  <a:gd name="T4" fmla="*/ 51441354 w 90"/>
                  <a:gd name="T5" fmla="*/ 151209365 h 78"/>
                  <a:gd name="T6" fmla="*/ 192902522 w 90"/>
                  <a:gd name="T7" fmla="*/ 196572160 h 78"/>
                  <a:gd name="T8" fmla="*/ 141461145 w 90"/>
                  <a:gd name="T9" fmla="*/ 45362807 h 78"/>
                  <a:gd name="T10" fmla="*/ 0 60000 65536"/>
                  <a:gd name="T11" fmla="*/ 0 60000 65536"/>
                  <a:gd name="T12" fmla="*/ 0 60000 65536"/>
                  <a:gd name="T13" fmla="*/ 0 60000 65536"/>
                  <a:gd name="T14" fmla="*/ 0 60000 65536"/>
                  <a:gd name="T15" fmla="*/ 0 w 90"/>
                  <a:gd name="T16" fmla="*/ 0 h 78"/>
                  <a:gd name="T17" fmla="*/ 90 w 90"/>
                  <a:gd name="T18" fmla="*/ 78 h 78"/>
                </a:gdLst>
                <a:ahLst/>
                <a:cxnLst>
                  <a:cxn ang="T10">
                    <a:pos x="T0" y="T1"/>
                  </a:cxn>
                  <a:cxn ang="T11">
                    <a:pos x="T2" y="T3"/>
                  </a:cxn>
                  <a:cxn ang="T12">
                    <a:pos x="T4" y="T5"/>
                  </a:cxn>
                  <a:cxn ang="T13">
                    <a:pos x="T6" y="T7"/>
                  </a:cxn>
                  <a:cxn ang="T14">
                    <a:pos x="T8" y="T9"/>
                  </a:cxn>
                </a:cxnLst>
                <a:rect l="T15" t="T16" r="T17" b="T18"/>
                <a:pathLst>
                  <a:path w="90" h="78">
                    <a:moveTo>
                      <a:pt x="66" y="18"/>
                    </a:moveTo>
                    <a:lnTo>
                      <a:pt x="0" y="0"/>
                    </a:lnTo>
                    <a:lnTo>
                      <a:pt x="24" y="60"/>
                    </a:lnTo>
                    <a:lnTo>
                      <a:pt x="90" y="78"/>
                    </a:lnTo>
                    <a:lnTo>
                      <a:pt x="66" y="18"/>
                    </a:lnTo>
                    <a:close/>
                  </a:path>
                </a:pathLst>
              </a:custGeom>
              <a:noFill/>
              <a:ln w="9525" cap="flat">
                <a:solidFill>
                  <a:srgbClr val="000000"/>
                </a:solidFill>
                <a:prstDash val="solid"/>
                <a:miter lim="800000"/>
                <a:headEnd/>
                <a:tailEnd/>
              </a:ln>
            </p:spPr>
            <p:txBody>
              <a:bodyPr/>
              <a:lstStyle/>
              <a:p>
                <a:pPr eaLnBrk="1" hangingPunct="1"/>
                <a:endParaRPr lang="en-AU">
                  <a:solidFill>
                    <a:srgbClr val="000000"/>
                  </a:solidFill>
                  <a:latin typeface="Arial" charset="0"/>
                  <a:ea typeface="ＭＳ Ｐゴシック"/>
                  <a:cs typeface="ＭＳ Ｐゴシック"/>
                </a:endParaRPr>
              </a:p>
            </p:txBody>
          </p:sp>
          <p:sp>
            <p:nvSpPr>
              <p:cNvPr id="196" name="Freeform 261"/>
              <p:cNvSpPr>
                <a:spLocks noEditPoints="1"/>
              </p:cNvSpPr>
              <p:nvPr/>
            </p:nvSpPr>
            <p:spPr bwMode="auto">
              <a:xfrm>
                <a:off x="2640486" y="4572618"/>
                <a:ext cx="131762" cy="133350"/>
              </a:xfrm>
              <a:custGeom>
                <a:avLst/>
                <a:gdLst>
                  <a:gd name="T0" fmla="*/ 192902522 w 90"/>
                  <a:gd name="T1" fmla="*/ 211693147 h 84"/>
                  <a:gd name="T2" fmla="*/ 102881244 w 90"/>
                  <a:gd name="T3" fmla="*/ 0 h 84"/>
                  <a:gd name="T4" fmla="*/ 192902522 w 90"/>
                  <a:gd name="T5" fmla="*/ 211693147 h 84"/>
                  <a:gd name="T6" fmla="*/ 0 w 90"/>
                  <a:gd name="T7" fmla="*/ 136088438 h 84"/>
                  <a:gd name="T8" fmla="*/ 0 60000 65536"/>
                  <a:gd name="T9" fmla="*/ 0 60000 65536"/>
                  <a:gd name="T10" fmla="*/ 0 60000 65536"/>
                  <a:gd name="T11" fmla="*/ 0 60000 65536"/>
                  <a:gd name="T12" fmla="*/ 0 w 90"/>
                  <a:gd name="T13" fmla="*/ 0 h 84"/>
                  <a:gd name="T14" fmla="*/ 90 w 90"/>
                  <a:gd name="T15" fmla="*/ 84 h 84"/>
                </a:gdLst>
                <a:ahLst/>
                <a:cxnLst>
                  <a:cxn ang="T8">
                    <a:pos x="T0" y="T1"/>
                  </a:cxn>
                  <a:cxn ang="T9">
                    <a:pos x="T2" y="T3"/>
                  </a:cxn>
                  <a:cxn ang="T10">
                    <a:pos x="T4" y="T5"/>
                  </a:cxn>
                  <a:cxn ang="T11">
                    <a:pos x="T6" y="T7"/>
                  </a:cxn>
                </a:cxnLst>
                <a:rect l="T12" t="T13" r="T14" b="T15"/>
                <a:pathLst>
                  <a:path w="90" h="84">
                    <a:moveTo>
                      <a:pt x="90" y="84"/>
                    </a:moveTo>
                    <a:lnTo>
                      <a:pt x="48" y="0"/>
                    </a:lnTo>
                    <a:moveTo>
                      <a:pt x="90" y="84"/>
                    </a:moveTo>
                    <a:lnTo>
                      <a:pt x="0" y="54"/>
                    </a:lnTo>
                  </a:path>
                </a:pathLst>
              </a:custGeom>
              <a:noFill/>
              <a:ln w="9525" cap="flat">
                <a:solidFill>
                  <a:srgbClr val="000000"/>
                </a:solidFill>
                <a:prstDash val="solid"/>
                <a:miter lim="800000"/>
                <a:headEnd/>
                <a:tailEnd/>
              </a:ln>
            </p:spPr>
            <p:txBody>
              <a:bodyPr/>
              <a:lstStyle/>
              <a:p>
                <a:pPr eaLnBrk="1" hangingPunct="1"/>
                <a:endParaRPr lang="en-AU">
                  <a:solidFill>
                    <a:srgbClr val="000000"/>
                  </a:solidFill>
                  <a:latin typeface="Arial" charset="0"/>
                  <a:ea typeface="ＭＳ Ｐゴシック"/>
                  <a:cs typeface="ＭＳ Ｐゴシック"/>
                </a:endParaRPr>
              </a:p>
            </p:txBody>
          </p:sp>
          <p:sp>
            <p:nvSpPr>
              <p:cNvPr id="197" name="Rectangle 262"/>
              <p:cNvSpPr>
                <a:spLocks noChangeArrowheads="1"/>
              </p:cNvSpPr>
              <p:nvPr/>
            </p:nvSpPr>
            <p:spPr bwMode="auto">
              <a:xfrm>
                <a:off x="2842098" y="4463080"/>
                <a:ext cx="465138" cy="185738"/>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1200">
                    <a:solidFill>
                      <a:srgbClr val="000000"/>
                    </a:solidFill>
                    <a:latin typeface="Arial" pitchFamily="34" charset="0"/>
                    <a:ea typeface="ＭＳ Ｐゴシック"/>
                    <a:cs typeface="ＭＳ Ｐゴシック"/>
                  </a:rPr>
                  <a:t>+result</a:t>
                </a:r>
                <a:endParaRPr lang="en-US" sz="3600">
                  <a:solidFill>
                    <a:srgbClr val="000000"/>
                  </a:solidFill>
                  <a:latin typeface="Arial" pitchFamily="34" charset="0"/>
                  <a:ea typeface="ＭＳ Ｐゴシック"/>
                  <a:cs typeface="ＭＳ Ｐゴシック"/>
                </a:endParaRPr>
              </a:p>
            </p:txBody>
          </p:sp>
        </p:grpSp>
      </p:grpSp>
      <p:sp>
        <p:nvSpPr>
          <p:cNvPr id="14" name="Right Arrow 13"/>
          <p:cNvSpPr/>
          <p:nvPr/>
        </p:nvSpPr>
        <p:spPr bwMode="auto">
          <a:xfrm>
            <a:off x="3309930" y="1385389"/>
            <a:ext cx="2873736" cy="461796"/>
          </a:xfrm>
          <a:prstGeom prst="rightArrow">
            <a:avLst/>
          </a:prstGeom>
          <a:gradFill flip="none" rotWithShape="1">
            <a:gsLst>
              <a:gs pos="52000">
                <a:schemeClr val="accent2"/>
              </a:gs>
              <a:gs pos="100000">
                <a:srgbClr val="FFFFFF"/>
              </a:gs>
            </a:gsLst>
            <a:lin ang="0" scaled="1"/>
            <a:tileRect/>
          </a:gradFill>
          <a:ln>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none" lIns="91440" tIns="45720" rIns="91440" bIns="45720" numCol="1" rtlCol="0" anchor="ctr" anchorCtr="0" compatLnSpc="1">
            <a:prstTxWarp prst="textNoShape">
              <a:avLst/>
            </a:prstTxWarp>
          </a:bodyPr>
          <a:lstStyle/>
          <a:p>
            <a:pPr algn="ctr"/>
            <a:r>
              <a:rPr lang="en-US" sz="1400" b="1" dirty="0" smtClean="0">
                <a:solidFill>
                  <a:srgbClr val="000000"/>
                </a:solidFill>
                <a:latin typeface="Arial" charset="0"/>
                <a:ea typeface="ＭＳ Ｐゴシック" pitchFamily="16" charset="-128"/>
                <a:cs typeface="ＭＳ Ｐゴシック" pitchFamily="-97" charset="-128"/>
              </a:rPr>
              <a:t>Stream Gage</a:t>
            </a:r>
            <a:endParaRPr lang="en-US" sz="1400" b="1" dirty="0">
              <a:solidFill>
                <a:srgbClr val="000000"/>
              </a:solidFill>
              <a:latin typeface="Arial" charset="0"/>
              <a:ea typeface="ＭＳ Ｐゴシック" pitchFamily="16" charset="-128"/>
              <a:cs typeface="ＭＳ Ｐゴシック" pitchFamily="-97" charset="-128"/>
            </a:endParaRPr>
          </a:p>
        </p:txBody>
      </p:sp>
      <p:sp>
        <p:nvSpPr>
          <p:cNvPr id="15" name="TextBox 14"/>
          <p:cNvSpPr txBox="1"/>
          <p:nvPr/>
        </p:nvSpPr>
        <p:spPr>
          <a:xfrm>
            <a:off x="277288" y="5220865"/>
            <a:ext cx="1703392" cy="474625"/>
          </a:xfrm>
          <a:prstGeom prst="rect">
            <a:avLst/>
          </a:prstGeom>
          <a:noFill/>
          <a:effectLst/>
        </p:spPr>
        <p:txBody>
          <a:bodyPr wrap="square" lIns="0" tIns="0" rIns="0" bIns="0" rtlCol="0">
            <a:noAutofit/>
          </a:bodyPr>
          <a:lstStyle/>
          <a:p>
            <a:pPr algn="ctr">
              <a:lnSpc>
                <a:spcPts val="1800"/>
              </a:lnSpc>
            </a:pPr>
            <a:r>
              <a:rPr lang="en-US" sz="1400" b="1" i="1" dirty="0" smtClean="0">
                <a:solidFill>
                  <a:srgbClr val="B996D5">
                    <a:lumMod val="75000"/>
                  </a:srgbClr>
                </a:solidFill>
                <a:latin typeface="Arial"/>
                <a:ea typeface="ＭＳ Ｐゴシック"/>
                <a:cs typeface="ＭＳ Ｐゴシック"/>
              </a:rPr>
              <a:t>Flow rate conversion</a:t>
            </a:r>
          </a:p>
        </p:txBody>
      </p:sp>
      <p:sp>
        <p:nvSpPr>
          <p:cNvPr id="342" name="TextBox 341"/>
          <p:cNvSpPr txBox="1"/>
          <p:nvPr/>
        </p:nvSpPr>
        <p:spPr>
          <a:xfrm>
            <a:off x="2052670" y="2127861"/>
            <a:ext cx="2039840" cy="309398"/>
          </a:xfrm>
          <a:prstGeom prst="rect">
            <a:avLst/>
          </a:prstGeom>
          <a:noFill/>
          <a:effectLst/>
        </p:spPr>
        <p:txBody>
          <a:bodyPr wrap="square" lIns="0" tIns="0" rIns="0" bIns="0" rtlCol="0">
            <a:noAutofit/>
          </a:bodyPr>
          <a:lstStyle/>
          <a:p>
            <a:pPr algn="ctr">
              <a:lnSpc>
                <a:spcPts val="1800"/>
              </a:lnSpc>
            </a:pPr>
            <a:r>
              <a:rPr lang="en-US" sz="1400" b="1" i="1" dirty="0" smtClean="0">
                <a:solidFill>
                  <a:srgbClr val="ED982D"/>
                </a:solidFill>
                <a:effectLst>
                  <a:outerShdw blurRad="50800" dist="38100" dir="2700000" algn="tl" rotWithShape="0">
                    <a:srgbClr val="000000">
                      <a:alpha val="43000"/>
                    </a:srgbClr>
                  </a:outerShdw>
                </a:effectLst>
                <a:latin typeface="Arial" pitchFamily="34" charset="0"/>
                <a:ea typeface="ＭＳ Ｐゴシック"/>
                <a:cs typeface="ＭＳ Ｐゴシック"/>
              </a:rPr>
              <a:t>sampl</a:t>
            </a:r>
            <a:r>
              <a:rPr lang="en-US" sz="1400" b="1" i="1" u="sng" dirty="0" smtClean="0">
                <a:solidFill>
                  <a:srgbClr val="ED982D"/>
                </a:solidFill>
                <a:effectLst>
                  <a:outerShdw blurRad="50800" dist="38100" dir="2700000" algn="tl" rotWithShape="0">
                    <a:srgbClr val="000000">
                      <a:alpha val="43000"/>
                    </a:srgbClr>
                  </a:outerShdw>
                </a:effectLst>
                <a:latin typeface="Arial" pitchFamily="34" charset="0"/>
                <a:ea typeface="ＭＳ Ｐゴシック"/>
                <a:cs typeface="ＭＳ Ｐゴシック"/>
              </a:rPr>
              <a:t>ing</a:t>
            </a:r>
            <a:r>
              <a:rPr lang="en-US" sz="1400" b="1" i="1" dirty="0" smtClean="0">
                <a:solidFill>
                  <a:srgbClr val="ED982D"/>
                </a:solidFill>
                <a:effectLst>
                  <a:outerShdw blurRad="50800" dist="38100" dir="2700000" algn="tl" rotWithShape="0">
                    <a:srgbClr val="000000">
                      <a:alpha val="43000"/>
                    </a:srgbClr>
                  </a:outerShdw>
                </a:effectLst>
                <a:latin typeface="Arial" pitchFamily="34" charset="0"/>
                <a:ea typeface="ＭＳ Ｐゴシック"/>
                <a:cs typeface="ＭＳ Ｐゴシック"/>
              </a:rPr>
              <a:t> feature</a:t>
            </a:r>
            <a:endParaRPr lang="en-US" sz="1400" b="1" i="1" dirty="0" smtClean="0">
              <a:solidFill>
                <a:srgbClr val="ED982D"/>
              </a:solidFill>
              <a:effectLst>
                <a:outerShdw blurRad="50800" dist="38100" dir="2700000" algn="tl" rotWithShape="0">
                  <a:srgbClr val="000000">
                    <a:alpha val="43000"/>
                  </a:srgbClr>
                </a:outerShdw>
              </a:effectLst>
              <a:latin typeface="Arial"/>
              <a:ea typeface="ＭＳ Ｐゴシック"/>
              <a:cs typeface="ＭＳ Ｐゴシック"/>
            </a:endParaRPr>
          </a:p>
        </p:txBody>
      </p:sp>
      <p:sp>
        <p:nvSpPr>
          <p:cNvPr id="154" name="TextBox 153"/>
          <p:cNvSpPr txBox="1"/>
          <p:nvPr/>
        </p:nvSpPr>
        <p:spPr>
          <a:xfrm>
            <a:off x="4618507" y="2127861"/>
            <a:ext cx="1649850" cy="580312"/>
          </a:xfrm>
          <a:prstGeom prst="rect">
            <a:avLst/>
          </a:prstGeom>
          <a:noFill/>
          <a:effectLst/>
        </p:spPr>
        <p:txBody>
          <a:bodyPr wrap="square" lIns="0" tIns="0" rIns="0" bIns="0" rtlCol="0">
            <a:noAutofit/>
          </a:bodyPr>
          <a:lstStyle/>
          <a:p>
            <a:pPr algn="ctr">
              <a:lnSpc>
                <a:spcPts val="1800"/>
              </a:lnSpc>
            </a:pPr>
            <a:r>
              <a:rPr lang="en-US" sz="1400" b="1" i="1" dirty="0" smtClean="0">
                <a:solidFill>
                  <a:prstClr val="white"/>
                </a:solidFill>
                <a:latin typeface="Arial"/>
                <a:ea typeface="ＭＳ Ｐゴシック"/>
                <a:cs typeface="ＭＳ Ｐゴシック"/>
              </a:rPr>
              <a:t>River is a </a:t>
            </a:r>
          </a:p>
          <a:p>
            <a:pPr algn="ctr">
              <a:lnSpc>
                <a:spcPts val="1800"/>
              </a:lnSpc>
            </a:pPr>
            <a:r>
              <a:rPr lang="en-US" sz="1400" b="1" i="1" dirty="0" smtClean="0">
                <a:solidFill>
                  <a:prstClr val="white"/>
                </a:solidFill>
                <a:latin typeface="Arial"/>
                <a:ea typeface="ＭＳ Ｐゴシック"/>
                <a:cs typeface="ＭＳ Ｐゴシック"/>
              </a:rPr>
              <a:t>sampl</a:t>
            </a:r>
            <a:r>
              <a:rPr lang="en-US" sz="1400" b="1" i="1" u="sng" dirty="0" smtClean="0">
                <a:solidFill>
                  <a:prstClr val="white"/>
                </a:solidFill>
                <a:latin typeface="Arial"/>
                <a:ea typeface="ＭＳ Ｐゴシック"/>
                <a:cs typeface="ＭＳ Ｐゴシック"/>
              </a:rPr>
              <a:t>ed</a:t>
            </a:r>
            <a:r>
              <a:rPr lang="en-US" sz="1400" b="1" i="1" dirty="0" smtClean="0">
                <a:solidFill>
                  <a:prstClr val="white"/>
                </a:solidFill>
                <a:latin typeface="Arial"/>
                <a:ea typeface="ＭＳ Ｐゴシック"/>
                <a:cs typeface="ＭＳ Ｐゴシック"/>
              </a:rPr>
              <a:t> feature</a:t>
            </a:r>
          </a:p>
        </p:txBody>
      </p:sp>
      <p:sp>
        <p:nvSpPr>
          <p:cNvPr id="155" name="Right Arrow 154"/>
          <p:cNvSpPr/>
          <p:nvPr/>
        </p:nvSpPr>
        <p:spPr bwMode="auto">
          <a:xfrm rot="20920639">
            <a:off x="3244831" y="4386170"/>
            <a:ext cx="2159222" cy="461796"/>
          </a:xfrm>
          <a:prstGeom prst="rightArrow">
            <a:avLst/>
          </a:prstGeom>
          <a:gradFill>
            <a:gsLst>
              <a:gs pos="0">
                <a:schemeClr val="accent1">
                  <a:lumMod val="60000"/>
                  <a:lumOff val="40000"/>
                </a:schemeClr>
              </a:gs>
              <a:gs pos="64000">
                <a:schemeClr val="accent1">
                  <a:tint val="50000"/>
                  <a:shade val="100000"/>
                  <a:satMod val="350000"/>
                </a:schemeClr>
              </a:gs>
              <a:gs pos="100000">
                <a:schemeClr val="bg1"/>
              </a:gs>
            </a:gsLst>
            <a:lin ang="840000" scaled="0"/>
          </a:gradFill>
          <a:ln>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none" lIns="91440" tIns="45720" rIns="91440" bIns="45720" numCol="1" rtlCol="0" anchor="ctr" anchorCtr="0" compatLnSpc="1">
            <a:prstTxWarp prst="textNoShape">
              <a:avLst/>
            </a:prstTxWarp>
          </a:bodyPr>
          <a:lstStyle/>
          <a:p>
            <a:pPr algn="ctr"/>
            <a:r>
              <a:rPr lang="en-US" sz="1400" b="1" dirty="0" smtClean="0">
                <a:solidFill>
                  <a:srgbClr val="000000"/>
                </a:solidFill>
                <a:latin typeface="Arial" charset="0"/>
                <a:ea typeface="ＭＳ Ｐゴシック" pitchFamily="16" charset="-128"/>
                <a:cs typeface="ＭＳ Ｐゴシック" pitchFamily="-97" charset="-128"/>
              </a:rPr>
              <a:t>Time series of values</a:t>
            </a:r>
            <a:endParaRPr lang="en-US" sz="1400" b="1" dirty="0">
              <a:solidFill>
                <a:srgbClr val="000000"/>
              </a:solidFill>
              <a:latin typeface="Arial" charset="0"/>
              <a:ea typeface="ＭＳ Ｐゴシック" pitchFamily="16" charset="-128"/>
              <a:cs typeface="ＭＳ Ｐゴシック" pitchFamily="-97" charset="-128"/>
            </a:endParaRPr>
          </a:p>
        </p:txBody>
      </p:sp>
      <p:sp>
        <p:nvSpPr>
          <p:cNvPr id="159" name="Title 15"/>
          <p:cNvSpPr>
            <a:spLocks noGrp="1"/>
          </p:cNvSpPr>
          <p:nvPr>
            <p:ph type="title"/>
          </p:nvPr>
        </p:nvSpPr>
        <p:spPr>
          <a:xfrm>
            <a:off x="121317" y="136508"/>
            <a:ext cx="4497190" cy="979500"/>
          </a:xfrm>
          <a:effectLst>
            <a:outerShdw blurRad="50800" dist="38100" dir="2700000" algn="tl" rotWithShape="0">
              <a:srgbClr val="000000">
                <a:alpha val="43000"/>
              </a:srgbClr>
            </a:outerShdw>
          </a:effectLst>
        </p:spPr>
        <p:txBody>
          <a:bodyPr/>
          <a:lstStyle/>
          <a:p>
            <a:pPr>
              <a:lnSpc>
                <a:spcPct val="90000"/>
              </a:lnSpc>
            </a:pPr>
            <a:r>
              <a:rPr lang="en-US" sz="3200" dirty="0">
                <a:effectLst>
                  <a:outerShdw blurRad="50800" dist="38100" dir="2700000" algn="tl" rotWithShape="0">
                    <a:srgbClr val="000000">
                      <a:alpha val="43000"/>
                    </a:srgbClr>
                  </a:outerShdw>
                </a:effectLst>
                <a:latin typeface="Candara"/>
                <a:cs typeface="Candara"/>
              </a:rPr>
              <a:t>The</a:t>
            </a:r>
            <a:r>
              <a:rPr lang="en-US" dirty="0" smtClean="0">
                <a:latin typeface="Candara"/>
                <a:cs typeface="Candara"/>
              </a:rPr>
              <a:t> </a:t>
            </a:r>
            <a:r>
              <a:rPr lang="en-US" sz="3200" dirty="0" smtClean="0">
                <a:solidFill>
                  <a:schemeClr val="tx1"/>
                </a:solidFill>
                <a:latin typeface="Candara"/>
                <a:cs typeface="Candara"/>
              </a:rPr>
              <a:t>stream flow</a:t>
            </a:r>
            <a:r>
              <a:rPr lang="en-US" sz="3200" dirty="0">
                <a:latin typeface="Candara"/>
                <a:cs typeface="Candara"/>
              </a:rPr>
              <a:t> </a:t>
            </a:r>
            <a:r>
              <a:rPr lang="en-US" dirty="0" smtClean="0">
                <a:latin typeface="Candara"/>
                <a:cs typeface="Candara"/>
              </a:rPr>
              <a:t>can then be determined from the rating curve</a:t>
            </a:r>
            <a:endParaRPr lang="en-US" dirty="0">
              <a:latin typeface="Candara"/>
              <a:cs typeface="Candara"/>
            </a:endParaRPr>
          </a:p>
        </p:txBody>
      </p:sp>
      <p:sp>
        <p:nvSpPr>
          <p:cNvPr id="162" name="TextBox 161"/>
          <p:cNvSpPr txBox="1"/>
          <p:nvPr/>
        </p:nvSpPr>
        <p:spPr>
          <a:xfrm>
            <a:off x="6142471" y="5844508"/>
            <a:ext cx="2959435" cy="187580"/>
          </a:xfrm>
          <a:prstGeom prst="rect">
            <a:avLst/>
          </a:prstGeom>
          <a:noFill/>
          <a:effectLst/>
        </p:spPr>
        <p:txBody>
          <a:bodyPr wrap="square" lIns="0" tIns="0" rIns="0" bIns="0" rtlCol="0">
            <a:noAutofit/>
          </a:bodyPr>
          <a:lstStyle/>
          <a:p>
            <a:pPr algn="r" defTabSz="457200" eaLnBrk="1" fontAlgn="auto" hangingPunct="1">
              <a:spcBef>
                <a:spcPts val="0"/>
              </a:spcBef>
              <a:spcAft>
                <a:spcPts val="0"/>
              </a:spcAft>
              <a:defRPr/>
            </a:pPr>
            <a:r>
              <a:rPr lang="en-US" sz="1100" dirty="0">
                <a:solidFill>
                  <a:prstClr val="black"/>
                </a:solidFill>
                <a:latin typeface="Arial"/>
                <a:ea typeface="ＭＳ Ｐゴシック"/>
                <a:cs typeface="ＭＳ Ｐゴシック"/>
              </a:rPr>
              <a:t>Source: </a:t>
            </a:r>
            <a:r>
              <a:rPr lang="en-US" sz="1100" dirty="0" smtClean="0">
                <a:solidFill>
                  <a:prstClr val="black"/>
                </a:solidFill>
                <a:latin typeface="Arial"/>
                <a:ea typeface="ＭＳ Ｐゴシック"/>
                <a:cs typeface="ＭＳ Ｐゴシック"/>
              </a:rPr>
              <a:t>USGS</a:t>
            </a:r>
            <a:endParaRPr lang="en-US" sz="1100" dirty="0">
              <a:solidFill>
                <a:prstClr val="black"/>
              </a:solidFill>
              <a:latin typeface="Arial"/>
              <a:ea typeface="ＭＳ Ｐゴシック"/>
              <a:cs typeface="ＭＳ Ｐゴシック"/>
            </a:endParaRPr>
          </a:p>
          <a:p>
            <a:pPr algn="r" eaLnBrk="1" fontAlgn="auto" hangingPunct="1">
              <a:spcBef>
                <a:spcPts val="0"/>
              </a:spcBef>
              <a:spcAft>
                <a:spcPts val="0"/>
              </a:spcAft>
            </a:pPr>
            <a:endParaRPr lang="en-US" sz="1100" dirty="0">
              <a:solidFill>
                <a:prstClr val="black"/>
              </a:solidFill>
              <a:latin typeface="Arial"/>
              <a:ea typeface="ＭＳ Ｐゴシック"/>
              <a:cs typeface="ＭＳ Ｐゴシック"/>
            </a:endParaRPr>
          </a:p>
          <a:p>
            <a:pPr algn="r" fontAlgn="auto">
              <a:lnSpc>
                <a:spcPts val="1800"/>
              </a:lnSpc>
              <a:spcBef>
                <a:spcPts val="0"/>
              </a:spcBef>
              <a:spcAft>
                <a:spcPts val="0"/>
              </a:spcAft>
            </a:pPr>
            <a:endParaRPr lang="en-US" sz="1100" b="1" dirty="0" smtClean="0">
              <a:solidFill>
                <a:prstClr val="black"/>
              </a:solidFill>
              <a:latin typeface="Arial"/>
              <a:ea typeface="ＭＳ Ｐゴシック"/>
              <a:cs typeface="ＭＳ Ｐゴシック"/>
            </a:endParaRPr>
          </a:p>
        </p:txBody>
      </p:sp>
      <p:sp>
        <p:nvSpPr>
          <p:cNvPr id="163" name="TextBox 162"/>
          <p:cNvSpPr txBox="1"/>
          <p:nvPr/>
        </p:nvSpPr>
        <p:spPr>
          <a:xfrm>
            <a:off x="116896" y="1421430"/>
            <a:ext cx="1542460" cy="563435"/>
          </a:xfrm>
          <a:prstGeom prst="rect">
            <a:avLst/>
          </a:prstGeom>
          <a:noFill/>
          <a:effectLst/>
        </p:spPr>
        <p:txBody>
          <a:bodyPr wrap="square" lIns="0" tIns="0" rIns="0" bIns="0" rtlCol="0">
            <a:noAutofit/>
          </a:bodyPr>
          <a:lstStyle/>
          <a:p>
            <a:pPr fontAlgn="auto">
              <a:lnSpc>
                <a:spcPts val="1800"/>
              </a:lnSpc>
              <a:spcBef>
                <a:spcPts val="0"/>
              </a:spcBef>
              <a:spcAft>
                <a:spcPts val="0"/>
              </a:spcAft>
            </a:pPr>
            <a:r>
              <a:rPr lang="en-US" sz="1400" i="1" dirty="0" smtClean="0">
                <a:solidFill>
                  <a:prstClr val="black"/>
                </a:solidFill>
                <a:latin typeface="Candara"/>
                <a:ea typeface="ＭＳ Ｐゴシック"/>
                <a:cs typeface="Candara"/>
              </a:rPr>
              <a:t>(WaterML2 Part 1)</a:t>
            </a:r>
          </a:p>
        </p:txBody>
      </p:sp>
      <p:sp>
        <p:nvSpPr>
          <p:cNvPr id="157" name="Rectangle 156"/>
          <p:cNvSpPr/>
          <p:nvPr/>
        </p:nvSpPr>
        <p:spPr>
          <a:xfrm>
            <a:off x="65224" y="6090089"/>
            <a:ext cx="9015275" cy="707886"/>
          </a:xfrm>
          <a:prstGeom prst="rect">
            <a:avLst/>
          </a:prstGeom>
        </p:spPr>
        <p:txBody>
          <a:bodyPr wrap="square">
            <a:spAutoFit/>
          </a:bodyPr>
          <a:lstStyle/>
          <a:p>
            <a:pPr marL="342900" indent="-342900" eaLnBrk="1" hangingPunct="1"/>
            <a:r>
              <a:rPr lang="en-AU" sz="2000" dirty="0">
                <a:solidFill>
                  <a:srgbClr val="0F3277"/>
                </a:solidFill>
                <a:latin typeface="Candara"/>
                <a:ea typeface="ＭＳ Ｐゴシック"/>
                <a:cs typeface="Candara"/>
              </a:rPr>
              <a:t>An </a:t>
            </a:r>
            <a:r>
              <a:rPr lang="en-AU" sz="2000" b="1" dirty="0">
                <a:solidFill>
                  <a:srgbClr val="FF0066"/>
                </a:solidFill>
                <a:latin typeface="Candara"/>
                <a:ea typeface="ＭＳ Ｐゴシック"/>
                <a:cs typeface="Candara"/>
              </a:rPr>
              <a:t>Observation</a:t>
            </a:r>
            <a:r>
              <a:rPr lang="en-AU" sz="2000" dirty="0">
                <a:solidFill>
                  <a:srgbClr val="0F3277"/>
                </a:solidFill>
                <a:latin typeface="Candara"/>
                <a:ea typeface="ＭＳ Ｐゴシック"/>
                <a:cs typeface="Candara"/>
              </a:rPr>
              <a:t> is an action whose </a:t>
            </a:r>
            <a:r>
              <a:rPr lang="en-AU" sz="2000" b="1" dirty="0">
                <a:solidFill>
                  <a:srgbClr val="A3CA4B">
                    <a:lumMod val="50000"/>
                  </a:srgbClr>
                </a:solidFill>
                <a:latin typeface="Candara"/>
                <a:ea typeface="ＭＳ Ｐゴシック"/>
                <a:cs typeface="Candara"/>
              </a:rPr>
              <a:t>result</a:t>
            </a:r>
            <a:r>
              <a:rPr lang="en-AU" sz="2000" dirty="0">
                <a:solidFill>
                  <a:srgbClr val="A3CA4B">
                    <a:lumMod val="50000"/>
                  </a:srgbClr>
                </a:solidFill>
                <a:latin typeface="Candara"/>
                <a:ea typeface="ＭＳ Ｐゴシック"/>
                <a:cs typeface="Candara"/>
              </a:rPr>
              <a:t> </a:t>
            </a:r>
            <a:r>
              <a:rPr lang="en-AU" sz="2000" dirty="0">
                <a:solidFill>
                  <a:srgbClr val="0F3277"/>
                </a:solidFill>
                <a:latin typeface="Candara"/>
                <a:ea typeface="ＭＳ Ｐゴシック"/>
                <a:cs typeface="Candara"/>
              </a:rPr>
              <a:t>is an estimate of the value of </a:t>
            </a:r>
            <a:br>
              <a:rPr lang="en-AU" sz="2000" dirty="0">
                <a:solidFill>
                  <a:srgbClr val="0F3277"/>
                </a:solidFill>
                <a:latin typeface="Candara"/>
                <a:ea typeface="ＭＳ Ｐゴシック"/>
                <a:cs typeface="Candara"/>
              </a:rPr>
            </a:br>
            <a:r>
              <a:rPr lang="en-AU" sz="2000" dirty="0">
                <a:solidFill>
                  <a:srgbClr val="0F3277"/>
                </a:solidFill>
                <a:latin typeface="Candara"/>
                <a:ea typeface="ＭＳ Ｐゴシック"/>
                <a:cs typeface="Candara"/>
              </a:rPr>
              <a:t>some </a:t>
            </a:r>
            <a:r>
              <a:rPr lang="en-AU" sz="2000" b="1" dirty="0">
                <a:solidFill>
                  <a:srgbClr val="8DA3E8">
                    <a:lumMod val="75000"/>
                  </a:srgbClr>
                </a:solidFill>
                <a:latin typeface="Candara"/>
                <a:ea typeface="ＭＳ Ｐゴシック"/>
                <a:cs typeface="Candara"/>
              </a:rPr>
              <a:t>property</a:t>
            </a:r>
            <a:r>
              <a:rPr lang="en-AU" sz="2000" dirty="0">
                <a:solidFill>
                  <a:srgbClr val="8DA3E8">
                    <a:lumMod val="75000"/>
                  </a:srgbClr>
                </a:solidFill>
                <a:latin typeface="Candara"/>
                <a:ea typeface="ＭＳ Ｐゴシック"/>
                <a:cs typeface="Candara"/>
              </a:rPr>
              <a:t> </a:t>
            </a:r>
            <a:r>
              <a:rPr lang="en-AU" sz="2000" dirty="0">
                <a:solidFill>
                  <a:srgbClr val="0F3277"/>
                </a:solidFill>
                <a:latin typeface="Candara"/>
                <a:ea typeface="ＭＳ Ｐゴシック"/>
                <a:cs typeface="Candara"/>
              </a:rPr>
              <a:t>of the </a:t>
            </a:r>
            <a:r>
              <a:rPr lang="en-AU" sz="2000" b="1" dirty="0">
                <a:solidFill>
                  <a:srgbClr val="FAC15A">
                    <a:lumMod val="50000"/>
                  </a:srgbClr>
                </a:solidFill>
                <a:latin typeface="Candara"/>
                <a:ea typeface="ＭＳ Ｐゴシック"/>
                <a:cs typeface="Candara"/>
              </a:rPr>
              <a:t>feature-of-interest</a:t>
            </a:r>
            <a:r>
              <a:rPr lang="en-AU" sz="2000" dirty="0">
                <a:solidFill>
                  <a:srgbClr val="0F3277"/>
                </a:solidFill>
                <a:latin typeface="Candara"/>
                <a:ea typeface="ＭＳ Ｐゴシック"/>
                <a:cs typeface="Candara"/>
              </a:rPr>
              <a:t>, obtained using a specified </a:t>
            </a:r>
            <a:r>
              <a:rPr lang="en-AU" sz="2000" b="1" dirty="0">
                <a:solidFill>
                  <a:srgbClr val="8E55BB"/>
                </a:solidFill>
                <a:latin typeface="Candara"/>
                <a:ea typeface="ＭＳ Ｐゴシック"/>
                <a:cs typeface="Candara"/>
              </a:rPr>
              <a:t>procedure</a:t>
            </a:r>
          </a:p>
        </p:txBody>
      </p:sp>
    </p:spTree>
    <p:extLst>
      <p:ext uri="{BB962C8B-B14F-4D97-AF65-F5344CB8AC3E}">
        <p14:creationId xmlns:p14="http://schemas.microsoft.com/office/powerpoint/2010/main" val="3224047343"/>
      </p:ext>
    </p:extLst>
  </p:cSld>
  <p:clrMapOvr>
    <a:masterClrMapping/>
  </p:clrMapOvr>
  <p:transition spd="med">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angle 23"/>
          <p:cNvSpPr/>
          <p:nvPr/>
        </p:nvSpPr>
        <p:spPr bwMode="auto">
          <a:xfrm>
            <a:off x="0" y="1295400"/>
            <a:ext cx="9144000" cy="5562600"/>
          </a:xfrm>
          <a:prstGeom prst="rect">
            <a:avLst/>
          </a:prstGeom>
          <a:gradFill flip="none" rotWithShape="1">
            <a:gsLst>
              <a:gs pos="0">
                <a:schemeClr val="tx2">
                  <a:alpha val="60000"/>
                </a:schemeClr>
              </a:gs>
              <a:gs pos="49000">
                <a:schemeClr val="accent4">
                  <a:lumMod val="75000"/>
                </a:schemeClr>
              </a:gs>
              <a:gs pos="100000">
                <a:schemeClr val="tx2"/>
              </a:gs>
            </a:gsLst>
            <a:lin ang="16200000" scaled="0"/>
            <a:tileRect/>
          </a:gra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wrap="none" anchor="ctr"/>
          <a:lstStyle/>
          <a:p>
            <a:pPr algn="ctr">
              <a:defRPr/>
            </a:pPr>
            <a:endParaRPr lang="en-US" sz="1400" b="1" dirty="0">
              <a:solidFill>
                <a:srgbClr val="000000"/>
              </a:solidFill>
              <a:latin typeface="Arial"/>
              <a:ea typeface="ＭＳ Ｐゴシック"/>
              <a:cs typeface="ＭＳ Ｐゴシック"/>
            </a:endParaRPr>
          </a:p>
        </p:txBody>
      </p:sp>
      <p:pic>
        <p:nvPicPr>
          <p:cNvPr id="5" name="Picture 4" descr="stream discharge curve2.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65373" y="1870136"/>
            <a:ext cx="4853944" cy="2667972"/>
          </a:xfrm>
          <a:prstGeom prst="rect">
            <a:avLst/>
          </a:prstGeom>
        </p:spPr>
      </p:pic>
      <p:sp>
        <p:nvSpPr>
          <p:cNvPr id="2" name="Title 1"/>
          <p:cNvSpPr>
            <a:spLocks noGrp="1"/>
          </p:cNvSpPr>
          <p:nvPr>
            <p:ph type="title"/>
          </p:nvPr>
        </p:nvSpPr>
        <p:spPr>
          <a:xfrm>
            <a:off x="114300" y="457200"/>
            <a:ext cx="8915400" cy="484188"/>
          </a:xfrm>
          <a:effectLst>
            <a:outerShdw blurRad="50800" dist="38100" dir="2700000" algn="tl" rotWithShape="0">
              <a:srgbClr val="000000">
                <a:alpha val="43000"/>
              </a:srgbClr>
            </a:outerShdw>
          </a:effectLst>
        </p:spPr>
        <p:txBody>
          <a:bodyPr rtlCol="0">
            <a:noAutofit/>
          </a:bodyPr>
          <a:lstStyle/>
          <a:p>
            <a:pPr fontAlgn="auto">
              <a:spcAft>
                <a:spcPts val="0"/>
              </a:spcAft>
              <a:defRPr/>
            </a:pPr>
            <a:r>
              <a:rPr lang="en-US" sz="3200" dirty="0" smtClean="0">
                <a:effectLst>
                  <a:outerShdw blurRad="50800" dist="38100" dir="2700000" algn="tl" rotWithShape="0">
                    <a:srgbClr val="000000">
                      <a:alpha val="43000"/>
                    </a:srgbClr>
                  </a:outerShdw>
                </a:effectLst>
                <a:latin typeface="Candara"/>
                <a:cs typeface="Candara"/>
              </a:rPr>
              <a:t>WaterML</a:t>
            </a:r>
            <a:r>
              <a:rPr dirty="0" smtClean="0"/>
              <a:t> </a:t>
            </a:r>
            <a:r>
              <a:rPr dirty="0"/>
              <a:t>Web Services </a:t>
            </a:r>
            <a:r>
              <a:rPr lang="en-US" dirty="0"/>
              <a:t> </a:t>
            </a:r>
            <a:r>
              <a:rPr lang="en-US" dirty="0" smtClean="0"/>
              <a:t>    </a:t>
            </a:r>
            <a:r>
              <a:rPr sz="2400" b="0" dirty="0" smtClean="0">
                <a:solidFill>
                  <a:schemeClr val="tx1">
                    <a:lumMod val="50000"/>
                    <a:lumOff val="50000"/>
                  </a:schemeClr>
                </a:solidFill>
                <a:latin typeface="Candara"/>
                <a:cs typeface="Candara"/>
              </a:rPr>
              <a:t>CUAHSI, USGS</a:t>
            </a:r>
            <a:r>
              <a:rPr sz="2400" b="0" dirty="0">
                <a:solidFill>
                  <a:schemeClr val="tx1">
                    <a:lumMod val="50000"/>
                    <a:lumOff val="50000"/>
                  </a:schemeClr>
                </a:solidFill>
                <a:latin typeface="Candara"/>
                <a:cs typeface="Candara"/>
              </a:rPr>
              <a:t>, OGC, </a:t>
            </a:r>
            <a:r>
              <a:rPr sz="2400" b="0" dirty="0" smtClean="0">
                <a:solidFill>
                  <a:schemeClr val="tx1">
                    <a:lumMod val="50000"/>
                    <a:lumOff val="50000"/>
                  </a:schemeClr>
                </a:solidFill>
                <a:latin typeface="Candara"/>
                <a:cs typeface="Candara"/>
              </a:rPr>
              <a:t>WMO…</a:t>
            </a:r>
            <a:endParaRPr b="0" dirty="0">
              <a:solidFill>
                <a:schemeClr val="tx1">
                  <a:lumMod val="50000"/>
                  <a:lumOff val="50000"/>
                </a:schemeClr>
              </a:solidFill>
              <a:latin typeface="Candara"/>
              <a:cs typeface="Candara"/>
            </a:endParaRPr>
          </a:p>
        </p:txBody>
      </p:sp>
      <p:sp>
        <p:nvSpPr>
          <p:cNvPr id="48131" name="TextBox 4"/>
          <p:cNvSpPr txBox="1">
            <a:spLocks noChangeArrowheads="1"/>
          </p:cNvSpPr>
          <p:nvPr/>
        </p:nvSpPr>
        <p:spPr bwMode="auto">
          <a:xfrm>
            <a:off x="730250" y="1477963"/>
            <a:ext cx="4229100" cy="2873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lstStyle>
            <a:lvl1pPr defTabSz="457200" eaLnBrk="0" hangingPunct="0">
              <a:defRPr sz="1000" b="1">
                <a:solidFill>
                  <a:schemeClr val="tx1"/>
                </a:solidFill>
                <a:latin typeface="CG Times" charset="0"/>
                <a:ea typeface="ＭＳ Ｐゴシック" charset="0"/>
                <a:cs typeface="ＭＳ Ｐゴシック" charset="0"/>
              </a:defRPr>
            </a:lvl1pPr>
            <a:lvl2pPr marL="742950" indent="-285750" defTabSz="457200" eaLnBrk="0" hangingPunct="0">
              <a:defRPr sz="1000" b="1">
                <a:solidFill>
                  <a:schemeClr val="tx1"/>
                </a:solidFill>
                <a:latin typeface="CG Times" charset="0"/>
                <a:ea typeface="ＭＳ Ｐゴシック" charset="0"/>
              </a:defRPr>
            </a:lvl2pPr>
            <a:lvl3pPr marL="1143000" indent="-228600" defTabSz="457200" eaLnBrk="0" hangingPunct="0">
              <a:defRPr sz="1000" b="1">
                <a:solidFill>
                  <a:schemeClr val="tx1"/>
                </a:solidFill>
                <a:latin typeface="CG Times" charset="0"/>
                <a:ea typeface="ＭＳ Ｐゴシック" charset="0"/>
              </a:defRPr>
            </a:lvl3pPr>
            <a:lvl4pPr marL="1600200" indent="-228600" defTabSz="457200" eaLnBrk="0" hangingPunct="0">
              <a:defRPr sz="1000" b="1">
                <a:solidFill>
                  <a:schemeClr val="tx1"/>
                </a:solidFill>
                <a:latin typeface="CG Times" charset="0"/>
                <a:ea typeface="ＭＳ Ｐゴシック" charset="0"/>
              </a:defRPr>
            </a:lvl4pPr>
            <a:lvl5pPr marL="2057400" indent="-228600" defTabSz="457200" eaLnBrk="0" hangingPunct="0">
              <a:defRPr sz="1000" b="1">
                <a:solidFill>
                  <a:schemeClr val="tx1"/>
                </a:solidFill>
                <a:latin typeface="CG Times" charset="0"/>
                <a:ea typeface="ＭＳ Ｐゴシック" charset="0"/>
              </a:defRPr>
            </a:lvl5pPr>
            <a:lvl6pPr marL="2514600" indent="-228600" eaLnBrk="0" fontAlgn="base" hangingPunct="0">
              <a:spcBef>
                <a:spcPct val="0"/>
              </a:spcBef>
              <a:spcAft>
                <a:spcPct val="0"/>
              </a:spcAft>
              <a:defRPr sz="1000" b="1">
                <a:solidFill>
                  <a:schemeClr val="tx1"/>
                </a:solidFill>
                <a:latin typeface="CG Times" charset="0"/>
                <a:ea typeface="ＭＳ Ｐゴシック" charset="0"/>
              </a:defRPr>
            </a:lvl6pPr>
            <a:lvl7pPr marL="2971800" indent="-228600" eaLnBrk="0" fontAlgn="base" hangingPunct="0">
              <a:spcBef>
                <a:spcPct val="0"/>
              </a:spcBef>
              <a:spcAft>
                <a:spcPct val="0"/>
              </a:spcAft>
              <a:defRPr sz="1000" b="1">
                <a:solidFill>
                  <a:schemeClr val="tx1"/>
                </a:solidFill>
                <a:latin typeface="CG Times" charset="0"/>
                <a:ea typeface="ＭＳ Ｐゴシック" charset="0"/>
              </a:defRPr>
            </a:lvl7pPr>
            <a:lvl8pPr marL="3429000" indent="-228600" eaLnBrk="0" fontAlgn="base" hangingPunct="0">
              <a:spcBef>
                <a:spcPct val="0"/>
              </a:spcBef>
              <a:spcAft>
                <a:spcPct val="0"/>
              </a:spcAft>
              <a:defRPr sz="1000" b="1">
                <a:solidFill>
                  <a:schemeClr val="tx1"/>
                </a:solidFill>
                <a:latin typeface="CG Times" charset="0"/>
                <a:ea typeface="ＭＳ Ｐゴシック" charset="0"/>
              </a:defRPr>
            </a:lvl8pPr>
            <a:lvl9pPr marL="3886200" indent="-228600" eaLnBrk="0" fontAlgn="base" hangingPunct="0">
              <a:spcBef>
                <a:spcPct val="0"/>
              </a:spcBef>
              <a:spcAft>
                <a:spcPct val="0"/>
              </a:spcAft>
              <a:defRPr sz="1000" b="1">
                <a:solidFill>
                  <a:schemeClr val="tx1"/>
                </a:solidFill>
                <a:latin typeface="CG Times" charset="0"/>
                <a:ea typeface="ＭＳ Ｐゴシック" charset="0"/>
              </a:defRPr>
            </a:lvl9pPr>
          </a:lstStyle>
          <a:p>
            <a:pPr algn="ctr"/>
            <a:r>
              <a:rPr lang="en-US" sz="1600" b="0" dirty="0" smtClean="0">
                <a:solidFill>
                  <a:srgbClr val="DFF0FA"/>
                </a:solidFill>
                <a:latin typeface="Candara"/>
                <a:cs typeface="Candara"/>
              </a:rPr>
              <a:t>Water time series data on the internet</a:t>
            </a:r>
          </a:p>
        </p:txBody>
      </p:sp>
      <p:pic>
        <p:nvPicPr>
          <p:cNvPr id="5123" name="Picture 3"/>
          <p:cNvPicPr>
            <a:picLocks noChangeAspect="1" noChangeArrowheads="1"/>
          </p:cNvPicPr>
          <p:nvPr/>
        </p:nvPicPr>
        <p:blipFill rotWithShape="1">
          <a:blip r:embed="rId4" cstate="print">
            <a:extLst>
              <a:ext uri="{28A0092B-C50C-407E-A947-70E740481C1C}">
                <a14:useLocalDpi xmlns:a14="http://schemas.microsoft.com/office/drawing/2010/main"/>
              </a:ext>
            </a:extLst>
          </a:blip>
          <a:srcRect/>
          <a:stretch/>
        </p:blipFill>
        <p:spPr bwMode="auto">
          <a:xfrm>
            <a:off x="5291138" y="1774825"/>
            <a:ext cx="2490787" cy="838200"/>
          </a:xfrm>
          <a:prstGeom prst="rect">
            <a:avLst/>
          </a:prstGeom>
          <a:noFill/>
          <a:ln w="19050" cmpd="sng">
            <a:solidFill>
              <a:schemeClr val="accent4"/>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pic>
      <p:pic>
        <p:nvPicPr>
          <p:cNvPr id="5124" name="Picture 4"/>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5291138" y="3032125"/>
            <a:ext cx="3159125" cy="1830388"/>
          </a:xfrm>
          <a:prstGeom prst="rect">
            <a:avLst/>
          </a:prstGeom>
          <a:noFill/>
          <a:ln w="19050" cmpd="sng">
            <a:solidFill>
              <a:schemeClr val="accent4"/>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5074960" y="5183794"/>
            <a:ext cx="4077139" cy="544299"/>
          </a:xfrm>
          <a:prstGeom prst="rect">
            <a:avLst/>
          </a:prstGeom>
          <a:gradFill flip="none" rotWithShape="1">
            <a:gsLst>
              <a:gs pos="10000">
                <a:schemeClr val="accent3">
                  <a:alpha val="0"/>
                </a:schemeClr>
              </a:gs>
              <a:gs pos="49000">
                <a:schemeClr val="accent3"/>
              </a:gs>
            </a:gsLst>
            <a:lin ang="0" scaled="1"/>
            <a:tileRect/>
          </a:gradFill>
          <a:effectLst/>
        </p:spPr>
        <p:txBody>
          <a:bodyPr lIns="1371600" rIns="0"/>
          <a:lstStyle>
            <a:defPPr>
              <a:defRPr lang="en-US"/>
            </a:defPPr>
            <a:lvl1pPr algn="ctr" defTabSz="457200" eaLnBrk="0" hangingPunct="0">
              <a:defRPr>
                <a:solidFill>
                  <a:srgbClr val="595959"/>
                </a:solidFill>
                <a:cs typeface="Avenir LT Std 85 Heavy"/>
              </a:defRPr>
            </a:lvl1pPr>
          </a:lstStyle>
          <a:p>
            <a:pPr algn="l" fontAlgn="auto">
              <a:spcBef>
                <a:spcPts val="0"/>
              </a:spcBef>
              <a:spcAft>
                <a:spcPts val="0"/>
              </a:spcAft>
              <a:defRPr/>
            </a:pPr>
            <a:r>
              <a:rPr lang="en-US" sz="1400" b="1" dirty="0">
                <a:solidFill>
                  <a:prstClr val="black"/>
                </a:solidFill>
                <a:latin typeface="Candara"/>
                <a:ea typeface="ＭＳ Ｐゴシック"/>
                <a:cs typeface="Candara"/>
              </a:rPr>
              <a:t>24/7/365 </a:t>
            </a:r>
            <a:r>
              <a:rPr lang="en-US" sz="1400" b="1" dirty="0" smtClean="0">
                <a:solidFill>
                  <a:prstClr val="black"/>
                </a:solidFill>
                <a:latin typeface="Candara"/>
                <a:ea typeface="ＭＳ Ｐゴシック"/>
                <a:cs typeface="Candara"/>
              </a:rPr>
              <a:t>service </a:t>
            </a:r>
          </a:p>
          <a:p>
            <a:pPr algn="l" fontAlgn="auto">
              <a:spcBef>
                <a:spcPts val="0"/>
              </a:spcBef>
              <a:spcAft>
                <a:spcPts val="0"/>
              </a:spcAft>
              <a:defRPr/>
            </a:pPr>
            <a:r>
              <a:rPr lang="en-US" sz="1400" dirty="0" smtClean="0">
                <a:solidFill>
                  <a:prstClr val="black"/>
                </a:solidFill>
                <a:latin typeface="Candara"/>
                <a:ea typeface="ＭＳ Ｐゴシック"/>
                <a:cs typeface="Candara"/>
              </a:rPr>
              <a:t>For daily </a:t>
            </a:r>
            <a:r>
              <a:rPr lang="en-US" sz="1400" dirty="0">
                <a:solidFill>
                  <a:prstClr val="black"/>
                </a:solidFill>
                <a:latin typeface="Candara"/>
                <a:ea typeface="ＭＳ Ｐゴシック"/>
                <a:cs typeface="Candara"/>
              </a:rPr>
              <a:t>and real-time data</a:t>
            </a:r>
          </a:p>
        </p:txBody>
      </p:sp>
      <p:sp>
        <p:nvSpPr>
          <p:cNvPr id="48137" name="TextBox 12"/>
          <p:cNvSpPr txBox="1">
            <a:spLocks noChangeArrowheads="1"/>
          </p:cNvSpPr>
          <p:nvPr/>
        </p:nvSpPr>
        <p:spPr bwMode="auto">
          <a:xfrm>
            <a:off x="2897188" y="6134100"/>
            <a:ext cx="5553075" cy="2651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nchor="b"/>
          <a:lstStyle>
            <a:lvl1pPr eaLnBrk="0" hangingPunct="0">
              <a:defRPr sz="1000" b="1">
                <a:solidFill>
                  <a:schemeClr val="tx1"/>
                </a:solidFill>
                <a:latin typeface="CG Times" charset="0"/>
                <a:ea typeface="ＭＳ Ｐゴシック" charset="0"/>
                <a:cs typeface="ＭＳ Ｐゴシック" charset="0"/>
              </a:defRPr>
            </a:lvl1pPr>
            <a:lvl2pPr marL="742950" indent="-285750" eaLnBrk="0" hangingPunct="0">
              <a:defRPr sz="1000" b="1">
                <a:solidFill>
                  <a:schemeClr val="tx1"/>
                </a:solidFill>
                <a:latin typeface="CG Times" charset="0"/>
                <a:ea typeface="ＭＳ Ｐゴシック" charset="0"/>
              </a:defRPr>
            </a:lvl2pPr>
            <a:lvl3pPr marL="1143000" indent="-228600" eaLnBrk="0" hangingPunct="0">
              <a:defRPr sz="1000" b="1">
                <a:solidFill>
                  <a:schemeClr val="tx1"/>
                </a:solidFill>
                <a:latin typeface="CG Times" charset="0"/>
                <a:ea typeface="ＭＳ Ｐゴシック" charset="0"/>
              </a:defRPr>
            </a:lvl3pPr>
            <a:lvl4pPr marL="1600200" indent="-228600" eaLnBrk="0" hangingPunct="0">
              <a:defRPr sz="1000" b="1">
                <a:solidFill>
                  <a:schemeClr val="tx1"/>
                </a:solidFill>
                <a:latin typeface="CG Times" charset="0"/>
                <a:ea typeface="ＭＳ Ｐゴシック" charset="0"/>
              </a:defRPr>
            </a:lvl4pPr>
            <a:lvl5pPr marL="2057400" indent="-228600" eaLnBrk="0" hangingPunct="0">
              <a:defRPr sz="1000" b="1">
                <a:solidFill>
                  <a:schemeClr val="tx1"/>
                </a:solidFill>
                <a:latin typeface="CG Times" charset="0"/>
                <a:ea typeface="ＭＳ Ｐゴシック" charset="0"/>
              </a:defRPr>
            </a:lvl5pPr>
            <a:lvl6pPr marL="2514600" indent="-228600" eaLnBrk="0" fontAlgn="base" hangingPunct="0">
              <a:spcBef>
                <a:spcPct val="0"/>
              </a:spcBef>
              <a:spcAft>
                <a:spcPct val="0"/>
              </a:spcAft>
              <a:defRPr sz="1000" b="1">
                <a:solidFill>
                  <a:schemeClr val="tx1"/>
                </a:solidFill>
                <a:latin typeface="CG Times" charset="0"/>
                <a:ea typeface="ＭＳ Ｐゴシック" charset="0"/>
              </a:defRPr>
            </a:lvl6pPr>
            <a:lvl7pPr marL="2971800" indent="-228600" eaLnBrk="0" fontAlgn="base" hangingPunct="0">
              <a:spcBef>
                <a:spcPct val="0"/>
              </a:spcBef>
              <a:spcAft>
                <a:spcPct val="0"/>
              </a:spcAft>
              <a:defRPr sz="1000" b="1">
                <a:solidFill>
                  <a:schemeClr val="tx1"/>
                </a:solidFill>
                <a:latin typeface="CG Times" charset="0"/>
                <a:ea typeface="ＭＳ Ｐゴシック" charset="0"/>
              </a:defRPr>
            </a:lvl7pPr>
            <a:lvl8pPr marL="3429000" indent="-228600" eaLnBrk="0" fontAlgn="base" hangingPunct="0">
              <a:spcBef>
                <a:spcPct val="0"/>
              </a:spcBef>
              <a:spcAft>
                <a:spcPct val="0"/>
              </a:spcAft>
              <a:defRPr sz="1000" b="1">
                <a:solidFill>
                  <a:schemeClr val="tx1"/>
                </a:solidFill>
                <a:latin typeface="CG Times" charset="0"/>
                <a:ea typeface="ＭＳ Ｐゴシック" charset="0"/>
              </a:defRPr>
            </a:lvl8pPr>
            <a:lvl9pPr marL="3886200" indent="-228600" eaLnBrk="0" fontAlgn="base" hangingPunct="0">
              <a:spcBef>
                <a:spcPct val="0"/>
              </a:spcBef>
              <a:spcAft>
                <a:spcPct val="0"/>
              </a:spcAft>
              <a:defRPr sz="1000" b="1">
                <a:solidFill>
                  <a:schemeClr val="tx1"/>
                </a:solidFill>
                <a:latin typeface="CG Times" charset="0"/>
                <a:ea typeface="ＭＳ Ｐゴシック" charset="0"/>
              </a:defRPr>
            </a:lvl9pPr>
          </a:lstStyle>
          <a:p>
            <a:pPr algn="r"/>
            <a:r>
              <a:rPr lang="en-US" sz="1400" b="0" dirty="0" smtClean="0">
                <a:solidFill>
                  <a:srgbClr val="BFE1F5"/>
                </a:solidFill>
                <a:latin typeface="Candara"/>
                <a:cs typeface="Candara"/>
              </a:rPr>
              <a:t>. . . Operational water web services system for the United States                  </a:t>
            </a:r>
          </a:p>
        </p:txBody>
      </p:sp>
      <p:pic>
        <p:nvPicPr>
          <p:cNvPr id="1030" name="Picture 6"/>
          <p:cNvPicPr>
            <a:picLocks noChangeAspect="1" noChangeArrowheads="1"/>
          </p:cNvPicPr>
          <p:nvPr/>
        </p:nvPicPr>
        <p:blipFill>
          <a:blip r:embed="rId6">
            <a:extLst>
              <a:ext uri="{28A0092B-C50C-407E-A947-70E740481C1C}">
                <a14:useLocalDpi xmlns:a14="http://schemas.microsoft.com/office/drawing/2010/main"/>
              </a:ext>
            </a:extLst>
          </a:blip>
          <a:srcRect/>
          <a:stretch>
            <a:fillRect/>
          </a:stretch>
        </p:blipFill>
        <p:spPr bwMode="auto">
          <a:xfrm>
            <a:off x="1805854" y="2160170"/>
            <a:ext cx="3133725" cy="285750"/>
          </a:xfrm>
          <a:prstGeom prst="rect">
            <a:avLst/>
          </a:prstGeom>
          <a:noFill/>
          <a:ln w="9525">
            <a:solidFill>
              <a:schemeClr val="bg1">
                <a:lumMod val="65000"/>
              </a:schemeClr>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16" name="TextBox 15"/>
          <p:cNvSpPr txBox="1"/>
          <p:nvPr/>
        </p:nvSpPr>
        <p:spPr>
          <a:xfrm>
            <a:off x="381000" y="6546850"/>
            <a:ext cx="8763000" cy="311150"/>
          </a:xfrm>
          <a:prstGeom prst="rect">
            <a:avLst/>
          </a:prstGeom>
          <a:gradFill flip="none" rotWithShape="1">
            <a:gsLst>
              <a:gs pos="0">
                <a:srgbClr val="00B9F2">
                  <a:alpha val="0"/>
                </a:srgbClr>
              </a:gs>
              <a:gs pos="100000">
                <a:srgbClr val="007AC2"/>
              </a:gs>
            </a:gsLst>
            <a:lin ang="0" scaled="1"/>
            <a:tileRect/>
          </a:gradFill>
          <a:effectLst/>
        </p:spPr>
        <p:txBody>
          <a:bodyPr lIns="731520" rIns="548640"/>
          <a:lstStyle>
            <a:defPPr>
              <a:defRPr lang="en-US"/>
            </a:defPPr>
            <a:lvl1pPr algn="ctr" defTabSz="457200" eaLnBrk="0" hangingPunct="0">
              <a:defRPr>
                <a:solidFill>
                  <a:srgbClr val="595959"/>
                </a:solidFill>
                <a:cs typeface="Avenir LT Std 85 Heavy"/>
              </a:defRPr>
            </a:lvl1pPr>
          </a:lstStyle>
          <a:p>
            <a:pPr algn="r" fontAlgn="auto">
              <a:spcBef>
                <a:spcPts val="0"/>
              </a:spcBef>
              <a:spcAft>
                <a:spcPts val="0"/>
              </a:spcAft>
              <a:defRPr/>
            </a:pPr>
            <a:r>
              <a:rPr lang="en-US" sz="1050" dirty="0">
                <a:solidFill>
                  <a:prstClr val="white"/>
                </a:solidFill>
                <a:latin typeface="Arial"/>
                <a:ea typeface="ＭＳ Ｐゴシック"/>
                <a:hlinkClick r:id="rId7"/>
              </a:rPr>
              <a:t>http://waterservices.usgs.gov/nwis/iv/?</a:t>
            </a:r>
            <a:r>
              <a:rPr lang="en-US" sz="1050" dirty="0" smtClean="0">
                <a:solidFill>
                  <a:prstClr val="white"/>
                </a:solidFill>
                <a:latin typeface="Arial"/>
                <a:ea typeface="ＭＳ Ｐゴシック"/>
                <a:hlinkClick r:id="rId7"/>
              </a:rPr>
              <a:t>format=waterml,2.0&amp;sites=08158000&amp;period=P1D&amp;parameterCd=00060</a:t>
            </a:r>
            <a:r>
              <a:rPr lang="en-US" sz="1050" dirty="0" smtClean="0">
                <a:solidFill>
                  <a:prstClr val="white"/>
                </a:solidFill>
                <a:latin typeface="Arial"/>
                <a:ea typeface="ＭＳ Ｐゴシック"/>
              </a:rPr>
              <a:t> </a:t>
            </a:r>
            <a:endParaRPr lang="en-US" sz="1050" dirty="0">
              <a:solidFill>
                <a:prstClr val="white"/>
              </a:solidFill>
              <a:latin typeface="Arial"/>
              <a:ea typeface="ＭＳ Ｐゴシック"/>
            </a:endParaRPr>
          </a:p>
        </p:txBody>
      </p:sp>
      <p:pic>
        <p:nvPicPr>
          <p:cNvPr id="4" name="Picture 3"/>
          <p:cNvPicPr>
            <a:picLocks noChangeAspect="1"/>
          </p:cNvPicPr>
          <p:nvPr/>
        </p:nvPicPr>
        <p:blipFill>
          <a:blip r:embed="rId8"/>
          <a:stretch>
            <a:fillRect/>
          </a:stretch>
        </p:blipFill>
        <p:spPr>
          <a:xfrm>
            <a:off x="265373" y="4617201"/>
            <a:ext cx="4853944" cy="1485217"/>
          </a:xfrm>
          <a:prstGeom prst="rect">
            <a:avLst/>
          </a:prstGeom>
        </p:spPr>
      </p:pic>
    </p:spTree>
  </p:cSld>
  <p:clrMapOvr>
    <a:masterClrMapping/>
  </p:clrMapOvr>
  <p:transition spd="med">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3" name="Picture 2" descr="GWS Global Discharge webmap-1.jp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0" y="0"/>
            <a:ext cx="9144000" cy="6858000"/>
          </a:xfrm>
          <a:prstGeom prst="rect">
            <a:avLst/>
          </a:prstGeom>
        </p:spPr>
      </p:pic>
      <p:pic>
        <p:nvPicPr>
          <p:cNvPr id="4" name="Picture 3" descr="GWS Global Discharge webmap-2.jpg"/>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0" y="0"/>
            <a:ext cx="9144000" cy="6858000"/>
          </a:xfrm>
          <a:prstGeom prst="rect">
            <a:avLst/>
          </a:prstGeom>
        </p:spPr>
      </p:pic>
      <p:pic>
        <p:nvPicPr>
          <p:cNvPr id="5" name="Picture 4" descr="GWS Global Discharge webmap-3.jpg"/>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0" y="0"/>
            <a:ext cx="9144000" cy="6858000"/>
          </a:xfrm>
          <a:prstGeom prst="rect">
            <a:avLst/>
          </a:prstGeom>
        </p:spPr>
      </p:pic>
      <p:pic>
        <p:nvPicPr>
          <p:cNvPr id="6" name="Picture 5" descr="GWS Global Discharge webmap-4.jpg"/>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0" y="0"/>
            <a:ext cx="9144000" cy="6858000"/>
          </a:xfrm>
          <a:prstGeom prst="rect">
            <a:avLst/>
          </a:prstGeom>
        </p:spPr>
      </p:pic>
      <p:sp>
        <p:nvSpPr>
          <p:cNvPr id="7" name="Title 1"/>
          <p:cNvSpPr txBox="1">
            <a:spLocks/>
          </p:cNvSpPr>
          <p:nvPr/>
        </p:nvSpPr>
        <p:spPr bwMode="auto">
          <a:xfrm>
            <a:off x="2850920" y="38873"/>
            <a:ext cx="6293082" cy="945932"/>
          </a:xfrm>
          <a:prstGeom prst="rect">
            <a:avLst/>
          </a:prstGeom>
          <a:solidFill>
            <a:schemeClr val="bg1"/>
          </a:solidFill>
          <a:ln>
            <a:noFill/>
          </a:ln>
          <a:extLst>
            <a:ext uri="{FAA26D3D-D897-4be2-8F04-BA451C77F1D7}">
              <ma14:placeholderFlag xmlns:ma14="http://schemas.microsoft.com/office/mac/drawingml/2011/main" val="1"/>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2800" b="1">
                <a:solidFill>
                  <a:srgbClr val="005FAA"/>
                </a:solidFill>
                <a:latin typeface="+mj-lt"/>
                <a:ea typeface="ＭＳ Ｐゴシック" pitchFamily="-65" charset="-128"/>
                <a:cs typeface="ＭＳ Ｐゴシック" pitchFamily="-65" charset="-128"/>
              </a:defRPr>
            </a:lvl1pPr>
            <a:lvl2pPr algn="l" rtl="0" eaLnBrk="0" fontAlgn="base" hangingPunct="0">
              <a:spcBef>
                <a:spcPct val="0"/>
              </a:spcBef>
              <a:spcAft>
                <a:spcPct val="0"/>
              </a:spcAft>
              <a:defRPr sz="2800" b="1">
                <a:solidFill>
                  <a:srgbClr val="005FAA"/>
                </a:solidFill>
                <a:latin typeface="Arial" pitchFamily="-65" charset="0"/>
                <a:ea typeface="ＭＳ Ｐゴシック" pitchFamily="-65" charset="-128"/>
                <a:cs typeface="ＭＳ Ｐゴシック" pitchFamily="-65" charset="-128"/>
              </a:defRPr>
            </a:lvl2pPr>
            <a:lvl3pPr algn="l" rtl="0" eaLnBrk="0" fontAlgn="base" hangingPunct="0">
              <a:spcBef>
                <a:spcPct val="0"/>
              </a:spcBef>
              <a:spcAft>
                <a:spcPct val="0"/>
              </a:spcAft>
              <a:defRPr sz="2800" b="1">
                <a:solidFill>
                  <a:srgbClr val="005FAA"/>
                </a:solidFill>
                <a:latin typeface="Arial" pitchFamily="-65" charset="0"/>
                <a:ea typeface="ＭＳ Ｐゴシック" pitchFamily="-65" charset="-128"/>
                <a:cs typeface="ＭＳ Ｐゴシック" pitchFamily="-65" charset="-128"/>
              </a:defRPr>
            </a:lvl3pPr>
            <a:lvl4pPr algn="l" rtl="0" eaLnBrk="0" fontAlgn="base" hangingPunct="0">
              <a:spcBef>
                <a:spcPct val="0"/>
              </a:spcBef>
              <a:spcAft>
                <a:spcPct val="0"/>
              </a:spcAft>
              <a:defRPr sz="2800" b="1">
                <a:solidFill>
                  <a:srgbClr val="005FAA"/>
                </a:solidFill>
                <a:latin typeface="Arial" pitchFamily="-65" charset="0"/>
                <a:ea typeface="ＭＳ Ｐゴシック" pitchFamily="-65" charset="-128"/>
                <a:cs typeface="ＭＳ Ｐゴシック" pitchFamily="-65" charset="-128"/>
              </a:defRPr>
            </a:lvl4pPr>
            <a:lvl5pPr algn="l" rtl="0" eaLnBrk="0" fontAlgn="base" hangingPunct="0">
              <a:spcBef>
                <a:spcPct val="0"/>
              </a:spcBef>
              <a:spcAft>
                <a:spcPct val="0"/>
              </a:spcAft>
              <a:defRPr sz="2800" b="1">
                <a:solidFill>
                  <a:srgbClr val="005FAA"/>
                </a:solidFill>
                <a:latin typeface="Arial" pitchFamily="-65" charset="0"/>
                <a:ea typeface="ＭＳ Ｐゴシック" pitchFamily="-65" charset="-128"/>
                <a:cs typeface="ＭＳ Ｐゴシック" pitchFamily="-65" charset="-128"/>
              </a:defRPr>
            </a:lvl5pPr>
            <a:lvl6pPr marL="457200" algn="l" rtl="0" eaLnBrk="1" fontAlgn="base" hangingPunct="1">
              <a:spcBef>
                <a:spcPct val="0"/>
              </a:spcBef>
              <a:spcAft>
                <a:spcPct val="0"/>
              </a:spcAft>
              <a:defRPr sz="2800" b="1">
                <a:solidFill>
                  <a:srgbClr val="005FAA"/>
                </a:solidFill>
                <a:latin typeface="Arial" pitchFamily="-65" charset="0"/>
              </a:defRPr>
            </a:lvl6pPr>
            <a:lvl7pPr marL="914400" algn="l" rtl="0" eaLnBrk="1" fontAlgn="base" hangingPunct="1">
              <a:spcBef>
                <a:spcPct val="0"/>
              </a:spcBef>
              <a:spcAft>
                <a:spcPct val="0"/>
              </a:spcAft>
              <a:defRPr sz="2800" b="1">
                <a:solidFill>
                  <a:srgbClr val="005FAA"/>
                </a:solidFill>
                <a:latin typeface="Arial" pitchFamily="-65" charset="0"/>
              </a:defRPr>
            </a:lvl7pPr>
            <a:lvl8pPr marL="1371600" algn="l" rtl="0" eaLnBrk="1" fontAlgn="base" hangingPunct="1">
              <a:spcBef>
                <a:spcPct val="0"/>
              </a:spcBef>
              <a:spcAft>
                <a:spcPct val="0"/>
              </a:spcAft>
              <a:defRPr sz="2800" b="1">
                <a:solidFill>
                  <a:srgbClr val="005FAA"/>
                </a:solidFill>
                <a:latin typeface="Arial" pitchFamily="-65" charset="0"/>
              </a:defRPr>
            </a:lvl8pPr>
            <a:lvl9pPr marL="1828800" algn="l" rtl="0" eaLnBrk="1" fontAlgn="base" hangingPunct="1">
              <a:spcBef>
                <a:spcPct val="0"/>
              </a:spcBef>
              <a:spcAft>
                <a:spcPct val="0"/>
              </a:spcAft>
              <a:defRPr sz="2800" b="1">
                <a:solidFill>
                  <a:srgbClr val="005FAA"/>
                </a:solidFill>
                <a:latin typeface="Arial" pitchFamily="-65" charset="0"/>
              </a:defRPr>
            </a:lvl9pPr>
          </a:lstStyle>
          <a:p>
            <a:pPr algn="ctr"/>
            <a:r>
              <a:rPr lang="en-US" sz="3000" dirty="0">
                <a:solidFill>
                  <a:srgbClr val="000000"/>
                </a:solidFill>
                <a:effectLst>
                  <a:outerShdw blurRad="50800" dist="38100" dir="2700000" algn="tl" rotWithShape="0">
                    <a:srgbClr val="000000">
                      <a:alpha val="43000"/>
                    </a:srgbClr>
                  </a:outerShdw>
                </a:effectLst>
                <a:latin typeface="Candara"/>
                <a:ea typeface="ＭＳ Ｐゴシック" charset="0"/>
                <a:cs typeface="Candara"/>
              </a:rPr>
              <a:t>AIP-5 (2012): First resource in GEOSS</a:t>
            </a:r>
          </a:p>
        </p:txBody>
      </p:sp>
    </p:spTree>
    <p:extLst>
      <p:ext uri="{BB962C8B-B14F-4D97-AF65-F5344CB8AC3E}">
        <p14:creationId xmlns:p14="http://schemas.microsoft.com/office/powerpoint/2010/main" val="3284051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Web map of global stream gages</a:t>
            </a:r>
            <a:endParaRPr lang="en-US" dirty="0"/>
          </a:p>
        </p:txBody>
      </p:sp>
      <p:pic>
        <p:nvPicPr>
          <p:cNvPr id="4" name="Picture 3" descr="AIP6-GlobalStreamflowMap.pn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0" y="1591056"/>
            <a:ext cx="9144000" cy="5266944"/>
          </a:xfrm>
          <a:prstGeom prst="rect">
            <a:avLst/>
          </a:prstGeom>
        </p:spPr>
      </p:pic>
      <p:sp>
        <p:nvSpPr>
          <p:cNvPr id="5" name="TextBox 4"/>
          <p:cNvSpPr txBox="1"/>
          <p:nvPr/>
        </p:nvSpPr>
        <p:spPr>
          <a:xfrm>
            <a:off x="6731000" y="6515100"/>
            <a:ext cx="1803400" cy="228600"/>
          </a:xfrm>
          <a:prstGeom prst="rect">
            <a:avLst/>
          </a:prstGeom>
          <a:solidFill>
            <a:schemeClr val="accent4">
              <a:lumMod val="40000"/>
              <a:lumOff val="60000"/>
            </a:schemeClr>
          </a:solidFill>
          <a:effectLst/>
        </p:spPr>
        <p:txBody>
          <a:bodyPr wrap="square" lIns="0" tIns="0" rIns="0" bIns="0" rtlCol="0">
            <a:noAutofit/>
          </a:bodyPr>
          <a:lstStyle/>
          <a:p>
            <a:pPr fontAlgn="auto">
              <a:lnSpc>
                <a:spcPts val="1800"/>
              </a:lnSpc>
              <a:spcBef>
                <a:spcPts val="0"/>
              </a:spcBef>
              <a:spcAft>
                <a:spcPts val="0"/>
              </a:spcAft>
            </a:pPr>
            <a:r>
              <a:rPr lang="en-US" sz="1400" dirty="0">
                <a:solidFill>
                  <a:prstClr val="black"/>
                </a:solidFill>
                <a:latin typeface="Arial"/>
                <a:ea typeface="ＭＳ Ｐゴシック"/>
                <a:cs typeface="ＭＳ Ｐゴシック"/>
                <a:hlinkClick r:id="rId4"/>
              </a:rPr>
              <a:t>http://arcg.is/</a:t>
            </a:r>
            <a:r>
              <a:rPr lang="en-US" sz="1400" dirty="0" smtClean="0">
                <a:solidFill>
                  <a:prstClr val="black"/>
                </a:solidFill>
                <a:latin typeface="Arial"/>
                <a:ea typeface="ＭＳ Ｐゴシック"/>
                <a:cs typeface="ＭＳ Ｐゴシック"/>
                <a:hlinkClick r:id="rId4"/>
              </a:rPr>
              <a:t>1Ahus75</a:t>
            </a:r>
            <a:r>
              <a:rPr lang="en-US" sz="1400" dirty="0" smtClean="0">
                <a:solidFill>
                  <a:prstClr val="black"/>
                </a:solidFill>
                <a:latin typeface="Arial"/>
                <a:ea typeface="ＭＳ Ｐゴシック"/>
                <a:cs typeface="ＭＳ Ｐゴシック"/>
              </a:rPr>
              <a:t>  </a:t>
            </a:r>
            <a:endParaRPr lang="en-US" sz="1400" b="1" dirty="0" smtClean="0">
              <a:solidFill>
                <a:prstClr val="black"/>
              </a:solidFill>
              <a:latin typeface="Arial"/>
              <a:ea typeface="ＭＳ Ｐゴシック"/>
              <a:cs typeface="ＭＳ Ｐゴシック"/>
            </a:endParaRPr>
          </a:p>
        </p:txBody>
      </p:sp>
    </p:spTree>
    <p:extLst>
      <p:ext uri="{BB962C8B-B14F-4D97-AF65-F5344CB8AC3E}">
        <p14:creationId xmlns:p14="http://schemas.microsoft.com/office/powerpoint/2010/main" val="982402047"/>
      </p:ext>
    </p:extLst>
  </p:cSld>
  <p:clrMapOvr>
    <a:masterClrMapping/>
  </p:clrMapOvr>
  <p:transition spd="med">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IP6-Browsing TimeSeries data.pn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0"/>
            <a:ext cx="9144000" cy="6858000"/>
          </a:xfrm>
          <a:prstGeom prst="rect">
            <a:avLst/>
          </a:prstGeom>
        </p:spPr>
      </p:pic>
      <p:sp>
        <p:nvSpPr>
          <p:cNvPr id="5" name="Title 4"/>
          <p:cNvSpPr>
            <a:spLocks noGrp="1"/>
          </p:cNvSpPr>
          <p:nvPr>
            <p:ph type="title"/>
          </p:nvPr>
        </p:nvSpPr>
        <p:spPr>
          <a:xfrm>
            <a:off x="406401" y="279400"/>
            <a:ext cx="3556000" cy="1104900"/>
          </a:xfrm>
        </p:spPr>
        <p:txBody>
          <a:bodyPr/>
          <a:lstStyle/>
          <a:p>
            <a:r>
              <a:rPr lang="en-US" sz="3600" dirty="0" smtClean="0">
                <a:solidFill>
                  <a:srgbClr val="000000"/>
                </a:solidFill>
                <a:effectLst>
                  <a:outerShdw blurRad="50800" dist="50800" dir="2700000" algn="tl" rotWithShape="0">
                    <a:srgbClr val="000000">
                      <a:alpha val="43000"/>
                    </a:srgbClr>
                  </a:outerShdw>
                </a:effectLst>
                <a:latin typeface="Candara"/>
                <a:cs typeface="Candara"/>
              </a:rPr>
              <a:t>Stream Gage Data Services</a:t>
            </a:r>
            <a:endParaRPr lang="en-US" sz="3600" dirty="0">
              <a:solidFill>
                <a:srgbClr val="000000"/>
              </a:solidFill>
              <a:effectLst>
                <a:outerShdw blurRad="50800" dist="50800" dir="2700000" algn="tl" rotWithShape="0">
                  <a:srgbClr val="000000">
                    <a:alpha val="43000"/>
                  </a:srgbClr>
                </a:outerShdw>
              </a:effectLst>
              <a:latin typeface="Candara"/>
              <a:cs typeface="Candara"/>
            </a:endParaRPr>
          </a:p>
        </p:txBody>
      </p:sp>
    </p:spTree>
    <p:extLst>
      <p:ext uri="{BB962C8B-B14F-4D97-AF65-F5344CB8AC3E}">
        <p14:creationId xmlns:p14="http://schemas.microsoft.com/office/powerpoint/2010/main" val="1065012954"/>
      </p:ext>
    </p:extLst>
  </p:cSld>
  <p:clrMapOvr>
    <a:masterClrMapping/>
  </p:clrMapOvr>
  <p:transition spd="med">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grpSp>
        <p:nvGrpSpPr>
          <p:cNvPr id="7" name="Group 6"/>
          <p:cNvGrpSpPr/>
          <p:nvPr/>
        </p:nvGrpSpPr>
        <p:grpSpPr>
          <a:xfrm>
            <a:off x="0" y="-2"/>
            <a:ext cx="9169566" cy="6858002"/>
            <a:chOff x="0" y="-2"/>
            <a:chExt cx="9169566" cy="6858002"/>
          </a:xfrm>
        </p:grpSpPr>
        <p:pic>
          <p:nvPicPr>
            <p:cNvPr id="3" name="Picture 2" descr="slide16-gauge wml2meta-Concrete WA.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2"/>
              <a:ext cx="5685006" cy="6858000"/>
            </a:xfrm>
            <a:prstGeom prst="rect">
              <a:avLst/>
            </a:prstGeom>
            <a:solidFill>
              <a:schemeClr val="bg1">
                <a:alpha val="0"/>
              </a:schemeClr>
            </a:solidFill>
          </p:spPr>
        </p:pic>
        <p:pic>
          <p:nvPicPr>
            <p:cNvPr id="4" name="Picture 3" descr="slide16-gauge wml2points-Concrete WA.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537344" y="0"/>
              <a:ext cx="3632222" cy="6858000"/>
            </a:xfrm>
            <a:prstGeom prst="rect">
              <a:avLst/>
            </a:prstGeom>
          </p:spPr>
        </p:pic>
      </p:grpSp>
      <p:grpSp>
        <p:nvGrpSpPr>
          <p:cNvPr id="8" name="Group 7"/>
          <p:cNvGrpSpPr/>
          <p:nvPr/>
        </p:nvGrpSpPr>
        <p:grpSpPr>
          <a:xfrm>
            <a:off x="-1" y="0"/>
            <a:ext cx="9178304" cy="6800624"/>
            <a:chOff x="-1" y="0"/>
            <a:chExt cx="9178304" cy="6800624"/>
          </a:xfrm>
        </p:grpSpPr>
        <p:sp>
          <p:nvSpPr>
            <p:cNvPr id="10" name="TextBox 9"/>
            <p:cNvSpPr txBox="1"/>
            <p:nvPr/>
          </p:nvSpPr>
          <p:spPr>
            <a:xfrm>
              <a:off x="5537344" y="0"/>
              <a:ext cx="3621422" cy="6740305"/>
            </a:xfrm>
            <a:prstGeom prst="rect">
              <a:avLst/>
            </a:prstGeom>
            <a:solidFill>
              <a:schemeClr val="bg1">
                <a:alpha val="70000"/>
              </a:schemeClr>
            </a:solidFill>
          </p:spPr>
          <p:txBody>
            <a:bodyPr wrap="square" rtlCol="0">
              <a:spAutoFit/>
            </a:bodyPr>
            <a:lstStyle>
              <a:defPPr>
                <a:defRPr lang="en-US"/>
              </a:defPPr>
              <a:lvl1pPr algn="ctr" eaLnBrk="0" fontAlgn="base" hangingPunct="0">
                <a:spcBef>
                  <a:spcPct val="0"/>
                </a:spcBef>
                <a:spcAft>
                  <a:spcPct val="0"/>
                </a:spcAft>
                <a:defRPr sz="1200">
                  <a:solidFill>
                    <a:srgbClr val="000000"/>
                  </a:solidFill>
                  <a:latin typeface="Times" charset="0"/>
                  <a:ea typeface="ＭＳ Ｐゴシック" charset="0"/>
                  <a:cs typeface="ＭＳ Ｐゴシック" charset="0"/>
                </a:defRPr>
              </a:lvl1pPr>
              <a:lvl2pPr marL="2174875" lvl="1" indent="-285750" eaLnBrk="0" fontAlgn="base" hangingPunct="0">
                <a:spcBef>
                  <a:spcPct val="0"/>
                </a:spcBef>
                <a:spcAft>
                  <a:spcPct val="0"/>
                </a:spcAft>
                <a:buFontTx/>
                <a:buChar char="-"/>
                <a:tabLst>
                  <a:tab pos="2289175" algn="l"/>
                </a:tabLst>
                <a:defRPr sz="2000" b="1">
                  <a:solidFill>
                    <a:srgbClr val="000000"/>
                  </a:solidFill>
                  <a:latin typeface="Candara"/>
                  <a:ea typeface="ＭＳ Ｐゴシック" charset="0"/>
                  <a:cs typeface="Candara"/>
                </a:defRPr>
              </a:lvl2pPr>
            </a:lstStyle>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a:p>
          </p:txBody>
        </p:sp>
        <p:sp>
          <p:nvSpPr>
            <p:cNvPr id="9" name="TextBox 8"/>
            <p:cNvSpPr txBox="1"/>
            <p:nvPr/>
          </p:nvSpPr>
          <p:spPr>
            <a:xfrm>
              <a:off x="-1" y="29540"/>
              <a:ext cx="9178304" cy="6771084"/>
            </a:xfrm>
            <a:prstGeom prst="rect">
              <a:avLst/>
            </a:prstGeom>
            <a:solidFill>
              <a:schemeClr val="bg1">
                <a:alpha val="70000"/>
              </a:schemeClr>
            </a:solidFill>
          </p:spPr>
          <p:txBody>
            <a:bodyPr wrap="square" rtlCol="0">
              <a:spAutoFit/>
            </a:bodyPr>
            <a:lstStyle/>
            <a:p>
              <a:endParaRPr lang="en-US" sz="1200" dirty="0">
                <a:solidFill>
                  <a:srgbClr val="000000"/>
                </a:solidFill>
              </a:endParaRPr>
            </a:p>
            <a:p>
              <a:r>
                <a:rPr lang="en-US" sz="3600" b="1" dirty="0">
                  <a:solidFill>
                    <a:srgbClr val="000000"/>
                  </a:solidFill>
                  <a:effectLst>
                    <a:outerShdw blurRad="50800" dist="38100" dir="2700000" algn="tl" rotWithShape="0">
                      <a:srgbClr val="000000">
                        <a:alpha val="43000"/>
                      </a:srgbClr>
                    </a:outerShdw>
                  </a:effectLst>
                  <a:latin typeface="Candara"/>
                  <a:cs typeface="Candara"/>
                </a:rPr>
                <a:t>WaterML </a:t>
              </a:r>
              <a:r>
                <a:rPr lang="en-US" sz="3600" b="1" dirty="0" smtClean="0">
                  <a:solidFill>
                    <a:srgbClr val="000000"/>
                  </a:solidFill>
                  <a:effectLst>
                    <a:outerShdw blurRad="50800" dist="38100" dir="2700000" algn="tl" rotWithShape="0">
                      <a:srgbClr val="000000">
                        <a:alpha val="43000"/>
                      </a:srgbClr>
                    </a:outerShdw>
                  </a:effectLst>
                  <a:latin typeface="Candara"/>
                  <a:cs typeface="Candara"/>
                </a:rPr>
                <a:t>2.0 Part 1 – Time Series</a:t>
              </a:r>
              <a:endParaRPr lang="en-US" sz="3600" b="1" dirty="0">
                <a:solidFill>
                  <a:srgbClr val="000000"/>
                </a:solidFill>
                <a:effectLst>
                  <a:outerShdw blurRad="50800" dist="38100" dir="2700000" algn="tl" rotWithShape="0">
                    <a:srgbClr val="000000">
                      <a:alpha val="43000"/>
                    </a:srgbClr>
                  </a:outerShdw>
                </a:effectLst>
                <a:latin typeface="Candara"/>
                <a:cs typeface="Candara"/>
              </a:endParaRPr>
            </a:p>
            <a:p>
              <a:endParaRPr lang="en-US" dirty="0" smtClean="0">
                <a:solidFill>
                  <a:srgbClr val="000000"/>
                </a:solidFill>
                <a:latin typeface="Arial Black"/>
                <a:cs typeface="Arial Black"/>
              </a:endParaRPr>
            </a:p>
            <a:p>
              <a:endParaRPr lang="en-US" dirty="0" smtClean="0">
                <a:solidFill>
                  <a:srgbClr val="000000"/>
                </a:solidFill>
                <a:latin typeface="Arial Black"/>
                <a:cs typeface="Arial Black"/>
              </a:endParaRPr>
            </a:p>
            <a:p>
              <a:r>
                <a:rPr lang="en-US" sz="2000" b="1" dirty="0" smtClean="0">
                  <a:solidFill>
                    <a:srgbClr val="000000"/>
                  </a:solidFill>
                  <a:latin typeface="Candara"/>
                  <a:cs typeface="Candara"/>
                </a:rPr>
                <a:t>1. Document metadata</a:t>
              </a:r>
            </a:p>
            <a:p>
              <a:endParaRPr lang="en-US" sz="2000" b="1" dirty="0" smtClean="0">
                <a:solidFill>
                  <a:srgbClr val="000000"/>
                </a:solidFill>
                <a:latin typeface="Candara"/>
                <a:cs typeface="Candara"/>
              </a:endParaRPr>
            </a:p>
            <a:p>
              <a:r>
                <a:rPr lang="en-US" sz="2000" b="1" dirty="0" smtClean="0">
                  <a:solidFill>
                    <a:srgbClr val="000000"/>
                  </a:solidFill>
                  <a:latin typeface="Candara"/>
                  <a:cs typeface="Candara"/>
                </a:rPr>
                <a:t>2. Observation description</a:t>
              </a:r>
            </a:p>
            <a:p>
              <a:pPr marL="800100" lvl="1" indent="-342900">
                <a:buFont typeface="Arial"/>
                <a:buChar char="•"/>
              </a:pPr>
              <a:r>
                <a:rPr lang="en-US" sz="2000" b="1" dirty="0" smtClean="0">
                  <a:solidFill>
                    <a:srgbClr val="000000"/>
                  </a:solidFill>
                  <a:latin typeface="Candara"/>
                  <a:cs typeface="Candara"/>
                </a:rPr>
                <a:t>Feature of interest (sampling feature)</a:t>
              </a:r>
              <a:endParaRPr lang="en-US" sz="2000" b="1" dirty="0">
                <a:solidFill>
                  <a:srgbClr val="000000"/>
                </a:solidFill>
                <a:latin typeface="Candara"/>
                <a:cs typeface="Candara"/>
              </a:endParaRPr>
            </a:p>
            <a:p>
              <a:pPr marL="800100" lvl="1" indent="-342900">
                <a:buFont typeface="Arial"/>
                <a:buChar char="•"/>
              </a:pPr>
              <a:r>
                <a:rPr lang="en-US" sz="2000" b="1" dirty="0" smtClean="0">
                  <a:solidFill>
                    <a:srgbClr val="000000"/>
                  </a:solidFill>
                  <a:latin typeface="Candara"/>
                  <a:cs typeface="Candara"/>
                </a:rPr>
                <a:t>Observed property (</a:t>
              </a:r>
              <a:r>
                <a:rPr lang="en-US" sz="2000" b="1" dirty="0" err="1" smtClean="0">
                  <a:solidFill>
                    <a:srgbClr val="000000"/>
                  </a:solidFill>
                  <a:latin typeface="Candara"/>
                  <a:cs typeface="Candara"/>
                </a:rPr>
                <a:t>eg</a:t>
              </a:r>
              <a:r>
                <a:rPr lang="en-US" sz="2000" b="1" dirty="0" smtClean="0">
                  <a:solidFill>
                    <a:srgbClr val="000000"/>
                  </a:solidFill>
                  <a:latin typeface="Candara"/>
                  <a:cs typeface="Candara"/>
                </a:rPr>
                <a:t>, stage height)</a:t>
              </a:r>
            </a:p>
            <a:p>
              <a:pPr marL="800100" lvl="1" indent="-342900">
                <a:buFont typeface="Arial"/>
                <a:buChar char="•"/>
              </a:pPr>
              <a:r>
                <a:rPr lang="en-US" sz="2000" b="1" dirty="0" smtClean="0">
                  <a:solidFill>
                    <a:srgbClr val="000000"/>
                  </a:solidFill>
                  <a:latin typeface="Candara"/>
                  <a:cs typeface="Candara"/>
                </a:rPr>
                <a:t>Procedure (method used)</a:t>
              </a:r>
              <a:endParaRPr lang="en-US" sz="2000" b="1" dirty="0">
                <a:solidFill>
                  <a:srgbClr val="000000"/>
                </a:solidFill>
                <a:latin typeface="Candara"/>
                <a:cs typeface="Candara"/>
              </a:endParaRPr>
            </a:p>
            <a:p>
              <a:pPr marL="800100" lvl="1" indent="-342900">
                <a:buFont typeface="Arial"/>
                <a:buChar char="•"/>
              </a:pPr>
              <a:r>
                <a:rPr lang="en-US" sz="2000" b="1" dirty="0" smtClean="0">
                  <a:solidFill>
                    <a:srgbClr val="000000"/>
                  </a:solidFill>
                  <a:latin typeface="Candara"/>
                  <a:cs typeface="Candara"/>
                </a:rPr>
                <a:t>Phenomena time (when it took place)</a:t>
              </a:r>
            </a:p>
            <a:p>
              <a:pPr marL="800100" lvl="1" indent="-342900">
                <a:buFont typeface="Arial"/>
                <a:buChar char="•"/>
              </a:pPr>
              <a:r>
                <a:rPr lang="en-US" sz="2000" b="1" dirty="0" smtClean="0">
                  <a:solidFill>
                    <a:srgbClr val="000000"/>
                  </a:solidFill>
                  <a:latin typeface="Candara"/>
                  <a:cs typeface="Candara"/>
                </a:rPr>
                <a:t>Result time (when it was requested)</a:t>
              </a:r>
            </a:p>
            <a:p>
              <a:endParaRPr lang="en-US" sz="2000" b="1" dirty="0" smtClean="0">
                <a:solidFill>
                  <a:srgbClr val="000000"/>
                </a:solidFill>
                <a:latin typeface="Candara"/>
                <a:cs typeface="Candara"/>
              </a:endParaRPr>
            </a:p>
            <a:p>
              <a:r>
                <a:rPr lang="en-US" sz="2000" b="1" dirty="0" smtClean="0">
                  <a:solidFill>
                    <a:srgbClr val="000000"/>
                  </a:solidFill>
                  <a:latin typeface="Candara"/>
                  <a:cs typeface="Candara"/>
                </a:rPr>
                <a:t>3. Result</a:t>
              </a:r>
              <a:endParaRPr lang="en-US" sz="2000" b="1" dirty="0">
                <a:solidFill>
                  <a:srgbClr val="000000"/>
                </a:solidFill>
                <a:latin typeface="Candara"/>
                <a:cs typeface="Candara"/>
              </a:endParaRPr>
            </a:p>
            <a:p>
              <a:pPr marL="800100" lvl="1" indent="-342900">
                <a:buFont typeface="Arial"/>
                <a:buChar char="•"/>
              </a:pPr>
              <a:r>
                <a:rPr lang="en-US" sz="2000" b="1" dirty="0" smtClean="0">
                  <a:solidFill>
                    <a:srgbClr val="000000"/>
                  </a:solidFill>
                  <a:latin typeface="Candara"/>
                  <a:cs typeface="Candara"/>
                </a:rPr>
                <a:t>Time series metadata</a:t>
              </a:r>
            </a:p>
            <a:p>
              <a:pPr marL="1257300" lvl="2" indent="-342900">
                <a:buFont typeface="Arial"/>
                <a:buChar char="•"/>
              </a:pPr>
              <a:r>
                <a:rPr lang="en-US" b="1" dirty="0" smtClean="0">
                  <a:solidFill>
                    <a:srgbClr val="000000"/>
                  </a:solidFill>
                  <a:latin typeface="Candara"/>
                  <a:cs typeface="Candara"/>
                </a:rPr>
                <a:t>Measured or categorical</a:t>
              </a:r>
            </a:p>
            <a:p>
              <a:pPr marL="1257300" lvl="2" indent="-342900">
                <a:buFont typeface="Arial"/>
                <a:buChar char="•"/>
              </a:pPr>
              <a:r>
                <a:rPr lang="en-US" b="1" dirty="0" smtClean="0">
                  <a:solidFill>
                    <a:srgbClr val="000000"/>
                  </a:solidFill>
                  <a:latin typeface="Candara"/>
                  <a:cs typeface="Candara"/>
                </a:rPr>
                <a:t>Interleaved (TVP) or domain range</a:t>
              </a:r>
            </a:p>
            <a:p>
              <a:pPr marL="1257300" lvl="2" indent="-342900">
                <a:buFont typeface="Arial"/>
                <a:buChar char="•"/>
              </a:pPr>
              <a:r>
                <a:rPr lang="en-US" b="1" dirty="0" smtClean="0">
                  <a:solidFill>
                    <a:srgbClr val="000000"/>
                  </a:solidFill>
                  <a:latin typeface="Candara"/>
                  <a:cs typeface="Candara"/>
                </a:rPr>
                <a:t>Interpolation type</a:t>
              </a:r>
            </a:p>
            <a:p>
              <a:pPr marL="1257300" lvl="2" indent="-342900">
                <a:buFont typeface="Arial"/>
                <a:buChar char="•"/>
              </a:pPr>
              <a:r>
                <a:rPr lang="en-US" b="1" dirty="0" smtClean="0">
                  <a:solidFill>
                    <a:srgbClr val="000000"/>
                  </a:solidFill>
                  <a:latin typeface="Candara"/>
                  <a:cs typeface="Candara"/>
                </a:rPr>
                <a:t>Units of measure</a:t>
              </a:r>
            </a:p>
            <a:p>
              <a:pPr marL="800100" lvl="1" indent="-342900">
                <a:buFont typeface="Arial"/>
                <a:buChar char="•"/>
              </a:pPr>
              <a:r>
                <a:rPr lang="en-US" sz="2000" b="1" dirty="0" smtClean="0">
                  <a:solidFill>
                    <a:srgbClr val="000000"/>
                  </a:solidFill>
                  <a:latin typeface="Candara"/>
                  <a:cs typeface="Candara"/>
                </a:rPr>
                <a:t>Time series data</a:t>
              </a:r>
            </a:p>
            <a:p>
              <a:pPr marL="1257300" lvl="2" indent="-342900">
                <a:buFont typeface="Arial"/>
                <a:buChar char="•"/>
              </a:pPr>
              <a:r>
                <a:rPr lang="en-US" sz="2000" b="1" dirty="0">
                  <a:solidFill>
                    <a:srgbClr val="000000"/>
                  </a:solidFill>
                  <a:latin typeface="Candara"/>
                  <a:cs typeface="Candara"/>
                </a:rPr>
                <a:t>Potentially with instance metadata</a:t>
              </a:r>
            </a:p>
            <a:p>
              <a:pPr lvl="1"/>
              <a:endParaRPr lang="en-US" dirty="0">
                <a:solidFill>
                  <a:srgbClr val="000000"/>
                </a:solidFill>
                <a:latin typeface="Arial Black"/>
                <a:cs typeface="Arial Black"/>
              </a:endParaRPr>
            </a:p>
          </p:txBody>
        </p:sp>
      </p:grpSp>
      <p:sp>
        <p:nvSpPr>
          <p:cNvPr id="177" name="Rectangle 176"/>
          <p:cNvSpPr/>
          <p:nvPr/>
        </p:nvSpPr>
        <p:spPr>
          <a:xfrm>
            <a:off x="5292104" y="2302799"/>
            <a:ext cx="3886199" cy="4555198"/>
          </a:xfrm>
          <a:prstGeom prst="rect">
            <a:avLst/>
          </a:prstGeom>
          <a:effectLst>
            <a:outerShdw blurRad="40000" dist="23000" dir="1308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eaLnBrk="1" fontAlgn="auto" hangingPunct="1">
              <a:spcBef>
                <a:spcPts val="0"/>
              </a:spcBef>
              <a:spcAft>
                <a:spcPts val="0"/>
              </a:spcAft>
            </a:pPr>
            <a:endParaRPr lang="en-US">
              <a:solidFill>
                <a:srgbClr val="FFFFFF"/>
              </a:solidFill>
              <a:latin typeface="Arial"/>
            </a:endParaRPr>
          </a:p>
        </p:txBody>
      </p:sp>
      <p:grpSp>
        <p:nvGrpSpPr>
          <p:cNvPr id="11" name="Group 10"/>
          <p:cNvGrpSpPr/>
          <p:nvPr/>
        </p:nvGrpSpPr>
        <p:grpSpPr>
          <a:xfrm>
            <a:off x="5542346" y="2611700"/>
            <a:ext cx="3417888" cy="3913188"/>
            <a:chOff x="5322763" y="2611700"/>
            <a:chExt cx="3417888" cy="3913188"/>
          </a:xfrm>
        </p:grpSpPr>
        <p:sp>
          <p:nvSpPr>
            <p:cNvPr id="12" name="Rectangle 11"/>
            <p:cNvSpPr/>
            <p:nvPr/>
          </p:nvSpPr>
          <p:spPr>
            <a:xfrm>
              <a:off x="7011863" y="4051563"/>
              <a:ext cx="1728788" cy="936625"/>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AU">
                <a:solidFill>
                  <a:srgbClr val="FFFFFF"/>
                </a:solidFill>
                <a:latin typeface="Calibri"/>
              </a:endParaRPr>
            </a:p>
          </p:txBody>
        </p:sp>
        <p:grpSp>
          <p:nvGrpSpPr>
            <p:cNvPr id="13" name="Group 271"/>
            <p:cNvGrpSpPr>
              <a:grpSpLocks/>
            </p:cNvGrpSpPr>
            <p:nvPr/>
          </p:nvGrpSpPr>
          <p:grpSpPr bwMode="auto">
            <a:xfrm>
              <a:off x="5322763" y="4124588"/>
              <a:ext cx="1574800" cy="1152525"/>
              <a:chOff x="3464" y="2111"/>
              <a:chExt cx="1074" cy="726"/>
            </a:xfrm>
          </p:grpSpPr>
          <p:sp>
            <p:nvSpPr>
              <p:cNvPr id="151" name="Rectangle 12"/>
              <p:cNvSpPr>
                <a:spLocks noChangeArrowheads="1"/>
              </p:cNvSpPr>
              <p:nvPr/>
            </p:nvSpPr>
            <p:spPr bwMode="auto">
              <a:xfrm>
                <a:off x="3482" y="2129"/>
                <a:ext cx="1056" cy="708"/>
              </a:xfrm>
              <a:prstGeom prst="rect">
                <a:avLst/>
              </a:prstGeom>
              <a:solidFill>
                <a:srgbClr val="C0BFC0"/>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152" name="Rectangle 13"/>
              <p:cNvSpPr>
                <a:spLocks noChangeArrowheads="1"/>
              </p:cNvSpPr>
              <p:nvPr/>
            </p:nvSpPr>
            <p:spPr bwMode="auto">
              <a:xfrm>
                <a:off x="3464" y="2111"/>
                <a:ext cx="36" cy="708"/>
              </a:xfrm>
              <a:prstGeom prst="rect">
                <a:avLst/>
              </a:prstGeom>
              <a:solidFill>
                <a:srgbClr val="E8CDCA"/>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153" name="Rectangle 14"/>
              <p:cNvSpPr>
                <a:spLocks noChangeArrowheads="1"/>
              </p:cNvSpPr>
              <p:nvPr/>
            </p:nvSpPr>
            <p:spPr bwMode="auto">
              <a:xfrm>
                <a:off x="3500" y="2111"/>
                <a:ext cx="42" cy="708"/>
              </a:xfrm>
              <a:prstGeom prst="rect">
                <a:avLst/>
              </a:prstGeom>
              <a:solidFill>
                <a:srgbClr val="EACFCC"/>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154" name="Rectangle 15"/>
              <p:cNvSpPr>
                <a:spLocks noChangeArrowheads="1"/>
              </p:cNvSpPr>
              <p:nvPr/>
            </p:nvSpPr>
            <p:spPr bwMode="auto">
              <a:xfrm>
                <a:off x="3542" y="2111"/>
                <a:ext cx="48" cy="708"/>
              </a:xfrm>
              <a:prstGeom prst="rect">
                <a:avLst/>
              </a:prstGeom>
              <a:solidFill>
                <a:srgbClr val="ECD1CE"/>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155" name="Rectangle 16"/>
              <p:cNvSpPr>
                <a:spLocks noChangeArrowheads="1"/>
              </p:cNvSpPr>
              <p:nvPr/>
            </p:nvSpPr>
            <p:spPr bwMode="auto">
              <a:xfrm>
                <a:off x="3590" y="2111"/>
                <a:ext cx="42" cy="708"/>
              </a:xfrm>
              <a:prstGeom prst="rect">
                <a:avLst/>
              </a:prstGeom>
              <a:solidFill>
                <a:srgbClr val="EED3D0"/>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156" name="Rectangle 17"/>
              <p:cNvSpPr>
                <a:spLocks noChangeArrowheads="1"/>
              </p:cNvSpPr>
              <p:nvPr/>
            </p:nvSpPr>
            <p:spPr bwMode="auto">
              <a:xfrm>
                <a:off x="3632" y="2111"/>
                <a:ext cx="42" cy="708"/>
              </a:xfrm>
              <a:prstGeom prst="rect">
                <a:avLst/>
              </a:prstGeom>
              <a:solidFill>
                <a:srgbClr val="F0D5D2"/>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157" name="Rectangle 18"/>
              <p:cNvSpPr>
                <a:spLocks noChangeArrowheads="1"/>
              </p:cNvSpPr>
              <p:nvPr/>
            </p:nvSpPr>
            <p:spPr bwMode="auto">
              <a:xfrm>
                <a:off x="3674" y="2111"/>
                <a:ext cx="48" cy="708"/>
              </a:xfrm>
              <a:prstGeom prst="rect">
                <a:avLst/>
              </a:prstGeom>
              <a:solidFill>
                <a:srgbClr val="F2D7D4"/>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158" name="Rectangle 19"/>
              <p:cNvSpPr>
                <a:spLocks noChangeArrowheads="1"/>
              </p:cNvSpPr>
              <p:nvPr/>
            </p:nvSpPr>
            <p:spPr bwMode="auto">
              <a:xfrm>
                <a:off x="3722" y="2111"/>
                <a:ext cx="60" cy="708"/>
              </a:xfrm>
              <a:prstGeom prst="rect">
                <a:avLst/>
              </a:prstGeom>
              <a:solidFill>
                <a:srgbClr val="F4D9D6"/>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159" name="Rectangle 20"/>
              <p:cNvSpPr>
                <a:spLocks noChangeArrowheads="1"/>
              </p:cNvSpPr>
              <p:nvPr/>
            </p:nvSpPr>
            <p:spPr bwMode="auto">
              <a:xfrm>
                <a:off x="3782" y="2111"/>
                <a:ext cx="48" cy="708"/>
              </a:xfrm>
              <a:prstGeom prst="rect">
                <a:avLst/>
              </a:prstGeom>
              <a:solidFill>
                <a:srgbClr val="F6DBD8"/>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160" name="Rectangle 21"/>
              <p:cNvSpPr>
                <a:spLocks noChangeArrowheads="1"/>
              </p:cNvSpPr>
              <p:nvPr/>
            </p:nvSpPr>
            <p:spPr bwMode="auto">
              <a:xfrm>
                <a:off x="3830" y="2111"/>
                <a:ext cx="42" cy="708"/>
              </a:xfrm>
              <a:prstGeom prst="rect">
                <a:avLst/>
              </a:prstGeom>
              <a:solidFill>
                <a:srgbClr val="F8DDDA"/>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161" name="Rectangle 22"/>
              <p:cNvSpPr>
                <a:spLocks noChangeArrowheads="1"/>
              </p:cNvSpPr>
              <p:nvPr/>
            </p:nvSpPr>
            <p:spPr bwMode="auto">
              <a:xfrm>
                <a:off x="3872" y="2111"/>
                <a:ext cx="48" cy="708"/>
              </a:xfrm>
              <a:prstGeom prst="rect">
                <a:avLst/>
              </a:prstGeom>
              <a:solidFill>
                <a:srgbClr val="FADFDC"/>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162" name="Rectangle 23"/>
              <p:cNvSpPr>
                <a:spLocks noChangeArrowheads="1"/>
              </p:cNvSpPr>
              <p:nvPr/>
            </p:nvSpPr>
            <p:spPr bwMode="auto">
              <a:xfrm>
                <a:off x="3920" y="2111"/>
                <a:ext cx="42" cy="708"/>
              </a:xfrm>
              <a:prstGeom prst="rect">
                <a:avLst/>
              </a:prstGeom>
              <a:solidFill>
                <a:srgbClr val="FCE1DE"/>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163" name="Rectangle 24"/>
              <p:cNvSpPr>
                <a:spLocks noChangeArrowheads="1"/>
              </p:cNvSpPr>
              <p:nvPr/>
            </p:nvSpPr>
            <p:spPr bwMode="auto">
              <a:xfrm>
                <a:off x="3962" y="2111"/>
                <a:ext cx="558" cy="708"/>
              </a:xfrm>
              <a:prstGeom prst="rect">
                <a:avLst/>
              </a:prstGeom>
              <a:solidFill>
                <a:srgbClr val="FFE4E1"/>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164" name="Rectangle 25"/>
              <p:cNvSpPr>
                <a:spLocks noChangeArrowheads="1"/>
              </p:cNvSpPr>
              <p:nvPr/>
            </p:nvSpPr>
            <p:spPr bwMode="auto">
              <a:xfrm>
                <a:off x="3464" y="2111"/>
                <a:ext cx="1056" cy="708"/>
              </a:xfrm>
              <a:prstGeom prst="rect">
                <a:avLst/>
              </a:prstGeom>
              <a:noFill/>
              <a:ln w="9525">
                <a:solidFill>
                  <a:srgbClr val="000000"/>
                </a:solid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165" name="Rectangle 26"/>
              <p:cNvSpPr>
                <a:spLocks noChangeArrowheads="1"/>
              </p:cNvSpPr>
              <p:nvPr/>
            </p:nvSpPr>
            <p:spPr bwMode="auto">
              <a:xfrm>
                <a:off x="3704" y="2165"/>
                <a:ext cx="659" cy="97"/>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1000">
                    <a:solidFill>
                      <a:srgbClr val="000000"/>
                    </a:solidFill>
                    <a:latin typeface="Arial" pitchFamily="34" charset="0"/>
                    <a:ea typeface="+mn-ea"/>
                    <a:cs typeface="+mn-cs"/>
                  </a:rPr>
                  <a:t>OM_Observation</a:t>
                </a:r>
                <a:endParaRPr lang="en-US">
                  <a:solidFill>
                    <a:srgbClr val="000000"/>
                  </a:solidFill>
                  <a:latin typeface="Arial" pitchFamily="34" charset="0"/>
                  <a:ea typeface="+mn-ea"/>
                  <a:cs typeface="+mn-cs"/>
                </a:endParaRPr>
              </a:p>
            </p:txBody>
          </p:sp>
          <p:sp>
            <p:nvSpPr>
              <p:cNvPr id="166" name="Line 27"/>
              <p:cNvSpPr>
                <a:spLocks noChangeShapeType="1"/>
              </p:cNvSpPr>
              <p:nvPr/>
            </p:nvSpPr>
            <p:spPr bwMode="auto">
              <a:xfrm>
                <a:off x="3464" y="2291"/>
                <a:ext cx="1056" cy="0"/>
              </a:xfrm>
              <a:prstGeom prst="line">
                <a:avLst/>
              </a:prstGeom>
              <a:noFill/>
              <a:ln w="9525">
                <a:solidFill>
                  <a:srgbClr val="000000"/>
                </a:solidFill>
                <a:miter lim="800000"/>
                <a:headEnd/>
                <a:tailEnd/>
              </a:ln>
            </p:spPr>
            <p:txBody>
              <a:bodyPr/>
              <a:lstStyle/>
              <a:p>
                <a:pPr eaLnBrk="1" hangingPunct="1"/>
                <a:endParaRPr lang="en-AU">
                  <a:solidFill>
                    <a:srgbClr val="000000"/>
                  </a:solidFill>
                  <a:latin typeface="Arial" charset="0"/>
                  <a:ea typeface="+mn-ea"/>
                  <a:cs typeface="+mn-cs"/>
                </a:endParaRPr>
              </a:p>
            </p:txBody>
          </p:sp>
          <p:sp>
            <p:nvSpPr>
              <p:cNvPr id="167" name="Rectangle 28"/>
              <p:cNvSpPr>
                <a:spLocks noChangeArrowheads="1"/>
              </p:cNvSpPr>
              <p:nvPr/>
            </p:nvSpPr>
            <p:spPr bwMode="auto">
              <a:xfrm>
                <a:off x="3494" y="2315"/>
                <a:ext cx="75" cy="97"/>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1000">
                    <a:solidFill>
                      <a:srgbClr val="8B0000"/>
                    </a:solidFill>
                    <a:latin typeface="Arial" pitchFamily="34" charset="0"/>
                    <a:ea typeface="+mn-ea"/>
                    <a:cs typeface="+mn-cs"/>
                  </a:rPr>
                  <a:t>+ </a:t>
                </a:r>
                <a:endParaRPr lang="en-US">
                  <a:solidFill>
                    <a:srgbClr val="000000"/>
                  </a:solidFill>
                  <a:latin typeface="Arial" pitchFamily="34" charset="0"/>
                  <a:ea typeface="+mn-ea"/>
                  <a:cs typeface="+mn-cs"/>
                </a:endParaRPr>
              </a:p>
            </p:txBody>
          </p:sp>
          <p:sp>
            <p:nvSpPr>
              <p:cNvPr id="168" name="Rectangle 29"/>
              <p:cNvSpPr>
                <a:spLocks noChangeArrowheads="1"/>
              </p:cNvSpPr>
              <p:nvPr/>
            </p:nvSpPr>
            <p:spPr bwMode="auto">
              <a:xfrm>
                <a:off x="3620" y="2315"/>
                <a:ext cx="701" cy="97"/>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1000">
                    <a:solidFill>
                      <a:srgbClr val="8B0000"/>
                    </a:solidFill>
                    <a:latin typeface="Arial" pitchFamily="34" charset="0"/>
                    <a:ea typeface="+mn-ea"/>
                    <a:cs typeface="+mn-cs"/>
                  </a:rPr>
                  <a:t>phenomenonTime</a:t>
                </a:r>
                <a:endParaRPr lang="en-US">
                  <a:solidFill>
                    <a:srgbClr val="000000"/>
                  </a:solidFill>
                  <a:latin typeface="Arial" pitchFamily="34" charset="0"/>
                  <a:ea typeface="+mn-ea"/>
                  <a:cs typeface="+mn-cs"/>
                </a:endParaRPr>
              </a:p>
            </p:txBody>
          </p:sp>
          <p:sp>
            <p:nvSpPr>
              <p:cNvPr id="169" name="Rectangle 30"/>
              <p:cNvSpPr>
                <a:spLocks noChangeArrowheads="1"/>
              </p:cNvSpPr>
              <p:nvPr/>
            </p:nvSpPr>
            <p:spPr bwMode="auto">
              <a:xfrm>
                <a:off x="3494" y="2411"/>
                <a:ext cx="75" cy="97"/>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1000">
                    <a:solidFill>
                      <a:srgbClr val="8B0000"/>
                    </a:solidFill>
                    <a:latin typeface="Arial" pitchFamily="34" charset="0"/>
                    <a:ea typeface="+mn-ea"/>
                    <a:cs typeface="+mn-cs"/>
                  </a:rPr>
                  <a:t>+ </a:t>
                </a:r>
                <a:endParaRPr lang="en-US">
                  <a:solidFill>
                    <a:srgbClr val="000000"/>
                  </a:solidFill>
                  <a:latin typeface="Arial" pitchFamily="34" charset="0"/>
                  <a:ea typeface="+mn-ea"/>
                  <a:cs typeface="+mn-cs"/>
                </a:endParaRPr>
              </a:p>
            </p:txBody>
          </p:sp>
          <p:sp>
            <p:nvSpPr>
              <p:cNvPr id="170" name="Rectangle 31"/>
              <p:cNvSpPr>
                <a:spLocks noChangeArrowheads="1"/>
              </p:cNvSpPr>
              <p:nvPr/>
            </p:nvSpPr>
            <p:spPr bwMode="auto">
              <a:xfrm>
                <a:off x="3620" y="2411"/>
                <a:ext cx="408" cy="97"/>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1000" dirty="0">
                    <a:solidFill>
                      <a:srgbClr val="8B0000"/>
                    </a:solidFill>
                    <a:latin typeface="Arial" pitchFamily="34" charset="0"/>
                    <a:ea typeface="+mn-ea"/>
                    <a:cs typeface="+mn-cs"/>
                  </a:rPr>
                  <a:t>resultTime</a:t>
                </a:r>
                <a:endParaRPr lang="en-US" dirty="0">
                  <a:solidFill>
                    <a:srgbClr val="000000"/>
                  </a:solidFill>
                  <a:latin typeface="Arial" pitchFamily="34" charset="0"/>
                  <a:ea typeface="+mn-ea"/>
                  <a:cs typeface="+mn-cs"/>
                </a:endParaRPr>
              </a:p>
            </p:txBody>
          </p:sp>
          <p:sp>
            <p:nvSpPr>
              <p:cNvPr id="171" name="Rectangle 32"/>
              <p:cNvSpPr>
                <a:spLocks noChangeArrowheads="1"/>
              </p:cNvSpPr>
              <p:nvPr/>
            </p:nvSpPr>
            <p:spPr bwMode="auto">
              <a:xfrm>
                <a:off x="3494" y="2507"/>
                <a:ext cx="75" cy="97"/>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1000">
                    <a:solidFill>
                      <a:srgbClr val="8B0000"/>
                    </a:solidFill>
                    <a:latin typeface="Arial" pitchFamily="34" charset="0"/>
                    <a:ea typeface="+mn-ea"/>
                    <a:cs typeface="+mn-cs"/>
                  </a:rPr>
                  <a:t>+ </a:t>
                </a:r>
                <a:endParaRPr lang="en-US">
                  <a:solidFill>
                    <a:srgbClr val="000000"/>
                  </a:solidFill>
                  <a:latin typeface="Arial" pitchFamily="34" charset="0"/>
                  <a:ea typeface="+mn-ea"/>
                  <a:cs typeface="+mn-cs"/>
                </a:endParaRPr>
              </a:p>
            </p:txBody>
          </p:sp>
          <p:sp>
            <p:nvSpPr>
              <p:cNvPr id="172" name="Rectangle 33"/>
              <p:cNvSpPr>
                <a:spLocks noChangeArrowheads="1"/>
              </p:cNvSpPr>
              <p:nvPr/>
            </p:nvSpPr>
            <p:spPr bwMode="auto">
              <a:xfrm>
                <a:off x="3620" y="2507"/>
                <a:ext cx="591" cy="97"/>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1000">
                    <a:solidFill>
                      <a:srgbClr val="8B0000"/>
                    </a:solidFill>
                    <a:latin typeface="Arial" pitchFamily="34" charset="0"/>
                    <a:ea typeface="+mn-ea"/>
                    <a:cs typeface="+mn-cs"/>
                  </a:rPr>
                  <a:t>validTime [0..1]</a:t>
                </a:r>
                <a:endParaRPr lang="en-US">
                  <a:solidFill>
                    <a:srgbClr val="000000"/>
                  </a:solidFill>
                  <a:latin typeface="Arial" pitchFamily="34" charset="0"/>
                  <a:ea typeface="+mn-ea"/>
                  <a:cs typeface="+mn-cs"/>
                </a:endParaRPr>
              </a:p>
            </p:txBody>
          </p:sp>
          <p:sp>
            <p:nvSpPr>
              <p:cNvPr id="173" name="Rectangle 34"/>
              <p:cNvSpPr>
                <a:spLocks noChangeArrowheads="1"/>
              </p:cNvSpPr>
              <p:nvPr/>
            </p:nvSpPr>
            <p:spPr bwMode="auto">
              <a:xfrm>
                <a:off x="3494" y="2603"/>
                <a:ext cx="75" cy="97"/>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1000">
                    <a:solidFill>
                      <a:srgbClr val="8B0000"/>
                    </a:solidFill>
                    <a:latin typeface="Arial" pitchFamily="34" charset="0"/>
                    <a:ea typeface="+mn-ea"/>
                    <a:cs typeface="+mn-cs"/>
                  </a:rPr>
                  <a:t>+ </a:t>
                </a:r>
                <a:endParaRPr lang="en-US">
                  <a:solidFill>
                    <a:srgbClr val="000000"/>
                  </a:solidFill>
                  <a:latin typeface="Arial" pitchFamily="34" charset="0"/>
                  <a:ea typeface="+mn-ea"/>
                  <a:cs typeface="+mn-cs"/>
                </a:endParaRPr>
              </a:p>
            </p:txBody>
          </p:sp>
          <p:sp>
            <p:nvSpPr>
              <p:cNvPr id="174" name="Rectangle 35"/>
              <p:cNvSpPr>
                <a:spLocks noChangeArrowheads="1"/>
              </p:cNvSpPr>
              <p:nvPr/>
            </p:nvSpPr>
            <p:spPr bwMode="auto">
              <a:xfrm>
                <a:off x="3620" y="2603"/>
                <a:ext cx="687" cy="97"/>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1000">
                    <a:solidFill>
                      <a:srgbClr val="8B0000"/>
                    </a:solidFill>
                    <a:latin typeface="Arial" pitchFamily="34" charset="0"/>
                    <a:ea typeface="+mn-ea"/>
                    <a:cs typeface="+mn-cs"/>
                  </a:rPr>
                  <a:t>resultQuality [0..*]</a:t>
                </a:r>
                <a:endParaRPr lang="en-US">
                  <a:solidFill>
                    <a:srgbClr val="000000"/>
                  </a:solidFill>
                  <a:latin typeface="Arial" pitchFamily="34" charset="0"/>
                  <a:ea typeface="+mn-ea"/>
                  <a:cs typeface="+mn-cs"/>
                </a:endParaRPr>
              </a:p>
            </p:txBody>
          </p:sp>
          <p:sp>
            <p:nvSpPr>
              <p:cNvPr id="175" name="Rectangle 36"/>
              <p:cNvSpPr>
                <a:spLocks noChangeArrowheads="1"/>
              </p:cNvSpPr>
              <p:nvPr/>
            </p:nvSpPr>
            <p:spPr bwMode="auto">
              <a:xfrm>
                <a:off x="3494" y="2699"/>
                <a:ext cx="75" cy="97"/>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1000">
                    <a:solidFill>
                      <a:srgbClr val="8B0000"/>
                    </a:solidFill>
                    <a:latin typeface="Arial" pitchFamily="34" charset="0"/>
                    <a:ea typeface="+mn-ea"/>
                    <a:cs typeface="+mn-cs"/>
                  </a:rPr>
                  <a:t>+ </a:t>
                </a:r>
                <a:endParaRPr lang="en-US">
                  <a:solidFill>
                    <a:srgbClr val="000000"/>
                  </a:solidFill>
                  <a:latin typeface="Arial" pitchFamily="34" charset="0"/>
                  <a:ea typeface="+mn-ea"/>
                  <a:cs typeface="+mn-cs"/>
                </a:endParaRPr>
              </a:p>
            </p:txBody>
          </p:sp>
          <p:sp>
            <p:nvSpPr>
              <p:cNvPr id="176" name="Rectangle 37"/>
              <p:cNvSpPr>
                <a:spLocks noChangeArrowheads="1"/>
              </p:cNvSpPr>
              <p:nvPr/>
            </p:nvSpPr>
            <p:spPr bwMode="auto">
              <a:xfrm>
                <a:off x="3620" y="2699"/>
                <a:ext cx="599" cy="97"/>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1000">
                    <a:solidFill>
                      <a:srgbClr val="8B0000"/>
                    </a:solidFill>
                    <a:latin typeface="Arial" pitchFamily="34" charset="0"/>
                    <a:ea typeface="+mn-ea"/>
                    <a:cs typeface="+mn-cs"/>
                  </a:rPr>
                  <a:t>parameter [0..*]</a:t>
                </a:r>
                <a:endParaRPr lang="en-US">
                  <a:solidFill>
                    <a:srgbClr val="000000"/>
                  </a:solidFill>
                  <a:latin typeface="Arial" pitchFamily="34" charset="0"/>
                  <a:ea typeface="+mn-ea"/>
                  <a:cs typeface="+mn-cs"/>
                </a:endParaRPr>
              </a:p>
            </p:txBody>
          </p:sp>
        </p:grpSp>
        <p:grpSp>
          <p:nvGrpSpPr>
            <p:cNvPr id="14" name="Group 269"/>
            <p:cNvGrpSpPr>
              <a:grpSpLocks/>
            </p:cNvGrpSpPr>
            <p:nvPr/>
          </p:nvGrpSpPr>
          <p:grpSpPr bwMode="auto">
            <a:xfrm>
              <a:off x="7223001" y="4162688"/>
              <a:ext cx="1373187" cy="542925"/>
              <a:chOff x="4760" y="2135"/>
              <a:chExt cx="759" cy="342"/>
            </a:xfrm>
          </p:grpSpPr>
          <p:sp>
            <p:nvSpPr>
              <p:cNvPr id="123" name="Rectangle 38"/>
              <p:cNvSpPr>
                <a:spLocks noChangeArrowheads="1"/>
              </p:cNvSpPr>
              <p:nvPr/>
            </p:nvSpPr>
            <p:spPr bwMode="auto">
              <a:xfrm>
                <a:off x="4778" y="2153"/>
                <a:ext cx="708" cy="324"/>
              </a:xfrm>
              <a:prstGeom prst="rect">
                <a:avLst/>
              </a:prstGeom>
              <a:solidFill>
                <a:srgbClr val="C0BFC0"/>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124" name="Rectangle 39"/>
              <p:cNvSpPr>
                <a:spLocks noChangeArrowheads="1"/>
              </p:cNvSpPr>
              <p:nvPr/>
            </p:nvSpPr>
            <p:spPr bwMode="auto">
              <a:xfrm>
                <a:off x="4760" y="2135"/>
                <a:ext cx="12" cy="324"/>
              </a:xfrm>
              <a:prstGeom prst="rect">
                <a:avLst/>
              </a:prstGeom>
              <a:solidFill>
                <a:srgbClr val="B5E8E8"/>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125" name="Rectangle 40"/>
              <p:cNvSpPr>
                <a:spLocks noChangeArrowheads="1"/>
              </p:cNvSpPr>
              <p:nvPr/>
            </p:nvSpPr>
            <p:spPr bwMode="auto">
              <a:xfrm>
                <a:off x="4772" y="2135"/>
                <a:ext cx="12" cy="324"/>
              </a:xfrm>
              <a:prstGeom prst="rect">
                <a:avLst/>
              </a:prstGeom>
              <a:solidFill>
                <a:srgbClr val="B6E9E9"/>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126" name="Rectangle 41"/>
              <p:cNvSpPr>
                <a:spLocks noChangeArrowheads="1"/>
              </p:cNvSpPr>
              <p:nvPr/>
            </p:nvSpPr>
            <p:spPr bwMode="auto">
              <a:xfrm>
                <a:off x="4784" y="2135"/>
                <a:ext cx="18" cy="324"/>
              </a:xfrm>
              <a:prstGeom prst="rect">
                <a:avLst/>
              </a:prstGeom>
              <a:solidFill>
                <a:srgbClr val="B7EAEA"/>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127" name="Rectangle 42"/>
              <p:cNvSpPr>
                <a:spLocks noChangeArrowheads="1"/>
              </p:cNvSpPr>
              <p:nvPr/>
            </p:nvSpPr>
            <p:spPr bwMode="auto">
              <a:xfrm>
                <a:off x="4802" y="2135"/>
                <a:ext cx="12" cy="324"/>
              </a:xfrm>
              <a:prstGeom prst="rect">
                <a:avLst/>
              </a:prstGeom>
              <a:solidFill>
                <a:srgbClr val="B8EBEB"/>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128" name="Rectangle 43"/>
              <p:cNvSpPr>
                <a:spLocks noChangeArrowheads="1"/>
              </p:cNvSpPr>
              <p:nvPr/>
            </p:nvSpPr>
            <p:spPr bwMode="auto">
              <a:xfrm>
                <a:off x="4814" y="2135"/>
                <a:ext cx="18" cy="324"/>
              </a:xfrm>
              <a:prstGeom prst="rect">
                <a:avLst/>
              </a:prstGeom>
              <a:solidFill>
                <a:srgbClr val="B9ECEC"/>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129" name="Rectangle 44"/>
              <p:cNvSpPr>
                <a:spLocks noChangeArrowheads="1"/>
              </p:cNvSpPr>
              <p:nvPr/>
            </p:nvSpPr>
            <p:spPr bwMode="auto">
              <a:xfrm>
                <a:off x="4832" y="2135"/>
                <a:ext cx="12" cy="324"/>
              </a:xfrm>
              <a:prstGeom prst="rect">
                <a:avLst/>
              </a:prstGeom>
              <a:solidFill>
                <a:srgbClr val="BAEDED"/>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130" name="Rectangle 45"/>
              <p:cNvSpPr>
                <a:spLocks noChangeArrowheads="1"/>
              </p:cNvSpPr>
              <p:nvPr/>
            </p:nvSpPr>
            <p:spPr bwMode="auto">
              <a:xfrm>
                <a:off x="4844" y="2135"/>
                <a:ext cx="12" cy="324"/>
              </a:xfrm>
              <a:prstGeom prst="rect">
                <a:avLst/>
              </a:prstGeom>
              <a:solidFill>
                <a:srgbClr val="BBEEEE"/>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131" name="Rectangle 46"/>
              <p:cNvSpPr>
                <a:spLocks noChangeArrowheads="1"/>
              </p:cNvSpPr>
              <p:nvPr/>
            </p:nvSpPr>
            <p:spPr bwMode="auto">
              <a:xfrm>
                <a:off x="4856" y="2135"/>
                <a:ext cx="18" cy="324"/>
              </a:xfrm>
              <a:prstGeom prst="rect">
                <a:avLst/>
              </a:prstGeom>
              <a:solidFill>
                <a:srgbClr val="BCEFEF"/>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132" name="Rectangle 47"/>
              <p:cNvSpPr>
                <a:spLocks noChangeArrowheads="1"/>
              </p:cNvSpPr>
              <p:nvPr/>
            </p:nvSpPr>
            <p:spPr bwMode="auto">
              <a:xfrm>
                <a:off x="4874" y="2135"/>
                <a:ext cx="12" cy="324"/>
              </a:xfrm>
              <a:prstGeom prst="rect">
                <a:avLst/>
              </a:prstGeom>
              <a:solidFill>
                <a:srgbClr val="BDF0F0"/>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133" name="Rectangle 48"/>
              <p:cNvSpPr>
                <a:spLocks noChangeArrowheads="1"/>
              </p:cNvSpPr>
              <p:nvPr/>
            </p:nvSpPr>
            <p:spPr bwMode="auto">
              <a:xfrm>
                <a:off x="4886" y="2135"/>
                <a:ext cx="18" cy="324"/>
              </a:xfrm>
              <a:prstGeom prst="rect">
                <a:avLst/>
              </a:prstGeom>
              <a:solidFill>
                <a:srgbClr val="BEF1F1"/>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134" name="Rectangle 49"/>
              <p:cNvSpPr>
                <a:spLocks noChangeArrowheads="1"/>
              </p:cNvSpPr>
              <p:nvPr/>
            </p:nvSpPr>
            <p:spPr bwMode="auto">
              <a:xfrm>
                <a:off x="4904" y="2135"/>
                <a:ext cx="12" cy="324"/>
              </a:xfrm>
              <a:prstGeom prst="rect">
                <a:avLst/>
              </a:prstGeom>
              <a:solidFill>
                <a:srgbClr val="BFF2F2"/>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135" name="Rectangle 50"/>
              <p:cNvSpPr>
                <a:spLocks noChangeArrowheads="1"/>
              </p:cNvSpPr>
              <p:nvPr/>
            </p:nvSpPr>
            <p:spPr bwMode="auto">
              <a:xfrm>
                <a:off x="4916" y="2135"/>
                <a:ext cx="18" cy="324"/>
              </a:xfrm>
              <a:prstGeom prst="rect">
                <a:avLst/>
              </a:prstGeom>
              <a:solidFill>
                <a:srgbClr val="C0F3F3"/>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136" name="Rectangle 51"/>
              <p:cNvSpPr>
                <a:spLocks noChangeArrowheads="1"/>
              </p:cNvSpPr>
              <p:nvPr/>
            </p:nvSpPr>
            <p:spPr bwMode="auto">
              <a:xfrm>
                <a:off x="4934" y="2135"/>
                <a:ext cx="18" cy="324"/>
              </a:xfrm>
              <a:prstGeom prst="rect">
                <a:avLst/>
              </a:prstGeom>
              <a:solidFill>
                <a:srgbClr val="C1F4F4"/>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137" name="Rectangle 52"/>
              <p:cNvSpPr>
                <a:spLocks noChangeArrowheads="1"/>
              </p:cNvSpPr>
              <p:nvPr/>
            </p:nvSpPr>
            <p:spPr bwMode="auto">
              <a:xfrm>
                <a:off x="4952" y="2135"/>
                <a:ext cx="24" cy="324"/>
              </a:xfrm>
              <a:prstGeom prst="rect">
                <a:avLst/>
              </a:prstGeom>
              <a:solidFill>
                <a:srgbClr val="C2F5F5"/>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138" name="Rectangle 53"/>
              <p:cNvSpPr>
                <a:spLocks noChangeArrowheads="1"/>
              </p:cNvSpPr>
              <p:nvPr/>
            </p:nvSpPr>
            <p:spPr bwMode="auto">
              <a:xfrm>
                <a:off x="4976" y="2135"/>
                <a:ext cx="18" cy="324"/>
              </a:xfrm>
              <a:prstGeom prst="rect">
                <a:avLst/>
              </a:prstGeom>
              <a:solidFill>
                <a:srgbClr val="C3F6F6"/>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139" name="Rectangle 54"/>
              <p:cNvSpPr>
                <a:spLocks noChangeArrowheads="1"/>
              </p:cNvSpPr>
              <p:nvPr/>
            </p:nvSpPr>
            <p:spPr bwMode="auto">
              <a:xfrm>
                <a:off x="4994" y="2135"/>
                <a:ext cx="12" cy="324"/>
              </a:xfrm>
              <a:prstGeom prst="rect">
                <a:avLst/>
              </a:prstGeom>
              <a:solidFill>
                <a:srgbClr val="C4F7F7"/>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140" name="Rectangle 55"/>
              <p:cNvSpPr>
                <a:spLocks noChangeArrowheads="1"/>
              </p:cNvSpPr>
              <p:nvPr/>
            </p:nvSpPr>
            <p:spPr bwMode="auto">
              <a:xfrm>
                <a:off x="5006" y="2135"/>
                <a:ext cx="18" cy="324"/>
              </a:xfrm>
              <a:prstGeom prst="rect">
                <a:avLst/>
              </a:prstGeom>
              <a:solidFill>
                <a:srgbClr val="C5F8F8"/>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141" name="Rectangle 56"/>
              <p:cNvSpPr>
                <a:spLocks noChangeArrowheads="1"/>
              </p:cNvSpPr>
              <p:nvPr/>
            </p:nvSpPr>
            <p:spPr bwMode="auto">
              <a:xfrm>
                <a:off x="5024" y="2135"/>
                <a:ext cx="12" cy="324"/>
              </a:xfrm>
              <a:prstGeom prst="rect">
                <a:avLst/>
              </a:prstGeom>
              <a:solidFill>
                <a:srgbClr val="C6F9F9"/>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142" name="Rectangle 57"/>
              <p:cNvSpPr>
                <a:spLocks noChangeArrowheads="1"/>
              </p:cNvSpPr>
              <p:nvPr/>
            </p:nvSpPr>
            <p:spPr bwMode="auto">
              <a:xfrm>
                <a:off x="5036" y="2135"/>
                <a:ext cx="12" cy="324"/>
              </a:xfrm>
              <a:prstGeom prst="rect">
                <a:avLst/>
              </a:prstGeom>
              <a:solidFill>
                <a:srgbClr val="C7FAFA"/>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143" name="Rectangle 58"/>
              <p:cNvSpPr>
                <a:spLocks noChangeArrowheads="1"/>
              </p:cNvSpPr>
              <p:nvPr/>
            </p:nvSpPr>
            <p:spPr bwMode="auto">
              <a:xfrm>
                <a:off x="5048" y="2135"/>
                <a:ext cx="18" cy="324"/>
              </a:xfrm>
              <a:prstGeom prst="rect">
                <a:avLst/>
              </a:prstGeom>
              <a:solidFill>
                <a:srgbClr val="C8FBFB"/>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144" name="Rectangle 59"/>
              <p:cNvSpPr>
                <a:spLocks noChangeArrowheads="1"/>
              </p:cNvSpPr>
              <p:nvPr/>
            </p:nvSpPr>
            <p:spPr bwMode="auto">
              <a:xfrm>
                <a:off x="5066" y="2135"/>
                <a:ext cx="12" cy="324"/>
              </a:xfrm>
              <a:prstGeom prst="rect">
                <a:avLst/>
              </a:prstGeom>
              <a:solidFill>
                <a:srgbClr val="C9FCFC"/>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145" name="Rectangle 60"/>
              <p:cNvSpPr>
                <a:spLocks noChangeArrowheads="1"/>
              </p:cNvSpPr>
              <p:nvPr/>
            </p:nvSpPr>
            <p:spPr bwMode="auto">
              <a:xfrm>
                <a:off x="5078" y="2135"/>
                <a:ext cx="18" cy="324"/>
              </a:xfrm>
              <a:prstGeom prst="rect">
                <a:avLst/>
              </a:prstGeom>
              <a:solidFill>
                <a:srgbClr val="CAFDFD"/>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146" name="Rectangle 61"/>
              <p:cNvSpPr>
                <a:spLocks noChangeArrowheads="1"/>
              </p:cNvSpPr>
              <p:nvPr/>
            </p:nvSpPr>
            <p:spPr bwMode="auto">
              <a:xfrm>
                <a:off x="5096" y="2135"/>
                <a:ext cx="12" cy="324"/>
              </a:xfrm>
              <a:prstGeom prst="rect">
                <a:avLst/>
              </a:prstGeom>
              <a:solidFill>
                <a:srgbClr val="CBFEFE"/>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147" name="Rectangle 62"/>
              <p:cNvSpPr>
                <a:spLocks noChangeArrowheads="1"/>
              </p:cNvSpPr>
              <p:nvPr/>
            </p:nvSpPr>
            <p:spPr bwMode="auto">
              <a:xfrm>
                <a:off x="5108" y="2135"/>
                <a:ext cx="360" cy="324"/>
              </a:xfrm>
              <a:prstGeom prst="rect">
                <a:avLst/>
              </a:prstGeom>
              <a:solidFill>
                <a:srgbClr val="CCFFFF"/>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148" name="Rectangle 63"/>
              <p:cNvSpPr>
                <a:spLocks noChangeArrowheads="1"/>
              </p:cNvSpPr>
              <p:nvPr/>
            </p:nvSpPr>
            <p:spPr bwMode="auto">
              <a:xfrm>
                <a:off x="4760" y="2135"/>
                <a:ext cx="708" cy="324"/>
              </a:xfrm>
              <a:prstGeom prst="rect">
                <a:avLst/>
              </a:prstGeom>
              <a:noFill/>
              <a:ln w="9525">
                <a:solidFill>
                  <a:srgbClr val="000000"/>
                </a:solid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149" name="Rectangle 64"/>
              <p:cNvSpPr>
                <a:spLocks noChangeArrowheads="1"/>
              </p:cNvSpPr>
              <p:nvPr/>
            </p:nvSpPr>
            <p:spPr bwMode="auto">
              <a:xfrm>
                <a:off x="4802" y="2189"/>
                <a:ext cx="717" cy="97"/>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1000" dirty="0">
                    <a:solidFill>
                      <a:srgbClr val="000000"/>
                    </a:solidFill>
                    <a:latin typeface="Arial" pitchFamily="34" charset="0"/>
                    <a:ea typeface="+mn-ea"/>
                    <a:cs typeface="+mn-cs"/>
                  </a:rPr>
                  <a:t>GF_PropertyType</a:t>
                </a:r>
                <a:endParaRPr lang="en-US" dirty="0">
                  <a:solidFill>
                    <a:srgbClr val="000000"/>
                  </a:solidFill>
                  <a:latin typeface="Arial" pitchFamily="34" charset="0"/>
                  <a:ea typeface="+mn-ea"/>
                  <a:cs typeface="+mn-cs"/>
                </a:endParaRPr>
              </a:p>
            </p:txBody>
          </p:sp>
          <p:sp>
            <p:nvSpPr>
              <p:cNvPr id="150" name="Line 65"/>
              <p:cNvSpPr>
                <a:spLocks noChangeShapeType="1"/>
              </p:cNvSpPr>
              <p:nvPr/>
            </p:nvSpPr>
            <p:spPr bwMode="auto">
              <a:xfrm>
                <a:off x="4760" y="2315"/>
                <a:ext cx="708" cy="0"/>
              </a:xfrm>
              <a:prstGeom prst="line">
                <a:avLst/>
              </a:prstGeom>
              <a:noFill/>
              <a:ln w="9525">
                <a:solidFill>
                  <a:srgbClr val="000000"/>
                </a:solidFill>
                <a:miter lim="800000"/>
                <a:headEnd/>
                <a:tailEnd/>
              </a:ln>
            </p:spPr>
            <p:txBody>
              <a:bodyPr/>
              <a:lstStyle/>
              <a:p>
                <a:pPr eaLnBrk="1" hangingPunct="1"/>
                <a:endParaRPr lang="en-AU">
                  <a:solidFill>
                    <a:srgbClr val="000000"/>
                  </a:solidFill>
                  <a:latin typeface="Arial" charset="0"/>
                  <a:ea typeface="+mn-ea"/>
                  <a:cs typeface="+mn-cs"/>
                </a:endParaRPr>
              </a:p>
            </p:txBody>
          </p:sp>
        </p:grpSp>
        <p:grpSp>
          <p:nvGrpSpPr>
            <p:cNvPr id="15" name="Group 264"/>
            <p:cNvGrpSpPr>
              <a:grpSpLocks/>
            </p:cNvGrpSpPr>
            <p:nvPr/>
          </p:nvGrpSpPr>
          <p:grpSpPr bwMode="auto">
            <a:xfrm>
              <a:off x="7083301" y="2611700"/>
              <a:ext cx="1066800" cy="542925"/>
              <a:chOff x="1790" y="2225"/>
              <a:chExt cx="606" cy="342"/>
            </a:xfrm>
          </p:grpSpPr>
          <p:sp>
            <p:nvSpPr>
              <p:cNvPr id="95" name="Rectangle 66"/>
              <p:cNvSpPr>
                <a:spLocks noChangeArrowheads="1"/>
              </p:cNvSpPr>
              <p:nvPr/>
            </p:nvSpPr>
            <p:spPr bwMode="auto">
              <a:xfrm>
                <a:off x="1808" y="2243"/>
                <a:ext cx="588" cy="324"/>
              </a:xfrm>
              <a:prstGeom prst="rect">
                <a:avLst/>
              </a:prstGeom>
              <a:solidFill>
                <a:srgbClr val="C0BFC0"/>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96" name="Rectangle 67"/>
              <p:cNvSpPr>
                <a:spLocks noChangeArrowheads="1"/>
              </p:cNvSpPr>
              <p:nvPr/>
            </p:nvSpPr>
            <p:spPr bwMode="auto">
              <a:xfrm>
                <a:off x="1790" y="2225"/>
                <a:ext cx="12" cy="324"/>
              </a:xfrm>
              <a:prstGeom prst="rect">
                <a:avLst/>
              </a:prstGeom>
              <a:solidFill>
                <a:srgbClr val="E8E8C9"/>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97" name="Rectangle 68"/>
              <p:cNvSpPr>
                <a:spLocks noChangeArrowheads="1"/>
              </p:cNvSpPr>
              <p:nvPr/>
            </p:nvSpPr>
            <p:spPr bwMode="auto">
              <a:xfrm>
                <a:off x="1802" y="2225"/>
                <a:ext cx="12" cy="324"/>
              </a:xfrm>
              <a:prstGeom prst="rect">
                <a:avLst/>
              </a:prstGeom>
              <a:solidFill>
                <a:srgbClr val="E9E9CA"/>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98" name="Rectangle 69"/>
              <p:cNvSpPr>
                <a:spLocks noChangeArrowheads="1"/>
              </p:cNvSpPr>
              <p:nvPr/>
            </p:nvSpPr>
            <p:spPr bwMode="auto">
              <a:xfrm>
                <a:off x="1814" y="2225"/>
                <a:ext cx="12" cy="324"/>
              </a:xfrm>
              <a:prstGeom prst="rect">
                <a:avLst/>
              </a:prstGeom>
              <a:solidFill>
                <a:srgbClr val="EAEACB"/>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99" name="Rectangle 70"/>
              <p:cNvSpPr>
                <a:spLocks noChangeArrowheads="1"/>
              </p:cNvSpPr>
              <p:nvPr/>
            </p:nvSpPr>
            <p:spPr bwMode="auto">
              <a:xfrm>
                <a:off x="1826" y="2225"/>
                <a:ext cx="12" cy="324"/>
              </a:xfrm>
              <a:prstGeom prst="rect">
                <a:avLst/>
              </a:prstGeom>
              <a:solidFill>
                <a:srgbClr val="EBEBCC"/>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100" name="Rectangle 71"/>
              <p:cNvSpPr>
                <a:spLocks noChangeArrowheads="1"/>
              </p:cNvSpPr>
              <p:nvPr/>
            </p:nvSpPr>
            <p:spPr bwMode="auto">
              <a:xfrm>
                <a:off x="1838" y="2225"/>
                <a:ext cx="12" cy="324"/>
              </a:xfrm>
              <a:prstGeom prst="rect">
                <a:avLst/>
              </a:prstGeom>
              <a:solidFill>
                <a:srgbClr val="ECECCD"/>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101" name="Rectangle 72"/>
              <p:cNvSpPr>
                <a:spLocks noChangeArrowheads="1"/>
              </p:cNvSpPr>
              <p:nvPr/>
            </p:nvSpPr>
            <p:spPr bwMode="auto">
              <a:xfrm>
                <a:off x="1850" y="2225"/>
                <a:ext cx="12" cy="324"/>
              </a:xfrm>
              <a:prstGeom prst="rect">
                <a:avLst/>
              </a:prstGeom>
              <a:solidFill>
                <a:srgbClr val="EDEDCE"/>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102" name="Rectangle 73"/>
              <p:cNvSpPr>
                <a:spLocks noChangeArrowheads="1"/>
              </p:cNvSpPr>
              <p:nvPr/>
            </p:nvSpPr>
            <p:spPr bwMode="auto">
              <a:xfrm>
                <a:off x="1862" y="2225"/>
                <a:ext cx="12" cy="324"/>
              </a:xfrm>
              <a:prstGeom prst="rect">
                <a:avLst/>
              </a:prstGeom>
              <a:solidFill>
                <a:srgbClr val="EEEECF"/>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103" name="Rectangle 74"/>
              <p:cNvSpPr>
                <a:spLocks noChangeArrowheads="1"/>
              </p:cNvSpPr>
              <p:nvPr/>
            </p:nvSpPr>
            <p:spPr bwMode="auto">
              <a:xfrm>
                <a:off x="1874" y="2225"/>
                <a:ext cx="12" cy="324"/>
              </a:xfrm>
              <a:prstGeom prst="rect">
                <a:avLst/>
              </a:prstGeom>
              <a:solidFill>
                <a:srgbClr val="EFEFD0"/>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104" name="Rectangle 75"/>
              <p:cNvSpPr>
                <a:spLocks noChangeArrowheads="1"/>
              </p:cNvSpPr>
              <p:nvPr/>
            </p:nvSpPr>
            <p:spPr bwMode="auto">
              <a:xfrm>
                <a:off x="1886" y="2225"/>
                <a:ext cx="12" cy="324"/>
              </a:xfrm>
              <a:prstGeom prst="rect">
                <a:avLst/>
              </a:prstGeom>
              <a:solidFill>
                <a:srgbClr val="F0F0D1"/>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105" name="Rectangle 76"/>
              <p:cNvSpPr>
                <a:spLocks noChangeArrowheads="1"/>
              </p:cNvSpPr>
              <p:nvPr/>
            </p:nvSpPr>
            <p:spPr bwMode="auto">
              <a:xfrm>
                <a:off x="1898" y="2225"/>
                <a:ext cx="12" cy="324"/>
              </a:xfrm>
              <a:prstGeom prst="rect">
                <a:avLst/>
              </a:prstGeom>
              <a:solidFill>
                <a:srgbClr val="F1F1D2"/>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106" name="Rectangle 77"/>
              <p:cNvSpPr>
                <a:spLocks noChangeArrowheads="1"/>
              </p:cNvSpPr>
              <p:nvPr/>
            </p:nvSpPr>
            <p:spPr bwMode="auto">
              <a:xfrm>
                <a:off x="1910" y="2225"/>
                <a:ext cx="12" cy="324"/>
              </a:xfrm>
              <a:prstGeom prst="rect">
                <a:avLst/>
              </a:prstGeom>
              <a:solidFill>
                <a:srgbClr val="F2F2D3"/>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107" name="Rectangle 78"/>
              <p:cNvSpPr>
                <a:spLocks noChangeArrowheads="1"/>
              </p:cNvSpPr>
              <p:nvPr/>
            </p:nvSpPr>
            <p:spPr bwMode="auto">
              <a:xfrm>
                <a:off x="1922" y="2225"/>
                <a:ext cx="12" cy="324"/>
              </a:xfrm>
              <a:prstGeom prst="rect">
                <a:avLst/>
              </a:prstGeom>
              <a:solidFill>
                <a:srgbClr val="F3F3D4"/>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108" name="Rectangle 79"/>
              <p:cNvSpPr>
                <a:spLocks noChangeArrowheads="1"/>
              </p:cNvSpPr>
              <p:nvPr/>
            </p:nvSpPr>
            <p:spPr bwMode="auto">
              <a:xfrm>
                <a:off x="1934" y="2225"/>
                <a:ext cx="18" cy="324"/>
              </a:xfrm>
              <a:prstGeom prst="rect">
                <a:avLst/>
              </a:prstGeom>
              <a:solidFill>
                <a:srgbClr val="F4F4D5"/>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109" name="Rectangle 80"/>
              <p:cNvSpPr>
                <a:spLocks noChangeArrowheads="1"/>
              </p:cNvSpPr>
              <p:nvPr/>
            </p:nvSpPr>
            <p:spPr bwMode="auto">
              <a:xfrm>
                <a:off x="1952" y="2225"/>
                <a:ext cx="18" cy="324"/>
              </a:xfrm>
              <a:prstGeom prst="rect">
                <a:avLst/>
              </a:prstGeom>
              <a:solidFill>
                <a:srgbClr val="F5F5D6"/>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110" name="Rectangle 81"/>
              <p:cNvSpPr>
                <a:spLocks noChangeArrowheads="1"/>
              </p:cNvSpPr>
              <p:nvPr/>
            </p:nvSpPr>
            <p:spPr bwMode="auto">
              <a:xfrm>
                <a:off x="1970" y="2225"/>
                <a:ext cx="12" cy="324"/>
              </a:xfrm>
              <a:prstGeom prst="rect">
                <a:avLst/>
              </a:prstGeom>
              <a:solidFill>
                <a:srgbClr val="F6F6D7"/>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111" name="Rectangle 82"/>
              <p:cNvSpPr>
                <a:spLocks noChangeArrowheads="1"/>
              </p:cNvSpPr>
              <p:nvPr/>
            </p:nvSpPr>
            <p:spPr bwMode="auto">
              <a:xfrm>
                <a:off x="1982" y="2225"/>
                <a:ext cx="12" cy="324"/>
              </a:xfrm>
              <a:prstGeom prst="rect">
                <a:avLst/>
              </a:prstGeom>
              <a:solidFill>
                <a:srgbClr val="F7F7D8"/>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112" name="Rectangle 83"/>
              <p:cNvSpPr>
                <a:spLocks noChangeArrowheads="1"/>
              </p:cNvSpPr>
              <p:nvPr/>
            </p:nvSpPr>
            <p:spPr bwMode="auto">
              <a:xfrm>
                <a:off x="1994" y="2225"/>
                <a:ext cx="12" cy="324"/>
              </a:xfrm>
              <a:prstGeom prst="rect">
                <a:avLst/>
              </a:prstGeom>
              <a:solidFill>
                <a:srgbClr val="F8F8D9"/>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113" name="Rectangle 84"/>
              <p:cNvSpPr>
                <a:spLocks noChangeArrowheads="1"/>
              </p:cNvSpPr>
              <p:nvPr/>
            </p:nvSpPr>
            <p:spPr bwMode="auto">
              <a:xfrm>
                <a:off x="2006" y="2225"/>
                <a:ext cx="12" cy="324"/>
              </a:xfrm>
              <a:prstGeom prst="rect">
                <a:avLst/>
              </a:prstGeom>
              <a:solidFill>
                <a:srgbClr val="F9F9DA"/>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114" name="Rectangle 85"/>
              <p:cNvSpPr>
                <a:spLocks noChangeArrowheads="1"/>
              </p:cNvSpPr>
              <p:nvPr/>
            </p:nvSpPr>
            <p:spPr bwMode="auto">
              <a:xfrm>
                <a:off x="2018" y="2225"/>
                <a:ext cx="12" cy="324"/>
              </a:xfrm>
              <a:prstGeom prst="rect">
                <a:avLst/>
              </a:prstGeom>
              <a:solidFill>
                <a:srgbClr val="FAFADB"/>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115" name="Rectangle 86"/>
              <p:cNvSpPr>
                <a:spLocks noChangeArrowheads="1"/>
              </p:cNvSpPr>
              <p:nvPr/>
            </p:nvSpPr>
            <p:spPr bwMode="auto">
              <a:xfrm>
                <a:off x="2030" y="2225"/>
                <a:ext cx="12" cy="324"/>
              </a:xfrm>
              <a:prstGeom prst="rect">
                <a:avLst/>
              </a:prstGeom>
              <a:solidFill>
                <a:srgbClr val="FBFBDC"/>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116" name="Rectangle 87"/>
              <p:cNvSpPr>
                <a:spLocks noChangeArrowheads="1"/>
              </p:cNvSpPr>
              <p:nvPr/>
            </p:nvSpPr>
            <p:spPr bwMode="auto">
              <a:xfrm>
                <a:off x="2042" y="2225"/>
                <a:ext cx="12" cy="324"/>
              </a:xfrm>
              <a:prstGeom prst="rect">
                <a:avLst/>
              </a:prstGeom>
              <a:solidFill>
                <a:srgbClr val="FCFCDD"/>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117" name="Rectangle 88"/>
              <p:cNvSpPr>
                <a:spLocks noChangeArrowheads="1"/>
              </p:cNvSpPr>
              <p:nvPr/>
            </p:nvSpPr>
            <p:spPr bwMode="auto">
              <a:xfrm>
                <a:off x="2054" y="2225"/>
                <a:ext cx="12" cy="324"/>
              </a:xfrm>
              <a:prstGeom prst="rect">
                <a:avLst/>
              </a:prstGeom>
              <a:solidFill>
                <a:srgbClr val="FDFDDE"/>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118" name="Rectangle 89"/>
              <p:cNvSpPr>
                <a:spLocks noChangeArrowheads="1"/>
              </p:cNvSpPr>
              <p:nvPr/>
            </p:nvSpPr>
            <p:spPr bwMode="auto">
              <a:xfrm>
                <a:off x="2066" y="2225"/>
                <a:ext cx="12" cy="324"/>
              </a:xfrm>
              <a:prstGeom prst="rect">
                <a:avLst/>
              </a:prstGeom>
              <a:solidFill>
                <a:srgbClr val="FEFEDF"/>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119" name="Rectangle 90"/>
              <p:cNvSpPr>
                <a:spLocks noChangeArrowheads="1"/>
              </p:cNvSpPr>
              <p:nvPr/>
            </p:nvSpPr>
            <p:spPr bwMode="auto">
              <a:xfrm>
                <a:off x="2078" y="2225"/>
                <a:ext cx="300" cy="324"/>
              </a:xfrm>
              <a:prstGeom prst="rect">
                <a:avLst/>
              </a:prstGeom>
              <a:solidFill>
                <a:srgbClr val="FFFFE0"/>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120" name="Rectangle 91"/>
              <p:cNvSpPr>
                <a:spLocks noChangeArrowheads="1"/>
              </p:cNvSpPr>
              <p:nvPr/>
            </p:nvSpPr>
            <p:spPr bwMode="auto">
              <a:xfrm>
                <a:off x="1790" y="2225"/>
                <a:ext cx="588" cy="324"/>
              </a:xfrm>
              <a:prstGeom prst="rect">
                <a:avLst/>
              </a:prstGeom>
              <a:noFill/>
              <a:ln w="9525">
                <a:solidFill>
                  <a:srgbClr val="000000"/>
                </a:solid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121" name="Rectangle 92"/>
              <p:cNvSpPr>
                <a:spLocks noChangeArrowheads="1"/>
              </p:cNvSpPr>
              <p:nvPr/>
            </p:nvSpPr>
            <p:spPr bwMode="auto">
              <a:xfrm>
                <a:off x="1868" y="2279"/>
                <a:ext cx="493" cy="97"/>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1000">
                    <a:solidFill>
                      <a:srgbClr val="000000"/>
                    </a:solidFill>
                    <a:latin typeface="Arial" pitchFamily="34" charset="0"/>
                    <a:ea typeface="+mn-ea"/>
                    <a:cs typeface="+mn-cs"/>
                  </a:rPr>
                  <a:t>GFI_Feature</a:t>
                </a:r>
                <a:endParaRPr lang="en-US">
                  <a:solidFill>
                    <a:srgbClr val="000000"/>
                  </a:solidFill>
                  <a:latin typeface="Arial" pitchFamily="34" charset="0"/>
                  <a:ea typeface="+mn-ea"/>
                  <a:cs typeface="+mn-cs"/>
                </a:endParaRPr>
              </a:p>
            </p:txBody>
          </p:sp>
          <p:sp>
            <p:nvSpPr>
              <p:cNvPr id="122" name="Line 93"/>
              <p:cNvSpPr>
                <a:spLocks noChangeShapeType="1"/>
              </p:cNvSpPr>
              <p:nvPr/>
            </p:nvSpPr>
            <p:spPr bwMode="auto">
              <a:xfrm>
                <a:off x="1790" y="2405"/>
                <a:ext cx="588" cy="0"/>
              </a:xfrm>
              <a:prstGeom prst="line">
                <a:avLst/>
              </a:prstGeom>
              <a:noFill/>
              <a:ln w="9525">
                <a:solidFill>
                  <a:srgbClr val="000000"/>
                </a:solidFill>
                <a:miter lim="800000"/>
                <a:headEnd/>
                <a:tailEnd/>
              </a:ln>
            </p:spPr>
            <p:txBody>
              <a:bodyPr/>
              <a:lstStyle/>
              <a:p>
                <a:pPr eaLnBrk="1" hangingPunct="1"/>
                <a:endParaRPr lang="en-AU">
                  <a:solidFill>
                    <a:srgbClr val="000000"/>
                  </a:solidFill>
                  <a:latin typeface="Arial" charset="0"/>
                  <a:ea typeface="+mn-ea"/>
                  <a:cs typeface="+mn-cs"/>
                </a:endParaRPr>
              </a:p>
            </p:txBody>
          </p:sp>
        </p:grpSp>
        <p:grpSp>
          <p:nvGrpSpPr>
            <p:cNvPr id="16" name="Group 267"/>
            <p:cNvGrpSpPr>
              <a:grpSpLocks/>
            </p:cNvGrpSpPr>
            <p:nvPr/>
          </p:nvGrpSpPr>
          <p:grpSpPr bwMode="auto">
            <a:xfrm>
              <a:off x="5446588" y="5972438"/>
              <a:ext cx="1133475" cy="542925"/>
              <a:chOff x="3548" y="3275"/>
              <a:chExt cx="594" cy="342"/>
            </a:xfrm>
          </p:grpSpPr>
          <p:sp>
            <p:nvSpPr>
              <p:cNvPr id="67" name="Rectangle 94"/>
              <p:cNvSpPr>
                <a:spLocks noChangeArrowheads="1"/>
              </p:cNvSpPr>
              <p:nvPr/>
            </p:nvSpPr>
            <p:spPr bwMode="auto">
              <a:xfrm>
                <a:off x="3566" y="3293"/>
                <a:ext cx="576" cy="324"/>
              </a:xfrm>
              <a:prstGeom prst="rect">
                <a:avLst/>
              </a:prstGeom>
              <a:solidFill>
                <a:srgbClr val="C0BFC0"/>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68" name="Rectangle 95"/>
              <p:cNvSpPr>
                <a:spLocks noChangeArrowheads="1"/>
              </p:cNvSpPr>
              <p:nvPr/>
            </p:nvSpPr>
            <p:spPr bwMode="auto">
              <a:xfrm>
                <a:off x="3548" y="3275"/>
                <a:ext cx="12" cy="324"/>
              </a:xfrm>
              <a:prstGeom prst="rect">
                <a:avLst/>
              </a:prstGeom>
              <a:solidFill>
                <a:srgbClr val="B582E8"/>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69" name="Rectangle 96"/>
              <p:cNvSpPr>
                <a:spLocks noChangeArrowheads="1"/>
              </p:cNvSpPr>
              <p:nvPr/>
            </p:nvSpPr>
            <p:spPr bwMode="auto">
              <a:xfrm>
                <a:off x="3560" y="3275"/>
                <a:ext cx="6" cy="324"/>
              </a:xfrm>
              <a:prstGeom prst="rect">
                <a:avLst/>
              </a:prstGeom>
              <a:solidFill>
                <a:srgbClr val="B683E9"/>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70" name="Rectangle 97"/>
              <p:cNvSpPr>
                <a:spLocks noChangeArrowheads="1"/>
              </p:cNvSpPr>
              <p:nvPr/>
            </p:nvSpPr>
            <p:spPr bwMode="auto">
              <a:xfrm>
                <a:off x="3566" y="3275"/>
                <a:ext cx="18" cy="324"/>
              </a:xfrm>
              <a:prstGeom prst="rect">
                <a:avLst/>
              </a:prstGeom>
              <a:solidFill>
                <a:srgbClr val="B784EA"/>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71" name="Rectangle 98"/>
              <p:cNvSpPr>
                <a:spLocks noChangeArrowheads="1"/>
              </p:cNvSpPr>
              <p:nvPr/>
            </p:nvSpPr>
            <p:spPr bwMode="auto">
              <a:xfrm>
                <a:off x="3584" y="3275"/>
                <a:ext cx="12" cy="324"/>
              </a:xfrm>
              <a:prstGeom prst="rect">
                <a:avLst/>
              </a:prstGeom>
              <a:solidFill>
                <a:srgbClr val="B885EB"/>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72" name="Rectangle 99"/>
              <p:cNvSpPr>
                <a:spLocks noChangeArrowheads="1"/>
              </p:cNvSpPr>
              <p:nvPr/>
            </p:nvSpPr>
            <p:spPr bwMode="auto">
              <a:xfrm>
                <a:off x="3596" y="3275"/>
                <a:ext cx="6" cy="324"/>
              </a:xfrm>
              <a:prstGeom prst="rect">
                <a:avLst/>
              </a:prstGeom>
              <a:solidFill>
                <a:srgbClr val="B986EC"/>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73" name="Rectangle 100"/>
              <p:cNvSpPr>
                <a:spLocks noChangeArrowheads="1"/>
              </p:cNvSpPr>
              <p:nvPr/>
            </p:nvSpPr>
            <p:spPr bwMode="auto">
              <a:xfrm>
                <a:off x="3602" y="3275"/>
                <a:ext cx="18" cy="324"/>
              </a:xfrm>
              <a:prstGeom prst="rect">
                <a:avLst/>
              </a:prstGeom>
              <a:solidFill>
                <a:srgbClr val="BA87ED"/>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74" name="Rectangle 101"/>
              <p:cNvSpPr>
                <a:spLocks noChangeArrowheads="1"/>
              </p:cNvSpPr>
              <p:nvPr/>
            </p:nvSpPr>
            <p:spPr bwMode="auto">
              <a:xfrm>
                <a:off x="3620" y="3275"/>
                <a:ext cx="12" cy="324"/>
              </a:xfrm>
              <a:prstGeom prst="rect">
                <a:avLst/>
              </a:prstGeom>
              <a:solidFill>
                <a:srgbClr val="BB88EE"/>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75" name="Rectangle 102"/>
              <p:cNvSpPr>
                <a:spLocks noChangeArrowheads="1"/>
              </p:cNvSpPr>
              <p:nvPr/>
            </p:nvSpPr>
            <p:spPr bwMode="auto">
              <a:xfrm>
                <a:off x="3632" y="3275"/>
                <a:ext cx="6" cy="324"/>
              </a:xfrm>
              <a:prstGeom prst="rect">
                <a:avLst/>
              </a:prstGeom>
              <a:solidFill>
                <a:srgbClr val="BC89EF"/>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76" name="Rectangle 103"/>
              <p:cNvSpPr>
                <a:spLocks noChangeArrowheads="1"/>
              </p:cNvSpPr>
              <p:nvPr/>
            </p:nvSpPr>
            <p:spPr bwMode="auto">
              <a:xfrm>
                <a:off x="3638" y="3275"/>
                <a:ext cx="18" cy="324"/>
              </a:xfrm>
              <a:prstGeom prst="rect">
                <a:avLst/>
              </a:prstGeom>
              <a:solidFill>
                <a:srgbClr val="BD8AF0"/>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77" name="Rectangle 104"/>
              <p:cNvSpPr>
                <a:spLocks noChangeArrowheads="1"/>
              </p:cNvSpPr>
              <p:nvPr/>
            </p:nvSpPr>
            <p:spPr bwMode="auto">
              <a:xfrm>
                <a:off x="3656" y="3275"/>
                <a:ext cx="12" cy="324"/>
              </a:xfrm>
              <a:prstGeom prst="rect">
                <a:avLst/>
              </a:prstGeom>
              <a:solidFill>
                <a:srgbClr val="BE8BF1"/>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78" name="Rectangle 105"/>
              <p:cNvSpPr>
                <a:spLocks noChangeArrowheads="1"/>
              </p:cNvSpPr>
              <p:nvPr/>
            </p:nvSpPr>
            <p:spPr bwMode="auto">
              <a:xfrm>
                <a:off x="3668" y="3275"/>
                <a:ext cx="6" cy="324"/>
              </a:xfrm>
              <a:prstGeom prst="rect">
                <a:avLst/>
              </a:prstGeom>
              <a:solidFill>
                <a:srgbClr val="BF8CF2"/>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79" name="Rectangle 106"/>
              <p:cNvSpPr>
                <a:spLocks noChangeArrowheads="1"/>
              </p:cNvSpPr>
              <p:nvPr/>
            </p:nvSpPr>
            <p:spPr bwMode="auto">
              <a:xfrm>
                <a:off x="3674" y="3275"/>
                <a:ext cx="18" cy="324"/>
              </a:xfrm>
              <a:prstGeom prst="rect">
                <a:avLst/>
              </a:prstGeom>
              <a:solidFill>
                <a:srgbClr val="C08DF3"/>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80" name="Rectangle 107"/>
              <p:cNvSpPr>
                <a:spLocks noChangeArrowheads="1"/>
              </p:cNvSpPr>
              <p:nvPr/>
            </p:nvSpPr>
            <p:spPr bwMode="auto">
              <a:xfrm>
                <a:off x="3692" y="3275"/>
                <a:ext cx="12" cy="324"/>
              </a:xfrm>
              <a:prstGeom prst="rect">
                <a:avLst/>
              </a:prstGeom>
              <a:solidFill>
                <a:srgbClr val="C18EF4"/>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81" name="Rectangle 108"/>
              <p:cNvSpPr>
                <a:spLocks noChangeArrowheads="1"/>
              </p:cNvSpPr>
              <p:nvPr/>
            </p:nvSpPr>
            <p:spPr bwMode="auto">
              <a:xfrm>
                <a:off x="3704" y="3275"/>
                <a:ext cx="18" cy="324"/>
              </a:xfrm>
              <a:prstGeom prst="rect">
                <a:avLst/>
              </a:prstGeom>
              <a:solidFill>
                <a:srgbClr val="C28FF5"/>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82" name="Rectangle 109"/>
              <p:cNvSpPr>
                <a:spLocks noChangeArrowheads="1"/>
              </p:cNvSpPr>
              <p:nvPr/>
            </p:nvSpPr>
            <p:spPr bwMode="auto">
              <a:xfrm>
                <a:off x="3722" y="3275"/>
                <a:ext cx="18" cy="324"/>
              </a:xfrm>
              <a:prstGeom prst="rect">
                <a:avLst/>
              </a:prstGeom>
              <a:solidFill>
                <a:srgbClr val="C390F6"/>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83" name="Rectangle 110"/>
              <p:cNvSpPr>
                <a:spLocks noChangeArrowheads="1"/>
              </p:cNvSpPr>
              <p:nvPr/>
            </p:nvSpPr>
            <p:spPr bwMode="auto">
              <a:xfrm>
                <a:off x="3740" y="3275"/>
                <a:ext cx="6" cy="324"/>
              </a:xfrm>
              <a:prstGeom prst="rect">
                <a:avLst/>
              </a:prstGeom>
              <a:solidFill>
                <a:srgbClr val="C491F7"/>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84" name="Rectangle 111"/>
              <p:cNvSpPr>
                <a:spLocks noChangeArrowheads="1"/>
              </p:cNvSpPr>
              <p:nvPr/>
            </p:nvSpPr>
            <p:spPr bwMode="auto">
              <a:xfrm>
                <a:off x="3746" y="3275"/>
                <a:ext cx="18" cy="324"/>
              </a:xfrm>
              <a:prstGeom prst="rect">
                <a:avLst/>
              </a:prstGeom>
              <a:solidFill>
                <a:srgbClr val="C592F8"/>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85" name="Rectangle 112"/>
              <p:cNvSpPr>
                <a:spLocks noChangeArrowheads="1"/>
              </p:cNvSpPr>
              <p:nvPr/>
            </p:nvSpPr>
            <p:spPr bwMode="auto">
              <a:xfrm>
                <a:off x="3764" y="3275"/>
                <a:ext cx="12" cy="324"/>
              </a:xfrm>
              <a:prstGeom prst="rect">
                <a:avLst/>
              </a:prstGeom>
              <a:solidFill>
                <a:srgbClr val="C693F9"/>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86" name="Rectangle 113"/>
              <p:cNvSpPr>
                <a:spLocks noChangeArrowheads="1"/>
              </p:cNvSpPr>
              <p:nvPr/>
            </p:nvSpPr>
            <p:spPr bwMode="auto">
              <a:xfrm>
                <a:off x="3776" y="3275"/>
                <a:ext cx="6" cy="324"/>
              </a:xfrm>
              <a:prstGeom prst="rect">
                <a:avLst/>
              </a:prstGeom>
              <a:solidFill>
                <a:srgbClr val="C794FA"/>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87" name="Rectangle 114"/>
              <p:cNvSpPr>
                <a:spLocks noChangeArrowheads="1"/>
              </p:cNvSpPr>
              <p:nvPr/>
            </p:nvSpPr>
            <p:spPr bwMode="auto">
              <a:xfrm>
                <a:off x="3782" y="3275"/>
                <a:ext cx="18" cy="324"/>
              </a:xfrm>
              <a:prstGeom prst="rect">
                <a:avLst/>
              </a:prstGeom>
              <a:solidFill>
                <a:srgbClr val="C895FB"/>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88" name="Rectangle 115"/>
              <p:cNvSpPr>
                <a:spLocks noChangeArrowheads="1"/>
              </p:cNvSpPr>
              <p:nvPr/>
            </p:nvSpPr>
            <p:spPr bwMode="auto">
              <a:xfrm>
                <a:off x="3800" y="3275"/>
                <a:ext cx="12" cy="324"/>
              </a:xfrm>
              <a:prstGeom prst="rect">
                <a:avLst/>
              </a:prstGeom>
              <a:solidFill>
                <a:srgbClr val="C996FC"/>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89" name="Rectangle 116"/>
              <p:cNvSpPr>
                <a:spLocks noChangeArrowheads="1"/>
              </p:cNvSpPr>
              <p:nvPr/>
            </p:nvSpPr>
            <p:spPr bwMode="auto">
              <a:xfrm>
                <a:off x="3812" y="3275"/>
                <a:ext cx="6" cy="324"/>
              </a:xfrm>
              <a:prstGeom prst="rect">
                <a:avLst/>
              </a:prstGeom>
              <a:solidFill>
                <a:srgbClr val="CA97FD"/>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90" name="Rectangle 117"/>
              <p:cNvSpPr>
                <a:spLocks noChangeArrowheads="1"/>
              </p:cNvSpPr>
              <p:nvPr/>
            </p:nvSpPr>
            <p:spPr bwMode="auto">
              <a:xfrm>
                <a:off x="3818" y="3275"/>
                <a:ext cx="18" cy="324"/>
              </a:xfrm>
              <a:prstGeom prst="rect">
                <a:avLst/>
              </a:prstGeom>
              <a:solidFill>
                <a:srgbClr val="CB98FE"/>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91" name="Rectangle 118"/>
              <p:cNvSpPr>
                <a:spLocks noChangeArrowheads="1"/>
              </p:cNvSpPr>
              <p:nvPr/>
            </p:nvSpPr>
            <p:spPr bwMode="auto">
              <a:xfrm>
                <a:off x="3836" y="3275"/>
                <a:ext cx="288" cy="324"/>
              </a:xfrm>
              <a:prstGeom prst="rect">
                <a:avLst/>
              </a:prstGeom>
              <a:solidFill>
                <a:srgbClr val="CC99FF"/>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92" name="Rectangle 119"/>
              <p:cNvSpPr>
                <a:spLocks noChangeArrowheads="1"/>
              </p:cNvSpPr>
              <p:nvPr/>
            </p:nvSpPr>
            <p:spPr bwMode="auto">
              <a:xfrm>
                <a:off x="3548" y="3275"/>
                <a:ext cx="576" cy="324"/>
              </a:xfrm>
              <a:prstGeom prst="rect">
                <a:avLst/>
              </a:prstGeom>
              <a:noFill/>
              <a:ln w="9525">
                <a:solidFill>
                  <a:srgbClr val="000000"/>
                </a:solid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93" name="Rectangle 120"/>
              <p:cNvSpPr>
                <a:spLocks noChangeArrowheads="1"/>
              </p:cNvSpPr>
              <p:nvPr/>
            </p:nvSpPr>
            <p:spPr bwMode="auto">
              <a:xfrm>
                <a:off x="3614" y="3329"/>
                <a:ext cx="504" cy="97"/>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1000">
                    <a:solidFill>
                      <a:srgbClr val="000000"/>
                    </a:solidFill>
                    <a:latin typeface="Arial" pitchFamily="34" charset="0"/>
                    <a:ea typeface="+mn-ea"/>
                    <a:cs typeface="+mn-cs"/>
                  </a:rPr>
                  <a:t>OM_Process</a:t>
                </a:r>
                <a:endParaRPr lang="en-US">
                  <a:solidFill>
                    <a:srgbClr val="000000"/>
                  </a:solidFill>
                  <a:latin typeface="Arial" pitchFamily="34" charset="0"/>
                  <a:ea typeface="+mn-ea"/>
                  <a:cs typeface="+mn-cs"/>
                </a:endParaRPr>
              </a:p>
            </p:txBody>
          </p:sp>
          <p:sp>
            <p:nvSpPr>
              <p:cNvPr id="94" name="Line 121"/>
              <p:cNvSpPr>
                <a:spLocks noChangeShapeType="1"/>
              </p:cNvSpPr>
              <p:nvPr/>
            </p:nvSpPr>
            <p:spPr bwMode="auto">
              <a:xfrm>
                <a:off x="3548" y="3455"/>
                <a:ext cx="576" cy="0"/>
              </a:xfrm>
              <a:prstGeom prst="line">
                <a:avLst/>
              </a:prstGeom>
              <a:noFill/>
              <a:ln w="9525">
                <a:solidFill>
                  <a:srgbClr val="000000"/>
                </a:solidFill>
                <a:miter lim="800000"/>
                <a:headEnd/>
                <a:tailEnd/>
              </a:ln>
            </p:spPr>
            <p:txBody>
              <a:bodyPr/>
              <a:lstStyle/>
              <a:p>
                <a:pPr eaLnBrk="1" hangingPunct="1"/>
                <a:endParaRPr lang="en-AU">
                  <a:solidFill>
                    <a:srgbClr val="000000"/>
                  </a:solidFill>
                  <a:latin typeface="Arial" charset="0"/>
                  <a:ea typeface="+mn-ea"/>
                  <a:cs typeface="+mn-cs"/>
                </a:endParaRPr>
              </a:p>
            </p:txBody>
          </p:sp>
        </p:grpSp>
        <p:grpSp>
          <p:nvGrpSpPr>
            <p:cNvPr id="17" name="Group 268"/>
            <p:cNvGrpSpPr>
              <a:grpSpLocks/>
            </p:cNvGrpSpPr>
            <p:nvPr/>
          </p:nvGrpSpPr>
          <p:grpSpPr bwMode="auto">
            <a:xfrm>
              <a:off x="7327776" y="5981963"/>
              <a:ext cx="809625" cy="542925"/>
              <a:chOff x="4832" y="3281"/>
              <a:chExt cx="552" cy="342"/>
            </a:xfrm>
          </p:grpSpPr>
          <p:sp>
            <p:nvSpPr>
              <p:cNvPr id="39" name="Rectangle 166"/>
              <p:cNvSpPr>
                <a:spLocks noChangeArrowheads="1"/>
              </p:cNvSpPr>
              <p:nvPr/>
            </p:nvSpPr>
            <p:spPr bwMode="auto">
              <a:xfrm>
                <a:off x="4850" y="3299"/>
                <a:ext cx="534" cy="324"/>
              </a:xfrm>
              <a:prstGeom prst="rect">
                <a:avLst/>
              </a:prstGeom>
              <a:solidFill>
                <a:srgbClr val="C0BFC0"/>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40" name="Rectangle 167"/>
              <p:cNvSpPr>
                <a:spLocks noChangeArrowheads="1"/>
              </p:cNvSpPr>
              <p:nvPr/>
            </p:nvSpPr>
            <p:spPr bwMode="auto">
              <a:xfrm>
                <a:off x="4832" y="3281"/>
                <a:ext cx="6" cy="324"/>
              </a:xfrm>
              <a:prstGeom prst="rect">
                <a:avLst/>
              </a:prstGeom>
              <a:solidFill>
                <a:srgbClr val="B5E8B5"/>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41" name="Rectangle 168"/>
              <p:cNvSpPr>
                <a:spLocks noChangeArrowheads="1"/>
              </p:cNvSpPr>
              <p:nvPr/>
            </p:nvSpPr>
            <p:spPr bwMode="auto">
              <a:xfrm>
                <a:off x="4838" y="3281"/>
                <a:ext cx="12" cy="324"/>
              </a:xfrm>
              <a:prstGeom prst="rect">
                <a:avLst/>
              </a:prstGeom>
              <a:solidFill>
                <a:srgbClr val="B6E9B6"/>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42" name="Rectangle 169"/>
              <p:cNvSpPr>
                <a:spLocks noChangeArrowheads="1"/>
              </p:cNvSpPr>
              <p:nvPr/>
            </p:nvSpPr>
            <p:spPr bwMode="auto">
              <a:xfrm>
                <a:off x="4850" y="3281"/>
                <a:ext cx="12" cy="324"/>
              </a:xfrm>
              <a:prstGeom prst="rect">
                <a:avLst/>
              </a:prstGeom>
              <a:solidFill>
                <a:srgbClr val="B7EAB7"/>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43" name="Rectangle 170"/>
              <p:cNvSpPr>
                <a:spLocks noChangeArrowheads="1"/>
              </p:cNvSpPr>
              <p:nvPr/>
            </p:nvSpPr>
            <p:spPr bwMode="auto">
              <a:xfrm>
                <a:off x="4862" y="3281"/>
                <a:ext cx="12" cy="324"/>
              </a:xfrm>
              <a:prstGeom prst="rect">
                <a:avLst/>
              </a:prstGeom>
              <a:solidFill>
                <a:srgbClr val="B8EBB8"/>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44" name="Rectangle 171"/>
              <p:cNvSpPr>
                <a:spLocks noChangeArrowheads="1"/>
              </p:cNvSpPr>
              <p:nvPr/>
            </p:nvSpPr>
            <p:spPr bwMode="auto">
              <a:xfrm>
                <a:off x="4874" y="3281"/>
                <a:ext cx="12" cy="324"/>
              </a:xfrm>
              <a:prstGeom prst="rect">
                <a:avLst/>
              </a:prstGeom>
              <a:solidFill>
                <a:srgbClr val="B9ECB9"/>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45" name="Rectangle 172"/>
              <p:cNvSpPr>
                <a:spLocks noChangeArrowheads="1"/>
              </p:cNvSpPr>
              <p:nvPr/>
            </p:nvSpPr>
            <p:spPr bwMode="auto">
              <a:xfrm>
                <a:off x="4886" y="3281"/>
                <a:ext cx="12" cy="324"/>
              </a:xfrm>
              <a:prstGeom prst="rect">
                <a:avLst/>
              </a:prstGeom>
              <a:solidFill>
                <a:srgbClr val="BAEDBA"/>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46" name="Rectangle 173"/>
              <p:cNvSpPr>
                <a:spLocks noChangeArrowheads="1"/>
              </p:cNvSpPr>
              <p:nvPr/>
            </p:nvSpPr>
            <p:spPr bwMode="auto">
              <a:xfrm>
                <a:off x="4898" y="3281"/>
                <a:ext cx="12" cy="324"/>
              </a:xfrm>
              <a:prstGeom prst="rect">
                <a:avLst/>
              </a:prstGeom>
              <a:solidFill>
                <a:srgbClr val="BBEEBB"/>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47" name="Rectangle 174"/>
              <p:cNvSpPr>
                <a:spLocks noChangeArrowheads="1"/>
              </p:cNvSpPr>
              <p:nvPr/>
            </p:nvSpPr>
            <p:spPr bwMode="auto">
              <a:xfrm>
                <a:off x="4910" y="3281"/>
                <a:ext cx="6" cy="324"/>
              </a:xfrm>
              <a:prstGeom prst="rect">
                <a:avLst/>
              </a:prstGeom>
              <a:solidFill>
                <a:srgbClr val="BCEFBC"/>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48" name="Rectangle 175"/>
              <p:cNvSpPr>
                <a:spLocks noChangeArrowheads="1"/>
              </p:cNvSpPr>
              <p:nvPr/>
            </p:nvSpPr>
            <p:spPr bwMode="auto">
              <a:xfrm>
                <a:off x="4916" y="3281"/>
                <a:ext cx="12" cy="324"/>
              </a:xfrm>
              <a:prstGeom prst="rect">
                <a:avLst/>
              </a:prstGeom>
              <a:solidFill>
                <a:srgbClr val="BDF0BD"/>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49" name="Rectangle 176"/>
              <p:cNvSpPr>
                <a:spLocks noChangeArrowheads="1"/>
              </p:cNvSpPr>
              <p:nvPr/>
            </p:nvSpPr>
            <p:spPr bwMode="auto">
              <a:xfrm>
                <a:off x="4928" y="3281"/>
                <a:ext cx="12" cy="324"/>
              </a:xfrm>
              <a:prstGeom prst="rect">
                <a:avLst/>
              </a:prstGeom>
              <a:solidFill>
                <a:srgbClr val="BEF1BE"/>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50" name="Rectangle 177"/>
              <p:cNvSpPr>
                <a:spLocks noChangeArrowheads="1"/>
              </p:cNvSpPr>
              <p:nvPr/>
            </p:nvSpPr>
            <p:spPr bwMode="auto">
              <a:xfrm>
                <a:off x="4940" y="3281"/>
                <a:ext cx="12" cy="324"/>
              </a:xfrm>
              <a:prstGeom prst="rect">
                <a:avLst/>
              </a:prstGeom>
              <a:solidFill>
                <a:srgbClr val="BFF2BF"/>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51" name="Rectangle 178"/>
              <p:cNvSpPr>
                <a:spLocks noChangeArrowheads="1"/>
              </p:cNvSpPr>
              <p:nvPr/>
            </p:nvSpPr>
            <p:spPr bwMode="auto">
              <a:xfrm>
                <a:off x="4952" y="3281"/>
                <a:ext cx="12" cy="324"/>
              </a:xfrm>
              <a:prstGeom prst="rect">
                <a:avLst/>
              </a:prstGeom>
              <a:solidFill>
                <a:srgbClr val="C0F3C0"/>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52" name="Rectangle 179"/>
              <p:cNvSpPr>
                <a:spLocks noChangeArrowheads="1"/>
              </p:cNvSpPr>
              <p:nvPr/>
            </p:nvSpPr>
            <p:spPr bwMode="auto">
              <a:xfrm>
                <a:off x="4964" y="3281"/>
                <a:ext cx="12" cy="324"/>
              </a:xfrm>
              <a:prstGeom prst="rect">
                <a:avLst/>
              </a:prstGeom>
              <a:solidFill>
                <a:srgbClr val="C1F4C1"/>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53" name="Rectangle 180"/>
              <p:cNvSpPr>
                <a:spLocks noChangeArrowheads="1"/>
              </p:cNvSpPr>
              <p:nvPr/>
            </p:nvSpPr>
            <p:spPr bwMode="auto">
              <a:xfrm>
                <a:off x="4976" y="3281"/>
                <a:ext cx="18" cy="324"/>
              </a:xfrm>
              <a:prstGeom prst="rect">
                <a:avLst/>
              </a:prstGeom>
              <a:solidFill>
                <a:srgbClr val="C2F5C2"/>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54" name="Rectangle 181"/>
              <p:cNvSpPr>
                <a:spLocks noChangeArrowheads="1"/>
              </p:cNvSpPr>
              <p:nvPr/>
            </p:nvSpPr>
            <p:spPr bwMode="auto">
              <a:xfrm>
                <a:off x="4994" y="3281"/>
                <a:ext cx="12" cy="324"/>
              </a:xfrm>
              <a:prstGeom prst="rect">
                <a:avLst/>
              </a:prstGeom>
              <a:solidFill>
                <a:srgbClr val="C3F6C3"/>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55" name="Rectangle 182"/>
              <p:cNvSpPr>
                <a:spLocks noChangeArrowheads="1"/>
              </p:cNvSpPr>
              <p:nvPr/>
            </p:nvSpPr>
            <p:spPr bwMode="auto">
              <a:xfrm>
                <a:off x="5006" y="3281"/>
                <a:ext cx="12" cy="324"/>
              </a:xfrm>
              <a:prstGeom prst="rect">
                <a:avLst/>
              </a:prstGeom>
              <a:solidFill>
                <a:srgbClr val="C4F7C4"/>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56" name="Rectangle 183"/>
              <p:cNvSpPr>
                <a:spLocks noChangeArrowheads="1"/>
              </p:cNvSpPr>
              <p:nvPr/>
            </p:nvSpPr>
            <p:spPr bwMode="auto">
              <a:xfrm>
                <a:off x="5018" y="3281"/>
                <a:ext cx="12" cy="324"/>
              </a:xfrm>
              <a:prstGeom prst="rect">
                <a:avLst/>
              </a:prstGeom>
              <a:solidFill>
                <a:srgbClr val="C5F8C5"/>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57" name="Rectangle 184"/>
              <p:cNvSpPr>
                <a:spLocks noChangeArrowheads="1"/>
              </p:cNvSpPr>
              <p:nvPr/>
            </p:nvSpPr>
            <p:spPr bwMode="auto">
              <a:xfrm>
                <a:off x="5030" y="3281"/>
                <a:ext cx="12" cy="324"/>
              </a:xfrm>
              <a:prstGeom prst="rect">
                <a:avLst/>
              </a:prstGeom>
              <a:solidFill>
                <a:srgbClr val="C6F9C6"/>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58" name="Rectangle 185"/>
              <p:cNvSpPr>
                <a:spLocks noChangeArrowheads="1"/>
              </p:cNvSpPr>
              <p:nvPr/>
            </p:nvSpPr>
            <p:spPr bwMode="auto">
              <a:xfrm>
                <a:off x="5042" y="3281"/>
                <a:ext cx="12" cy="324"/>
              </a:xfrm>
              <a:prstGeom prst="rect">
                <a:avLst/>
              </a:prstGeom>
              <a:solidFill>
                <a:srgbClr val="C7FAC7"/>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59" name="Rectangle 186"/>
              <p:cNvSpPr>
                <a:spLocks noChangeArrowheads="1"/>
              </p:cNvSpPr>
              <p:nvPr/>
            </p:nvSpPr>
            <p:spPr bwMode="auto">
              <a:xfrm>
                <a:off x="5054" y="3281"/>
                <a:ext cx="12" cy="324"/>
              </a:xfrm>
              <a:prstGeom prst="rect">
                <a:avLst/>
              </a:prstGeom>
              <a:solidFill>
                <a:srgbClr val="C8FBC8"/>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60" name="Rectangle 187"/>
              <p:cNvSpPr>
                <a:spLocks noChangeArrowheads="1"/>
              </p:cNvSpPr>
              <p:nvPr/>
            </p:nvSpPr>
            <p:spPr bwMode="auto">
              <a:xfrm>
                <a:off x="5066" y="3281"/>
                <a:ext cx="6" cy="324"/>
              </a:xfrm>
              <a:prstGeom prst="rect">
                <a:avLst/>
              </a:prstGeom>
              <a:solidFill>
                <a:srgbClr val="C9FCC9"/>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61" name="Rectangle 188"/>
              <p:cNvSpPr>
                <a:spLocks noChangeArrowheads="1"/>
              </p:cNvSpPr>
              <p:nvPr/>
            </p:nvSpPr>
            <p:spPr bwMode="auto">
              <a:xfrm>
                <a:off x="5072" y="3281"/>
                <a:ext cx="12" cy="324"/>
              </a:xfrm>
              <a:prstGeom prst="rect">
                <a:avLst/>
              </a:prstGeom>
              <a:solidFill>
                <a:srgbClr val="CAFDCA"/>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62" name="Rectangle 189"/>
              <p:cNvSpPr>
                <a:spLocks noChangeArrowheads="1"/>
              </p:cNvSpPr>
              <p:nvPr/>
            </p:nvSpPr>
            <p:spPr bwMode="auto">
              <a:xfrm>
                <a:off x="5084" y="3281"/>
                <a:ext cx="12" cy="324"/>
              </a:xfrm>
              <a:prstGeom prst="rect">
                <a:avLst/>
              </a:prstGeom>
              <a:solidFill>
                <a:srgbClr val="CBFECB"/>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63" name="Rectangle 190"/>
              <p:cNvSpPr>
                <a:spLocks noChangeArrowheads="1"/>
              </p:cNvSpPr>
              <p:nvPr/>
            </p:nvSpPr>
            <p:spPr bwMode="auto">
              <a:xfrm>
                <a:off x="5096" y="3281"/>
                <a:ext cx="270" cy="324"/>
              </a:xfrm>
              <a:prstGeom prst="rect">
                <a:avLst/>
              </a:prstGeom>
              <a:solidFill>
                <a:srgbClr val="CCFFCC"/>
              </a:solidFill>
              <a:ln w="9525">
                <a:no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64" name="Rectangle 191"/>
              <p:cNvSpPr>
                <a:spLocks noChangeArrowheads="1"/>
              </p:cNvSpPr>
              <p:nvPr/>
            </p:nvSpPr>
            <p:spPr bwMode="auto">
              <a:xfrm>
                <a:off x="4832" y="3281"/>
                <a:ext cx="534" cy="324"/>
              </a:xfrm>
              <a:prstGeom prst="rect">
                <a:avLst/>
              </a:prstGeom>
              <a:noFill/>
              <a:ln w="9525">
                <a:solidFill>
                  <a:srgbClr val="000000"/>
                </a:solidFill>
                <a:miter lim="800000"/>
                <a:headEnd/>
                <a:tailEnd/>
              </a:ln>
            </p:spPr>
            <p:txBody>
              <a:bodyPr/>
              <a:lstStyle/>
              <a:p>
                <a:pPr eaLnBrk="1" hangingPunct="1"/>
                <a:endParaRPr lang="en-AU">
                  <a:solidFill>
                    <a:srgbClr val="000000"/>
                  </a:solidFill>
                  <a:latin typeface="Arial" pitchFamily="34" charset="0"/>
                  <a:ea typeface="+mn-ea"/>
                  <a:cs typeface="+mn-cs"/>
                </a:endParaRPr>
              </a:p>
            </p:txBody>
          </p:sp>
          <p:sp>
            <p:nvSpPr>
              <p:cNvPr id="65" name="Rectangle 192"/>
              <p:cNvSpPr>
                <a:spLocks noChangeArrowheads="1"/>
              </p:cNvSpPr>
              <p:nvPr/>
            </p:nvSpPr>
            <p:spPr bwMode="auto">
              <a:xfrm>
                <a:off x="5030" y="3335"/>
                <a:ext cx="150" cy="97"/>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1000">
                    <a:solidFill>
                      <a:srgbClr val="000000"/>
                    </a:solidFill>
                    <a:latin typeface="Arial" pitchFamily="34" charset="0"/>
                    <a:ea typeface="+mn-ea"/>
                    <a:cs typeface="+mn-cs"/>
                  </a:rPr>
                  <a:t>Any</a:t>
                </a:r>
                <a:endParaRPr lang="en-US">
                  <a:solidFill>
                    <a:srgbClr val="000000"/>
                  </a:solidFill>
                  <a:latin typeface="Arial" pitchFamily="34" charset="0"/>
                  <a:ea typeface="+mn-ea"/>
                  <a:cs typeface="+mn-cs"/>
                </a:endParaRPr>
              </a:p>
            </p:txBody>
          </p:sp>
          <p:sp>
            <p:nvSpPr>
              <p:cNvPr id="66" name="Line 193"/>
              <p:cNvSpPr>
                <a:spLocks noChangeShapeType="1"/>
              </p:cNvSpPr>
              <p:nvPr/>
            </p:nvSpPr>
            <p:spPr bwMode="auto">
              <a:xfrm>
                <a:off x="4832" y="3461"/>
                <a:ext cx="534" cy="0"/>
              </a:xfrm>
              <a:prstGeom prst="line">
                <a:avLst/>
              </a:prstGeom>
              <a:noFill/>
              <a:ln w="9525">
                <a:solidFill>
                  <a:srgbClr val="000000"/>
                </a:solidFill>
                <a:miter lim="800000"/>
                <a:headEnd/>
                <a:tailEnd/>
              </a:ln>
            </p:spPr>
            <p:txBody>
              <a:bodyPr/>
              <a:lstStyle/>
              <a:p>
                <a:pPr eaLnBrk="1" hangingPunct="1"/>
                <a:endParaRPr lang="en-AU">
                  <a:solidFill>
                    <a:srgbClr val="000000"/>
                  </a:solidFill>
                  <a:latin typeface="Arial" charset="0"/>
                  <a:ea typeface="+mn-ea"/>
                  <a:cs typeface="+mn-cs"/>
                </a:endParaRPr>
              </a:p>
            </p:txBody>
          </p:sp>
        </p:grpSp>
        <p:grpSp>
          <p:nvGrpSpPr>
            <p:cNvPr id="18" name="Group 273"/>
            <p:cNvGrpSpPr>
              <a:grpSpLocks/>
            </p:cNvGrpSpPr>
            <p:nvPr/>
          </p:nvGrpSpPr>
          <p:grpSpPr bwMode="auto">
            <a:xfrm>
              <a:off x="6880101" y="4477013"/>
              <a:ext cx="1546225" cy="431800"/>
              <a:chOff x="4526" y="2333"/>
              <a:chExt cx="1055" cy="272"/>
            </a:xfrm>
          </p:grpSpPr>
          <p:sp>
            <p:nvSpPr>
              <p:cNvPr id="35" name="Line 225"/>
              <p:cNvSpPr>
                <a:spLocks noChangeShapeType="1"/>
              </p:cNvSpPr>
              <p:nvPr/>
            </p:nvSpPr>
            <p:spPr bwMode="auto">
              <a:xfrm flipV="1">
                <a:off x="4526" y="2429"/>
                <a:ext cx="234" cy="30"/>
              </a:xfrm>
              <a:prstGeom prst="line">
                <a:avLst/>
              </a:prstGeom>
              <a:noFill/>
              <a:ln w="9525">
                <a:solidFill>
                  <a:srgbClr val="000000"/>
                </a:solidFill>
                <a:miter lim="800000"/>
                <a:headEnd/>
                <a:tailEnd/>
              </a:ln>
            </p:spPr>
            <p:txBody>
              <a:bodyPr/>
              <a:lstStyle/>
              <a:p>
                <a:pPr eaLnBrk="1" hangingPunct="1"/>
                <a:endParaRPr lang="en-AU">
                  <a:solidFill>
                    <a:srgbClr val="000000"/>
                  </a:solidFill>
                  <a:latin typeface="Arial" charset="0"/>
                  <a:ea typeface="+mn-ea"/>
                  <a:cs typeface="+mn-cs"/>
                </a:endParaRPr>
              </a:p>
            </p:txBody>
          </p:sp>
          <p:sp>
            <p:nvSpPr>
              <p:cNvPr id="36" name="Freeform 226"/>
              <p:cNvSpPr>
                <a:spLocks noEditPoints="1"/>
              </p:cNvSpPr>
              <p:nvPr/>
            </p:nvSpPr>
            <p:spPr bwMode="auto">
              <a:xfrm>
                <a:off x="4664" y="2405"/>
                <a:ext cx="96" cy="72"/>
              </a:xfrm>
              <a:custGeom>
                <a:avLst/>
                <a:gdLst>
                  <a:gd name="T0" fmla="*/ 96 w 96"/>
                  <a:gd name="T1" fmla="*/ 24 h 72"/>
                  <a:gd name="T2" fmla="*/ 12 w 96"/>
                  <a:gd name="T3" fmla="*/ 72 h 72"/>
                  <a:gd name="T4" fmla="*/ 96 w 96"/>
                  <a:gd name="T5" fmla="*/ 24 h 72"/>
                  <a:gd name="T6" fmla="*/ 0 w 96"/>
                  <a:gd name="T7" fmla="*/ 0 h 72"/>
                  <a:gd name="T8" fmla="*/ 0 60000 65536"/>
                  <a:gd name="T9" fmla="*/ 0 60000 65536"/>
                  <a:gd name="T10" fmla="*/ 0 60000 65536"/>
                  <a:gd name="T11" fmla="*/ 0 60000 65536"/>
                  <a:gd name="T12" fmla="*/ 0 w 96"/>
                  <a:gd name="T13" fmla="*/ 0 h 72"/>
                  <a:gd name="T14" fmla="*/ 96 w 96"/>
                  <a:gd name="T15" fmla="*/ 72 h 72"/>
                </a:gdLst>
                <a:ahLst/>
                <a:cxnLst>
                  <a:cxn ang="T8">
                    <a:pos x="T0" y="T1"/>
                  </a:cxn>
                  <a:cxn ang="T9">
                    <a:pos x="T2" y="T3"/>
                  </a:cxn>
                  <a:cxn ang="T10">
                    <a:pos x="T4" y="T5"/>
                  </a:cxn>
                  <a:cxn ang="T11">
                    <a:pos x="T6" y="T7"/>
                  </a:cxn>
                </a:cxnLst>
                <a:rect l="T12" t="T13" r="T14" b="T15"/>
                <a:pathLst>
                  <a:path w="96" h="72">
                    <a:moveTo>
                      <a:pt x="96" y="24"/>
                    </a:moveTo>
                    <a:lnTo>
                      <a:pt x="12" y="72"/>
                    </a:lnTo>
                    <a:moveTo>
                      <a:pt x="96" y="24"/>
                    </a:moveTo>
                    <a:lnTo>
                      <a:pt x="0" y="0"/>
                    </a:lnTo>
                  </a:path>
                </a:pathLst>
              </a:custGeom>
              <a:noFill/>
              <a:ln w="9525" cap="flat">
                <a:solidFill>
                  <a:srgbClr val="000000"/>
                </a:solidFill>
                <a:prstDash val="solid"/>
                <a:miter lim="800000"/>
                <a:headEnd/>
                <a:tailEnd/>
              </a:ln>
            </p:spPr>
            <p:txBody>
              <a:bodyPr/>
              <a:lstStyle/>
              <a:p>
                <a:pPr eaLnBrk="1" hangingPunct="1"/>
                <a:endParaRPr lang="en-AU">
                  <a:solidFill>
                    <a:srgbClr val="000000"/>
                  </a:solidFill>
                  <a:latin typeface="Arial" charset="0"/>
                  <a:ea typeface="+mn-ea"/>
                  <a:cs typeface="+mn-cs"/>
                </a:endParaRPr>
              </a:p>
            </p:txBody>
          </p:sp>
          <p:sp>
            <p:nvSpPr>
              <p:cNvPr id="37" name="Rectangle 227"/>
              <p:cNvSpPr>
                <a:spLocks noChangeArrowheads="1"/>
              </p:cNvSpPr>
              <p:nvPr/>
            </p:nvSpPr>
            <p:spPr bwMode="auto">
              <a:xfrm>
                <a:off x="4694" y="2489"/>
                <a:ext cx="887" cy="116"/>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1200">
                    <a:solidFill>
                      <a:srgbClr val="000000"/>
                    </a:solidFill>
                    <a:latin typeface="Arial" pitchFamily="34" charset="0"/>
                    <a:ea typeface="+mn-ea"/>
                    <a:cs typeface="+mn-cs"/>
                  </a:rPr>
                  <a:t>+observedProperty</a:t>
                </a:r>
                <a:endParaRPr lang="en-US" sz="3600">
                  <a:solidFill>
                    <a:srgbClr val="000000"/>
                  </a:solidFill>
                  <a:latin typeface="Arial" pitchFamily="34" charset="0"/>
                  <a:ea typeface="+mn-ea"/>
                  <a:cs typeface="+mn-cs"/>
                </a:endParaRPr>
              </a:p>
            </p:txBody>
          </p:sp>
          <p:sp>
            <p:nvSpPr>
              <p:cNvPr id="38" name="Rectangle 228"/>
              <p:cNvSpPr>
                <a:spLocks noChangeArrowheads="1"/>
              </p:cNvSpPr>
              <p:nvPr/>
            </p:nvSpPr>
            <p:spPr bwMode="auto">
              <a:xfrm>
                <a:off x="4694" y="2333"/>
                <a:ext cx="39" cy="78"/>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800">
                    <a:solidFill>
                      <a:srgbClr val="000000"/>
                    </a:solidFill>
                    <a:latin typeface="Arial" pitchFamily="34" charset="0"/>
                    <a:ea typeface="+mn-ea"/>
                    <a:cs typeface="+mn-cs"/>
                  </a:rPr>
                  <a:t>1</a:t>
                </a:r>
                <a:endParaRPr lang="en-US">
                  <a:solidFill>
                    <a:srgbClr val="000000"/>
                  </a:solidFill>
                  <a:latin typeface="Arial" pitchFamily="34" charset="0"/>
                  <a:ea typeface="+mn-ea"/>
                  <a:cs typeface="+mn-cs"/>
                </a:endParaRPr>
              </a:p>
            </p:txBody>
          </p:sp>
        </p:grpSp>
        <p:grpSp>
          <p:nvGrpSpPr>
            <p:cNvPr id="19" name="Group 178"/>
            <p:cNvGrpSpPr>
              <a:grpSpLocks/>
            </p:cNvGrpSpPr>
            <p:nvPr/>
          </p:nvGrpSpPr>
          <p:grpSpPr bwMode="auto">
            <a:xfrm rot="7440675">
              <a:off x="6228433" y="3553881"/>
              <a:ext cx="1281112" cy="180975"/>
              <a:chOff x="3532889" y="2379360"/>
              <a:chExt cx="1582615" cy="190500"/>
            </a:xfrm>
          </p:grpSpPr>
          <p:sp>
            <p:nvSpPr>
              <p:cNvPr id="33" name="Line 229"/>
              <p:cNvSpPr>
                <a:spLocks noChangeShapeType="1"/>
              </p:cNvSpPr>
              <p:nvPr/>
            </p:nvSpPr>
            <p:spPr bwMode="auto">
              <a:xfrm flipH="1" flipV="1">
                <a:off x="3532889" y="2426985"/>
                <a:ext cx="1582615" cy="142875"/>
              </a:xfrm>
              <a:prstGeom prst="line">
                <a:avLst/>
              </a:prstGeom>
              <a:noFill/>
              <a:ln w="9525">
                <a:solidFill>
                  <a:srgbClr val="000000"/>
                </a:solidFill>
                <a:miter lim="800000"/>
                <a:headEnd/>
                <a:tailEnd/>
              </a:ln>
            </p:spPr>
            <p:txBody>
              <a:bodyPr/>
              <a:lstStyle/>
              <a:p>
                <a:pPr eaLnBrk="1" hangingPunct="1"/>
                <a:endParaRPr lang="en-AU">
                  <a:solidFill>
                    <a:srgbClr val="000000"/>
                  </a:solidFill>
                  <a:latin typeface="Arial" charset="0"/>
                  <a:ea typeface="+mn-ea"/>
                  <a:cs typeface="+mn-cs"/>
                </a:endParaRPr>
              </a:p>
            </p:txBody>
          </p:sp>
          <p:sp>
            <p:nvSpPr>
              <p:cNvPr id="34" name="Freeform 230"/>
              <p:cNvSpPr>
                <a:spLocks noEditPoints="1"/>
              </p:cNvSpPr>
              <p:nvPr/>
            </p:nvSpPr>
            <p:spPr bwMode="auto">
              <a:xfrm>
                <a:off x="3532889" y="2379360"/>
                <a:ext cx="131885" cy="114300"/>
              </a:xfrm>
              <a:custGeom>
                <a:avLst/>
                <a:gdLst>
                  <a:gd name="T0" fmla="*/ 0 w 90"/>
                  <a:gd name="T1" fmla="*/ 75604680 h 72"/>
                  <a:gd name="T2" fmla="*/ 193262840 w 90"/>
                  <a:gd name="T3" fmla="*/ 0 h 72"/>
                  <a:gd name="T4" fmla="*/ 0 w 90"/>
                  <a:gd name="T5" fmla="*/ 75604680 h 72"/>
                  <a:gd name="T6" fmla="*/ 180379099 w 90"/>
                  <a:gd name="T7" fmla="*/ 181451223 h 72"/>
                  <a:gd name="T8" fmla="*/ 0 60000 65536"/>
                  <a:gd name="T9" fmla="*/ 0 60000 65536"/>
                  <a:gd name="T10" fmla="*/ 0 60000 65536"/>
                  <a:gd name="T11" fmla="*/ 0 60000 65536"/>
                  <a:gd name="T12" fmla="*/ 0 w 90"/>
                  <a:gd name="T13" fmla="*/ 0 h 72"/>
                  <a:gd name="T14" fmla="*/ 90 w 90"/>
                  <a:gd name="T15" fmla="*/ 72 h 72"/>
                </a:gdLst>
                <a:ahLst/>
                <a:cxnLst>
                  <a:cxn ang="T8">
                    <a:pos x="T0" y="T1"/>
                  </a:cxn>
                  <a:cxn ang="T9">
                    <a:pos x="T2" y="T3"/>
                  </a:cxn>
                  <a:cxn ang="T10">
                    <a:pos x="T4" y="T5"/>
                  </a:cxn>
                  <a:cxn ang="T11">
                    <a:pos x="T6" y="T7"/>
                  </a:cxn>
                </a:cxnLst>
                <a:rect l="T12" t="T13" r="T14" b="T15"/>
                <a:pathLst>
                  <a:path w="90" h="72">
                    <a:moveTo>
                      <a:pt x="0" y="30"/>
                    </a:moveTo>
                    <a:lnTo>
                      <a:pt x="90" y="0"/>
                    </a:lnTo>
                    <a:moveTo>
                      <a:pt x="0" y="30"/>
                    </a:moveTo>
                    <a:lnTo>
                      <a:pt x="84" y="72"/>
                    </a:lnTo>
                  </a:path>
                </a:pathLst>
              </a:custGeom>
              <a:noFill/>
              <a:ln w="9525" cap="flat">
                <a:solidFill>
                  <a:srgbClr val="000000"/>
                </a:solidFill>
                <a:prstDash val="solid"/>
                <a:miter lim="800000"/>
                <a:headEnd/>
                <a:tailEnd/>
              </a:ln>
            </p:spPr>
            <p:txBody>
              <a:bodyPr/>
              <a:lstStyle/>
              <a:p>
                <a:pPr eaLnBrk="1" hangingPunct="1"/>
                <a:endParaRPr lang="en-AU">
                  <a:solidFill>
                    <a:srgbClr val="000000"/>
                  </a:solidFill>
                  <a:latin typeface="Arial" charset="0"/>
                  <a:ea typeface="+mn-ea"/>
                  <a:cs typeface="+mn-cs"/>
                </a:endParaRPr>
              </a:p>
            </p:txBody>
          </p:sp>
        </p:grpSp>
        <p:sp>
          <p:nvSpPr>
            <p:cNvPr id="20" name="Rectangle 232"/>
            <p:cNvSpPr>
              <a:spLocks noChangeArrowheads="1"/>
            </p:cNvSpPr>
            <p:nvPr/>
          </p:nvSpPr>
          <p:spPr bwMode="auto">
            <a:xfrm>
              <a:off x="6292726" y="3908688"/>
              <a:ext cx="153987" cy="123825"/>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800">
                  <a:solidFill>
                    <a:srgbClr val="000000"/>
                  </a:solidFill>
                  <a:latin typeface="Arial" pitchFamily="34" charset="0"/>
                  <a:ea typeface="+mn-ea"/>
                  <a:cs typeface="+mn-cs"/>
                </a:rPr>
                <a:t>0..*</a:t>
              </a:r>
              <a:endParaRPr lang="en-US">
                <a:solidFill>
                  <a:srgbClr val="000000"/>
                </a:solidFill>
                <a:latin typeface="Arial" pitchFamily="34" charset="0"/>
                <a:ea typeface="+mn-ea"/>
                <a:cs typeface="+mn-cs"/>
              </a:endParaRPr>
            </a:p>
          </p:txBody>
        </p:sp>
        <p:sp>
          <p:nvSpPr>
            <p:cNvPr id="21" name="Rectangle 233"/>
            <p:cNvSpPr>
              <a:spLocks noChangeArrowheads="1"/>
            </p:cNvSpPr>
            <p:nvPr/>
          </p:nvSpPr>
          <p:spPr bwMode="auto">
            <a:xfrm>
              <a:off x="7351588" y="3187963"/>
              <a:ext cx="1244600" cy="184150"/>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1200" dirty="0">
                  <a:solidFill>
                    <a:srgbClr val="000000"/>
                  </a:solidFill>
                  <a:latin typeface="Arial" pitchFamily="34" charset="0"/>
                  <a:ea typeface="+mn-ea"/>
                  <a:cs typeface="+mn-cs"/>
                </a:rPr>
                <a:t>+featureOfInterest</a:t>
              </a:r>
              <a:endParaRPr lang="en-US" sz="3600" dirty="0">
                <a:solidFill>
                  <a:srgbClr val="000000"/>
                </a:solidFill>
                <a:latin typeface="Arial" pitchFamily="34" charset="0"/>
                <a:ea typeface="+mn-ea"/>
                <a:cs typeface="+mn-cs"/>
              </a:endParaRPr>
            </a:p>
          </p:txBody>
        </p:sp>
        <p:sp>
          <p:nvSpPr>
            <p:cNvPr id="22" name="Rectangle 234"/>
            <p:cNvSpPr>
              <a:spLocks noChangeArrowheads="1"/>
            </p:cNvSpPr>
            <p:nvPr/>
          </p:nvSpPr>
          <p:spPr bwMode="auto">
            <a:xfrm>
              <a:off x="6864494" y="3187963"/>
              <a:ext cx="203500" cy="123825"/>
            </a:xfrm>
            <a:prstGeom prst="rect">
              <a:avLst/>
            </a:prstGeom>
            <a:noFill/>
            <a:ln w="9525">
              <a:noFill/>
              <a:miter lim="800000"/>
              <a:headEnd/>
              <a:tailEnd/>
            </a:ln>
          </p:spPr>
          <p:txBody>
            <a:bodyPr wrap="square" lIns="0" tIns="0" rIns="0" bIns="0">
              <a:spAutoFit/>
            </a:bodyPr>
            <a:lstStyle/>
            <a:p>
              <a:pPr marL="361950" indent="-361950" algn="r" defTabSz="966788" eaLnBrk="1" hangingPunct="1">
                <a:tabLst>
                  <a:tab pos="188913" algn="l"/>
                </a:tabLst>
              </a:pPr>
              <a:r>
                <a:rPr lang="en-US" sz="800" dirty="0">
                  <a:solidFill>
                    <a:srgbClr val="000000"/>
                  </a:solidFill>
                  <a:latin typeface="Arial" pitchFamily="34" charset="0"/>
                  <a:ea typeface="+mn-ea"/>
                  <a:cs typeface="+mn-cs"/>
                </a:rPr>
                <a:t>1</a:t>
              </a:r>
              <a:endParaRPr lang="en-US" dirty="0">
                <a:solidFill>
                  <a:srgbClr val="000000"/>
                </a:solidFill>
                <a:latin typeface="Arial" pitchFamily="34" charset="0"/>
                <a:ea typeface="+mn-ea"/>
                <a:cs typeface="+mn-cs"/>
              </a:endParaRPr>
            </a:p>
          </p:txBody>
        </p:sp>
        <p:sp>
          <p:nvSpPr>
            <p:cNvPr id="23" name="Line 241"/>
            <p:cNvSpPr>
              <a:spLocks noChangeShapeType="1"/>
            </p:cNvSpPr>
            <p:nvPr/>
          </p:nvSpPr>
          <p:spPr bwMode="auto">
            <a:xfrm flipH="1">
              <a:off x="5754563" y="5258063"/>
              <a:ext cx="280988" cy="714375"/>
            </a:xfrm>
            <a:prstGeom prst="line">
              <a:avLst/>
            </a:prstGeom>
            <a:noFill/>
            <a:ln w="9525">
              <a:solidFill>
                <a:srgbClr val="000000"/>
              </a:solidFill>
              <a:miter lim="800000"/>
              <a:headEnd/>
              <a:tailEnd/>
            </a:ln>
          </p:spPr>
          <p:txBody>
            <a:bodyPr/>
            <a:lstStyle/>
            <a:p>
              <a:pPr eaLnBrk="1" hangingPunct="1"/>
              <a:endParaRPr lang="en-AU">
                <a:solidFill>
                  <a:srgbClr val="000000"/>
                </a:solidFill>
                <a:latin typeface="Arial" charset="0"/>
                <a:ea typeface="+mn-ea"/>
                <a:cs typeface="+mn-cs"/>
              </a:endParaRPr>
            </a:p>
          </p:txBody>
        </p:sp>
        <p:sp>
          <p:nvSpPr>
            <p:cNvPr id="24" name="Freeform 242"/>
            <p:cNvSpPr>
              <a:spLocks noEditPoints="1"/>
            </p:cNvSpPr>
            <p:nvPr/>
          </p:nvSpPr>
          <p:spPr bwMode="auto">
            <a:xfrm>
              <a:off x="5754563" y="5820038"/>
              <a:ext cx="96838" cy="152400"/>
            </a:xfrm>
            <a:custGeom>
              <a:avLst/>
              <a:gdLst>
                <a:gd name="T0" fmla="*/ 0 w 66"/>
                <a:gd name="T1" fmla="*/ 241935022 h 96"/>
                <a:gd name="T2" fmla="*/ 0 w 66"/>
                <a:gd name="T3" fmla="*/ 0 h 96"/>
                <a:gd name="T4" fmla="*/ 0 w 66"/>
                <a:gd name="T5" fmla="*/ 241935022 h 96"/>
                <a:gd name="T6" fmla="*/ 142084802 w 66"/>
                <a:gd name="T7" fmla="*/ 75604688 h 96"/>
                <a:gd name="T8" fmla="*/ 0 60000 65536"/>
                <a:gd name="T9" fmla="*/ 0 60000 65536"/>
                <a:gd name="T10" fmla="*/ 0 60000 65536"/>
                <a:gd name="T11" fmla="*/ 0 60000 65536"/>
                <a:gd name="T12" fmla="*/ 0 w 66"/>
                <a:gd name="T13" fmla="*/ 0 h 96"/>
                <a:gd name="T14" fmla="*/ 66 w 66"/>
                <a:gd name="T15" fmla="*/ 96 h 96"/>
              </a:gdLst>
              <a:ahLst/>
              <a:cxnLst>
                <a:cxn ang="T8">
                  <a:pos x="T0" y="T1"/>
                </a:cxn>
                <a:cxn ang="T9">
                  <a:pos x="T2" y="T3"/>
                </a:cxn>
                <a:cxn ang="T10">
                  <a:pos x="T4" y="T5"/>
                </a:cxn>
                <a:cxn ang="T11">
                  <a:pos x="T6" y="T7"/>
                </a:cxn>
              </a:cxnLst>
              <a:rect l="T12" t="T13" r="T14" b="T15"/>
              <a:pathLst>
                <a:path w="66" h="96">
                  <a:moveTo>
                    <a:pt x="0" y="96"/>
                  </a:moveTo>
                  <a:lnTo>
                    <a:pt x="0" y="0"/>
                  </a:lnTo>
                  <a:moveTo>
                    <a:pt x="0" y="96"/>
                  </a:moveTo>
                  <a:lnTo>
                    <a:pt x="66" y="30"/>
                  </a:lnTo>
                </a:path>
              </a:pathLst>
            </a:custGeom>
            <a:noFill/>
            <a:ln w="9525" cap="flat">
              <a:solidFill>
                <a:srgbClr val="000000"/>
              </a:solidFill>
              <a:prstDash val="solid"/>
              <a:miter lim="800000"/>
              <a:headEnd/>
              <a:tailEnd/>
            </a:ln>
          </p:spPr>
          <p:txBody>
            <a:bodyPr/>
            <a:lstStyle/>
            <a:p>
              <a:pPr eaLnBrk="1" hangingPunct="1"/>
              <a:endParaRPr lang="en-AU">
                <a:solidFill>
                  <a:srgbClr val="000000"/>
                </a:solidFill>
                <a:latin typeface="Arial" charset="0"/>
                <a:ea typeface="+mn-ea"/>
                <a:cs typeface="+mn-cs"/>
              </a:endParaRPr>
            </a:p>
          </p:txBody>
        </p:sp>
        <p:sp>
          <p:nvSpPr>
            <p:cNvPr id="25" name="Rectangle 244"/>
            <p:cNvSpPr>
              <a:spLocks noChangeArrowheads="1"/>
            </p:cNvSpPr>
            <p:nvPr/>
          </p:nvSpPr>
          <p:spPr bwMode="auto">
            <a:xfrm>
              <a:off x="6026026" y="5429513"/>
              <a:ext cx="155575" cy="123825"/>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800">
                  <a:solidFill>
                    <a:srgbClr val="000000"/>
                  </a:solidFill>
                  <a:latin typeface="Arial" pitchFamily="34" charset="0"/>
                  <a:ea typeface="+mn-ea"/>
                  <a:cs typeface="+mn-cs"/>
                </a:rPr>
                <a:t>0..*</a:t>
              </a:r>
              <a:endParaRPr lang="en-US">
                <a:solidFill>
                  <a:srgbClr val="000000"/>
                </a:solidFill>
                <a:latin typeface="Arial" pitchFamily="34" charset="0"/>
                <a:ea typeface="+mn-ea"/>
                <a:cs typeface="+mn-cs"/>
              </a:endParaRPr>
            </a:p>
          </p:txBody>
        </p:sp>
        <p:sp>
          <p:nvSpPr>
            <p:cNvPr id="26" name="Rectangle 245"/>
            <p:cNvSpPr>
              <a:spLocks noChangeArrowheads="1"/>
            </p:cNvSpPr>
            <p:nvPr/>
          </p:nvSpPr>
          <p:spPr bwMode="auto">
            <a:xfrm>
              <a:off x="5932363" y="5708913"/>
              <a:ext cx="777875" cy="184150"/>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1200">
                  <a:solidFill>
                    <a:srgbClr val="000000"/>
                  </a:solidFill>
                  <a:latin typeface="Arial" pitchFamily="34" charset="0"/>
                  <a:ea typeface="+mn-ea"/>
                  <a:cs typeface="+mn-cs"/>
                </a:rPr>
                <a:t>+procedure</a:t>
              </a:r>
              <a:endParaRPr lang="en-US" sz="3600">
                <a:solidFill>
                  <a:srgbClr val="000000"/>
                </a:solidFill>
                <a:latin typeface="Arial" pitchFamily="34" charset="0"/>
                <a:ea typeface="+mn-ea"/>
                <a:cs typeface="+mn-cs"/>
              </a:endParaRPr>
            </a:p>
          </p:txBody>
        </p:sp>
        <p:sp>
          <p:nvSpPr>
            <p:cNvPr id="27" name="Rectangle 246"/>
            <p:cNvSpPr>
              <a:spLocks noChangeArrowheads="1"/>
            </p:cNvSpPr>
            <p:nvPr/>
          </p:nvSpPr>
          <p:spPr bwMode="auto">
            <a:xfrm>
              <a:off x="5578351" y="5762888"/>
              <a:ext cx="57150" cy="123825"/>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800">
                  <a:solidFill>
                    <a:srgbClr val="000000"/>
                  </a:solidFill>
                  <a:latin typeface="Arial" pitchFamily="34" charset="0"/>
                  <a:ea typeface="+mn-ea"/>
                  <a:cs typeface="+mn-cs"/>
                </a:rPr>
                <a:t>1</a:t>
              </a:r>
              <a:endParaRPr lang="en-US">
                <a:solidFill>
                  <a:srgbClr val="000000"/>
                </a:solidFill>
                <a:latin typeface="Arial" pitchFamily="34" charset="0"/>
                <a:ea typeface="+mn-ea"/>
                <a:cs typeface="+mn-cs"/>
              </a:endParaRPr>
            </a:p>
          </p:txBody>
        </p:sp>
        <p:sp>
          <p:nvSpPr>
            <p:cNvPr id="28" name="Line 258"/>
            <p:cNvSpPr>
              <a:spLocks noChangeShapeType="1"/>
            </p:cNvSpPr>
            <p:nvPr/>
          </p:nvSpPr>
          <p:spPr bwMode="auto">
            <a:xfrm flipH="1" flipV="1">
              <a:off x="6880101" y="5229488"/>
              <a:ext cx="782637" cy="752475"/>
            </a:xfrm>
            <a:prstGeom prst="line">
              <a:avLst/>
            </a:prstGeom>
            <a:noFill/>
            <a:ln w="9525">
              <a:solidFill>
                <a:srgbClr val="000000"/>
              </a:solidFill>
              <a:miter lim="800000"/>
              <a:headEnd/>
              <a:tailEnd/>
            </a:ln>
          </p:spPr>
          <p:txBody>
            <a:bodyPr/>
            <a:lstStyle/>
            <a:p>
              <a:pPr eaLnBrk="1" hangingPunct="1"/>
              <a:endParaRPr lang="en-AU">
                <a:solidFill>
                  <a:srgbClr val="000000"/>
                </a:solidFill>
                <a:latin typeface="Arial" charset="0"/>
                <a:ea typeface="+mn-ea"/>
                <a:cs typeface="+mn-cs"/>
              </a:endParaRPr>
            </a:p>
          </p:txBody>
        </p:sp>
        <p:sp>
          <p:nvSpPr>
            <p:cNvPr id="29" name="Freeform 259"/>
            <p:cNvSpPr>
              <a:spLocks/>
            </p:cNvSpPr>
            <p:nvPr/>
          </p:nvSpPr>
          <p:spPr bwMode="auto">
            <a:xfrm>
              <a:off x="6880101" y="5229488"/>
              <a:ext cx="131762" cy="123825"/>
            </a:xfrm>
            <a:custGeom>
              <a:avLst/>
              <a:gdLst>
                <a:gd name="T0" fmla="*/ 141461145 w 90"/>
                <a:gd name="T1" fmla="*/ 45362807 h 78"/>
                <a:gd name="T2" fmla="*/ 0 w 90"/>
                <a:gd name="T3" fmla="*/ 0 h 78"/>
                <a:gd name="T4" fmla="*/ 51441354 w 90"/>
                <a:gd name="T5" fmla="*/ 151209365 h 78"/>
                <a:gd name="T6" fmla="*/ 192902522 w 90"/>
                <a:gd name="T7" fmla="*/ 196572160 h 78"/>
                <a:gd name="T8" fmla="*/ 141461145 w 90"/>
                <a:gd name="T9" fmla="*/ 45362807 h 78"/>
                <a:gd name="T10" fmla="*/ 0 60000 65536"/>
                <a:gd name="T11" fmla="*/ 0 60000 65536"/>
                <a:gd name="T12" fmla="*/ 0 60000 65536"/>
                <a:gd name="T13" fmla="*/ 0 60000 65536"/>
                <a:gd name="T14" fmla="*/ 0 60000 65536"/>
                <a:gd name="T15" fmla="*/ 0 w 90"/>
                <a:gd name="T16" fmla="*/ 0 h 78"/>
                <a:gd name="T17" fmla="*/ 90 w 90"/>
                <a:gd name="T18" fmla="*/ 78 h 78"/>
              </a:gdLst>
              <a:ahLst/>
              <a:cxnLst>
                <a:cxn ang="T10">
                  <a:pos x="T0" y="T1"/>
                </a:cxn>
                <a:cxn ang="T11">
                  <a:pos x="T2" y="T3"/>
                </a:cxn>
                <a:cxn ang="T12">
                  <a:pos x="T4" y="T5"/>
                </a:cxn>
                <a:cxn ang="T13">
                  <a:pos x="T6" y="T7"/>
                </a:cxn>
                <a:cxn ang="T14">
                  <a:pos x="T8" y="T9"/>
                </a:cxn>
              </a:cxnLst>
              <a:rect l="T15" t="T16" r="T17" b="T18"/>
              <a:pathLst>
                <a:path w="90" h="78">
                  <a:moveTo>
                    <a:pt x="66" y="18"/>
                  </a:moveTo>
                  <a:lnTo>
                    <a:pt x="0" y="0"/>
                  </a:lnTo>
                  <a:lnTo>
                    <a:pt x="24" y="60"/>
                  </a:lnTo>
                  <a:lnTo>
                    <a:pt x="90" y="78"/>
                  </a:lnTo>
                  <a:lnTo>
                    <a:pt x="66" y="18"/>
                  </a:lnTo>
                  <a:close/>
                </a:path>
              </a:pathLst>
            </a:custGeom>
            <a:solidFill>
              <a:srgbClr val="000000"/>
            </a:solidFill>
            <a:ln w="9525">
              <a:noFill/>
              <a:round/>
              <a:headEnd/>
              <a:tailEnd/>
            </a:ln>
          </p:spPr>
          <p:txBody>
            <a:bodyPr/>
            <a:lstStyle/>
            <a:p>
              <a:pPr eaLnBrk="1" hangingPunct="1"/>
              <a:endParaRPr lang="en-AU">
                <a:solidFill>
                  <a:srgbClr val="000000"/>
                </a:solidFill>
                <a:latin typeface="Arial" charset="0"/>
                <a:ea typeface="+mn-ea"/>
                <a:cs typeface="+mn-cs"/>
              </a:endParaRPr>
            </a:p>
          </p:txBody>
        </p:sp>
        <p:sp>
          <p:nvSpPr>
            <p:cNvPr id="30" name="Freeform 260"/>
            <p:cNvSpPr>
              <a:spLocks/>
            </p:cNvSpPr>
            <p:nvPr/>
          </p:nvSpPr>
          <p:spPr bwMode="auto">
            <a:xfrm>
              <a:off x="6880101" y="5229488"/>
              <a:ext cx="131762" cy="123825"/>
            </a:xfrm>
            <a:custGeom>
              <a:avLst/>
              <a:gdLst>
                <a:gd name="T0" fmla="*/ 141461145 w 90"/>
                <a:gd name="T1" fmla="*/ 45362807 h 78"/>
                <a:gd name="T2" fmla="*/ 0 w 90"/>
                <a:gd name="T3" fmla="*/ 0 h 78"/>
                <a:gd name="T4" fmla="*/ 51441354 w 90"/>
                <a:gd name="T5" fmla="*/ 151209365 h 78"/>
                <a:gd name="T6" fmla="*/ 192902522 w 90"/>
                <a:gd name="T7" fmla="*/ 196572160 h 78"/>
                <a:gd name="T8" fmla="*/ 141461145 w 90"/>
                <a:gd name="T9" fmla="*/ 45362807 h 78"/>
                <a:gd name="T10" fmla="*/ 0 60000 65536"/>
                <a:gd name="T11" fmla="*/ 0 60000 65536"/>
                <a:gd name="T12" fmla="*/ 0 60000 65536"/>
                <a:gd name="T13" fmla="*/ 0 60000 65536"/>
                <a:gd name="T14" fmla="*/ 0 60000 65536"/>
                <a:gd name="T15" fmla="*/ 0 w 90"/>
                <a:gd name="T16" fmla="*/ 0 h 78"/>
                <a:gd name="T17" fmla="*/ 90 w 90"/>
                <a:gd name="T18" fmla="*/ 78 h 78"/>
              </a:gdLst>
              <a:ahLst/>
              <a:cxnLst>
                <a:cxn ang="T10">
                  <a:pos x="T0" y="T1"/>
                </a:cxn>
                <a:cxn ang="T11">
                  <a:pos x="T2" y="T3"/>
                </a:cxn>
                <a:cxn ang="T12">
                  <a:pos x="T4" y="T5"/>
                </a:cxn>
                <a:cxn ang="T13">
                  <a:pos x="T6" y="T7"/>
                </a:cxn>
                <a:cxn ang="T14">
                  <a:pos x="T8" y="T9"/>
                </a:cxn>
              </a:cxnLst>
              <a:rect l="T15" t="T16" r="T17" b="T18"/>
              <a:pathLst>
                <a:path w="90" h="78">
                  <a:moveTo>
                    <a:pt x="66" y="18"/>
                  </a:moveTo>
                  <a:lnTo>
                    <a:pt x="0" y="0"/>
                  </a:lnTo>
                  <a:lnTo>
                    <a:pt x="24" y="60"/>
                  </a:lnTo>
                  <a:lnTo>
                    <a:pt x="90" y="78"/>
                  </a:lnTo>
                  <a:lnTo>
                    <a:pt x="66" y="18"/>
                  </a:lnTo>
                  <a:close/>
                </a:path>
              </a:pathLst>
            </a:custGeom>
            <a:noFill/>
            <a:ln w="9525" cap="flat">
              <a:solidFill>
                <a:srgbClr val="000000"/>
              </a:solidFill>
              <a:prstDash val="solid"/>
              <a:miter lim="800000"/>
              <a:headEnd/>
              <a:tailEnd/>
            </a:ln>
          </p:spPr>
          <p:txBody>
            <a:bodyPr/>
            <a:lstStyle/>
            <a:p>
              <a:pPr eaLnBrk="1" hangingPunct="1"/>
              <a:endParaRPr lang="en-AU">
                <a:solidFill>
                  <a:srgbClr val="000000"/>
                </a:solidFill>
                <a:latin typeface="Arial" charset="0"/>
                <a:ea typeface="+mn-ea"/>
                <a:cs typeface="+mn-cs"/>
              </a:endParaRPr>
            </a:p>
          </p:txBody>
        </p:sp>
        <p:sp>
          <p:nvSpPr>
            <p:cNvPr id="31" name="Freeform 261"/>
            <p:cNvSpPr>
              <a:spLocks noEditPoints="1"/>
            </p:cNvSpPr>
            <p:nvPr/>
          </p:nvSpPr>
          <p:spPr bwMode="auto">
            <a:xfrm>
              <a:off x="7530976" y="5848613"/>
              <a:ext cx="131762" cy="133350"/>
            </a:xfrm>
            <a:custGeom>
              <a:avLst/>
              <a:gdLst>
                <a:gd name="T0" fmla="*/ 192902522 w 90"/>
                <a:gd name="T1" fmla="*/ 211693147 h 84"/>
                <a:gd name="T2" fmla="*/ 102881244 w 90"/>
                <a:gd name="T3" fmla="*/ 0 h 84"/>
                <a:gd name="T4" fmla="*/ 192902522 w 90"/>
                <a:gd name="T5" fmla="*/ 211693147 h 84"/>
                <a:gd name="T6" fmla="*/ 0 w 90"/>
                <a:gd name="T7" fmla="*/ 136088438 h 84"/>
                <a:gd name="T8" fmla="*/ 0 60000 65536"/>
                <a:gd name="T9" fmla="*/ 0 60000 65536"/>
                <a:gd name="T10" fmla="*/ 0 60000 65536"/>
                <a:gd name="T11" fmla="*/ 0 60000 65536"/>
                <a:gd name="T12" fmla="*/ 0 w 90"/>
                <a:gd name="T13" fmla="*/ 0 h 84"/>
                <a:gd name="T14" fmla="*/ 90 w 90"/>
                <a:gd name="T15" fmla="*/ 84 h 84"/>
              </a:gdLst>
              <a:ahLst/>
              <a:cxnLst>
                <a:cxn ang="T8">
                  <a:pos x="T0" y="T1"/>
                </a:cxn>
                <a:cxn ang="T9">
                  <a:pos x="T2" y="T3"/>
                </a:cxn>
                <a:cxn ang="T10">
                  <a:pos x="T4" y="T5"/>
                </a:cxn>
                <a:cxn ang="T11">
                  <a:pos x="T6" y="T7"/>
                </a:cxn>
              </a:cxnLst>
              <a:rect l="T12" t="T13" r="T14" b="T15"/>
              <a:pathLst>
                <a:path w="90" h="84">
                  <a:moveTo>
                    <a:pt x="90" y="84"/>
                  </a:moveTo>
                  <a:lnTo>
                    <a:pt x="48" y="0"/>
                  </a:lnTo>
                  <a:moveTo>
                    <a:pt x="90" y="84"/>
                  </a:moveTo>
                  <a:lnTo>
                    <a:pt x="0" y="54"/>
                  </a:lnTo>
                </a:path>
              </a:pathLst>
            </a:custGeom>
            <a:noFill/>
            <a:ln w="9525" cap="flat">
              <a:solidFill>
                <a:srgbClr val="000000"/>
              </a:solidFill>
              <a:prstDash val="solid"/>
              <a:miter lim="800000"/>
              <a:headEnd/>
              <a:tailEnd/>
            </a:ln>
          </p:spPr>
          <p:txBody>
            <a:bodyPr/>
            <a:lstStyle/>
            <a:p>
              <a:pPr eaLnBrk="1" hangingPunct="1"/>
              <a:endParaRPr lang="en-AU">
                <a:solidFill>
                  <a:srgbClr val="000000"/>
                </a:solidFill>
                <a:latin typeface="Arial" charset="0"/>
                <a:ea typeface="+mn-ea"/>
                <a:cs typeface="+mn-cs"/>
              </a:endParaRPr>
            </a:p>
          </p:txBody>
        </p:sp>
        <p:sp>
          <p:nvSpPr>
            <p:cNvPr id="32" name="Rectangle 262"/>
            <p:cNvSpPr>
              <a:spLocks noChangeArrowheads="1"/>
            </p:cNvSpPr>
            <p:nvPr/>
          </p:nvSpPr>
          <p:spPr bwMode="auto">
            <a:xfrm>
              <a:off x="7732588" y="5739075"/>
              <a:ext cx="465138" cy="185738"/>
            </a:xfrm>
            <a:prstGeom prst="rect">
              <a:avLst/>
            </a:prstGeom>
            <a:noFill/>
            <a:ln w="9525">
              <a:noFill/>
              <a:miter lim="800000"/>
              <a:headEnd/>
              <a:tailEnd/>
            </a:ln>
          </p:spPr>
          <p:txBody>
            <a:bodyPr wrap="none" lIns="0" tIns="0" rIns="0" bIns="0">
              <a:spAutoFit/>
            </a:bodyPr>
            <a:lstStyle/>
            <a:p>
              <a:pPr marL="361950" indent="-361950" defTabSz="966788" eaLnBrk="1" hangingPunct="1">
                <a:tabLst>
                  <a:tab pos="188913" algn="l"/>
                </a:tabLst>
              </a:pPr>
              <a:r>
                <a:rPr lang="en-US" sz="1200">
                  <a:solidFill>
                    <a:srgbClr val="000000"/>
                  </a:solidFill>
                  <a:latin typeface="Arial" pitchFamily="34" charset="0"/>
                  <a:ea typeface="+mn-ea"/>
                  <a:cs typeface="+mn-cs"/>
                </a:rPr>
                <a:t>+result</a:t>
              </a:r>
              <a:endParaRPr lang="en-US" sz="3600">
                <a:solidFill>
                  <a:srgbClr val="000000"/>
                </a:solidFill>
                <a:latin typeface="Arial" pitchFamily="34" charset="0"/>
                <a:ea typeface="+mn-ea"/>
                <a:cs typeface="+mn-cs"/>
              </a:endParaRPr>
            </a:p>
          </p:txBody>
        </p:sp>
      </p:grpSp>
    </p:spTree>
    <p:extLst>
      <p:ext uri="{BB962C8B-B14F-4D97-AF65-F5344CB8AC3E}">
        <p14:creationId xmlns:p14="http://schemas.microsoft.com/office/powerpoint/2010/main" val="27497902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Picture 4" descr="ECMWF logo.pn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2783902" y="5106705"/>
            <a:ext cx="2672646" cy="577680"/>
          </a:xfrm>
          <a:prstGeom prst="rect">
            <a:avLst/>
          </a:prstGeom>
        </p:spPr>
      </p:pic>
      <p:pic>
        <p:nvPicPr>
          <p:cNvPr id="6" name="Picture 5" descr="GIWS Logo Small.png"/>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208815" y="3209931"/>
            <a:ext cx="2560189" cy="1119616"/>
          </a:xfrm>
          <a:prstGeom prst="rect">
            <a:avLst/>
          </a:prstGeom>
        </p:spPr>
      </p:pic>
      <p:pic>
        <p:nvPicPr>
          <p:cNvPr id="7" name="Picture 6" descr="horizons logo.png"/>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413860" y="5446250"/>
            <a:ext cx="2028941" cy="1260169"/>
          </a:xfrm>
          <a:prstGeom prst="rect">
            <a:avLst/>
          </a:prstGeom>
        </p:spPr>
      </p:pic>
      <p:pic>
        <p:nvPicPr>
          <p:cNvPr id="8" name="Picture 7" descr="niwa-logo.png"/>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218145" y="4649768"/>
            <a:ext cx="2550859" cy="617308"/>
          </a:xfrm>
          <a:prstGeom prst="rect">
            <a:avLst/>
          </a:prstGeom>
        </p:spPr>
      </p:pic>
      <p:pic>
        <p:nvPicPr>
          <p:cNvPr id="12" name="Picture 11" descr="ISPRA logo.png"/>
          <p:cNvPicPr>
            <a:picLocks noChangeAspect="1"/>
          </p:cNvPicPr>
          <p:nvPr/>
        </p:nvPicPr>
        <p:blipFill>
          <a:blip r:embed="rId7">
            <a:extLst>
              <a:ext uri="{28A0092B-C50C-407E-A947-70E740481C1C}">
                <a14:useLocalDpi xmlns:a14="http://schemas.microsoft.com/office/drawing/2010/main"/>
              </a:ext>
            </a:extLst>
          </a:blip>
          <a:stretch>
            <a:fillRect/>
          </a:stretch>
        </p:blipFill>
        <p:spPr>
          <a:xfrm>
            <a:off x="6236869" y="1704074"/>
            <a:ext cx="2716291" cy="986112"/>
          </a:xfrm>
          <a:prstGeom prst="rect">
            <a:avLst/>
          </a:prstGeom>
        </p:spPr>
      </p:pic>
      <p:pic>
        <p:nvPicPr>
          <p:cNvPr id="11" name="Picture 10" descr="Arpa logo.png"/>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7303368" y="917572"/>
            <a:ext cx="1423372" cy="990747"/>
          </a:xfrm>
          <a:prstGeom prst="rect">
            <a:avLst/>
          </a:prstGeom>
        </p:spPr>
      </p:pic>
      <p:pic>
        <p:nvPicPr>
          <p:cNvPr id="13" name="Picture 12" descr="JRC logo.png"/>
          <p:cNvPicPr>
            <a:picLocks noChangeAspect="1"/>
          </p:cNvPicPr>
          <p:nvPr/>
        </p:nvPicPr>
        <p:blipFill>
          <a:blip r:embed="rId9">
            <a:extLst>
              <a:ext uri="{28A0092B-C50C-407E-A947-70E740481C1C}">
                <a14:useLocalDpi xmlns:a14="http://schemas.microsoft.com/office/drawing/2010/main"/>
              </a:ext>
            </a:extLst>
          </a:blip>
          <a:stretch>
            <a:fillRect/>
          </a:stretch>
        </p:blipFill>
        <p:spPr>
          <a:xfrm>
            <a:off x="2741130" y="5758799"/>
            <a:ext cx="4798950" cy="917794"/>
          </a:xfrm>
          <a:prstGeom prst="rect">
            <a:avLst/>
          </a:prstGeom>
        </p:spPr>
      </p:pic>
      <p:pic>
        <p:nvPicPr>
          <p:cNvPr id="17" name="Picture 16" descr="Kisters logo.png"/>
          <p:cNvPicPr>
            <a:picLocks noChangeAspect="1"/>
          </p:cNvPicPr>
          <p:nvPr/>
        </p:nvPicPr>
        <p:blipFill>
          <a:blip r:embed="rId10">
            <a:extLst>
              <a:ext uri="{28A0092B-C50C-407E-A947-70E740481C1C}">
                <a14:useLocalDpi xmlns:a14="http://schemas.microsoft.com/office/drawing/2010/main"/>
              </a:ext>
            </a:extLst>
          </a:blip>
          <a:stretch>
            <a:fillRect/>
          </a:stretch>
        </p:blipFill>
        <p:spPr>
          <a:xfrm>
            <a:off x="6329470" y="3685687"/>
            <a:ext cx="2648611" cy="726232"/>
          </a:xfrm>
          <a:prstGeom prst="rect">
            <a:avLst/>
          </a:prstGeom>
        </p:spPr>
      </p:pic>
      <p:pic>
        <p:nvPicPr>
          <p:cNvPr id="18" name="Picture 17" descr="BYU logo.png"/>
          <p:cNvPicPr>
            <a:picLocks noChangeAspect="1"/>
          </p:cNvPicPr>
          <p:nvPr/>
        </p:nvPicPr>
        <p:blipFill>
          <a:blip r:embed="rId11">
            <a:extLst>
              <a:ext uri="{28A0092B-C50C-407E-A947-70E740481C1C}">
                <a14:useLocalDpi xmlns:a14="http://schemas.microsoft.com/office/drawing/2010/main"/>
              </a:ext>
            </a:extLst>
          </a:blip>
          <a:stretch>
            <a:fillRect/>
          </a:stretch>
        </p:blipFill>
        <p:spPr>
          <a:xfrm>
            <a:off x="208815" y="2193282"/>
            <a:ext cx="2622517" cy="794955"/>
          </a:xfrm>
          <a:prstGeom prst="rect">
            <a:avLst/>
          </a:prstGeom>
        </p:spPr>
      </p:pic>
      <p:sp>
        <p:nvSpPr>
          <p:cNvPr id="2" name="Title 1"/>
          <p:cNvSpPr>
            <a:spLocks noGrp="1"/>
          </p:cNvSpPr>
          <p:nvPr>
            <p:ph type="title"/>
          </p:nvPr>
        </p:nvSpPr>
        <p:spPr>
          <a:xfrm>
            <a:off x="457200" y="170053"/>
            <a:ext cx="8229600" cy="414371"/>
          </a:xfrm>
          <a:ln>
            <a:noFill/>
          </a:ln>
        </p:spPr>
        <p:txBody>
          <a:bodyPr>
            <a:noAutofit/>
          </a:bodyPr>
          <a:lstStyle/>
          <a:p>
            <a:pPr algn="ctr"/>
            <a:r>
              <a:rPr lang="en-US" sz="3200" dirty="0">
                <a:effectLst>
                  <a:outerShdw blurRad="50800" dist="38100" dir="2700000" algn="tl" rotWithShape="0">
                    <a:scrgbClr r="0" g="0" b="0">
                      <a:alpha val="43000"/>
                    </a:scrgbClr>
                  </a:outerShdw>
                </a:effectLst>
                <a:latin typeface="Candara"/>
                <a:cs typeface="Candara"/>
              </a:rPr>
              <a:t>AIP-6 (2013) GEOSS Water Services Team</a:t>
            </a:r>
            <a:endParaRPr lang="en-US" sz="3200" b="1" dirty="0">
              <a:ln w="31550" cmpd="sng">
                <a:gradFill>
                  <a:gsLst>
                    <a:gs pos="25000">
                      <a:schemeClr val="accent1">
                        <a:shade val="25000"/>
                        <a:satMod val="190000"/>
                      </a:schemeClr>
                    </a:gs>
                    <a:gs pos="80000">
                      <a:schemeClr val="accent1">
                        <a:tint val="75000"/>
                        <a:satMod val="190000"/>
                      </a:schemeClr>
                    </a:gs>
                  </a:gsLst>
                  <a:lin ang="5400000"/>
                </a:gradFill>
                <a:prstDash val="solid"/>
              </a:ln>
              <a:solidFill>
                <a:srgbClr val="FFFFFF"/>
              </a:solidFill>
              <a:effectLst>
                <a:outerShdw blurRad="50800" dist="38100" dir="2700000" algn="tl" rotWithShape="0">
                  <a:scrgbClr r="0" g="0" b="0">
                    <a:alpha val="43000"/>
                  </a:scrgbClr>
                </a:outerShdw>
              </a:effectLst>
              <a:latin typeface="Candara"/>
              <a:cs typeface="Candara"/>
            </a:endParaRPr>
          </a:p>
        </p:txBody>
      </p:sp>
      <p:pic>
        <p:nvPicPr>
          <p:cNvPr id="4" name="Picture 3" descr="cuahsi_logo_text.jpg"/>
          <p:cNvPicPr>
            <a:picLocks noChangeAspect="1"/>
          </p:cNvPicPr>
          <p:nvPr/>
        </p:nvPicPr>
        <p:blipFill>
          <a:blip r:embed="rId12">
            <a:extLst>
              <a:ext uri="{28A0092B-C50C-407E-A947-70E740481C1C}">
                <a14:useLocalDpi xmlns:a14="http://schemas.microsoft.com/office/drawing/2010/main"/>
              </a:ext>
            </a:extLst>
          </a:blip>
          <a:stretch>
            <a:fillRect/>
          </a:stretch>
        </p:blipFill>
        <p:spPr>
          <a:xfrm>
            <a:off x="3547617" y="1120789"/>
            <a:ext cx="2555524" cy="764975"/>
          </a:xfrm>
          <a:prstGeom prst="rect">
            <a:avLst/>
          </a:prstGeom>
        </p:spPr>
      </p:pic>
      <p:pic>
        <p:nvPicPr>
          <p:cNvPr id="10" name="Picture 9" descr="pyxis logo.png"/>
          <p:cNvPicPr>
            <a:picLocks noChangeAspect="1"/>
          </p:cNvPicPr>
          <p:nvPr/>
        </p:nvPicPr>
        <p:blipFill>
          <a:blip r:embed="rId13" cstate="print">
            <a:extLst>
              <a:ext uri="{28A0092B-C50C-407E-A947-70E740481C1C}">
                <a14:useLocalDpi xmlns:a14="http://schemas.microsoft.com/office/drawing/2010/main"/>
              </a:ext>
            </a:extLst>
          </a:blip>
          <a:stretch>
            <a:fillRect/>
          </a:stretch>
        </p:blipFill>
        <p:spPr>
          <a:xfrm>
            <a:off x="5142540" y="2579665"/>
            <a:ext cx="1761604" cy="1100694"/>
          </a:xfrm>
          <a:prstGeom prst="rect">
            <a:avLst/>
          </a:prstGeom>
        </p:spPr>
      </p:pic>
      <p:grpSp>
        <p:nvGrpSpPr>
          <p:cNvPr id="14" name="Group 13"/>
          <p:cNvGrpSpPr/>
          <p:nvPr/>
        </p:nvGrpSpPr>
        <p:grpSpPr>
          <a:xfrm>
            <a:off x="3095763" y="2199296"/>
            <a:ext cx="1834825" cy="2447410"/>
            <a:chOff x="3260116" y="1751061"/>
            <a:chExt cx="1408458" cy="1839739"/>
          </a:xfrm>
        </p:grpSpPr>
        <p:pic>
          <p:nvPicPr>
            <p:cNvPr id="1025" name="図 4" descr="JAXA_logo_official.jpg"/>
            <p:cNvPicPr>
              <a:picLocks noChangeAspect="1" noChangeArrowheads="1"/>
            </p:cNvPicPr>
            <p:nvPr/>
          </p:nvPicPr>
          <p:blipFill>
            <a:blip r:embed="rId14" cstate="print">
              <a:extLst>
                <a:ext uri="{28A0092B-C50C-407E-A947-70E740481C1C}">
                  <a14:useLocalDpi xmlns:a14="http://schemas.microsoft.com/office/drawing/2010/main"/>
                </a:ext>
              </a:extLst>
            </a:blip>
            <a:srcRect/>
            <a:stretch>
              <a:fillRect/>
            </a:stretch>
          </p:blipFill>
          <p:spPr bwMode="auto">
            <a:xfrm>
              <a:off x="3260116" y="2250714"/>
              <a:ext cx="1284681" cy="832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026" name="図 3" descr="http://www.editoria.u-tokyo.ac.jp/projects/dias/images/dias_logo160w.png"/>
            <p:cNvPicPr>
              <a:picLocks noChangeAspect="1" noChangeArrowheads="1"/>
            </p:cNvPicPr>
            <p:nvPr/>
          </p:nvPicPr>
          <p:blipFill>
            <a:blip r:embed="rId15">
              <a:extLst>
                <a:ext uri="{28A0092B-C50C-407E-A947-70E740481C1C}">
                  <a14:useLocalDpi xmlns:a14="http://schemas.microsoft.com/office/drawing/2010/main"/>
                </a:ext>
              </a:extLst>
            </a:blip>
            <a:srcRect/>
            <a:stretch>
              <a:fillRect/>
            </a:stretch>
          </p:blipFill>
          <p:spPr bwMode="auto">
            <a:xfrm>
              <a:off x="3312036" y="2953691"/>
              <a:ext cx="1232762" cy="63710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6" name="Picture 15" descr="CEOS logo.png"/>
            <p:cNvPicPr>
              <a:picLocks noChangeAspect="1"/>
            </p:cNvPicPr>
            <p:nvPr/>
          </p:nvPicPr>
          <p:blipFill>
            <a:blip r:embed="rId16">
              <a:extLst>
                <a:ext uri="{28A0092B-C50C-407E-A947-70E740481C1C}">
                  <a14:useLocalDpi xmlns:a14="http://schemas.microsoft.com/office/drawing/2010/main"/>
                </a:ext>
              </a:extLst>
            </a:blip>
            <a:stretch>
              <a:fillRect/>
            </a:stretch>
          </p:blipFill>
          <p:spPr>
            <a:xfrm>
              <a:off x="3312036" y="1751061"/>
              <a:ext cx="1356538" cy="528048"/>
            </a:xfrm>
            <a:prstGeom prst="rect">
              <a:avLst/>
            </a:prstGeom>
          </p:spPr>
        </p:pic>
      </p:grpSp>
      <p:pic>
        <p:nvPicPr>
          <p:cNvPr id="20" name="Picture 19" descr="Esri logo.png"/>
          <p:cNvPicPr>
            <a:picLocks noChangeAspect="1"/>
          </p:cNvPicPr>
          <p:nvPr/>
        </p:nvPicPr>
        <p:blipFill>
          <a:blip r:embed="rId17">
            <a:extLst>
              <a:ext uri="{28A0092B-C50C-407E-A947-70E740481C1C}">
                <a14:useLocalDpi xmlns:a14="http://schemas.microsoft.com/office/drawing/2010/main"/>
              </a:ext>
            </a:extLst>
          </a:blip>
          <a:stretch>
            <a:fillRect/>
          </a:stretch>
        </p:blipFill>
        <p:spPr>
          <a:xfrm>
            <a:off x="7142251" y="2872024"/>
            <a:ext cx="1897746" cy="710486"/>
          </a:xfrm>
          <a:prstGeom prst="rect">
            <a:avLst/>
          </a:prstGeom>
        </p:spPr>
      </p:pic>
      <p:grpSp>
        <p:nvGrpSpPr>
          <p:cNvPr id="23" name="Group 22"/>
          <p:cNvGrpSpPr/>
          <p:nvPr/>
        </p:nvGrpSpPr>
        <p:grpSpPr>
          <a:xfrm>
            <a:off x="5802415" y="4587881"/>
            <a:ext cx="3215351" cy="1062088"/>
            <a:chOff x="3001268" y="863207"/>
            <a:chExt cx="3976261" cy="1335544"/>
          </a:xfrm>
        </p:grpSpPr>
        <p:pic>
          <p:nvPicPr>
            <p:cNvPr id="24" name="Picture 23" descr="NASA basic.png"/>
            <p:cNvPicPr>
              <a:picLocks noChangeAspect="1"/>
            </p:cNvPicPr>
            <p:nvPr/>
          </p:nvPicPr>
          <p:blipFill>
            <a:blip r:embed="rId18">
              <a:extLst>
                <a:ext uri="{28A0092B-C50C-407E-A947-70E740481C1C}">
                  <a14:useLocalDpi xmlns:a14="http://schemas.microsoft.com/office/drawing/2010/main"/>
                </a:ext>
              </a:extLst>
            </a:blip>
            <a:stretch>
              <a:fillRect/>
            </a:stretch>
          </p:blipFill>
          <p:spPr>
            <a:xfrm>
              <a:off x="3001268" y="863207"/>
              <a:ext cx="3976261" cy="762000"/>
            </a:xfrm>
            <a:prstGeom prst="rect">
              <a:avLst/>
            </a:prstGeom>
          </p:spPr>
        </p:pic>
        <p:pic>
          <p:nvPicPr>
            <p:cNvPr id="25" name="Picture 24" descr="NASA hydro.png"/>
            <p:cNvPicPr>
              <a:picLocks noChangeAspect="1"/>
            </p:cNvPicPr>
            <p:nvPr/>
          </p:nvPicPr>
          <p:blipFill>
            <a:blip r:embed="rId19">
              <a:extLst>
                <a:ext uri="{28A0092B-C50C-407E-A947-70E740481C1C}">
                  <a14:useLocalDpi xmlns:a14="http://schemas.microsoft.com/office/drawing/2010/main"/>
                </a:ext>
              </a:extLst>
            </a:blip>
            <a:stretch>
              <a:fillRect/>
            </a:stretch>
          </p:blipFill>
          <p:spPr>
            <a:xfrm>
              <a:off x="3001268" y="1610267"/>
              <a:ext cx="3976261" cy="588484"/>
            </a:xfrm>
            <a:prstGeom prst="rect">
              <a:avLst/>
            </a:prstGeom>
          </p:spPr>
        </p:pic>
      </p:grpSp>
      <p:pic>
        <p:nvPicPr>
          <p:cNvPr id="26" name="Picture 25"/>
          <p:cNvPicPr/>
          <p:nvPr/>
        </p:nvPicPr>
        <p:blipFill>
          <a:blip r:embed="rId20" cstate="print">
            <a:extLst>
              <a:ext uri="{28A0092B-C50C-407E-A947-70E740481C1C}">
                <a14:useLocalDpi xmlns:a14="http://schemas.microsoft.com/office/drawing/2010/main"/>
              </a:ext>
            </a:extLst>
          </a:blip>
          <a:stretch>
            <a:fillRect/>
          </a:stretch>
        </p:blipFill>
        <p:spPr>
          <a:xfrm>
            <a:off x="313766" y="1182469"/>
            <a:ext cx="2248993" cy="939178"/>
          </a:xfrm>
          <a:prstGeom prst="rect">
            <a:avLst/>
          </a:prstGeom>
          <a:extLst>
            <a:ext uri="{FAA26D3D-D897-4be2-8F04-BA451C77F1D7}">
              <ma14:placeholderFlag xmlns:ma14="http://schemas.microsoft.com/office/mac/drawingml/2011/main"/>
            </a:ext>
          </a:extLst>
        </p:spPr>
      </p:pic>
      <p:pic>
        <p:nvPicPr>
          <p:cNvPr id="27" name="Picture 26" descr="CNR-IIA-lg.png"/>
          <p:cNvPicPr>
            <a:picLocks noChangeAspect="1"/>
          </p:cNvPicPr>
          <p:nvPr/>
        </p:nvPicPr>
        <p:blipFill>
          <a:blip r:embed="rId21">
            <a:extLst>
              <a:ext uri="{28A0092B-C50C-407E-A947-70E740481C1C}">
                <a14:useLocalDpi xmlns:a14="http://schemas.microsoft.com/office/drawing/2010/main"/>
              </a:ext>
            </a:extLst>
          </a:blip>
          <a:stretch>
            <a:fillRect/>
          </a:stretch>
        </p:blipFill>
        <p:spPr>
          <a:xfrm>
            <a:off x="7790331" y="5728050"/>
            <a:ext cx="1180669" cy="976864"/>
          </a:xfrm>
          <a:prstGeom prst="rect">
            <a:avLst/>
          </a:prstGeom>
        </p:spPr>
      </p:pic>
    </p:spTree>
    <p:extLst>
      <p:ext uri="{BB962C8B-B14F-4D97-AF65-F5344CB8AC3E}">
        <p14:creationId xmlns:p14="http://schemas.microsoft.com/office/powerpoint/2010/main" val="25283226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bwMode="auto">
          <a:xfrm>
            <a:off x="0" y="1295400"/>
            <a:ext cx="9144000" cy="5562600"/>
          </a:xfrm>
          <a:prstGeom prst="rect">
            <a:avLst/>
          </a:prstGeom>
          <a:gradFill flip="none" rotWithShape="1">
            <a:gsLst>
              <a:gs pos="0">
                <a:schemeClr val="tx2">
                  <a:alpha val="60000"/>
                </a:schemeClr>
              </a:gs>
              <a:gs pos="49000">
                <a:schemeClr val="accent4">
                  <a:lumMod val="75000"/>
                </a:schemeClr>
              </a:gs>
              <a:gs pos="100000">
                <a:schemeClr val="tx2"/>
              </a:gs>
            </a:gsLst>
            <a:lin ang="16200000" scaled="0"/>
            <a:tileRect/>
          </a:gra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none" lIns="91440" tIns="45720" rIns="91440" bIns="45720" numCol="1" rtlCol="0" anchor="ctr" anchorCtr="0" compatLnSpc="1">
            <a:prstTxWarp prst="textNoShape">
              <a:avLst/>
            </a:prstTxWarp>
          </a:bodyPr>
          <a:lstStyle/>
          <a:p>
            <a:pPr algn="ctr"/>
            <a:endParaRPr lang="en-US" sz="1400" b="1" dirty="0">
              <a:solidFill>
                <a:srgbClr val="000000"/>
              </a:solidFill>
              <a:latin typeface="Arial"/>
              <a:ea typeface="ＭＳ Ｐゴシック"/>
              <a:cs typeface="ＭＳ Ｐゴシック"/>
            </a:endParaRPr>
          </a:p>
        </p:txBody>
      </p:sp>
      <p:sp>
        <p:nvSpPr>
          <p:cNvPr id="2" name="Title 1"/>
          <p:cNvSpPr>
            <a:spLocks noGrp="1"/>
          </p:cNvSpPr>
          <p:nvPr>
            <p:ph type="title"/>
          </p:nvPr>
        </p:nvSpPr>
        <p:spPr>
          <a:xfrm>
            <a:off x="443876" y="397968"/>
            <a:ext cx="8458199" cy="484632"/>
          </a:xfrm>
        </p:spPr>
        <p:txBody>
          <a:bodyPr/>
          <a:lstStyle/>
          <a:p>
            <a:r>
              <a:rPr lang="en-US" dirty="0" smtClean="0">
                <a:latin typeface="Candara"/>
                <a:cs typeface="Candara"/>
              </a:rPr>
              <a:t>Italy – 21 regional authorities, 1530 hydrometric sites</a:t>
            </a:r>
            <a:endParaRPr lang="en-US" dirty="0">
              <a:latin typeface="Candara"/>
              <a:cs typeface="Candara"/>
            </a:endParaRPr>
          </a:p>
        </p:txBody>
      </p:sp>
      <p:sp>
        <p:nvSpPr>
          <p:cNvPr id="6" name="Rectangle 5"/>
          <p:cNvSpPr/>
          <p:nvPr/>
        </p:nvSpPr>
        <p:spPr>
          <a:xfrm>
            <a:off x="710708" y="1507505"/>
            <a:ext cx="4414116" cy="646331"/>
          </a:xfrm>
          <a:prstGeom prst="rect">
            <a:avLst/>
          </a:prstGeom>
        </p:spPr>
        <p:txBody>
          <a:bodyPr wrap="square">
            <a:spAutoFit/>
          </a:bodyPr>
          <a:lstStyle/>
          <a:p>
            <a:pPr eaLnBrk="1" fontAlgn="auto" hangingPunct="1">
              <a:spcBef>
                <a:spcPts val="0"/>
              </a:spcBef>
              <a:spcAft>
                <a:spcPts val="0"/>
              </a:spcAft>
            </a:pPr>
            <a:r>
              <a:rPr lang="en-US" b="1" dirty="0">
                <a:solidFill>
                  <a:srgbClr val="FFFF96">
                    <a:lumMod val="75000"/>
                  </a:srgbClr>
                </a:solidFill>
                <a:latin typeface="Candara"/>
                <a:ea typeface="ＭＳ Ｐゴシック"/>
                <a:cs typeface="Candara"/>
              </a:rPr>
              <a:t>National Institute for Environmental Protection and Research (ISPRA)</a:t>
            </a:r>
            <a:endParaRPr lang="en-US" dirty="0">
              <a:solidFill>
                <a:srgbClr val="FFFF96">
                  <a:lumMod val="75000"/>
                </a:srgbClr>
              </a:solidFill>
              <a:latin typeface="Candara"/>
              <a:ea typeface="ＭＳ Ｐゴシック"/>
              <a:cs typeface="Candara"/>
            </a:endParaRPr>
          </a:p>
        </p:txBody>
      </p:sp>
      <p:pic>
        <p:nvPicPr>
          <p:cNvPr id="3" name="Picture 2"/>
          <p:cNvPicPr>
            <a:picLocks noChangeAspect="1"/>
          </p:cNvPicPr>
          <p:nvPr/>
        </p:nvPicPr>
        <p:blipFill>
          <a:blip r:embed="rId2"/>
          <a:stretch>
            <a:fillRect/>
          </a:stretch>
        </p:blipFill>
        <p:spPr>
          <a:xfrm>
            <a:off x="4096792" y="2233617"/>
            <a:ext cx="2982188" cy="4232369"/>
          </a:xfrm>
          <a:prstGeom prst="rect">
            <a:avLst/>
          </a:prstGeom>
        </p:spPr>
      </p:pic>
      <p:pic>
        <p:nvPicPr>
          <p:cNvPr id="7" name="Picture 6"/>
          <p:cNvPicPr>
            <a:picLocks noChangeAspect="1"/>
          </p:cNvPicPr>
          <p:nvPr/>
        </p:nvPicPr>
        <p:blipFill>
          <a:blip r:embed="rId3"/>
          <a:stretch>
            <a:fillRect/>
          </a:stretch>
        </p:blipFill>
        <p:spPr>
          <a:xfrm>
            <a:off x="737706" y="2223619"/>
            <a:ext cx="2504530" cy="4244917"/>
          </a:xfrm>
          <a:prstGeom prst="rect">
            <a:avLst/>
          </a:prstGeom>
        </p:spPr>
      </p:pic>
      <p:pic>
        <p:nvPicPr>
          <p:cNvPr id="1026" name="Picture 2"/>
          <p:cNvPicPr>
            <a:picLocks noChangeAspect="1" noChangeArrowheads="1"/>
          </p:cNvPicPr>
          <p:nvPr/>
        </p:nvPicPr>
        <p:blipFill>
          <a:blip r:embed="rId4" cstate="print">
            <a:extLst>
              <a:ext uri="{28A0092B-C50C-407E-A947-70E740481C1C}">
                <a14:useLocalDpi xmlns:a14="http://schemas.microsoft.com/office/drawing/2010/main"/>
              </a:ext>
            </a:extLst>
          </a:blip>
          <a:srcRect/>
          <a:stretch>
            <a:fillRect/>
          </a:stretch>
        </p:blipFill>
        <p:spPr bwMode="auto">
          <a:xfrm>
            <a:off x="7575164" y="2755525"/>
            <a:ext cx="1213590" cy="1057211"/>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sp>
        <p:nvSpPr>
          <p:cNvPr id="8" name="TextBox 7"/>
          <p:cNvSpPr txBox="1"/>
          <p:nvPr/>
        </p:nvSpPr>
        <p:spPr>
          <a:xfrm>
            <a:off x="7246456" y="1781357"/>
            <a:ext cx="1793955" cy="914400"/>
          </a:xfrm>
          <a:prstGeom prst="rect">
            <a:avLst/>
          </a:prstGeom>
          <a:solidFill>
            <a:schemeClr val="bg1"/>
          </a:solidFill>
          <a:effectLst/>
        </p:spPr>
        <p:txBody>
          <a:bodyPr wrap="none" lIns="0" tIns="0" rIns="0" bIns="0" rtlCol="0">
            <a:noAutofit/>
          </a:bodyPr>
          <a:lstStyle/>
          <a:p>
            <a:pPr algn="ctr" fontAlgn="auto">
              <a:lnSpc>
                <a:spcPts val="1800"/>
              </a:lnSpc>
              <a:spcBef>
                <a:spcPts val="0"/>
              </a:spcBef>
              <a:spcAft>
                <a:spcPts val="0"/>
              </a:spcAft>
            </a:pPr>
            <a:r>
              <a:rPr lang="en-US" sz="1400" b="1" dirty="0" err="1" smtClean="0">
                <a:solidFill>
                  <a:srgbClr val="001446">
                    <a:lumMod val="75000"/>
                    <a:lumOff val="25000"/>
                  </a:srgbClr>
                </a:solidFill>
                <a:latin typeface="Candara"/>
                <a:ea typeface="ＭＳ Ｐゴシック"/>
                <a:cs typeface="Candara"/>
              </a:rPr>
              <a:t>Istituto</a:t>
            </a:r>
            <a:r>
              <a:rPr lang="en-US" sz="1400" b="1" dirty="0" smtClean="0">
                <a:solidFill>
                  <a:srgbClr val="001446">
                    <a:lumMod val="75000"/>
                    <a:lumOff val="25000"/>
                  </a:srgbClr>
                </a:solidFill>
                <a:latin typeface="Candara"/>
                <a:ea typeface="ＭＳ Ｐゴシック"/>
                <a:cs typeface="Candara"/>
              </a:rPr>
              <a:t> </a:t>
            </a:r>
            <a:r>
              <a:rPr lang="en-US" sz="1400" b="1" dirty="0" err="1" smtClean="0">
                <a:solidFill>
                  <a:srgbClr val="001446">
                    <a:lumMod val="75000"/>
                    <a:lumOff val="25000"/>
                  </a:srgbClr>
                </a:solidFill>
                <a:latin typeface="Candara"/>
                <a:ea typeface="ＭＳ Ｐゴシック"/>
                <a:cs typeface="Candara"/>
              </a:rPr>
              <a:t>Superiore</a:t>
            </a:r>
            <a:r>
              <a:rPr lang="en-US" sz="1400" b="1" dirty="0" smtClean="0">
                <a:solidFill>
                  <a:srgbClr val="001446">
                    <a:lumMod val="75000"/>
                    <a:lumOff val="25000"/>
                  </a:srgbClr>
                </a:solidFill>
                <a:latin typeface="Candara"/>
                <a:ea typeface="ＭＳ Ｐゴシック"/>
                <a:cs typeface="Candara"/>
              </a:rPr>
              <a:t> per </a:t>
            </a:r>
          </a:p>
          <a:p>
            <a:pPr algn="ctr" fontAlgn="auto">
              <a:lnSpc>
                <a:spcPts val="1800"/>
              </a:lnSpc>
              <a:spcBef>
                <a:spcPts val="0"/>
              </a:spcBef>
              <a:spcAft>
                <a:spcPts val="0"/>
              </a:spcAft>
            </a:pPr>
            <a:r>
              <a:rPr lang="en-US" sz="1400" b="1" dirty="0" smtClean="0">
                <a:solidFill>
                  <a:srgbClr val="001446">
                    <a:lumMod val="75000"/>
                    <a:lumOff val="25000"/>
                  </a:srgbClr>
                </a:solidFill>
                <a:latin typeface="Candara"/>
                <a:ea typeface="ＭＳ Ｐゴシック"/>
                <a:cs typeface="Candara"/>
              </a:rPr>
              <a:t>la </a:t>
            </a:r>
            <a:r>
              <a:rPr lang="en-US" sz="1400" b="1" dirty="0" err="1" smtClean="0">
                <a:solidFill>
                  <a:srgbClr val="001446">
                    <a:lumMod val="75000"/>
                    <a:lumOff val="25000"/>
                  </a:srgbClr>
                </a:solidFill>
                <a:latin typeface="Candara"/>
                <a:ea typeface="ＭＳ Ｐゴシック"/>
                <a:cs typeface="Candara"/>
              </a:rPr>
              <a:t>Protezione</a:t>
            </a:r>
            <a:r>
              <a:rPr lang="en-US" sz="1400" b="1" dirty="0" smtClean="0">
                <a:solidFill>
                  <a:srgbClr val="001446">
                    <a:lumMod val="75000"/>
                    <a:lumOff val="25000"/>
                  </a:srgbClr>
                </a:solidFill>
                <a:latin typeface="Candara"/>
                <a:ea typeface="ＭＳ Ｐゴシック"/>
                <a:cs typeface="Candara"/>
              </a:rPr>
              <a:t> e la </a:t>
            </a:r>
            <a:br>
              <a:rPr lang="en-US" sz="1400" b="1" dirty="0" smtClean="0">
                <a:solidFill>
                  <a:srgbClr val="001446">
                    <a:lumMod val="75000"/>
                    <a:lumOff val="25000"/>
                  </a:srgbClr>
                </a:solidFill>
                <a:latin typeface="Candara"/>
                <a:ea typeface="ＭＳ Ｐゴシック"/>
                <a:cs typeface="Candara"/>
              </a:rPr>
            </a:br>
            <a:r>
              <a:rPr lang="en-US" sz="1400" b="1" dirty="0" err="1" smtClean="0">
                <a:solidFill>
                  <a:srgbClr val="001446">
                    <a:lumMod val="75000"/>
                    <a:lumOff val="25000"/>
                  </a:srgbClr>
                </a:solidFill>
                <a:latin typeface="Candara"/>
                <a:ea typeface="ＭＳ Ｐゴシック"/>
                <a:cs typeface="Candara"/>
              </a:rPr>
              <a:t>Ricerca</a:t>
            </a:r>
            <a:r>
              <a:rPr lang="en-US" sz="1400" b="1" dirty="0" smtClean="0">
                <a:solidFill>
                  <a:srgbClr val="001446">
                    <a:lumMod val="75000"/>
                    <a:lumOff val="25000"/>
                  </a:srgbClr>
                </a:solidFill>
                <a:latin typeface="Candara"/>
                <a:ea typeface="ＭＳ Ｐゴシック"/>
                <a:cs typeface="Candara"/>
              </a:rPr>
              <a:t> </a:t>
            </a:r>
            <a:r>
              <a:rPr lang="en-US" sz="1400" b="1" dirty="0" err="1" smtClean="0">
                <a:solidFill>
                  <a:srgbClr val="001446">
                    <a:lumMod val="75000"/>
                    <a:lumOff val="25000"/>
                  </a:srgbClr>
                </a:solidFill>
                <a:latin typeface="Candara"/>
                <a:ea typeface="ＭＳ Ｐゴシック"/>
                <a:cs typeface="Candara"/>
              </a:rPr>
              <a:t>Ambientale</a:t>
            </a:r>
            <a:r>
              <a:rPr lang="en-US" sz="1400" b="1" dirty="0" smtClean="0">
                <a:solidFill>
                  <a:srgbClr val="001446">
                    <a:lumMod val="75000"/>
                    <a:lumOff val="25000"/>
                  </a:srgbClr>
                </a:solidFill>
                <a:latin typeface="Candara"/>
                <a:ea typeface="ＭＳ Ｐゴシック"/>
                <a:cs typeface="Candara"/>
              </a:rPr>
              <a:t> </a:t>
            </a:r>
          </a:p>
          <a:p>
            <a:pPr algn="ctr" fontAlgn="auto">
              <a:lnSpc>
                <a:spcPts val="1800"/>
              </a:lnSpc>
              <a:spcBef>
                <a:spcPts val="0"/>
              </a:spcBef>
              <a:spcAft>
                <a:spcPts val="0"/>
              </a:spcAft>
            </a:pPr>
            <a:r>
              <a:rPr lang="en-US" sz="1400" b="1" dirty="0" smtClean="0">
                <a:solidFill>
                  <a:srgbClr val="001446">
                    <a:lumMod val="75000"/>
                    <a:lumOff val="25000"/>
                  </a:srgbClr>
                </a:solidFill>
                <a:latin typeface="Candara"/>
                <a:ea typeface="ＭＳ Ｐゴシック"/>
                <a:cs typeface="Candara"/>
              </a:rPr>
              <a:t>(ISPRA)</a:t>
            </a:r>
          </a:p>
        </p:txBody>
      </p:sp>
    </p:spTree>
    <p:extLst>
      <p:ext uri="{BB962C8B-B14F-4D97-AF65-F5344CB8AC3E}">
        <p14:creationId xmlns:p14="http://schemas.microsoft.com/office/powerpoint/2010/main" val="860436999"/>
      </p:ext>
    </p:extLst>
  </p:cSld>
  <p:clrMapOvr>
    <a:masterClrMapping/>
  </p:clrMapOvr>
  <p:transition spd="med">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bwMode="auto">
          <a:xfrm>
            <a:off x="0" y="1295400"/>
            <a:ext cx="9144000" cy="5562600"/>
          </a:xfrm>
          <a:prstGeom prst="rect">
            <a:avLst/>
          </a:prstGeom>
          <a:gradFill flip="none" rotWithShape="1">
            <a:gsLst>
              <a:gs pos="0">
                <a:schemeClr val="tx2">
                  <a:alpha val="60000"/>
                </a:schemeClr>
              </a:gs>
              <a:gs pos="49000">
                <a:schemeClr val="accent4">
                  <a:lumMod val="75000"/>
                </a:schemeClr>
              </a:gs>
              <a:gs pos="100000">
                <a:schemeClr val="tx2"/>
              </a:gs>
            </a:gsLst>
            <a:lin ang="16200000" scaled="0"/>
            <a:tileRect/>
          </a:gra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none" lIns="91440" tIns="45720" rIns="91440" bIns="45720" numCol="1" rtlCol="0" anchor="ctr" anchorCtr="0" compatLnSpc="1">
            <a:prstTxWarp prst="textNoShape">
              <a:avLst/>
            </a:prstTxWarp>
          </a:bodyPr>
          <a:lstStyle/>
          <a:p>
            <a:pPr algn="ctr"/>
            <a:endParaRPr lang="en-US" sz="1400" b="1" dirty="0">
              <a:solidFill>
                <a:srgbClr val="000000"/>
              </a:solidFill>
              <a:latin typeface="Arial"/>
              <a:ea typeface="ＭＳ Ｐゴシック"/>
              <a:cs typeface="ＭＳ Ｐゴシック"/>
            </a:endParaRPr>
          </a:p>
        </p:txBody>
      </p:sp>
      <p:sp>
        <p:nvSpPr>
          <p:cNvPr id="2" name="Title 1"/>
          <p:cNvSpPr>
            <a:spLocks noGrp="1"/>
          </p:cNvSpPr>
          <p:nvPr>
            <p:ph type="title"/>
          </p:nvPr>
        </p:nvSpPr>
        <p:spPr>
          <a:xfrm>
            <a:off x="685801" y="426964"/>
            <a:ext cx="7312991" cy="484632"/>
          </a:xfrm>
        </p:spPr>
        <p:txBody>
          <a:bodyPr/>
          <a:lstStyle/>
          <a:p>
            <a:r>
              <a:rPr lang="en-US" sz="3200" dirty="0" smtClean="0">
                <a:latin typeface="Candara"/>
                <a:cs typeface="Candara"/>
              </a:rPr>
              <a:t>Italy – River Basins</a:t>
            </a:r>
            <a:endParaRPr lang="en-US" sz="3200" dirty="0">
              <a:latin typeface="Candara"/>
              <a:cs typeface="Candara"/>
            </a:endParaRPr>
          </a:p>
        </p:txBody>
      </p:sp>
      <p:sp>
        <p:nvSpPr>
          <p:cNvPr id="12" name="TextBox 11"/>
          <p:cNvSpPr txBox="1"/>
          <p:nvPr/>
        </p:nvSpPr>
        <p:spPr>
          <a:xfrm>
            <a:off x="140782" y="5823511"/>
            <a:ext cx="5087372" cy="533400"/>
          </a:xfrm>
          <a:prstGeom prst="rect">
            <a:avLst/>
          </a:prstGeom>
          <a:noFill/>
          <a:effectLst/>
        </p:spPr>
        <p:txBody>
          <a:bodyPr wrap="none" lIns="0" tIns="0" rIns="0" bIns="0" rtlCol="0" anchor="b">
            <a:noAutofit/>
          </a:bodyPr>
          <a:lstStyle>
            <a:defPPr>
              <a:defRPr lang="en-US"/>
            </a:defPPr>
            <a:lvl1pPr algn="r" eaLnBrk="0" hangingPunct="0">
              <a:defRPr sz="1400">
                <a:solidFill>
                  <a:schemeClr val="bg1"/>
                </a:solidFill>
              </a:defRPr>
            </a:lvl1pPr>
          </a:lstStyle>
          <a:p>
            <a:pPr fontAlgn="auto">
              <a:spcBef>
                <a:spcPts val="0"/>
              </a:spcBef>
              <a:spcAft>
                <a:spcPts val="0"/>
              </a:spcAft>
            </a:pPr>
            <a:r>
              <a:rPr lang="en-NZ" dirty="0">
                <a:solidFill>
                  <a:prstClr val="white"/>
                </a:solidFill>
                <a:latin typeface="Arial"/>
                <a:ea typeface="ＭＳ Ｐゴシック"/>
                <a:cs typeface="ＭＳ Ｐゴシック"/>
              </a:rPr>
              <a:t>Develop a federated hydrological information infrastructure . . .</a:t>
            </a:r>
          </a:p>
          <a:p>
            <a:pPr fontAlgn="auto">
              <a:spcBef>
                <a:spcPts val="0"/>
              </a:spcBef>
              <a:spcAft>
                <a:spcPts val="0"/>
              </a:spcAft>
            </a:pPr>
            <a:r>
              <a:rPr lang="en-NZ" dirty="0">
                <a:solidFill>
                  <a:prstClr val="white"/>
                </a:solidFill>
                <a:latin typeface="Arial"/>
                <a:ea typeface="ＭＳ Ｐゴシック"/>
                <a:cs typeface="ＭＳ Ｐゴシック"/>
              </a:rPr>
              <a:t>                    . . . linking regionally collected data for a river basin</a:t>
            </a:r>
          </a:p>
        </p:txBody>
      </p:sp>
      <p:sp>
        <p:nvSpPr>
          <p:cNvPr id="6" name="Rectangle 5"/>
          <p:cNvSpPr/>
          <p:nvPr/>
        </p:nvSpPr>
        <p:spPr>
          <a:xfrm>
            <a:off x="702237" y="1612095"/>
            <a:ext cx="4065002" cy="646331"/>
          </a:xfrm>
          <a:prstGeom prst="rect">
            <a:avLst/>
          </a:prstGeom>
        </p:spPr>
        <p:txBody>
          <a:bodyPr wrap="square">
            <a:spAutoFit/>
          </a:bodyPr>
          <a:lstStyle/>
          <a:p>
            <a:pPr eaLnBrk="1" fontAlgn="auto" hangingPunct="1">
              <a:spcBef>
                <a:spcPts val="0"/>
              </a:spcBef>
              <a:spcAft>
                <a:spcPts val="0"/>
              </a:spcAft>
            </a:pPr>
            <a:r>
              <a:rPr lang="en-US" b="1" dirty="0">
                <a:solidFill>
                  <a:srgbClr val="FFFF96">
                    <a:lumMod val="75000"/>
                  </a:srgbClr>
                </a:solidFill>
                <a:latin typeface="Candara"/>
                <a:ea typeface="ＭＳ Ｐゴシック"/>
                <a:cs typeface="Candara"/>
              </a:rPr>
              <a:t>Data for the Po River basin is managed by seven different regional authorities</a:t>
            </a:r>
            <a:endParaRPr lang="en-US" dirty="0">
              <a:solidFill>
                <a:srgbClr val="FFFF96">
                  <a:lumMod val="75000"/>
                </a:srgbClr>
              </a:solidFill>
              <a:latin typeface="Candara"/>
              <a:ea typeface="ＭＳ Ｐゴシック"/>
              <a:cs typeface="Candara"/>
            </a:endParaRPr>
          </a:p>
        </p:txBody>
      </p:sp>
      <p:pic>
        <p:nvPicPr>
          <p:cNvPr id="3" name="Picture 2"/>
          <p:cNvPicPr>
            <a:picLocks noChangeAspect="1"/>
          </p:cNvPicPr>
          <p:nvPr/>
        </p:nvPicPr>
        <p:blipFill>
          <a:blip r:embed="rId2"/>
          <a:stretch>
            <a:fillRect/>
          </a:stretch>
        </p:blipFill>
        <p:spPr>
          <a:xfrm>
            <a:off x="5538783" y="1371601"/>
            <a:ext cx="3485688" cy="5395398"/>
          </a:xfrm>
          <a:prstGeom prst="rect">
            <a:avLst/>
          </a:prstGeom>
        </p:spPr>
      </p:pic>
      <p:pic>
        <p:nvPicPr>
          <p:cNvPr id="9" name="Picture 8"/>
          <p:cNvPicPr>
            <a:picLocks noChangeAspect="1"/>
          </p:cNvPicPr>
          <p:nvPr/>
        </p:nvPicPr>
        <p:blipFill>
          <a:blip r:embed="rId3"/>
          <a:stretch>
            <a:fillRect/>
          </a:stretch>
        </p:blipFill>
        <p:spPr>
          <a:xfrm>
            <a:off x="830238" y="2346623"/>
            <a:ext cx="4246150" cy="3196554"/>
          </a:xfrm>
          <a:prstGeom prst="rect">
            <a:avLst/>
          </a:prstGeom>
        </p:spPr>
      </p:pic>
    </p:spTree>
    <p:extLst>
      <p:ext uri="{BB962C8B-B14F-4D97-AF65-F5344CB8AC3E}">
        <p14:creationId xmlns:p14="http://schemas.microsoft.com/office/powerpoint/2010/main" val="3992232625"/>
      </p:ext>
    </p:extLst>
  </p:cSld>
  <p:clrMapOvr>
    <a:masterClrMapping/>
  </p:clrMapOvr>
  <p:transition spd="med">
    <p:fad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sz="3200" dirty="0" smtClean="0">
                <a:latin typeface="Candara"/>
                <a:cs typeface="Candara"/>
              </a:rPr>
              <a:t>Water Data Maps: Italian Stream Gauges</a:t>
            </a:r>
            <a:endParaRPr lang="en-US" sz="3200" dirty="0">
              <a:latin typeface="Candara"/>
              <a:cs typeface="Candara"/>
            </a:endParaRPr>
          </a:p>
        </p:txBody>
      </p:sp>
      <p:pic>
        <p:nvPicPr>
          <p:cNvPr id="8" name="Picture 7" descr="Italy streamgages.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1375209"/>
            <a:ext cx="9144000" cy="5482793"/>
          </a:xfrm>
          <a:prstGeom prst="rect">
            <a:avLst/>
          </a:prstGeom>
        </p:spPr>
      </p:pic>
      <p:pic>
        <p:nvPicPr>
          <p:cNvPr id="9" name="Picture 8" descr="Italy streamgages-2.jp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0" y="1389618"/>
            <a:ext cx="9144000" cy="5468382"/>
          </a:xfrm>
          <a:prstGeom prst="rect">
            <a:avLst/>
          </a:prstGeom>
        </p:spPr>
      </p:pic>
    </p:spTree>
    <p:extLst>
      <p:ext uri="{BB962C8B-B14F-4D97-AF65-F5344CB8AC3E}">
        <p14:creationId xmlns:p14="http://schemas.microsoft.com/office/powerpoint/2010/main" val="1403892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slide24-Boretto.pn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0" y="0"/>
            <a:ext cx="9144000" cy="6858000"/>
          </a:xfrm>
          <a:prstGeom prst="rect">
            <a:avLst/>
          </a:prstGeom>
        </p:spPr>
      </p:pic>
      <p:pic>
        <p:nvPicPr>
          <p:cNvPr id="4" name="Picture 3" descr="slide24-Boretto w popup.png"/>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801" y="838200"/>
            <a:ext cx="4182935" cy="991104"/>
          </a:xfrm>
          <a:solidFill>
            <a:schemeClr val="bg1">
              <a:alpha val="49000"/>
            </a:schemeClr>
          </a:solidFill>
        </p:spPr>
        <p:txBody>
          <a:bodyPr/>
          <a:lstStyle/>
          <a:p>
            <a:r>
              <a:rPr lang="en-US" sz="3200" dirty="0" smtClean="0">
                <a:latin typeface="Candara"/>
                <a:cs typeface="Candara"/>
              </a:rPr>
              <a:t>Water Data Maps: </a:t>
            </a:r>
            <a:br>
              <a:rPr lang="en-US" sz="3200" dirty="0" smtClean="0">
                <a:latin typeface="Candara"/>
                <a:cs typeface="Candara"/>
              </a:rPr>
            </a:br>
            <a:r>
              <a:rPr lang="en-US" sz="3200" dirty="0" smtClean="0">
                <a:latin typeface="Candara"/>
                <a:cs typeface="Candara"/>
              </a:rPr>
              <a:t>Italian Stream Gauges</a:t>
            </a:r>
            <a:endParaRPr lang="en-US" sz="3200" dirty="0">
              <a:latin typeface="Candara"/>
              <a:cs typeface="Candara"/>
            </a:endParaRPr>
          </a:p>
        </p:txBody>
      </p:sp>
    </p:spTree>
    <p:extLst>
      <p:ext uri="{BB962C8B-B14F-4D97-AF65-F5344CB8AC3E}">
        <p14:creationId xmlns:p14="http://schemas.microsoft.com/office/powerpoint/2010/main" val="16617114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latin typeface="Candara"/>
                <a:cs typeface="Candara"/>
              </a:rPr>
              <a:t>Water Data Maps: </a:t>
            </a:r>
            <a:r>
              <a:rPr lang="en-US" sz="3200" dirty="0" smtClean="0">
                <a:latin typeface="Candara"/>
                <a:cs typeface="Candara"/>
              </a:rPr>
              <a:t>Time Series Data Access</a:t>
            </a:r>
            <a:endParaRPr lang="en-US" sz="3200" dirty="0">
              <a:latin typeface="Candara"/>
              <a:cs typeface="Candara"/>
            </a:endParaRPr>
          </a:p>
        </p:txBody>
      </p:sp>
      <p:pic>
        <p:nvPicPr>
          <p:cNvPr id="4" name="Picture 3" descr="Italy-Po a Boretto-HIS graph.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1616460"/>
            <a:ext cx="9144000" cy="5241540"/>
          </a:xfrm>
          <a:prstGeom prst="rect">
            <a:avLst/>
          </a:prstGeom>
        </p:spPr>
      </p:pic>
    </p:spTree>
    <p:extLst>
      <p:ext uri="{BB962C8B-B14F-4D97-AF65-F5344CB8AC3E}">
        <p14:creationId xmlns:p14="http://schemas.microsoft.com/office/powerpoint/2010/main" val="24949602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theme/theme1.xml><?xml version="1.0" encoding="utf-8"?>
<a:theme xmlns:a="http://schemas.openxmlformats.org/drawingml/2006/main" name="GEO_powerpointtemplate">
  <a:themeElements>
    <a:clrScheme name="GEO_powerpointtempl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GEO_powerpoint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400" b="0" i="0" u="none" strike="noStrike" cap="none" normalizeH="0" baseline="0">
            <a:ln>
              <a:noFill/>
            </a:ln>
            <a:solidFill>
              <a:schemeClr val="tx1"/>
            </a:solidFill>
            <a:effectLst/>
            <a:latin typeface="Arial" pitchFamily="-65"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400" b="0" i="0" u="none" strike="noStrike" cap="none" normalizeH="0" baseline="0">
            <a:ln>
              <a:noFill/>
            </a:ln>
            <a:solidFill>
              <a:schemeClr val="tx1"/>
            </a:solidFill>
            <a:effectLst/>
            <a:latin typeface="Arial" pitchFamily="-65" charset="0"/>
          </a:defRPr>
        </a:defPPr>
      </a:lstStyle>
    </a:lnDef>
  </a:objectDefaults>
  <a:extraClrSchemeLst>
    <a:extraClrScheme>
      <a:clrScheme name="GEO_powerpointtempl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GEO_powerpointtemplat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GEO_powerpointtemplat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GEO_powerpointtemplat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GEO_powerpointtemplat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GEO_powerpointtemplat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GEO_powerpointtemplate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GEO_powerpointtemplat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GEO_powerpointtemplat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GEO_powerpointtemplat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GEO_powerpointtemplat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GEO_powerpointtemplat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ptional_Corporate_PPT_Template-Arial">
  <a:themeElements>
    <a:clrScheme name="Custom 1">
      <a:dk1>
        <a:sysClr val="windowText" lastClr="000000"/>
      </a:dk1>
      <a:lt1>
        <a:sysClr val="window" lastClr="FFFFFF"/>
      </a:lt1>
      <a:dk2>
        <a:srgbClr val="001446"/>
      </a:dk2>
      <a:lt2>
        <a:srgbClr val="FFFF96"/>
      </a:lt2>
      <a:accent1>
        <a:srgbClr val="A3CA4B"/>
      </a:accent1>
      <a:accent2>
        <a:srgbClr val="FAC15A"/>
      </a:accent2>
      <a:accent3>
        <a:srgbClr val="ED982D"/>
      </a:accent3>
      <a:accent4>
        <a:srgbClr val="5EB4E6"/>
      </a:accent4>
      <a:accent5>
        <a:srgbClr val="8DA3E8"/>
      </a:accent5>
      <a:accent6>
        <a:srgbClr val="B996D5"/>
      </a:accent6>
      <a:hlink>
        <a:srgbClr val="2F5AFF"/>
      </a:hlink>
      <a:folHlink>
        <a:srgbClr val="8C8C8C"/>
      </a:folHlink>
    </a:clrScheme>
    <a:fontScheme name="Esri-Arial">
      <a:majorFont>
        <a:latin typeface="Arial"/>
        <a:ea typeface="ＭＳ Ｐゴシック"/>
        <a:cs typeface="ＭＳ Ｐゴシック"/>
      </a:majorFont>
      <a:minorFont>
        <a:latin typeface="Arial"/>
        <a:ea typeface="ＭＳ Ｐゴシック"/>
        <a:cs typeface="ＭＳ Ｐゴシック"/>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type="none" w="med" len="med"/>
          <a:tailEnd type="none" w="med" len="med"/>
        </a:ln>
      </a:spPr>
      <a:bodyPr vert="horz" wrap="none" lIns="91440" tIns="45720" rIns="91440" bIns="45720" numCol="1" rtlCol="0" anchor="ctr" anchorCtr="0" compatLnSpc="1">
        <a:prstTxWarp prst="textNoShape">
          <a:avLst/>
        </a:prstTxWarp>
      </a:bodyPr>
      <a:lstStyle>
        <a:defPPr algn="ctr" eaLnBrk="0" fontAlgn="base" hangingPunct="0">
          <a:spcBef>
            <a:spcPct val="0"/>
          </a:spcBef>
          <a:spcAft>
            <a:spcPct val="0"/>
          </a:spcAft>
          <a:defRPr sz="1400" b="1" dirty="0">
            <a:solidFill>
              <a:srgbClr val="000000"/>
            </a:solidFill>
            <a:latin typeface="Arial" charset="0"/>
            <a:ea typeface="ＭＳ Ｐゴシック" pitchFamily="16" charset="-128"/>
            <a:cs typeface="ＭＳ Ｐゴシック" pitchFamily="-97" charset="-128"/>
          </a:defRPr>
        </a:defPPr>
      </a:lstStyle>
      <a:style>
        <a:lnRef idx="1">
          <a:schemeClr val="accent1"/>
        </a:lnRef>
        <a:fillRef idx="3">
          <a:schemeClr val="accent1"/>
        </a:fillRef>
        <a:effectRef idx="2">
          <a:schemeClr val="accent1"/>
        </a:effectRef>
        <a:fontRef idx="minor">
          <a:schemeClr val="lt1"/>
        </a:fontRef>
      </a:style>
    </a:spDef>
    <a:lnDef>
      <a:spPr bwMode="auto">
        <a:noFill/>
        <a:ln w="19050" cap="flat" cmpd="sng" algn="ctr">
          <a:solidFill>
            <a:schemeClr val="tx2"/>
          </a:solidFill>
          <a:prstDash val="solid"/>
          <a:round/>
          <a:headEnd type="none" w="med" len="med"/>
          <a:tailEnd type="none" w="med" len="med"/>
        </a:ln>
        <a:effectLst/>
      </a:spPr>
      <a:bodyPr/>
      <a:lstStyle/>
    </a:lnDef>
    <a:txDef>
      <a:spPr>
        <a:noFill/>
        <a:effectLst/>
      </a:spPr>
      <a:bodyPr wrap="square" lIns="0" tIns="0" rIns="0" bIns="0" rtlCol="0">
        <a:noAutofit/>
      </a:bodyPr>
      <a:lstStyle>
        <a:defPPr algn="l" eaLnBrk="0" hangingPunct="0">
          <a:lnSpc>
            <a:spcPts val="1800"/>
          </a:lnSpc>
          <a:defRPr sz="1400" b="1" dirty="0" smtClean="0">
            <a:ea typeface="+mn-ea"/>
            <a:cs typeface="+mn-cs"/>
          </a:defRPr>
        </a:defPPr>
      </a:lstStyle>
    </a:txDef>
  </a:objectDefaults>
  <a:extraClrSchemeLst/>
</a:theme>
</file>

<file path=ppt/theme/theme3.xml><?xml version="1.0" encoding="utf-8"?>
<a:theme xmlns:a="http://schemas.openxmlformats.org/drawingml/2006/main" name="1_Optional_Corporate_PPT_Template-Arial">
  <a:themeElements>
    <a:clrScheme name="EsriMarketing">
      <a:dk1>
        <a:sysClr val="windowText" lastClr="000000"/>
      </a:dk1>
      <a:lt1>
        <a:sysClr val="window" lastClr="FFFFFF"/>
      </a:lt1>
      <a:dk2>
        <a:srgbClr val="001446"/>
      </a:dk2>
      <a:lt2>
        <a:srgbClr val="FFFF96"/>
      </a:lt2>
      <a:accent1>
        <a:srgbClr val="A3CA4B"/>
      </a:accent1>
      <a:accent2>
        <a:srgbClr val="FAC15A"/>
      </a:accent2>
      <a:accent3>
        <a:srgbClr val="ED982D"/>
      </a:accent3>
      <a:accent4>
        <a:srgbClr val="5EB4E6"/>
      </a:accent4>
      <a:accent5>
        <a:srgbClr val="8DA3E8"/>
      </a:accent5>
      <a:accent6>
        <a:srgbClr val="B996D5"/>
      </a:accent6>
      <a:hlink>
        <a:srgbClr val="9BCDFF"/>
      </a:hlink>
      <a:folHlink>
        <a:srgbClr val="8C8C8C"/>
      </a:folHlink>
    </a:clrScheme>
    <a:fontScheme name="Esri-Arial">
      <a:majorFont>
        <a:latin typeface="Arial"/>
        <a:ea typeface="ＭＳ Ｐゴシック"/>
        <a:cs typeface="ＭＳ Ｐゴシック"/>
      </a:majorFont>
      <a:minorFont>
        <a:latin typeface="Arial"/>
        <a:ea typeface="ＭＳ Ｐゴシック"/>
        <a:cs typeface="ＭＳ Ｐゴシック"/>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type="none" w="med" len="med"/>
          <a:tailEnd type="none" w="med" len="med"/>
        </a:ln>
      </a:spPr>
      <a:bodyPr vert="horz" wrap="none" lIns="91440" tIns="45720" rIns="91440" bIns="45720" numCol="1" rtlCol="0" anchor="ctr" anchorCtr="0" compatLnSpc="1">
        <a:prstTxWarp prst="textNoShape">
          <a:avLst/>
        </a:prstTxWarp>
      </a:bodyPr>
      <a:lstStyle>
        <a:defPPr algn="ctr" eaLnBrk="0" fontAlgn="base" hangingPunct="0">
          <a:spcBef>
            <a:spcPct val="0"/>
          </a:spcBef>
          <a:spcAft>
            <a:spcPct val="0"/>
          </a:spcAft>
          <a:defRPr sz="1400" b="1" dirty="0">
            <a:solidFill>
              <a:srgbClr val="000000"/>
            </a:solidFill>
            <a:latin typeface="Arial" charset="0"/>
            <a:ea typeface="ＭＳ Ｐゴシック" pitchFamily="16" charset="-128"/>
            <a:cs typeface="ＭＳ Ｐゴシック" pitchFamily="-97" charset="-128"/>
          </a:defRPr>
        </a:defPPr>
      </a:lstStyle>
      <a:style>
        <a:lnRef idx="1">
          <a:schemeClr val="accent1"/>
        </a:lnRef>
        <a:fillRef idx="3">
          <a:schemeClr val="accent1"/>
        </a:fillRef>
        <a:effectRef idx="2">
          <a:schemeClr val="accent1"/>
        </a:effectRef>
        <a:fontRef idx="minor">
          <a:schemeClr val="lt1"/>
        </a:fontRef>
      </a:style>
    </a:spDef>
    <a:lnDef>
      <a:spPr bwMode="auto">
        <a:noFill/>
        <a:ln w="19050" cap="flat" cmpd="sng" algn="ctr">
          <a:solidFill>
            <a:schemeClr val="tx2"/>
          </a:solidFill>
          <a:prstDash val="solid"/>
          <a:round/>
          <a:headEnd type="none" w="med" len="med"/>
          <a:tailEnd type="none" w="med" len="med"/>
        </a:ln>
        <a:effectLst/>
      </a:spPr>
      <a:bodyPr/>
      <a:lstStyle/>
    </a:lnDef>
    <a:txDef>
      <a:spPr>
        <a:noFill/>
        <a:effectLst/>
      </a:spPr>
      <a:bodyPr wrap="square" lIns="0" tIns="0" rIns="0" bIns="0" rtlCol="0">
        <a:noAutofit/>
      </a:bodyPr>
      <a:lstStyle>
        <a:defPPr algn="l" eaLnBrk="0" hangingPunct="0">
          <a:lnSpc>
            <a:spcPts val="1800"/>
          </a:lnSpc>
          <a:defRPr sz="1400" b="1" dirty="0" smtClean="0">
            <a:ea typeface="+mn-ea"/>
            <a:cs typeface="+mn-cs"/>
          </a:defRPr>
        </a:defPPr>
      </a:lstStyle>
    </a:txDef>
  </a:objectDefaults>
  <a:extraClrSchemeLst/>
</a:theme>
</file>

<file path=ppt/theme/theme4.xml><?xml version="1.0" encoding="utf-8"?>
<a:theme xmlns:a="http://schemas.openxmlformats.org/drawingml/2006/main" name="2_GEO_powerpointtemplate">
  <a:themeElements>
    <a:clrScheme name="GEO_powerpointtempl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GEO_powerpoint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400" b="0" i="0" u="none" strike="noStrike" cap="none" normalizeH="0" baseline="0">
            <a:ln>
              <a:noFill/>
            </a:ln>
            <a:solidFill>
              <a:schemeClr val="tx1"/>
            </a:solidFill>
            <a:effectLst/>
            <a:latin typeface="Arial" pitchFamily="-65"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400" b="0" i="0" u="none" strike="noStrike" cap="none" normalizeH="0" baseline="0">
            <a:ln>
              <a:noFill/>
            </a:ln>
            <a:solidFill>
              <a:schemeClr val="tx1"/>
            </a:solidFill>
            <a:effectLst/>
            <a:latin typeface="Arial" pitchFamily="-65" charset="0"/>
          </a:defRPr>
        </a:defPPr>
      </a:lstStyle>
    </a:lnDef>
  </a:objectDefaults>
  <a:extraClrSchemeLst>
    <a:extraClrScheme>
      <a:clrScheme name="GEO_powerpointtempl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GEO_powerpointtemplat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GEO_powerpointtemplat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GEO_powerpointtemplat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GEO_powerpointtemplat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GEO_powerpointtemplat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GEO_powerpointtemplate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GEO_powerpointtemplat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GEO_powerpointtemplat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GEO_powerpointtemplat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GEO_powerpointtemplat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GEO_powerpointtemplat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6.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20090305 AIP2 Current Summary.ppt</Template>
  <TotalTime>26363</TotalTime>
  <Words>1468</Words>
  <Application>Microsoft Macintosh PowerPoint</Application>
  <PresentationFormat>On-screen Show (4:3)</PresentationFormat>
  <Paragraphs>315</Paragraphs>
  <Slides>18</Slides>
  <Notes>12</Notes>
  <HiddenSlides>0</HiddenSlides>
  <MMClips>0</MMClips>
  <ScaleCrop>false</ScaleCrop>
  <HeadingPairs>
    <vt:vector size="6" baseType="variant">
      <vt:variant>
        <vt:lpstr>Fonts Used</vt:lpstr>
      </vt:variant>
      <vt:variant>
        <vt:i4>10</vt:i4>
      </vt:variant>
      <vt:variant>
        <vt:lpstr>Theme</vt:lpstr>
      </vt:variant>
      <vt:variant>
        <vt:i4>4</vt:i4>
      </vt:variant>
      <vt:variant>
        <vt:lpstr>Slide Titles</vt:lpstr>
      </vt:variant>
      <vt:variant>
        <vt:i4>18</vt:i4>
      </vt:variant>
    </vt:vector>
  </HeadingPairs>
  <TitlesOfParts>
    <vt:vector size="32" baseType="lpstr">
      <vt:lpstr>Arial Black</vt:lpstr>
      <vt:lpstr>Avenir LT Std 55 Roman</vt:lpstr>
      <vt:lpstr>Avenir LT Std 65 Medium</vt:lpstr>
      <vt:lpstr>Avenir LT Std 85 Heavy</vt:lpstr>
      <vt:lpstr>Candara</vt:lpstr>
      <vt:lpstr>Lucida Grande</vt:lpstr>
      <vt:lpstr>ＭＳ Ｐゴシック</vt:lpstr>
      <vt:lpstr>Arial</vt:lpstr>
      <vt:lpstr>Calibri</vt:lpstr>
      <vt:lpstr>Times</vt:lpstr>
      <vt:lpstr>GEO_powerpointtemplate</vt:lpstr>
      <vt:lpstr>Optional_Corporate_PPT_Template-Arial</vt:lpstr>
      <vt:lpstr>1_Optional_Corporate_PPT_Template-Arial</vt:lpstr>
      <vt:lpstr>2_GEO_powerpointtemplate</vt:lpstr>
      <vt:lpstr>GEOSS Water Services:  Federating Data, Maps &amp; Processing Water Theme for GEOSS Architecture Implementation Pilots 2012-2015</vt:lpstr>
      <vt:lpstr>This is a story about millions of small datasets: each with a time series of a variable at a point location…</vt:lpstr>
      <vt:lpstr>Outreach through GEOSS  Architecture Implementation Pilots (AIP)</vt:lpstr>
      <vt:lpstr>OGC Observations &amp; Measurements:  a way of relating features &amp; phenomena</vt:lpstr>
      <vt:lpstr>Using OGC O&amp;M model for water level …</vt:lpstr>
      <vt:lpstr>Treating rating curves as a measurement …</vt:lpstr>
      <vt:lpstr>The stream flow can then be determined from the rating curve</vt:lpstr>
      <vt:lpstr>WaterML Web Services      CUAHSI, USGS, OGC, WMO…</vt:lpstr>
      <vt:lpstr>PowerPoint Presentation</vt:lpstr>
      <vt:lpstr>Web map of global stream gages</vt:lpstr>
      <vt:lpstr>Stream Gage Data Services</vt:lpstr>
      <vt:lpstr>PowerPoint Presentation</vt:lpstr>
      <vt:lpstr>AIP-6 (2013) GEOSS Water Services Team</vt:lpstr>
      <vt:lpstr>Italy – 21 regional authorities, 1530 hydrometric sites</vt:lpstr>
      <vt:lpstr>Italy – River Basins</vt:lpstr>
      <vt:lpstr>Water Data Maps: Italian Stream Gauges</vt:lpstr>
      <vt:lpstr>Water Data Maps:  Italian Stream Gauges</vt:lpstr>
      <vt:lpstr>Water Data Maps: Time Series Data Access</vt:lpstr>
    </vt:vector>
  </TitlesOfParts>
  <Company>Open Geospatial Consortium</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Update on OGC involvement in GEOSS</dc:title>
  <cp:lastModifiedBy>Microsoft Office User</cp:lastModifiedBy>
  <cp:revision>413</cp:revision>
  <cp:lastPrinted>2007-09-09T19:30:51Z</cp:lastPrinted>
  <dcterms:created xsi:type="dcterms:W3CDTF">2009-04-28T13:19:42Z</dcterms:created>
  <dcterms:modified xsi:type="dcterms:W3CDTF">2015-09-23T09:35:43Z</dcterms:modified>
</cp:coreProperties>
</file>